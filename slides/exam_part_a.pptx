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0" r:id="rId2"/>
    <p:sldId id="261" r:id="rId3"/>
    <p:sldId id="256" r:id="rId4"/>
    <p:sldId id="258" r:id="rId5"/>
    <p:sldId id="259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796" autoAdjust="0"/>
  </p:normalViewPr>
  <p:slideViewPr>
    <p:cSldViewPr snapToGrid="0">
      <p:cViewPr varScale="1">
        <p:scale>
          <a:sx n="129" d="100"/>
          <a:sy n="129" d="100"/>
        </p:scale>
        <p:origin x="86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86E9EF-3608-41B9-B482-BA3F1EC3C1DF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B7C7B3-90B5-4181-BA1A-1CD1C4F38B15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71309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Typiskt</a:t>
            </a:r>
            <a:r>
              <a:rPr lang="en-US" dirty="0"/>
              <a:t> 16 </a:t>
            </a:r>
            <a:r>
              <a:rPr lang="en-US" dirty="0" err="1"/>
              <a:t>poäng</a:t>
            </a:r>
            <a:r>
              <a:rPr lang="en-US" dirty="0"/>
              <a:t> </a:t>
            </a:r>
            <a:r>
              <a:rPr lang="en-US" dirty="0" err="1"/>
              <a:t>totalt</a:t>
            </a:r>
            <a:endParaRPr lang="en-US" dirty="0"/>
          </a:p>
          <a:p>
            <a:r>
              <a:rPr lang="en-US" dirty="0"/>
              <a:t> - </a:t>
            </a:r>
            <a:r>
              <a:rPr lang="en-US" dirty="0" err="1"/>
              <a:t>Så</a:t>
            </a:r>
            <a:r>
              <a:rPr lang="en-US" dirty="0"/>
              <a:t> man </a:t>
            </a:r>
            <a:r>
              <a:rPr lang="en-US" dirty="0" err="1"/>
              <a:t>måste</a:t>
            </a:r>
            <a:r>
              <a:rPr lang="en-US" dirty="0"/>
              <a:t> </a:t>
            </a:r>
            <a:r>
              <a:rPr lang="en-US" dirty="0" err="1"/>
              <a:t>klara</a:t>
            </a:r>
            <a:r>
              <a:rPr lang="en-US" dirty="0"/>
              <a:t> lite av </a:t>
            </a:r>
            <a:r>
              <a:rPr lang="en-US" dirty="0" err="1"/>
              <a:t>dom</a:t>
            </a:r>
            <a:r>
              <a:rPr lang="en-US" dirty="0"/>
              <a:t> </a:t>
            </a:r>
            <a:r>
              <a:rPr lang="en-US" dirty="0" err="1"/>
              <a:t>riktiga</a:t>
            </a:r>
            <a:r>
              <a:rPr lang="en-US" dirty="0"/>
              <a:t> </a:t>
            </a:r>
            <a:r>
              <a:rPr lang="en-US" dirty="0" err="1"/>
              <a:t>uppgifterna</a:t>
            </a:r>
            <a:r>
              <a:rPr lang="en-US" dirty="0"/>
              <a:t> </a:t>
            </a:r>
            <a:r>
              <a:rPr lang="en-US" dirty="0" err="1"/>
              <a:t>också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Det ser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som</a:t>
            </a:r>
            <a:r>
              <a:rPr lang="en-US" dirty="0"/>
              <a:t> man </a:t>
            </a:r>
            <a:r>
              <a:rPr lang="en-US" dirty="0" err="1"/>
              <a:t>skall</a:t>
            </a:r>
            <a:r>
              <a:rPr lang="en-US" dirty="0"/>
              <a:t> l</a:t>
            </a:r>
            <a:r>
              <a:rPr lang="sv-SE" dirty="0" err="1"/>
              <a:t>äsa</a:t>
            </a:r>
            <a:r>
              <a:rPr lang="sv-SE" dirty="0"/>
              <a:t> 8 olika program, men det är bara ETT program, så inte så farligt. </a:t>
            </a:r>
          </a:p>
          <a:p>
            <a:r>
              <a:rPr lang="sv-SE" dirty="0"/>
              <a:t>Bra att träna några gånger dock. </a:t>
            </a:r>
            <a:endParaRPr lang="LID4096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B7C7B3-90B5-4181-BA1A-1CD1C4F38B15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098867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B7C7B3-90B5-4181-BA1A-1CD1C4F38B15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1978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04D29-CFD4-18A3-8F69-F6F8951EF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D5841F-5ABB-7F34-FDA0-6770EF903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69B48E-6540-CE31-D89E-F5287CC6B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Typiskt</a:t>
            </a:r>
            <a:r>
              <a:rPr lang="en-US" dirty="0"/>
              <a:t> 16 </a:t>
            </a:r>
            <a:r>
              <a:rPr lang="en-US" dirty="0" err="1"/>
              <a:t>poäng</a:t>
            </a:r>
            <a:r>
              <a:rPr lang="en-US" dirty="0"/>
              <a:t> </a:t>
            </a:r>
            <a:r>
              <a:rPr lang="en-US" dirty="0" err="1"/>
              <a:t>totalt</a:t>
            </a:r>
            <a:endParaRPr lang="en-US" dirty="0"/>
          </a:p>
          <a:p>
            <a:r>
              <a:rPr lang="en-US" dirty="0"/>
              <a:t> - </a:t>
            </a:r>
            <a:r>
              <a:rPr lang="en-US" dirty="0" err="1"/>
              <a:t>Så</a:t>
            </a:r>
            <a:r>
              <a:rPr lang="en-US" dirty="0"/>
              <a:t> man </a:t>
            </a:r>
            <a:r>
              <a:rPr lang="en-US" dirty="0" err="1"/>
              <a:t>måste</a:t>
            </a:r>
            <a:r>
              <a:rPr lang="en-US" dirty="0"/>
              <a:t> </a:t>
            </a:r>
            <a:r>
              <a:rPr lang="en-US" dirty="0" err="1"/>
              <a:t>klara</a:t>
            </a:r>
            <a:r>
              <a:rPr lang="en-US" dirty="0"/>
              <a:t> lite av </a:t>
            </a:r>
            <a:r>
              <a:rPr lang="en-US" dirty="0" err="1"/>
              <a:t>dom</a:t>
            </a:r>
            <a:r>
              <a:rPr lang="en-US" dirty="0"/>
              <a:t> </a:t>
            </a:r>
            <a:r>
              <a:rPr lang="en-US" dirty="0" err="1"/>
              <a:t>riktiga</a:t>
            </a:r>
            <a:r>
              <a:rPr lang="en-US" dirty="0"/>
              <a:t> </a:t>
            </a:r>
            <a:r>
              <a:rPr lang="en-US" dirty="0" err="1"/>
              <a:t>uppgifterna</a:t>
            </a:r>
            <a:r>
              <a:rPr lang="en-US" dirty="0"/>
              <a:t> </a:t>
            </a:r>
            <a:r>
              <a:rPr lang="en-US" dirty="0" err="1"/>
              <a:t>också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Det ser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som</a:t>
            </a:r>
            <a:r>
              <a:rPr lang="en-US" dirty="0"/>
              <a:t> man </a:t>
            </a:r>
            <a:r>
              <a:rPr lang="en-US" dirty="0" err="1"/>
              <a:t>skall</a:t>
            </a:r>
            <a:r>
              <a:rPr lang="en-US" dirty="0"/>
              <a:t> l</a:t>
            </a:r>
            <a:r>
              <a:rPr lang="sv-SE" dirty="0" err="1"/>
              <a:t>äsa</a:t>
            </a:r>
            <a:r>
              <a:rPr lang="sv-SE" dirty="0"/>
              <a:t> 8 olika program, men det är bara ETT program, så inte så farligt. </a:t>
            </a:r>
          </a:p>
          <a:p>
            <a:r>
              <a:rPr lang="sv-SE" dirty="0"/>
              <a:t>Bra att träna några gånger dock. </a:t>
            </a:r>
            <a:endParaRPr lang="LID4096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A93CC6-4ACB-B628-670B-28D488BF0D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B7C7B3-90B5-4181-BA1A-1CD1C4F38B15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536547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7294C-46DB-2104-13AB-1B5CFD32C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79326F-D7C9-30A3-0817-4FA14AC9AD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B9AC86-C51D-6C20-5696-34ECF7BFB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185D3-8F62-3AA4-D92F-32C084FF57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B7C7B3-90B5-4181-BA1A-1CD1C4F38B15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111865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77994-16E6-ADBB-1104-D4FE30AF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E4815C-F969-A765-8E9A-7CA9974E0D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7BB997-12D1-793C-5151-F9C64F214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8D8F6-96E7-6F8C-9E7A-41AA8E489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D05F48-C681-EAE8-BDDA-E52ADC3DE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40771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15541-24BC-88AE-899C-CAD9F0EE6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344F0-DD14-FA17-D2C6-437548554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C9BB4E-A55E-A154-4C72-7AABD8756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60FBA8-E641-F022-C5DB-C73517435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A099F8-A7D0-B91D-69F6-C4FD41291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47893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63952-3407-433A-C5DC-64E6FBC73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6C7A97-7F1E-8795-A48C-100E81F586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1F7FB-C8C3-2DA7-57DC-0AD3B284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65A67-17E2-4482-1F69-04940FCF5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9F8E8-A69E-8E18-220B-C6C22A723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6458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B438C-BDEF-6A06-A78B-0B543DC1B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1E316-9314-8BF5-0284-1673BF32C6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FC63AF-B440-F894-D0D0-77D653708B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94F5BC-D23E-C18D-B53C-7AC466C32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B7B764-6C4D-67C3-4867-E5EC48ADE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05554E-AC2F-7E93-1DE6-8476199FA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72074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7B8A1-B347-84F4-8530-DEE565C14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549E45-CBE8-C80C-D448-8B7093FFA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BB285E-E362-EF33-23D0-1018D3E6D2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FA30E5-0490-966C-CBE2-3EF675B6D0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65E69B-85E7-C7EC-353B-1E1145A6EA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B81933-D995-9C70-7B4B-F8A38A534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D42D4F-08E0-6ECC-FAED-1E771367B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139303-1BA0-0C33-1F61-536F93FDD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5291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171A9-907A-D616-6525-D6E2ABD21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9ECDA9-5C39-9133-D1DF-DC4A2CE9F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8BCB93-9C32-596F-1C49-059142770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B7DA00-EE5C-3B7D-43C7-384143C58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7491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DE9FF2-11F7-A35E-2411-7B2F29EB3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5E824B-677C-5B43-06A2-56C716630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D106CD-BA4F-CBD3-3C1D-89C67C04A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29940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DC105-CE23-F9C0-C20E-CB0140233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D102A-63F1-CC9D-26A7-252DBE40FB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58DCF1-A0F7-9833-0C76-574FCDB3C3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584F90-6115-FE02-5E3A-6687DE717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143F4-715D-BB25-F728-B90550394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78E232-8BD1-074D-072A-B261BEF53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86467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FE6FB-BC2D-020B-1B3B-F982665E2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6CA0A7-4C25-5929-C127-A684071335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4114E6-9E0D-1D4B-8ADA-A3A0F48C34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9D71D0-F6EC-6BF7-F80E-E46E08157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16A44-6E74-594E-A297-F199A5B83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28EF27-8659-78D6-19AB-6D3B130E7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02373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CEE82-828C-7A35-4791-3723767E7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AD2C34-993C-AD4D-6637-FAA4E89E14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EE3AF3-B199-B8A4-B76D-EAD59F5CD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921564-06F1-6C3E-D4B5-BD1976C2F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1A4E36-5B9F-6F96-1720-2ECAE4121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38025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3633AB-0561-1A49-FF0A-052C597881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0B45B8-BD0E-AE0C-91A7-5BD512F2B6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6F3480-A1F8-57E0-6B99-1780E0F5A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6C512F-7456-25BE-59DC-7EC705ED4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30D8F-378D-95CE-1EE8-15554D746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410324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5362FA-FD12-ECF2-C14E-DF3B12127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307061-3D11-FDD3-E14C-E83321153C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875DF-8559-5B25-EAA4-3DB967B6F1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7A1A1A-815E-4C98-B504-0AEFB2037EE5}" type="datetimeFigureOut">
              <a:rPr lang="LID4096" smtClean="0"/>
              <a:t>02/20/2026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FB222C-9CB9-2C09-200F-1B7D8D035C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A2079-425F-9110-41C1-90AFB3EFC0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8922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C4DB81F-2E9E-D254-811B-1C435E5EC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51" y="225175"/>
            <a:ext cx="4982270" cy="27245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862E22-F2BF-7B1C-722E-336097617A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251" y="1701208"/>
            <a:ext cx="8570772" cy="355344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A5B2172-5FE2-3316-5B50-05DBC54C8E73}"/>
              </a:ext>
            </a:extLst>
          </p:cNvPr>
          <p:cNvSpPr txBox="1"/>
          <p:nvPr/>
        </p:nvSpPr>
        <p:spPr>
          <a:xfrm>
            <a:off x="10795386" y="111293"/>
            <a:ext cx="13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2024-05-31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0042289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AE7397-1330-846D-605A-DDA6823BC3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12" y="0"/>
            <a:ext cx="5414281" cy="19639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3DC76BA-76A3-449F-21F8-BEB7F5FE4B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095" y="1450281"/>
            <a:ext cx="9724905" cy="530266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4444631-29D1-0D0F-0CB1-CCB22EA5CDCC}"/>
              </a:ext>
            </a:extLst>
          </p:cNvPr>
          <p:cNvSpPr txBox="1"/>
          <p:nvPr/>
        </p:nvSpPr>
        <p:spPr>
          <a:xfrm>
            <a:off x="10795386" y="111293"/>
            <a:ext cx="13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2024-05-31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1838602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5D65C07E-39C7-EE4B-F817-3CF60A716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2310" y="0"/>
            <a:ext cx="724969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36ACCE-BA08-F846-5F2F-5221A4B536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99" y="1958582"/>
            <a:ext cx="2600688" cy="3343742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3448CB5D-7C3C-4DB4-71DF-BF1EEFA59C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930" y="278369"/>
            <a:ext cx="4277870" cy="70701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454E133-EA55-9D85-EEAB-C48B4BF537C9}"/>
              </a:ext>
            </a:extLst>
          </p:cNvPr>
          <p:cNvSpPr txBox="1"/>
          <p:nvPr/>
        </p:nvSpPr>
        <p:spPr>
          <a:xfrm>
            <a:off x="88309" y="6394965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2025-03-17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2705948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DA59B45-2B6A-AEF2-172D-3C20BB2B7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45" y="41541"/>
            <a:ext cx="5525470" cy="40258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788A479-7340-7510-717E-E119D24663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822" y="0"/>
            <a:ext cx="6205178" cy="6858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D96E83-E774-1DED-245F-1B85B07129C6}"/>
              </a:ext>
            </a:extLst>
          </p:cNvPr>
          <p:cNvSpPr txBox="1"/>
          <p:nvPr/>
        </p:nvSpPr>
        <p:spPr>
          <a:xfrm>
            <a:off x="6690612" y="826572"/>
            <a:ext cx="45288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900">
                <a:solidFill>
                  <a:srgbClr val="C00000"/>
                </a:solidFill>
              </a:rPr>
              <a:t>??</a:t>
            </a:r>
            <a:endParaRPr lang="LID4096">
              <a:solidFill>
                <a:srgbClr val="C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743253-2BB9-72E8-3185-FB7B5944F6D8}"/>
              </a:ext>
            </a:extLst>
          </p:cNvPr>
          <p:cNvSpPr txBox="1"/>
          <p:nvPr/>
        </p:nvSpPr>
        <p:spPr>
          <a:xfrm>
            <a:off x="88309" y="6394965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2025-03-17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280188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ECF072-7617-C456-79D2-E5F800FA3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5239079" cy="322196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B35E95A-ED54-93A2-1DC0-FB245BBFBB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090" y="-1"/>
            <a:ext cx="7537995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996D923-6CD6-F7A4-5C56-B9A3FB8299BE}"/>
              </a:ext>
            </a:extLst>
          </p:cNvPr>
          <p:cNvSpPr txBox="1"/>
          <p:nvPr/>
        </p:nvSpPr>
        <p:spPr>
          <a:xfrm>
            <a:off x="88309" y="6394965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2025-03-17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6158157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31C835-1997-22A6-7614-3D6D3DC0D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535558" cy="27039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D2F0AD-667E-E897-40A8-E6696EFFF5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1832" y="0"/>
            <a:ext cx="4708336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11F7B9-7F7C-6714-F4DB-FB74CDC75CDF}"/>
              </a:ext>
            </a:extLst>
          </p:cNvPr>
          <p:cNvSpPr txBox="1"/>
          <p:nvPr/>
        </p:nvSpPr>
        <p:spPr>
          <a:xfrm>
            <a:off x="10795386" y="111293"/>
            <a:ext cx="13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2024-05-31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07772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73495-D4A2-CCBD-D167-524396575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6876A8E-FC91-F0ED-0135-20187AF72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51" y="225175"/>
            <a:ext cx="4982270" cy="27245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6FEF7F-C01E-2002-3C44-617FF0F930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2251" y="1701208"/>
            <a:ext cx="8570772" cy="3553447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B480C863-6F7E-F7B7-0FD5-4499AAB137F3}"/>
              </a:ext>
            </a:extLst>
          </p:cNvPr>
          <p:cNvGrpSpPr/>
          <p:nvPr/>
        </p:nvGrpSpPr>
        <p:grpSpPr>
          <a:xfrm>
            <a:off x="5646975" y="2361758"/>
            <a:ext cx="1489570" cy="280156"/>
            <a:chOff x="4648477" y="1042224"/>
            <a:chExt cx="1222410" cy="28015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D9BB502-86F8-671B-8753-9CD6647D2D82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C7FA83F-0E99-5E16-76CF-230E645134AA}"/>
                </a:ext>
              </a:extLst>
            </p:cNvPr>
            <p:cNvSpPr txBox="1"/>
            <p:nvPr/>
          </p:nvSpPr>
          <p:spPr>
            <a:xfrm>
              <a:off x="5308905" y="1137714"/>
              <a:ext cx="561982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no initialization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7543910-C7A7-C12E-5F41-614F4C88CF64}"/>
              </a:ext>
            </a:extLst>
          </p:cNvPr>
          <p:cNvGrpSpPr/>
          <p:nvPr/>
        </p:nvGrpSpPr>
        <p:grpSpPr>
          <a:xfrm>
            <a:off x="7741985" y="3055734"/>
            <a:ext cx="1489570" cy="280156"/>
            <a:chOff x="4648477" y="1042224"/>
            <a:chExt cx="1222410" cy="28015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85DF819-0164-6ABD-223F-AD8592656A4C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2D9122F-76EB-477C-E57F-4447E0A17449}"/>
                </a:ext>
              </a:extLst>
            </p:cNvPr>
            <p:cNvSpPr txBox="1"/>
            <p:nvPr/>
          </p:nvSpPr>
          <p:spPr>
            <a:xfrm>
              <a:off x="5236553" y="1137714"/>
              <a:ext cx="63433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not enough space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4FD172F-8119-A7E6-7467-48BD92735841}"/>
              </a:ext>
            </a:extLst>
          </p:cNvPr>
          <p:cNvGrpSpPr/>
          <p:nvPr/>
        </p:nvGrpSpPr>
        <p:grpSpPr>
          <a:xfrm>
            <a:off x="9841355" y="2775578"/>
            <a:ext cx="1489570" cy="280156"/>
            <a:chOff x="4648477" y="1042224"/>
            <a:chExt cx="1222410" cy="280156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7EDF09C-D46D-6881-F949-FD01666F54E0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89B9E65-64CC-6DA0-D21E-D2776D913CEB}"/>
                </a:ext>
              </a:extLst>
            </p:cNvPr>
            <p:cNvSpPr txBox="1"/>
            <p:nvPr/>
          </p:nvSpPr>
          <p:spPr>
            <a:xfrm>
              <a:off x="5372049" y="1137714"/>
              <a:ext cx="49883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initialization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C242810-95BC-96B0-2B81-139CC35393A3}"/>
              </a:ext>
            </a:extLst>
          </p:cNvPr>
          <p:cNvGrpSpPr/>
          <p:nvPr/>
        </p:nvGrpSpPr>
        <p:grpSpPr>
          <a:xfrm>
            <a:off x="3517160" y="4352299"/>
            <a:ext cx="1489570" cy="280156"/>
            <a:chOff x="4648477" y="1042224"/>
            <a:chExt cx="1222410" cy="28015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B22D545-4B5C-CEDB-DCDA-4392A084B7A2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4C28079-FF88-6998-4351-624AC0AA1344}"/>
                </a:ext>
              </a:extLst>
            </p:cNvPr>
            <p:cNvSpPr txBox="1"/>
            <p:nvPr/>
          </p:nvSpPr>
          <p:spPr>
            <a:xfrm>
              <a:off x="5508862" y="1137714"/>
              <a:ext cx="362025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no align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E2AE3DF-7835-73D4-1C80-B62E470F68AF}"/>
              </a:ext>
            </a:extLst>
          </p:cNvPr>
          <p:cNvGrpSpPr/>
          <p:nvPr/>
        </p:nvGrpSpPr>
        <p:grpSpPr>
          <a:xfrm>
            <a:off x="5650401" y="4259966"/>
            <a:ext cx="1458635" cy="464823"/>
            <a:chOff x="4648477" y="1042224"/>
            <a:chExt cx="1197023" cy="20673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AA1CE20-1933-B676-DF50-3FFFD5D8B02A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0117C58-908D-CBAE-5B75-2F12A34AA338}"/>
                </a:ext>
              </a:extLst>
            </p:cNvPr>
            <p:cNvSpPr txBox="1"/>
            <p:nvPr/>
          </p:nvSpPr>
          <p:spPr>
            <a:xfrm>
              <a:off x="5187487" y="1166824"/>
              <a:ext cx="658013" cy="821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no init and no align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9BD10F5-E5C7-75CB-08FF-82AC2EABB49C}"/>
              </a:ext>
            </a:extLst>
          </p:cNvPr>
          <p:cNvGrpSpPr/>
          <p:nvPr/>
        </p:nvGrpSpPr>
        <p:grpSpPr>
          <a:xfrm>
            <a:off x="9887156" y="4142375"/>
            <a:ext cx="1486890" cy="619108"/>
            <a:chOff x="4648477" y="1042224"/>
            <a:chExt cx="1170632" cy="206069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6A5201A-453D-6D57-7584-112EF2765DF3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8FAF23B-52D4-1D92-FC86-91FA7A3A4BBD}"/>
                </a:ext>
              </a:extLst>
            </p:cNvPr>
            <p:cNvSpPr txBox="1"/>
            <p:nvPr/>
          </p:nvSpPr>
          <p:spPr>
            <a:xfrm>
              <a:off x="5103275" y="1186827"/>
              <a:ext cx="715834" cy="614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no init x 2 and no align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19471A0-4CD9-17DF-444E-B38A6454A147}"/>
              </a:ext>
            </a:extLst>
          </p:cNvPr>
          <p:cNvGrpSpPr/>
          <p:nvPr/>
        </p:nvGrpSpPr>
        <p:grpSpPr>
          <a:xfrm>
            <a:off x="3520721" y="2640025"/>
            <a:ext cx="1489570" cy="280156"/>
            <a:chOff x="4648477" y="1042224"/>
            <a:chExt cx="1222410" cy="280156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E9F4DE5-9F5F-EE5B-FAAA-01371F1EDC66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C9F2A13-AC2F-9859-2B23-5621EC9133E1}"/>
                </a:ext>
              </a:extLst>
            </p:cNvPr>
            <p:cNvSpPr txBox="1"/>
            <p:nvPr/>
          </p:nvSpPr>
          <p:spPr>
            <a:xfrm>
              <a:off x="5508862" y="1137714"/>
              <a:ext cx="362025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no align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7B8CB80-6825-7989-EEAD-3643E0360FC3}"/>
              </a:ext>
            </a:extLst>
          </p:cNvPr>
          <p:cNvSpPr txBox="1"/>
          <p:nvPr/>
        </p:nvSpPr>
        <p:spPr>
          <a:xfrm>
            <a:off x="10795386" y="111293"/>
            <a:ext cx="13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2024-05-31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406511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CAC3F-ECA4-9FD8-4013-9D1F03C64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926A929-C4AA-0E0A-13BF-0459BF0D2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12" y="0"/>
            <a:ext cx="5414281" cy="19639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6D19D7-0CD3-EAE4-F225-5584EEFC48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095" y="1450281"/>
            <a:ext cx="9724905" cy="53026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33A60A-537E-C98A-832D-1F8EE4E29E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160" y="1928896"/>
            <a:ext cx="2419688" cy="1009791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7F43451-46B1-4483-9B77-0EEB40A2C24B}"/>
              </a:ext>
            </a:extLst>
          </p:cNvPr>
          <p:cNvGrpSpPr/>
          <p:nvPr/>
        </p:nvGrpSpPr>
        <p:grpSpPr>
          <a:xfrm>
            <a:off x="2772189" y="3665004"/>
            <a:ext cx="1489570" cy="280156"/>
            <a:chOff x="4648477" y="1042224"/>
            <a:chExt cx="1222410" cy="28015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4870700-45C6-1546-3815-86AC0E390058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1DE023-3230-8F7E-C0AE-6C509B188038}"/>
                </a:ext>
              </a:extLst>
            </p:cNvPr>
            <p:cNvSpPr txBox="1"/>
            <p:nvPr/>
          </p:nvSpPr>
          <p:spPr>
            <a:xfrm>
              <a:off x="5543065" y="1137714"/>
              <a:ext cx="327822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d is int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EC358D0-9FDF-13EE-92E4-04BC4D7BAFDB}"/>
              </a:ext>
            </a:extLst>
          </p:cNvPr>
          <p:cNvGrpSpPr/>
          <p:nvPr/>
        </p:nvGrpSpPr>
        <p:grpSpPr>
          <a:xfrm>
            <a:off x="5204702" y="2867684"/>
            <a:ext cx="1489570" cy="280156"/>
            <a:chOff x="4648477" y="1042224"/>
            <a:chExt cx="1222410" cy="280156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E39FA3D-E39D-ECCB-7C85-27115634716C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F966069-4152-5CD2-4621-FC8531E1B507}"/>
                </a:ext>
              </a:extLst>
            </p:cNvPr>
            <p:cNvSpPr txBox="1"/>
            <p:nvPr/>
          </p:nvSpPr>
          <p:spPr>
            <a:xfrm>
              <a:off x="5623310" y="1137714"/>
              <a:ext cx="24757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x16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03C2FDD-7B23-FAB7-6741-8F5F036A1212}"/>
              </a:ext>
            </a:extLst>
          </p:cNvPr>
          <p:cNvGrpSpPr/>
          <p:nvPr/>
        </p:nvGrpSpPr>
        <p:grpSpPr>
          <a:xfrm>
            <a:off x="10031139" y="2203795"/>
            <a:ext cx="1489570" cy="280156"/>
            <a:chOff x="4648477" y="1042224"/>
            <a:chExt cx="1222410" cy="28015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BE0093C-B183-CAFD-2261-7E59B8DBEAD2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5B5482B-B422-FA95-7265-81B96C7246C5}"/>
                </a:ext>
              </a:extLst>
            </p:cNvPr>
            <p:cNvSpPr txBox="1"/>
            <p:nvPr/>
          </p:nvSpPr>
          <p:spPr>
            <a:xfrm>
              <a:off x="5440456" y="1137714"/>
              <a:ext cx="430431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600">
                  <a:solidFill>
                    <a:srgbClr val="C00000"/>
                  </a:solidFill>
                </a:rPr>
                <a:t>a is uint16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176E187-D6D7-80B1-D6E5-DD109330180D}"/>
              </a:ext>
            </a:extLst>
          </p:cNvPr>
          <p:cNvGrpSpPr/>
          <p:nvPr/>
        </p:nvGrpSpPr>
        <p:grpSpPr>
          <a:xfrm>
            <a:off x="2772189" y="5801874"/>
            <a:ext cx="1489570" cy="280156"/>
            <a:chOff x="4648477" y="1042224"/>
            <a:chExt cx="1222410" cy="28015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598296-3254-DD5B-C403-5088E580D69E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0A3141B-E61F-E09D-FBBF-BB4075847D03}"/>
                </a:ext>
              </a:extLst>
            </p:cNvPr>
            <p:cNvSpPr txBox="1"/>
            <p:nvPr/>
          </p:nvSpPr>
          <p:spPr>
            <a:xfrm>
              <a:off x="5404937" y="1137714"/>
              <a:ext cx="46595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600">
                  <a:solidFill>
                    <a:srgbClr val="C00000"/>
                  </a:solidFill>
                </a:rPr>
                <a:t>ingen offset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B94C04C-CF79-921A-D1E5-909E5FCA15AD}"/>
              </a:ext>
            </a:extLst>
          </p:cNvPr>
          <p:cNvGrpSpPr/>
          <p:nvPr/>
        </p:nvGrpSpPr>
        <p:grpSpPr>
          <a:xfrm>
            <a:off x="5204702" y="5475490"/>
            <a:ext cx="1489570" cy="280156"/>
            <a:chOff x="4648477" y="1042224"/>
            <a:chExt cx="1222410" cy="280156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789382D-FABA-6789-0785-CBFF2C3DA174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19996D9-4CE0-BE5B-D6E9-B0CB64953144}"/>
                </a:ext>
              </a:extLst>
            </p:cNvPr>
            <p:cNvSpPr txBox="1"/>
            <p:nvPr/>
          </p:nvSpPr>
          <p:spPr>
            <a:xfrm>
              <a:off x="5329953" y="1137714"/>
              <a:ext cx="54093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600">
                  <a:solidFill>
                    <a:srgbClr val="C00000"/>
                  </a:solidFill>
                </a:rPr>
                <a:t>ingen offset x4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B106932-B46B-7764-9003-9FD93A2575DE}"/>
              </a:ext>
            </a:extLst>
          </p:cNvPr>
          <p:cNvGrpSpPr/>
          <p:nvPr/>
        </p:nvGrpSpPr>
        <p:grpSpPr>
          <a:xfrm>
            <a:off x="7617593" y="6138071"/>
            <a:ext cx="1489570" cy="280156"/>
            <a:chOff x="4648477" y="1042224"/>
            <a:chExt cx="1222410" cy="280156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CF51B39-0EC2-1B8D-CD33-BDEF9DEB12A2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04121B1-AFD6-FAD8-8495-C1734A6745A9}"/>
                </a:ext>
              </a:extLst>
            </p:cNvPr>
            <p:cNvSpPr txBox="1"/>
            <p:nvPr/>
          </p:nvSpPr>
          <p:spPr>
            <a:xfrm>
              <a:off x="5427301" y="1137714"/>
              <a:ext cx="44358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600">
                  <a:solidFill>
                    <a:srgbClr val="C00000"/>
                  </a:solidFill>
                </a:rPr>
                <a:t>c </a:t>
              </a:r>
              <a:r>
                <a:rPr lang="sv-SE" sz="600">
                  <a:solidFill>
                    <a:srgbClr val="C00000"/>
                  </a:solidFill>
                </a:rPr>
                <a:t>är signed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9450F1-5E8C-A561-040C-00B8D9F4A56E}"/>
              </a:ext>
            </a:extLst>
          </p:cNvPr>
          <p:cNvGrpSpPr/>
          <p:nvPr/>
        </p:nvGrpSpPr>
        <p:grpSpPr>
          <a:xfrm>
            <a:off x="10031138" y="6286803"/>
            <a:ext cx="1489571" cy="280156"/>
            <a:chOff x="4648477" y="1042224"/>
            <a:chExt cx="1222411" cy="280156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BF5A418-7FE1-5AFB-D38B-CC11EBAC8019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8E0F709-ECB1-10B6-985A-E7BDA1071F58}"/>
                </a:ext>
              </a:extLst>
            </p:cNvPr>
            <p:cNvSpPr txBox="1"/>
            <p:nvPr/>
          </p:nvSpPr>
          <p:spPr>
            <a:xfrm>
              <a:off x="5418093" y="1137714"/>
              <a:ext cx="452795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stores byte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562632D-6944-7749-2C48-59C93619D7C6}"/>
              </a:ext>
            </a:extLst>
          </p:cNvPr>
          <p:cNvSpPr txBox="1"/>
          <p:nvPr/>
        </p:nvSpPr>
        <p:spPr>
          <a:xfrm>
            <a:off x="10795386" y="111293"/>
            <a:ext cx="13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2024-05-31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268534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BEADD-CF62-E20B-AD76-DB4D7DA6E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5EE0DB8D-B108-5CAB-9145-941A3465D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2310" y="0"/>
            <a:ext cx="724969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36131D-E570-3213-DD04-863153ECAC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99" y="1958582"/>
            <a:ext cx="2600688" cy="3343742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97F34CF3-F52F-9878-2F4B-8EAEB4ACACAD}"/>
              </a:ext>
            </a:extLst>
          </p:cNvPr>
          <p:cNvGrpSpPr/>
          <p:nvPr/>
        </p:nvGrpSpPr>
        <p:grpSpPr>
          <a:xfrm>
            <a:off x="5255697" y="1311105"/>
            <a:ext cx="1489570" cy="280156"/>
            <a:chOff x="4648477" y="1042224"/>
            <a:chExt cx="1222410" cy="280156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B0FB0AC-A4A3-3171-FB8A-8997B551C87E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B4F839A-8A05-0C81-4B1E-8A018CAA622A}"/>
                </a:ext>
              </a:extLst>
            </p:cNvPr>
            <p:cNvSpPr txBox="1"/>
            <p:nvPr/>
          </p:nvSpPr>
          <p:spPr>
            <a:xfrm>
              <a:off x="5447033" y="1137714"/>
              <a:ext cx="42385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fel branch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DE95FB0-2BD6-AE02-D1B8-F751A9B55FF5}"/>
              </a:ext>
            </a:extLst>
          </p:cNvPr>
          <p:cNvGrpSpPr/>
          <p:nvPr/>
        </p:nvGrpSpPr>
        <p:grpSpPr>
          <a:xfrm>
            <a:off x="7077585" y="1030949"/>
            <a:ext cx="1489570" cy="280156"/>
            <a:chOff x="4648477" y="1042224"/>
            <a:chExt cx="1222410" cy="280156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B8510F3-6E62-B691-3BC5-D79EEA4EE9A4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E143395-8D10-6F12-07F5-28DBF4E03859}"/>
                </a:ext>
              </a:extLst>
            </p:cNvPr>
            <p:cNvSpPr txBox="1"/>
            <p:nvPr/>
          </p:nvSpPr>
          <p:spPr>
            <a:xfrm>
              <a:off x="5582530" y="1137714"/>
              <a:ext cx="28835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word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84CB2A3-2F2B-3848-6CEC-473725350229}"/>
              </a:ext>
            </a:extLst>
          </p:cNvPr>
          <p:cNvGrpSpPr/>
          <p:nvPr/>
        </p:nvGrpSpPr>
        <p:grpSpPr>
          <a:xfrm>
            <a:off x="8890007" y="1315630"/>
            <a:ext cx="1489570" cy="280156"/>
            <a:chOff x="4648477" y="1042224"/>
            <a:chExt cx="1222410" cy="280156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6B013DB-FED4-F015-F1E7-1321AB40A9CA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96D05AD-69B8-CDDC-A872-7E145A9B9513}"/>
                </a:ext>
              </a:extLst>
            </p:cNvPr>
            <p:cNvSpPr txBox="1"/>
            <p:nvPr/>
          </p:nvSpPr>
          <p:spPr>
            <a:xfrm>
              <a:off x="5447033" y="1137714"/>
              <a:ext cx="42385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fel branch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D0662EB1-DA2E-2730-6CA6-EB59F7D350E5}"/>
              </a:ext>
            </a:extLst>
          </p:cNvPr>
          <p:cNvGrpSpPr/>
          <p:nvPr/>
        </p:nvGrpSpPr>
        <p:grpSpPr>
          <a:xfrm>
            <a:off x="10743225" y="1030949"/>
            <a:ext cx="1489570" cy="280156"/>
            <a:chOff x="4648477" y="1042224"/>
            <a:chExt cx="1222410" cy="280156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24C70D02-0739-9C4D-7C4D-12119BEAD173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8F87257-6503-2A58-5E2D-3DDEEEEDEEFC}"/>
                </a:ext>
              </a:extLst>
            </p:cNvPr>
            <p:cNvSpPr txBox="1"/>
            <p:nvPr/>
          </p:nvSpPr>
          <p:spPr>
            <a:xfrm>
              <a:off x="5582530" y="1137714"/>
              <a:ext cx="28835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word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334AF71-242E-FCCA-2497-9BEF08593236}"/>
              </a:ext>
            </a:extLst>
          </p:cNvPr>
          <p:cNvGrpSpPr/>
          <p:nvPr/>
        </p:nvGrpSpPr>
        <p:grpSpPr>
          <a:xfrm>
            <a:off x="5255697" y="5623826"/>
            <a:ext cx="1489570" cy="280156"/>
            <a:chOff x="4648477" y="1042224"/>
            <a:chExt cx="1222410" cy="280156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3A8598EF-F190-8113-9E31-DA6AFBE085F6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AEB48758-C56B-5019-6522-507FEADAF057}"/>
                </a:ext>
              </a:extLst>
            </p:cNvPr>
            <p:cNvSpPr txBox="1"/>
            <p:nvPr/>
          </p:nvSpPr>
          <p:spPr>
            <a:xfrm>
              <a:off x="5602262" y="1137714"/>
              <a:ext cx="268625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call!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6947D60-84EA-1A31-B496-126E981DA4EF}"/>
              </a:ext>
            </a:extLst>
          </p:cNvPr>
          <p:cNvGrpSpPr/>
          <p:nvPr/>
        </p:nvGrpSpPr>
        <p:grpSpPr>
          <a:xfrm>
            <a:off x="8890007" y="4728215"/>
            <a:ext cx="1489570" cy="280156"/>
            <a:chOff x="4648477" y="1042224"/>
            <a:chExt cx="1222410" cy="280156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F9F0C03F-304E-EA85-477D-F7F4469FA9AA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4E858A-255E-D427-479C-F2E3CE054F80}"/>
                </a:ext>
              </a:extLst>
            </p:cNvPr>
            <p:cNvSpPr txBox="1"/>
            <p:nvPr/>
          </p:nvSpPr>
          <p:spPr>
            <a:xfrm>
              <a:off x="5582530" y="1137714"/>
              <a:ext cx="28835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word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BA614A8-B7C8-3461-9A6D-8C1C6D879E94}"/>
              </a:ext>
            </a:extLst>
          </p:cNvPr>
          <p:cNvGrpSpPr/>
          <p:nvPr/>
        </p:nvGrpSpPr>
        <p:grpSpPr>
          <a:xfrm>
            <a:off x="10658185" y="4412977"/>
            <a:ext cx="1489570" cy="280156"/>
            <a:chOff x="4648477" y="1042224"/>
            <a:chExt cx="1222410" cy="280156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A5E2EC7E-083E-3D26-2E61-635F3E28E435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A1FBCF0-1E10-D3A8-0E01-E4AD1D414DBC}"/>
                </a:ext>
              </a:extLst>
            </p:cNvPr>
            <p:cNvSpPr txBox="1"/>
            <p:nvPr/>
          </p:nvSpPr>
          <p:spPr>
            <a:xfrm>
              <a:off x="5582530" y="1137714"/>
              <a:ext cx="28835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word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pic>
        <p:nvPicPr>
          <p:cNvPr id="72" name="Picture 71">
            <a:extLst>
              <a:ext uri="{FF2B5EF4-FFF2-40B4-BE49-F238E27FC236}">
                <a16:creationId xmlns:a16="http://schemas.microsoft.com/office/drawing/2014/main" id="{B63BB589-ED7A-212D-690C-FED00E3D26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930" y="278369"/>
            <a:ext cx="4277870" cy="707012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8C91A72-6F8F-2AFE-E24D-33A532FBFAEE}"/>
              </a:ext>
            </a:extLst>
          </p:cNvPr>
          <p:cNvGrpSpPr/>
          <p:nvPr/>
        </p:nvGrpSpPr>
        <p:grpSpPr>
          <a:xfrm>
            <a:off x="8890007" y="5008371"/>
            <a:ext cx="1489570" cy="280156"/>
            <a:chOff x="4648477" y="1042224"/>
            <a:chExt cx="1222410" cy="28015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DF6B5AE-D3B2-1C59-BA7F-8AE88022A18B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50858C9-BAE4-6E99-D432-4664C39DA8C9}"/>
                </a:ext>
              </a:extLst>
            </p:cNvPr>
            <p:cNvSpPr txBox="1"/>
            <p:nvPr/>
          </p:nvSpPr>
          <p:spPr>
            <a:xfrm>
              <a:off x="5447033" y="1137714"/>
              <a:ext cx="42385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fel branch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D4E5B4C-B9CE-72AC-4AED-5FF9A2AAD3DA}"/>
              </a:ext>
            </a:extLst>
          </p:cNvPr>
          <p:cNvGrpSpPr/>
          <p:nvPr/>
        </p:nvGrpSpPr>
        <p:grpSpPr>
          <a:xfrm>
            <a:off x="8884372" y="5933185"/>
            <a:ext cx="1489570" cy="280156"/>
            <a:chOff x="4648477" y="1042224"/>
            <a:chExt cx="1222410" cy="28015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1E4028F-7D10-E69E-63DC-0D5468430690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0AF5E62-14DB-3E06-7A8E-B29E56F08D3E}"/>
                </a:ext>
              </a:extLst>
            </p:cNvPr>
            <p:cNvSpPr txBox="1"/>
            <p:nvPr/>
          </p:nvSpPr>
          <p:spPr>
            <a:xfrm>
              <a:off x="5602262" y="1137714"/>
              <a:ext cx="268625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call!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CAE81BF-4E51-AEFC-3519-EB10775934D8}"/>
              </a:ext>
            </a:extLst>
          </p:cNvPr>
          <p:cNvGrpSpPr/>
          <p:nvPr/>
        </p:nvGrpSpPr>
        <p:grpSpPr>
          <a:xfrm>
            <a:off x="10743225" y="1315630"/>
            <a:ext cx="1489570" cy="280156"/>
            <a:chOff x="4648477" y="1042224"/>
            <a:chExt cx="1222410" cy="280156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8181261-CB47-24C8-708A-F985A5259319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873113C-FA81-39C9-53AF-D1224F516CB9}"/>
                </a:ext>
              </a:extLst>
            </p:cNvPr>
            <p:cNvSpPr txBox="1"/>
            <p:nvPr/>
          </p:nvSpPr>
          <p:spPr>
            <a:xfrm>
              <a:off x="5447033" y="1137714"/>
              <a:ext cx="42385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fel branch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8018688-718F-5A9F-9E33-E9EFFD271D01}"/>
              </a:ext>
            </a:extLst>
          </p:cNvPr>
          <p:cNvSpPr txBox="1"/>
          <p:nvPr/>
        </p:nvSpPr>
        <p:spPr>
          <a:xfrm>
            <a:off x="88309" y="6394965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2025-03-17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714330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AED0D-61D0-1B58-F39E-19C8725E5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C26D044-241E-0CCE-ABE3-5D5A479AC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45" y="41541"/>
            <a:ext cx="5525470" cy="40258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DC8E18-846B-7816-EFF8-8B13EE783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822" y="0"/>
            <a:ext cx="6205178" cy="68580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482FBDF3-E493-DB05-BC62-9B5EF4374D55}"/>
              </a:ext>
            </a:extLst>
          </p:cNvPr>
          <p:cNvGrpSpPr/>
          <p:nvPr/>
        </p:nvGrpSpPr>
        <p:grpSpPr>
          <a:xfrm>
            <a:off x="6325373" y="1160142"/>
            <a:ext cx="1489570" cy="280156"/>
            <a:chOff x="4648477" y="1042224"/>
            <a:chExt cx="1222410" cy="28015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1F0F09B-60F2-5EFF-708E-6158AC064664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72B5190-2791-1048-21E1-73DFEDAF5155}"/>
                </a:ext>
              </a:extLst>
            </p:cNvPr>
            <p:cNvSpPr txBox="1"/>
            <p:nvPr/>
          </p:nvSpPr>
          <p:spPr>
            <a:xfrm>
              <a:off x="4908994" y="1137714"/>
              <a:ext cx="961893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Kollar om addressen är ojämn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B38521C-4307-897F-23CF-04C92ABB31AB}"/>
              </a:ext>
            </a:extLst>
          </p:cNvPr>
          <p:cNvSpPr txBox="1"/>
          <p:nvPr/>
        </p:nvSpPr>
        <p:spPr>
          <a:xfrm>
            <a:off x="6690612" y="826572"/>
            <a:ext cx="45288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900">
                <a:solidFill>
                  <a:srgbClr val="C00000"/>
                </a:solidFill>
              </a:rPr>
              <a:t>??</a:t>
            </a:r>
            <a:endParaRPr lang="LID4096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531557C-DB75-7D29-578D-6531D14768C4}"/>
              </a:ext>
            </a:extLst>
          </p:cNvPr>
          <p:cNvGrpSpPr/>
          <p:nvPr/>
        </p:nvGrpSpPr>
        <p:grpSpPr>
          <a:xfrm>
            <a:off x="9378200" y="1734573"/>
            <a:ext cx="1489570" cy="280156"/>
            <a:chOff x="4648477" y="1042224"/>
            <a:chExt cx="1222410" cy="280156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101C53A-2BC5-EEC7-0BB7-F9E4506C2057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53B6382-8E9C-BB04-62DB-ED0FE6C27BE9}"/>
                </a:ext>
              </a:extLst>
            </p:cNvPr>
            <p:cNvSpPr txBox="1"/>
            <p:nvPr/>
          </p:nvSpPr>
          <p:spPr>
            <a:xfrm>
              <a:off x="5220767" y="1137714"/>
              <a:ext cx="65012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Skriver till pekaren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D61FE72-FF1B-33D3-7881-030DA69E9631}"/>
              </a:ext>
            </a:extLst>
          </p:cNvPr>
          <p:cNvGrpSpPr/>
          <p:nvPr/>
        </p:nvGrpSpPr>
        <p:grpSpPr>
          <a:xfrm>
            <a:off x="9510602" y="3429000"/>
            <a:ext cx="1489570" cy="280156"/>
            <a:chOff x="4648477" y="1042224"/>
            <a:chExt cx="1222410" cy="28015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3F6CE93-8F66-A00B-C087-E751A0CA0520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179795F-D5CA-546C-5D60-DFAD43EC5885}"/>
                </a:ext>
              </a:extLst>
            </p:cNvPr>
            <p:cNvSpPr txBox="1"/>
            <p:nvPr/>
          </p:nvSpPr>
          <p:spPr>
            <a:xfrm>
              <a:off x="4908994" y="1137714"/>
              <a:ext cx="961893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Kollar om addressen är ojämn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76E3CC7-7C91-0D53-A070-CEE26B5E8679}"/>
              </a:ext>
            </a:extLst>
          </p:cNvPr>
          <p:cNvGrpSpPr/>
          <p:nvPr/>
        </p:nvGrpSpPr>
        <p:grpSpPr>
          <a:xfrm>
            <a:off x="6381919" y="5730959"/>
            <a:ext cx="1489570" cy="280156"/>
            <a:chOff x="4648477" y="1042224"/>
            <a:chExt cx="1222410" cy="28015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88DE037-4CBB-C080-18B4-FB6AA34E6043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DD0362C-7D86-19D4-FECD-5C093474B1ED}"/>
                </a:ext>
              </a:extLst>
            </p:cNvPr>
            <p:cNvSpPr txBox="1"/>
            <p:nvPr/>
          </p:nvSpPr>
          <p:spPr>
            <a:xfrm>
              <a:off x="4908994" y="1137714"/>
              <a:ext cx="961893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Kollar om addressen är ojämn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A8D3430-B682-5CCE-EA78-AFE2DF193711}"/>
              </a:ext>
            </a:extLst>
          </p:cNvPr>
          <p:cNvGrpSpPr/>
          <p:nvPr/>
        </p:nvGrpSpPr>
        <p:grpSpPr>
          <a:xfrm>
            <a:off x="9889877" y="5871037"/>
            <a:ext cx="1489570" cy="280156"/>
            <a:chOff x="4648477" y="1042224"/>
            <a:chExt cx="1222410" cy="280156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18138B8-9CF2-E74C-AB2A-15D7FA242F91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B3125AD-50D5-4B5A-7B60-4A3DA8573B78}"/>
                </a:ext>
              </a:extLst>
            </p:cNvPr>
            <p:cNvSpPr txBox="1"/>
            <p:nvPr/>
          </p:nvSpPr>
          <p:spPr>
            <a:xfrm>
              <a:off x="5286543" y="1137714"/>
              <a:ext cx="58434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Makes no sense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10D63F7-3AFE-FC49-A9F6-AE59C1E3F23C}"/>
              </a:ext>
            </a:extLst>
          </p:cNvPr>
          <p:cNvSpPr txBox="1"/>
          <p:nvPr/>
        </p:nvSpPr>
        <p:spPr>
          <a:xfrm>
            <a:off x="88309" y="6394965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2025-03-17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836677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6AC6C-5650-2829-E6E0-F36DACDAE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76461E-B8FB-0BE3-F9F1-FCF8D6950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5239079" cy="322196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10061D1-686A-FEE1-D842-739E83E18B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090" y="-1"/>
            <a:ext cx="7537995" cy="68580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93A0612F-E589-C6BA-7CCB-E685E91FE81A}"/>
              </a:ext>
            </a:extLst>
          </p:cNvPr>
          <p:cNvGrpSpPr/>
          <p:nvPr/>
        </p:nvGrpSpPr>
        <p:grpSpPr>
          <a:xfrm>
            <a:off x="4493849" y="69464"/>
            <a:ext cx="2382843" cy="2334377"/>
            <a:chOff x="4648477" y="1042224"/>
            <a:chExt cx="1139811" cy="15761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B713056-44E0-8325-166D-C99F29D6A64C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3C9F7C2-7394-E479-20E8-DB203714D632}"/>
                </a:ext>
              </a:extLst>
            </p:cNvPr>
            <p:cNvSpPr txBox="1"/>
            <p:nvPr/>
          </p:nvSpPr>
          <p:spPr>
            <a:xfrm>
              <a:off x="4861541" y="1187366"/>
              <a:ext cx="926747" cy="124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Kommer inte ihåg några ABI regler!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DE845EB-512B-A06B-A8F3-7350F27B67F8}"/>
              </a:ext>
            </a:extLst>
          </p:cNvPr>
          <p:cNvGrpSpPr/>
          <p:nvPr/>
        </p:nvGrpSpPr>
        <p:grpSpPr>
          <a:xfrm>
            <a:off x="7367860" y="1982343"/>
            <a:ext cx="1671314" cy="280156"/>
            <a:chOff x="4648477" y="1042224"/>
            <a:chExt cx="1222410" cy="28015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C6DC3F8-1E59-6D43-339F-6AD8A8560584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94062EF-3A4B-F197-5551-A996A58FC232}"/>
                </a:ext>
              </a:extLst>
            </p:cNvPr>
            <p:cNvSpPr txBox="1"/>
            <p:nvPr/>
          </p:nvSpPr>
          <p:spPr>
            <a:xfrm>
              <a:off x="5204702" y="1137714"/>
              <a:ext cx="666185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a0 kan ha skrivits över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C78DAD7-16D7-2B5F-0E7B-D09E948CBACF}"/>
              </a:ext>
            </a:extLst>
          </p:cNvPr>
          <p:cNvGrpSpPr/>
          <p:nvPr/>
        </p:nvGrpSpPr>
        <p:grpSpPr>
          <a:xfrm>
            <a:off x="10006285" y="2347017"/>
            <a:ext cx="1823766" cy="523080"/>
            <a:chOff x="4648477" y="1042224"/>
            <a:chExt cx="1211563" cy="20952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1E6289D-1E26-B3C0-0F71-A2247752A5BA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02F17B7-B3DB-8086-1DE7-ACDF23F4D31A}"/>
                </a:ext>
              </a:extLst>
            </p:cNvPr>
            <p:cNvSpPr txBox="1"/>
            <p:nvPr/>
          </p:nvSpPr>
          <p:spPr>
            <a:xfrm>
              <a:off x="5401917" y="1177777"/>
              <a:ext cx="458123" cy="739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Måste spara s0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A5531C-26CE-D3E2-D67F-5EF8146E647A}"/>
              </a:ext>
            </a:extLst>
          </p:cNvPr>
          <p:cNvGrpSpPr/>
          <p:nvPr/>
        </p:nvGrpSpPr>
        <p:grpSpPr>
          <a:xfrm>
            <a:off x="4772978" y="3836996"/>
            <a:ext cx="1671314" cy="280156"/>
            <a:chOff x="4648477" y="1042224"/>
            <a:chExt cx="1222410" cy="28015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4EFA913-424D-C279-D368-8AA30764363A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A548E8A-AD9E-542C-D99C-D37F6556AEB3}"/>
                </a:ext>
              </a:extLst>
            </p:cNvPr>
            <p:cNvSpPr txBox="1"/>
            <p:nvPr/>
          </p:nvSpPr>
          <p:spPr>
            <a:xfrm>
              <a:off x="5181253" y="1137714"/>
              <a:ext cx="68963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Ingen plats på stacken 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113AB00-CDDB-BBA1-51E0-74372FB3C578}"/>
              </a:ext>
            </a:extLst>
          </p:cNvPr>
          <p:cNvGrpSpPr/>
          <p:nvPr/>
        </p:nvGrpSpPr>
        <p:grpSpPr>
          <a:xfrm>
            <a:off x="9981792" y="5290239"/>
            <a:ext cx="1671314" cy="280156"/>
            <a:chOff x="4648477" y="1042224"/>
            <a:chExt cx="1222410" cy="280156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B642D39-95A5-F05C-FC80-2940B4D6F29B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88957DA-471E-EF84-FE91-107C357718C6}"/>
                </a:ext>
              </a:extLst>
            </p:cNvPr>
            <p:cNvSpPr txBox="1"/>
            <p:nvPr/>
          </p:nvSpPr>
          <p:spPr>
            <a:xfrm>
              <a:off x="5216427" y="1137714"/>
              <a:ext cx="65446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t0 kan ha skrivits över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DEE35D1-4D92-8087-5851-6B357CF3C39E}"/>
              </a:ext>
            </a:extLst>
          </p:cNvPr>
          <p:cNvSpPr txBox="1"/>
          <p:nvPr/>
        </p:nvSpPr>
        <p:spPr>
          <a:xfrm>
            <a:off x="88309" y="6394965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2025-03-17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606372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3B544-2239-D5AD-6361-FD1DF5EA9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A536A0-42A9-5B6B-48A2-B59C0E63F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535558" cy="27039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4FBBA2-6C29-B3EE-F580-582B28E48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1832" y="0"/>
            <a:ext cx="4708336" cy="68580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98E9A619-806E-733F-7E2C-57809252D4AA}"/>
              </a:ext>
            </a:extLst>
          </p:cNvPr>
          <p:cNvGrpSpPr/>
          <p:nvPr/>
        </p:nvGrpSpPr>
        <p:grpSpPr>
          <a:xfrm>
            <a:off x="4012444" y="918814"/>
            <a:ext cx="1671314" cy="280156"/>
            <a:chOff x="4648477" y="1042224"/>
            <a:chExt cx="1222410" cy="28015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BA4F76F-5EA1-BADC-B870-FADE92BF4D54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D4E335B-0325-B556-9B01-FBD57F2E97F4}"/>
                </a:ext>
              </a:extLst>
            </p:cNvPr>
            <p:cNvSpPr txBox="1"/>
            <p:nvPr/>
          </p:nvSpPr>
          <p:spPr>
            <a:xfrm>
              <a:off x="5113251" y="1137714"/>
              <a:ext cx="75763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ökar pekaren med 4 bytes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234BEAA-B209-993B-0418-55DE1D93FEFD}"/>
              </a:ext>
            </a:extLst>
          </p:cNvPr>
          <p:cNvGrpSpPr/>
          <p:nvPr/>
        </p:nvGrpSpPr>
        <p:grpSpPr>
          <a:xfrm>
            <a:off x="6772265" y="349111"/>
            <a:ext cx="1300356" cy="340724"/>
            <a:chOff x="3335893" y="1042224"/>
            <a:chExt cx="6160496" cy="315714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4092C99-10D1-A8ED-3242-5F8A0510A518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E11B6CD-043E-F8C9-7596-64BD3A587011}"/>
                </a:ext>
              </a:extLst>
            </p:cNvPr>
            <p:cNvSpPr txBox="1"/>
            <p:nvPr/>
          </p:nvSpPr>
          <p:spPr>
            <a:xfrm>
              <a:off x="3335893" y="1186827"/>
              <a:ext cx="6160496" cy="171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orginalvärdet kommer inte ändras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1207C66-C681-A9A5-DEC9-3CF40B1F0490}"/>
              </a:ext>
            </a:extLst>
          </p:cNvPr>
          <p:cNvGrpSpPr/>
          <p:nvPr/>
        </p:nvGrpSpPr>
        <p:grpSpPr>
          <a:xfrm>
            <a:off x="7019211" y="2644266"/>
            <a:ext cx="1511639" cy="421788"/>
            <a:chOff x="4648477" y="1042224"/>
            <a:chExt cx="7161459" cy="39082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DF8E001-9CC7-2568-A48A-3A6ACED9CE14}"/>
                </a:ext>
              </a:extLst>
            </p:cNvPr>
            <p:cNvSpPr/>
            <p:nvPr/>
          </p:nvSpPr>
          <p:spPr>
            <a:xfrm>
              <a:off x="4648477" y="1042224"/>
              <a:ext cx="3001197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396E2E1-D813-9876-CD40-528E4FF148B4}"/>
                </a:ext>
              </a:extLst>
            </p:cNvPr>
            <p:cNvSpPr txBox="1"/>
            <p:nvPr/>
          </p:nvSpPr>
          <p:spPr>
            <a:xfrm>
              <a:off x="5583745" y="1163635"/>
              <a:ext cx="6160799" cy="2566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 dirty="0" err="1">
                  <a:solidFill>
                    <a:srgbClr val="C00000"/>
                  </a:solidFill>
                </a:rPr>
                <a:t>orginalvärdet</a:t>
              </a:r>
              <a:r>
                <a:rPr lang="sv-SE" sz="600" dirty="0">
                  <a:solidFill>
                    <a:srgbClr val="C00000"/>
                  </a:solidFill>
                </a:rPr>
                <a:t> kommer inte ändras</a:t>
              </a:r>
              <a:br>
                <a:rPr lang="sv-SE" sz="600" dirty="0">
                  <a:solidFill>
                    <a:srgbClr val="C00000"/>
                  </a:solidFill>
                </a:rPr>
              </a:br>
              <a:endParaRPr lang="LID4096" sz="600" dirty="0">
                <a:solidFill>
                  <a:srgbClr val="C0000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CA8C47C-F088-C7BB-4331-286B9C338041}"/>
                </a:ext>
              </a:extLst>
            </p:cNvPr>
            <p:cNvSpPr txBox="1"/>
            <p:nvPr/>
          </p:nvSpPr>
          <p:spPr>
            <a:xfrm>
              <a:off x="5641846" y="1261941"/>
              <a:ext cx="6168090" cy="171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 dirty="0">
                  <a:solidFill>
                    <a:srgbClr val="C00000"/>
                  </a:solidFill>
                </a:rPr>
                <a:t>(m är en pekare men det är okay?)</a:t>
              </a:r>
              <a:endParaRPr lang="LID4096" sz="6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F2D0614-30EE-583B-EB82-C3511E55F2A8}"/>
              </a:ext>
            </a:extLst>
          </p:cNvPr>
          <p:cNvGrpSpPr/>
          <p:nvPr/>
        </p:nvGrpSpPr>
        <p:grpSpPr>
          <a:xfrm>
            <a:off x="4012444" y="5563540"/>
            <a:ext cx="1671314" cy="280156"/>
            <a:chOff x="4648477" y="1042224"/>
            <a:chExt cx="1222410" cy="28015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2B9F299-8DF7-1DC2-2380-C2C5001AF1E1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1E2747C-4091-C43A-B1E2-203AACBA1ED0}"/>
                </a:ext>
              </a:extLst>
            </p:cNvPr>
            <p:cNvSpPr txBox="1"/>
            <p:nvPr/>
          </p:nvSpPr>
          <p:spPr>
            <a:xfrm>
              <a:off x="5586920" y="1137714"/>
              <a:ext cx="28396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what?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7784937-5EB5-5065-E1DB-25E42AB1FF9D}"/>
              </a:ext>
            </a:extLst>
          </p:cNvPr>
          <p:cNvGrpSpPr/>
          <p:nvPr/>
        </p:nvGrpSpPr>
        <p:grpSpPr>
          <a:xfrm>
            <a:off x="6401779" y="5545879"/>
            <a:ext cx="1671314" cy="280156"/>
            <a:chOff x="4648477" y="1042224"/>
            <a:chExt cx="1222410" cy="280156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548F601-29D1-A7AA-8EA7-8661827F90AD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F56407A-461F-1FCD-2767-1027416CBCCC}"/>
                </a:ext>
              </a:extLst>
            </p:cNvPr>
            <p:cNvSpPr txBox="1"/>
            <p:nvPr/>
          </p:nvSpPr>
          <p:spPr>
            <a:xfrm>
              <a:off x="5113251" y="1137714"/>
              <a:ext cx="75763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ökar pekaren med 4 bytes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80C5936-4466-04ED-8674-80F6114260B5}"/>
              </a:ext>
            </a:extLst>
          </p:cNvPr>
          <p:cNvGrpSpPr/>
          <p:nvPr/>
        </p:nvGrpSpPr>
        <p:grpSpPr>
          <a:xfrm>
            <a:off x="6772265" y="4956764"/>
            <a:ext cx="1300356" cy="340724"/>
            <a:chOff x="3335893" y="1042224"/>
            <a:chExt cx="6160496" cy="315714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22CC3F8-2587-3220-729F-48955B0B5DC8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7FC97AA-3B5A-FFCE-F0C0-7DAE13B9D9B7}"/>
                </a:ext>
              </a:extLst>
            </p:cNvPr>
            <p:cNvSpPr txBox="1"/>
            <p:nvPr/>
          </p:nvSpPr>
          <p:spPr>
            <a:xfrm>
              <a:off x="3335893" y="1186827"/>
              <a:ext cx="6160496" cy="171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orginalvärdet kommer inte ändras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A39988E-3314-45A5-5455-E2C54F9E54FE}"/>
              </a:ext>
            </a:extLst>
          </p:cNvPr>
          <p:cNvSpPr txBox="1"/>
          <p:nvPr/>
        </p:nvSpPr>
        <p:spPr>
          <a:xfrm>
            <a:off x="10795386" y="111293"/>
            <a:ext cx="13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2024-05-31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11329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442</TotalTime>
  <Words>247</Words>
  <Application>Microsoft Office PowerPoint</Application>
  <PresentationFormat>Widescreen</PresentationFormat>
  <Paragraphs>71</Paragraphs>
  <Slides>12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6</cp:revision>
  <dcterms:created xsi:type="dcterms:W3CDTF">2026-02-19T11:11:44Z</dcterms:created>
  <dcterms:modified xsi:type="dcterms:W3CDTF">2026-02-20T14:38:23Z</dcterms:modified>
</cp:coreProperties>
</file>