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17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10/14/2025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2578870-E052-80BA-ECB7-ABAC6DC6F26B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2207067" y="4154358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026363" cy="81076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73857" h="80054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342214" y="1131078"/>
                  <a:pt x="6373857" y="606156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4"/>
            <a:ext cx="4572701" cy="395560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836373" h="390574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612684" y="-51321"/>
                  <a:pt x="4836373" y="390574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291257" y="4271125"/>
            <a:ext cx="5478539" cy="782376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78539" h="782376">
                <a:moveTo>
                  <a:pt x="0" y="0"/>
                </a:moveTo>
                <a:cubicBezTo>
                  <a:pt x="721748" y="822604"/>
                  <a:pt x="1738247" y="813832"/>
                  <a:pt x="2511351" y="763432"/>
                </a:cubicBezTo>
                <a:cubicBezTo>
                  <a:pt x="3429661" y="622770"/>
                  <a:pt x="5146716" y="887523"/>
                  <a:pt x="5478539" y="478829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</TotalTime>
  <Words>662</Words>
  <Application>Microsoft Office PowerPoint</Application>
  <PresentationFormat>Widescreen</PresentationFormat>
  <Paragraphs>273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18</cp:revision>
  <dcterms:created xsi:type="dcterms:W3CDTF">2025-09-03T07:58:20Z</dcterms:created>
  <dcterms:modified xsi:type="dcterms:W3CDTF">2025-10-14T11:06:52Z</dcterms:modified>
</cp:coreProperties>
</file>