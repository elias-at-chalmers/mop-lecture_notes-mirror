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12/22/2025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1632</TotalTime>
  <Words>733</Words>
  <Application>Microsoft Office PowerPoint</Application>
  <PresentationFormat>Widescreen</PresentationFormat>
  <Paragraphs>322</Paragraphs>
  <Slides>20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Agency FB</vt:lpstr>
      <vt:lpstr>Aptos</vt:lpstr>
      <vt:lpstr>Aptos Display</vt:lpstr>
      <vt:lpstr>Arial</vt:lpstr>
      <vt:lpstr>Calibri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27</cp:revision>
  <dcterms:created xsi:type="dcterms:W3CDTF">2025-09-03T07:58:20Z</dcterms:created>
  <dcterms:modified xsi:type="dcterms:W3CDTF">2025-12-22T14:19:56Z</dcterms:modified>
</cp:coreProperties>
</file>