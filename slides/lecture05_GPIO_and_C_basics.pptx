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88" r:id="rId4"/>
    <p:sldId id="287" r:id="rId5"/>
    <p:sldId id="289" r:id="rId6"/>
    <p:sldId id="290" r:id="rId7"/>
    <p:sldId id="291" r:id="rId8"/>
    <p:sldId id="292" r:id="rId9"/>
    <p:sldId id="293" r:id="rId10"/>
    <p:sldId id="294" r:id="rId11"/>
    <p:sldId id="295" r:id="rId12"/>
    <p:sldId id="296" r:id="rId13"/>
    <p:sldId id="297" r:id="rId14"/>
    <p:sldId id="298" r:id="rId15"/>
    <p:sldId id="299" r:id="rId16"/>
    <p:sldId id="301" r:id="rId17"/>
    <p:sldId id="302" r:id="rId18"/>
    <p:sldId id="304" r:id="rId19"/>
    <p:sldId id="305" r:id="rId20"/>
    <p:sldId id="303" r:id="rId21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4E61B486-9643-4A02-8A51-D34E00CDE215}">
          <p14:sldIdLst>
            <p14:sldId id="256"/>
            <p14:sldId id="257"/>
            <p14:sldId id="288"/>
            <p14:sldId id="287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1"/>
            <p14:sldId id="302"/>
            <p14:sldId id="304"/>
            <p14:sldId id="305"/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73" autoAdjust="0"/>
    <p:restoredTop sz="86416" autoAdjust="0"/>
  </p:normalViewPr>
  <p:slideViewPr>
    <p:cSldViewPr snapToGrid="0">
      <p:cViewPr varScale="1">
        <p:scale>
          <a:sx n="222" d="100"/>
          <a:sy n="222" d="100"/>
        </p:scale>
        <p:origin x="612" y="16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C9657E-FDB3-4206-AA4E-9AE2AAB0A71C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4E41B-EE32-43AA-BF26-21D12108C66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014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I f</a:t>
            </a:r>
            <a:r>
              <a:rPr lang="sv-SE"/>
              <a:t>örra lektionen lärde vi oss hur man kan skriva ett program som tänder en ledlampa genom att sätta en GPIO pinne till 1. </a:t>
            </a:r>
          </a:p>
          <a:p>
            <a:r>
              <a:rPr lang="sv-SE"/>
              <a:t>I dagens lektion skall vi titta närmre på lite detaljer om ut pinnar, </a:t>
            </a:r>
          </a:p>
          <a:p>
            <a:r>
              <a:rPr lang="sv-SE"/>
              <a:t>  och på hur man kan läsa av GPIO pinnar. </a:t>
            </a:r>
          </a:p>
          <a:p>
            <a:r>
              <a:rPr lang="sv-SE"/>
              <a:t>Vi skall försöka fixa ett program som låter oss sätta på och stänga av en LED genom att trycka på en knapp vi kopplat in. </a:t>
            </a:r>
          </a:p>
          <a:p>
            <a:endParaRPr lang="sv-SE"/>
          </a:p>
          <a:p>
            <a:r>
              <a:rPr lang="sv-SE" i="1"/>
              <a:t>Det kommer bli lite gymnasie elektronik i den här lektionen och om det ger flashbacks får ni bara andas och lite på mig att det inte är mycket ni behöver lära er. </a:t>
            </a:r>
            <a:endParaRPr lang="LID4096" i="1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9372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lärde oss i förra lektionen att varje pinne kan konfigureras antingen som in eller utpinne. </a:t>
            </a:r>
          </a:p>
          <a:p>
            <a:r>
              <a:rPr lang="sv-SE"/>
              <a:t>Konceptuellt kan vi se detta som att vi flippar en switch. </a:t>
            </a:r>
          </a:p>
          <a:p>
            <a:r>
              <a:rPr lang="sv-SE"/>
              <a:t>Om switchen är ”utpinne” är pinnen kopplad till ett </a:t>
            </a:r>
            <a:r>
              <a:rPr lang="sv-SE" i="1"/>
              <a:t>ut</a:t>
            </a:r>
            <a:r>
              <a:rPr lang="sv-SE" i="0"/>
              <a:t> register och får spänning beroende på bitens värde i registret. </a:t>
            </a:r>
          </a:p>
          <a:p>
            <a:endParaRPr lang="LID4096" i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02444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CF00D-C7CF-B509-3093-BF19DEB49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A897A-6A04-06A2-9F18-5C81816EE7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B669FA-6D02-7AF7-918F-02131AB26F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lärde oss i förra lektionen att varje pinne kan konfigureras antingen som in eller utpinne. </a:t>
            </a:r>
          </a:p>
          <a:p>
            <a:r>
              <a:rPr lang="sv-SE"/>
              <a:t>Konceptuellt kan vi se detta som att vi flippar en switch. </a:t>
            </a:r>
          </a:p>
          <a:p>
            <a:r>
              <a:rPr lang="sv-SE"/>
              <a:t>Om switchen är ”utpinne” är pinnen kopplad till ett </a:t>
            </a:r>
            <a:r>
              <a:rPr lang="sv-SE" i="1"/>
              <a:t>ut</a:t>
            </a:r>
            <a:r>
              <a:rPr lang="sv-SE" i="0"/>
              <a:t> register och får spänning beroende på bitens värde i registret. </a:t>
            </a:r>
          </a:p>
          <a:p>
            <a:endParaRPr lang="LID4096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374CA0-A588-6BDA-92B0-66EDAC743C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792265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CE1C6-2A80-EEB5-6F80-17D3D2825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C1E7FD-4E2B-0BD9-E494-AF63DC9F55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BC9A0-A2A9-4370-FDF6-178173B84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Förra lektionen, när vi ville ha en ”ut” pinne, konfigurerade vi pinnen så här, genom att sätta 4 bitar i CFGLR registret. </a:t>
            </a:r>
          </a:p>
          <a:p>
            <a:endParaRPr lang="LID4096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51CF3-373A-547B-7A7D-62C8C959E2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02783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D96D3-71FF-EF9F-6B56-A49DA52B1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17D375-ECB4-3908-0C60-CBFFB3B7C1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FDA59-3597-4F29-2220-944EDFEBB8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Om vi vill att pinnen skall kunna läsas istället, sätter vi MODE till 00.</a:t>
            </a:r>
          </a:p>
          <a:p>
            <a:endParaRPr lang="sv-SE" i="0"/>
          </a:p>
          <a:p>
            <a:r>
              <a:rPr lang="sv-SE" i="0"/>
              <a:t>Sedan måste vi välja CNF. För tillfället väljer vi ”floating” vilket funkar fint om vi vet att spänningen på pinnen antingen kommer vara 0V eller 3.2V och aldrig något annat. </a:t>
            </a:r>
          </a:p>
          <a:p>
            <a:r>
              <a:rPr lang="sv-SE" i="0"/>
              <a:t>Om vi kopplat in en ADC eller annat chip som ovan är det ofta fallet. </a:t>
            </a:r>
          </a:p>
          <a:p>
            <a:r>
              <a:rPr lang="sv-SE" i="0"/>
              <a:t>Men idag vill vi koppla in en helt vanlig, billigast möjliga knapp.</a:t>
            </a:r>
          </a:p>
          <a:p>
            <a:endParaRPr lang="sv-SE" i="0"/>
          </a:p>
          <a:p>
            <a:endParaRPr lang="LID4096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DD6B2-E3C2-F972-F8FF-B6AB125499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0073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En enkelt knapp fungerar så här. flip flip. </a:t>
            </a:r>
          </a:p>
          <a:p>
            <a:r>
              <a:rPr lang="sv-SE"/>
              <a:t>Ni sluter kretsen när ni trcker på knappen. </a:t>
            </a:r>
          </a:p>
          <a:p>
            <a:r>
              <a:rPr lang="sv-SE"/>
              <a:t>VART SKALL VI KOPPLA SLADDARNA?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873186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En enkelt knapp fungerar så här. flip flip. </a:t>
            </a:r>
          </a:p>
          <a:p>
            <a:r>
              <a:rPr lang="sv-SE"/>
              <a:t>Ni sluter kretsen när ni trcker på knappen. </a:t>
            </a:r>
          </a:p>
          <a:p>
            <a:r>
              <a:rPr lang="sv-SE"/>
              <a:t>VART SKALL VI KOPPLA SLADDARNA? </a:t>
            </a:r>
            <a:endParaRPr lang="LID4096"/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922988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Det här borde väl vara en ganska bra början? </a:t>
            </a:r>
          </a:p>
          <a:p>
            <a:r>
              <a:rPr lang="sv-SE"/>
              <a:t>När knappen är nedtryckt kommer vi kunna läsa 3.3V från pin2...</a:t>
            </a:r>
          </a:p>
          <a:p>
            <a:endParaRPr lang="sv-SE"/>
          </a:p>
          <a:p>
            <a:r>
              <a:rPr lang="sv-SE"/>
              <a:t>När vi säger ”läsa av” så menar vi egentligen, vad kommer in till registret som ligger bakom pinnen. </a:t>
            </a:r>
          </a:p>
          <a:p>
            <a:r>
              <a:rPr lang="en-GB"/>
              <a:t>&lt;click&gt;</a:t>
            </a:r>
            <a:endParaRPr lang="sv-SE"/>
          </a:p>
          <a:p>
            <a:r>
              <a:rPr lang="sv-SE"/>
              <a:t>Vi kan </a:t>
            </a:r>
            <a:r>
              <a:rPr lang="sv-SE" i="1"/>
              <a:t>modellera </a:t>
            </a:r>
            <a:r>
              <a:rPr lang="sv-SE"/>
              <a:t>registret som att det ligger en jättestor resistor mellan pinnen och ground, och att vi läser spänningen över resistorn.</a:t>
            </a:r>
          </a:p>
          <a:p>
            <a:r>
              <a:rPr lang="sv-SE"/>
              <a:t>(bara menat som mental modell)</a:t>
            </a:r>
          </a:p>
          <a:p>
            <a:endParaRPr lang="sv-SE"/>
          </a:p>
          <a:p>
            <a:endParaRPr lang="sv-SE"/>
          </a:p>
          <a:p>
            <a:r>
              <a:rPr lang="sv-SE"/>
              <a:t>Vad händer när jag släpper knappen? </a:t>
            </a:r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048361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B4CF3-816D-9FDB-943A-875B5063A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F6C7C7-9E91-289C-F514-1BE5519215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73612B-7D53-A028-DBC3-8A3C705011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Tja, nu är ju pinnen inte kopplad till någonting. </a:t>
            </a:r>
          </a:p>
          <a:p>
            <a:r>
              <a:rPr lang="sv-SE"/>
              <a:t>Spänningen är ”flytande”. </a:t>
            </a:r>
          </a:p>
          <a:p>
            <a:r>
              <a:rPr lang="sv-SE"/>
              <a:t>Om vi försöker läsa av knappen kommer vi få 0 eller 1, ganska slumpmässigt. </a:t>
            </a:r>
          </a:p>
          <a:p>
            <a:r>
              <a:rPr lang="sv-SE"/>
              <a:t>No good.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36257-5DC5-1226-D8EA-12D649AA64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31429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F043D-C40B-62F9-57D9-BDAEDD1D3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AD9427-732E-8778-1D1D-3B734E961B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24202D-EBDD-1220-E559-885E12B24F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Lösningen på detta är att lägga till en så kallad ”Pull-Down” resistor. </a:t>
            </a:r>
          </a:p>
          <a:p>
            <a:r>
              <a:rPr lang="sv-SE"/>
              <a:t>Vad är spänningen på pin2 nu? </a:t>
            </a:r>
          </a:p>
          <a:p>
            <a:r>
              <a:rPr lang="sv-SE"/>
              <a:t>(Vi har en direkt koppling från gnd till pinnen så den är 0V)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280C1-A674-E497-DE99-DF663B17EE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317117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1300B-77FE-9A7B-B20B-A48DC2CAB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1EC38-5C08-123E-41EC-B9A72BA625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1B8912-840A-72E0-998C-DB28D03AC6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Om vi nu trycker ner knappen så har vi fortfarande 3.3V på pinnen, och kommer läsa 3.3V. </a:t>
            </a:r>
          </a:p>
          <a:p>
            <a:r>
              <a:rPr lang="sv-SE"/>
              <a:t>Det kommer gå en liten läckström till ground, men om pull-down resistorn är tjock kommer det vara en mycket svag ström. </a:t>
            </a:r>
          </a:p>
          <a:p>
            <a:r>
              <a:rPr lang="sv-SE"/>
              <a:t>Resistorn kallas pull-down, för att om det finns någon spänning i kabeln när knappen är släppt så kommer den ”dras ner” till 0V genom resistorn.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F68E5-58A0-A973-1733-ACAECF292C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259087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8079E-B3F7-31A9-31F1-C7923BD0C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CE783A-6991-9B85-0CA9-EFD9C40C78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E360CC-ACF3-38B9-8AA0-C04BD903A6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kan göra tvärtom och koppla in andra ändan av knappen till GND istället. </a:t>
            </a:r>
          </a:p>
          <a:p>
            <a:r>
              <a:rPr lang="sv-SE"/>
              <a:t>Isåfall är pinnens värde 0V när knappen är nedtryckt.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1C5D09-7D6E-48A9-22C2-2214185B70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01059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C588E-477A-CDD2-902A-BA9354DC6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1999F1-7200-9827-47A4-4703EC59E4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BE8055-4415-BF4C-1193-D288F20FC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om knappen är uppsläppt har vi ett flytande värde igen. </a:t>
            </a:r>
          </a:p>
          <a:p>
            <a:r>
              <a:rPr lang="en-GB"/>
              <a:t>&lt;click&gt;</a:t>
            </a:r>
          </a:p>
          <a:p>
            <a:r>
              <a:rPr lang="en-GB"/>
              <a:t>Genom att koppla in en PULL-UP resistor, kan vi garantera att pinnen blir 3.3V n</a:t>
            </a:r>
            <a:r>
              <a:rPr lang="sv-SE"/>
              <a:t>är den är uppsläppt.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D4C3D6-3EA5-AF51-D94E-9B10973963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842735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36E11-9BFE-76C4-2D48-B84F9D7A5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AC91BC-0FDC-1199-7646-4DE73EC48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1905AD-4A7A-3353-5AD6-379AD45125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om knappen är uppsläppt har vi ett flytande värde igen. </a:t>
            </a:r>
          </a:p>
          <a:p>
            <a:r>
              <a:rPr lang="en-GB"/>
              <a:t>&lt;click&gt;</a:t>
            </a:r>
          </a:p>
          <a:p>
            <a:r>
              <a:rPr lang="en-GB"/>
              <a:t>Genom att koppla in en PULL-UP resistor, kan vi garantera att pinnen blir 3.3V n</a:t>
            </a:r>
            <a:r>
              <a:rPr lang="sv-SE"/>
              <a:t>är den är uppsläppt. </a:t>
            </a:r>
          </a:p>
          <a:p>
            <a:endParaRPr lang="sv-SE"/>
          </a:p>
          <a:p>
            <a:r>
              <a:rPr lang="sv-SE"/>
              <a:t>Ni kan nu misstänka att spänningen på pinnen borde vara något lägre än 3,3 V, eftersom potentialen faller över pull-up-resistorn. Eftersom denna resistans är mycket liten jämfört med ingångens impedans, är spänningsfallet dock negligerbart.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2E02E-FE23-686B-2592-7D72251992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875634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71AF0-B83C-5196-BAD3-A47EEF194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DC2A17-BE29-12B8-D1AF-058E329A58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BB1BDF-5DB4-FCC7-C4C6-8DD3E40B64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Eftersom behovet av pull up/down resistorer är så vanligt, så brukar microcontrollers ha inbyggda motstånd, som man kan konfigurera i sitt program. </a:t>
            </a:r>
          </a:p>
          <a:p>
            <a:endParaRPr lang="sv-SE"/>
          </a:p>
          <a:p>
            <a:r>
              <a:rPr lang="sv-SE"/>
              <a:t>På arm ser det ut ungefär så här. Man kan programmera om något motstånd skall vara inkopplat alls, och isåfall väljer man på pull up eller pull down.</a:t>
            </a:r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4A941F-55FB-9050-E84C-E856CA39CE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56550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B5728-51CA-D89D-DCD7-53A7513CD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82CA40-70EC-4C11-AAAF-12C50C8CB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7B05C0-0162-7F32-1240-A561408F4C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På vår maskin har man gjort ett väldigt fiffigt trick ock kopplat ihop inpinnen med utdataregistret. </a:t>
            </a:r>
          </a:p>
          <a:p>
            <a:r>
              <a:rPr lang="sv-SE"/>
              <a:t>Om vi vill ha ett pull up/down mostånd alls så konfigurerar vi det genom att slå på den här switchen (visa)</a:t>
            </a:r>
            <a:br>
              <a:rPr lang="sv-SE"/>
            </a:br>
            <a:r>
              <a:rPr lang="sv-SE"/>
              <a:t>Och sedan skriva 1 eller 0 till OUTDR registret för att välja up eller down.</a:t>
            </a:r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E7A20-0B3B-43F4-4447-823E65E91B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700591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E3F73-E323-ADF3-9182-70BA316E5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CA462C-30CE-B5B4-76F0-8196B4AA3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5DD851-DCCC-5E49-7BBD-DBBA4537E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Nu kan vi förstå lite mer av dom här inställningarna. </a:t>
            </a:r>
          </a:p>
          <a:p>
            <a:r>
              <a:rPr lang="sv-SE" i="0"/>
              <a:t>Om vi behöver ett pull up eller down motstånd så väljer vi 10 i CNF och sätter sedan OUTDR pinnen till 1 om vi vill ha pull up och 0 om vi vill ha pull down. </a:t>
            </a:r>
          </a:p>
          <a:p>
            <a:r>
              <a:rPr lang="sv-SE" i="0"/>
              <a:t>Om vi inte behöver något motstånd så sätter vi CNF till ”floating”</a:t>
            </a:r>
          </a:p>
          <a:p>
            <a:endParaRPr lang="sv-SE" i="0"/>
          </a:p>
          <a:p>
            <a:r>
              <a:rPr lang="sv-SE" i="0"/>
              <a:t>”Analog” är en helt annan femma och den kanske vi hinner nosa på i slutet av kursen. </a:t>
            </a:r>
          </a:p>
          <a:p>
            <a:endParaRPr lang="sv-SE" i="0"/>
          </a:p>
          <a:p>
            <a:endParaRPr lang="LID4096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855420-BD8A-B991-2898-CE7EB0A361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3334489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Om jag har 15 minuter kvar: gör programmet från scratch och visa att vi kan sätta en breakpoint som vi landar på när vi tryckt på knappen. </a:t>
            </a:r>
          </a:p>
          <a:p>
            <a:r>
              <a:rPr lang="sv-SE"/>
              <a:t>Annars, gå igenom koden här.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51570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7AAEC-3E6C-4451-F486-87E023A511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3331C-A0B6-0FB2-3F60-753189EC5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F49D7-5229-A7AD-747E-E6E2A9480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705F1-D570-FD0F-514D-706EC471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2FFF5-DA5D-BE5F-C578-D94F74E2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3267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8842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5AE1C-835E-4237-40BE-548098F75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0726C-642C-40B9-29E4-8CB64383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861FB-8DCF-74EB-CB4F-6C8C5FDA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0EE97-CCFB-62D1-AD51-EC2640FF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4E895-9CC8-B3E0-C23B-C34A3154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0833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ADA9653-920E-A3FB-A09E-24B10BF25882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912F9C-95D6-9F26-CB8F-4684FA3BC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225D4-B7C6-E53C-86CB-746972F8B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E4528-78B3-D076-447C-021E6D75A5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FD6A9B-7759-36F2-D666-8667C8DE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1CEAB-5EF1-8A74-8968-8F0DB2B27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40A9C-A1CD-86C2-36E4-17DFA2A93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8139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AC8CFAD-2C3B-E51D-4FD9-E852766792F8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A55E2-B180-DE62-C73A-B825DAA5C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EA99E-F1A7-2F45-FDF1-5E254A755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9AB4C4-573F-7FAB-48DA-DAF97814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7018C2-E8F6-E5E6-79EA-3155C3450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AF297-CD62-07D0-9158-3B908BD1C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D7138E-77A6-33DA-62AD-A97A7ECC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097087-613E-94E4-030D-9C72E53CB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AB01B-9183-BED8-5270-E118181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2914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0351AC-8666-6A69-B402-81D189976CE4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DC8B82-510D-675C-90C7-E85E633B5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FBD4E8-F59F-752C-FE4A-3B1CDA10D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4A05F-55BF-5716-B67E-826F7B5AC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E29FC-9E20-22D5-23DC-B42B2A2F2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46934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8A2B7A-FCD7-89EB-1A96-B7932F968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727F0C-76DF-9396-D50C-E80D75E88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1C10-AF5A-33B6-0088-2D81FA27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72464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353D-A96C-86D7-3B51-4AEF89B0E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426A3-8A7E-2232-C68D-B497DB40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EDFD2-8147-E4EA-30DB-B6EE92AFA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2C160-1681-9853-0D30-D48019EF3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BD775-8CC4-1D89-390B-CBE113AFF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56AE1-23BA-5111-5A0E-06335408D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0325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0FD3-1A53-ADC5-6F25-17D89C1E9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0D64E3-FFB1-8C2C-B98F-A7A970F3E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39862-B6A9-674B-99C4-8ABD188F1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0084A-CEA6-A23A-8D58-A22A15A2D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3325F-BB03-5E1E-8BBA-77021E9FA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E28DD-BD5D-D807-4F41-CEA2BBBEB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2367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E742-C2AD-6643-CED1-AFDDE4FC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C0158-1729-4A7E-7B94-781E31237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D27F6-811A-D0A0-06B1-41B03656D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2C692-F6C8-CB76-B789-5004D960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F7830-571D-5B23-D628-16DCF365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510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FC0549-8A95-0497-7701-706A861F1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EBB1F-4FAC-A79D-8CEF-065067FC0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3EFF8-EAC7-D303-AE5E-3FC052A59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40B46-B5A1-A5C4-7709-AF9C579E6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8CE26-1654-5732-2FCC-D9586B0F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77913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3BB9D5-722B-FDAA-6867-63BCE26A0024}"/>
              </a:ext>
            </a:extLst>
          </p:cNvPr>
          <p:cNvSpPr txBox="1"/>
          <p:nvPr userDrawn="1"/>
        </p:nvSpPr>
        <p:spPr>
          <a:xfrm>
            <a:off x="4705350" y="-139700"/>
            <a:ext cx="2508250" cy="4489450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</a:effectLst>
        </p:spPr>
        <p:txBody>
          <a:bodyPr wrap="square" lIns="0" tIns="0" rIns="0" bIns="0" rtlCol="0">
            <a:noAutofit/>
          </a:bodyPr>
          <a:lstStyle/>
          <a:p>
            <a:r>
              <a:rPr lang="sv-SE" sz="38000" b="1"/>
              <a:t>?</a:t>
            </a:r>
            <a:endParaRPr lang="LID4096" sz="38000" b="1"/>
          </a:p>
        </p:txBody>
      </p:sp>
    </p:spTree>
    <p:extLst>
      <p:ext uri="{BB962C8B-B14F-4D97-AF65-F5344CB8AC3E}">
        <p14:creationId xmlns:p14="http://schemas.microsoft.com/office/powerpoint/2010/main" val="797509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92C8A0-0DE0-C4FC-A8FB-D00A440D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4CF994-83D9-1216-3BA3-76E9A3D4D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6BF0C-3972-8E81-14A3-E51F00088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EB631-5B1A-4879-85E7-A8D4C94FBFC5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6C7A3-C949-61E8-A947-BF7E59CD9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1E2F-B9DE-A2C3-9386-5BE1861F0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429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452DF-D5C9-52BE-066B-17C7A4BFAA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Lektion 5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50E2CB-296B-2D3A-2C5D-AF9D01690A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v-SE"/>
              <a:t>GPIO och grunderna i C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436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83CB2-4F98-0C22-2E72-497EDE299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Recap: Konfigurera som in- eller ut-pinne.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05C7CB1-0B1B-DE95-57DB-73D4844EF32A}"/>
              </a:ext>
            </a:extLst>
          </p:cNvPr>
          <p:cNvGrpSpPr/>
          <p:nvPr/>
        </p:nvGrpSpPr>
        <p:grpSpPr>
          <a:xfrm rot="16200000">
            <a:off x="5789764" y="2123323"/>
            <a:ext cx="3095687" cy="4122891"/>
            <a:chOff x="436296" y="-930261"/>
            <a:chExt cx="5353797" cy="713028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38944E8-6B1F-0787-DBFC-5A8C0B5EC9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EF3E646-4620-AD27-75B5-AF86914A633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00E041DF-244E-14AF-D495-57C3CD61DDF9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EFEEA1B5-D12E-453D-CE06-7E35F68643C1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F45C53F-F0BE-1DDD-B160-2CC40FC33B93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F8239B5C-8E6D-2322-364A-DC72110634CE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31ECF2A-2144-6D58-DB70-192B062376AA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21A8D1C-8E34-6391-563B-A22CF4BEC79A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0908D97-03CD-F162-D426-49079837E1E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D9E3757E-7AF8-7642-9012-2A3B3E4B847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5442CAF-332F-A2E1-79E9-A169E4BBBE79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04366157-8D2B-F5BA-2B38-3D9B18064D4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99FAC82-FC45-DBAF-86ED-2C70ABEE597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CB0D0D2-8292-88B3-25B5-2C9523D847F6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D8E3CF10-0AD3-7FD0-2659-5E2E312045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2695A32-C03B-48E3-C73E-01EEA7FC533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778587E-5D83-8364-A46B-DE27C1637C16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6BFB94B8-FFB4-CEB4-A414-20B3B8B31AD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C650C207-B989-3DCE-2980-6622B8F4715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0077727-1753-5BD8-7935-A79D6F41B9ED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7B646DE-CB01-27F9-0AA7-F5796829166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08E46A18-0F64-01D7-271C-6F6AED4755C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CCC7270-68B2-2D7C-1DF6-4CE807E32C6C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DA188B01-2F53-A818-3071-5F0D2C4950F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ED9B5D13-14D3-B896-1FC7-F46ABD981C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A45CEEAC-04E4-A64D-9023-C9DF987C2F7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D4A1A8F6-DA27-CFEF-17E7-E1AB998DB1A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94CA73B1-4264-CAB1-4E35-BE3BC800539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AD99497-9B98-6A16-9FCE-093E1B7A9F6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57E59C-3B4A-9306-578B-C1DAA38E8F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B31230CB-9E0C-A89D-1D7F-072E58856A6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C187AE0-5C44-872A-BEC2-15AB91D5B514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65A7A8E-F4C2-33F1-5889-AD53D2D4E71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70E1DE7A-9906-62F9-2C39-6450AF369CA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0F72042-B225-88A0-2395-738C9D941501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7855E36-1E75-1CE1-4E52-46426CD04EA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D516D4E-6F48-F2A9-772B-2F3DD534D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FF81714-CD9C-5565-AF67-D846E802508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C1BCD31-E59C-23AA-0FE0-A47F087C6BF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3C574DE-EC1B-9E19-64C9-51D487A35D8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C39E15B-011D-6BCC-4822-BEBB3D460516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C76A491B-CB8D-6552-419D-2FB08488BE20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4703000-C0F9-E7CD-058E-1BF58DC0E39D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5E9B16C-3E26-BE70-CDB7-D07D1B5DD11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09F1432-7E3B-1ED4-D20E-1AFA7635FCD6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A461EB6-FFFC-66F4-E1A3-9BB7FA63D104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90C5B48-2D42-204D-69B9-C6F3369ACCD6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99F9389-9DD7-2833-4136-4E07D890E623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CA2BEC5-20FD-C75D-34DD-42B7F1D5E8ED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C7C0277-4EA5-13AD-8B69-865C58142B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5ABDE83-5F93-8F3B-850B-0536978B5830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783A642-2CA1-4DE8-96D5-3A578BD95A2D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B012601-2C83-4F56-C889-894F4FED7423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2AD5877-6ABF-E7F9-5716-76C62121562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78B6CF5-91F5-8ECA-A140-76E7AF307EDF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28A4B6CE-7010-8163-37FC-0795ED0C056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CEA36DC-97CB-395B-16EE-C94E60EC6F7F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DA53B54-6055-3B1A-B847-8F186C8EA25C}"/>
              </a:ext>
            </a:extLst>
          </p:cNvPr>
          <p:cNvGrpSpPr/>
          <p:nvPr/>
        </p:nvGrpSpPr>
        <p:grpSpPr>
          <a:xfrm>
            <a:off x="2344996" y="2112491"/>
            <a:ext cx="1086251" cy="2080948"/>
            <a:chOff x="1688174" y="1407516"/>
            <a:chExt cx="1086251" cy="2080948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5ADE2C6-88E7-DF9A-4B82-18A96BAAB0DB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D8E16C8C-1A09-7BD8-BE76-C51F75F5B5DE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0737E21-D6DB-51F0-66C2-B8FC89963988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3FAA149-B026-11A9-BEA9-DFE73BAF7155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D4E44F3A-AA6D-7C0F-7589-4F0F10BE8926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C5573CD-CD5A-AE9C-495B-60A22457952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F7526AB4-94E8-8D32-627F-B7A7B44E7283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100D2992-96FC-2187-C2EC-7260CBD8D111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163E658-1B98-A883-F3C0-8B1FAEEE9B60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21BF5F3-9713-E931-763C-EFB5FFE075B4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A9236EAE-6227-DAF4-7019-8503D2D6F340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38B0C458-FADD-38A7-D56E-28212AC17525}"/>
              </a:ext>
            </a:extLst>
          </p:cNvPr>
          <p:cNvSpPr txBox="1"/>
          <p:nvPr/>
        </p:nvSpPr>
        <p:spPr>
          <a:xfrm>
            <a:off x="2940249" y="6166521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C090AE3-6942-4A1B-52D6-30DD3F1D9895}"/>
              </a:ext>
            </a:extLst>
          </p:cNvPr>
          <p:cNvSpPr txBox="1"/>
          <p:nvPr/>
        </p:nvSpPr>
        <p:spPr>
          <a:xfrm>
            <a:off x="2941929" y="605368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D58970C-CE82-87AE-2060-CB8C5C69A7F3}"/>
              </a:ext>
            </a:extLst>
          </p:cNvPr>
          <p:cNvSpPr txBox="1"/>
          <p:nvPr/>
        </p:nvSpPr>
        <p:spPr>
          <a:xfrm>
            <a:off x="2954835" y="4331794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87DBF4A-197D-65DE-6BCD-B2FCEA502E64}"/>
              </a:ext>
            </a:extLst>
          </p:cNvPr>
          <p:cNvSpPr/>
          <p:nvPr/>
        </p:nvSpPr>
        <p:spPr>
          <a:xfrm rot="16200000">
            <a:off x="1563276" y="5117761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FB9E283-B07B-3B52-DEA6-525D7001CB64}"/>
              </a:ext>
            </a:extLst>
          </p:cNvPr>
          <p:cNvCxnSpPr>
            <a:cxnSpLocks/>
          </p:cNvCxnSpPr>
          <p:nvPr/>
        </p:nvCxnSpPr>
        <p:spPr>
          <a:xfrm>
            <a:off x="2774204" y="6289633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57F944B-3494-891F-1723-63F745BC2693}"/>
              </a:ext>
            </a:extLst>
          </p:cNvPr>
          <p:cNvCxnSpPr>
            <a:cxnSpLocks/>
          </p:cNvCxnSpPr>
          <p:nvPr/>
        </p:nvCxnSpPr>
        <p:spPr>
          <a:xfrm>
            <a:off x="2774204" y="6181872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8E73701-18E1-B3AB-D7E5-4CA3AE000ADC}"/>
              </a:ext>
            </a:extLst>
          </p:cNvPr>
          <p:cNvCxnSpPr>
            <a:cxnSpLocks/>
          </p:cNvCxnSpPr>
          <p:nvPr/>
        </p:nvCxnSpPr>
        <p:spPr>
          <a:xfrm>
            <a:off x="2774204" y="6060232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918B95F3-F3AA-7D2A-4B6B-5228AEA733E1}"/>
              </a:ext>
            </a:extLst>
          </p:cNvPr>
          <p:cNvSpPr txBox="1"/>
          <p:nvPr/>
        </p:nvSpPr>
        <p:spPr>
          <a:xfrm rot="16200000">
            <a:off x="2651707" y="546459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CE8C54D-B8E3-7D6C-C978-866C874423D5}"/>
              </a:ext>
            </a:extLst>
          </p:cNvPr>
          <p:cNvSpPr txBox="1"/>
          <p:nvPr/>
        </p:nvSpPr>
        <p:spPr>
          <a:xfrm rot="16200000">
            <a:off x="2627400" y="4462701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2BEA32C-E6BC-5459-D37E-16E9F9AC341D}"/>
              </a:ext>
            </a:extLst>
          </p:cNvPr>
          <p:cNvSpPr txBox="1"/>
          <p:nvPr/>
        </p:nvSpPr>
        <p:spPr>
          <a:xfrm>
            <a:off x="2940249" y="5925051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52ABA3DE-400E-CB93-4CB0-337EFE7C3F1F}"/>
              </a:ext>
            </a:extLst>
          </p:cNvPr>
          <p:cNvCxnSpPr>
            <a:cxnSpLocks/>
          </p:cNvCxnSpPr>
          <p:nvPr/>
        </p:nvCxnSpPr>
        <p:spPr>
          <a:xfrm>
            <a:off x="2776073" y="445490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22D21227-5EAD-16D1-1DF4-8976B66EDD96}"/>
              </a:ext>
            </a:extLst>
          </p:cNvPr>
          <p:cNvCxnSpPr>
            <a:cxnSpLocks/>
          </p:cNvCxnSpPr>
          <p:nvPr/>
        </p:nvCxnSpPr>
        <p:spPr>
          <a:xfrm>
            <a:off x="3272348" y="6047844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E92D56CA-1831-3B74-F2A8-FF8536AB1B09}"/>
              </a:ext>
            </a:extLst>
          </p:cNvPr>
          <p:cNvCxnSpPr>
            <a:cxnSpLocks/>
          </p:cNvCxnSpPr>
          <p:nvPr/>
        </p:nvCxnSpPr>
        <p:spPr>
          <a:xfrm>
            <a:off x="3285557" y="3814822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BE242A98-AD95-E7E3-1D6B-4139877A6DFE}"/>
              </a:ext>
            </a:extLst>
          </p:cNvPr>
          <p:cNvCxnSpPr>
            <a:cxnSpLocks/>
          </p:cNvCxnSpPr>
          <p:nvPr/>
        </p:nvCxnSpPr>
        <p:spPr>
          <a:xfrm>
            <a:off x="4943596" y="4514608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33C7AFC8-CC6E-222E-3983-D40C8377290C}"/>
              </a:ext>
            </a:extLst>
          </p:cNvPr>
          <p:cNvSpPr/>
          <p:nvPr/>
        </p:nvSpPr>
        <p:spPr>
          <a:xfrm>
            <a:off x="5160964" y="4227939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620B71F2-1C66-7BAF-088C-1740ECFE0C37}"/>
              </a:ext>
            </a:extLst>
          </p:cNvPr>
          <p:cNvSpPr/>
          <p:nvPr/>
        </p:nvSpPr>
        <p:spPr>
          <a:xfrm>
            <a:off x="4895351" y="400474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0BE18C37-20A9-022E-BF0D-5247A28F4C7C}"/>
              </a:ext>
            </a:extLst>
          </p:cNvPr>
          <p:cNvSpPr/>
          <p:nvPr/>
        </p:nvSpPr>
        <p:spPr>
          <a:xfrm>
            <a:off x="4899096" y="4445040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3BEE6D2E-FCAA-99FB-6B65-F0C6BD7702A5}"/>
              </a:ext>
            </a:extLst>
          </p:cNvPr>
          <p:cNvCxnSpPr>
            <a:cxnSpLocks/>
            <a:endCxn id="90" idx="0"/>
          </p:cNvCxnSpPr>
          <p:nvPr/>
        </p:nvCxnSpPr>
        <p:spPr>
          <a:xfrm flipH="1">
            <a:off x="4953625" y="4282467"/>
            <a:ext cx="216517" cy="162573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2367BEB-F4E7-8FA5-26B6-8CC11B51D582}"/>
              </a:ext>
            </a:extLst>
          </p:cNvPr>
          <p:cNvCxnSpPr>
            <a:cxnSpLocks/>
            <a:endCxn id="89" idx="0"/>
          </p:cNvCxnSpPr>
          <p:nvPr/>
        </p:nvCxnSpPr>
        <p:spPr>
          <a:xfrm>
            <a:off x="4949188" y="3800313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F1D8D13D-9006-6156-2B99-69B6E08C571D}"/>
              </a:ext>
            </a:extLst>
          </p:cNvPr>
          <p:cNvSpPr txBox="1"/>
          <p:nvPr/>
        </p:nvSpPr>
        <p:spPr>
          <a:xfrm>
            <a:off x="5158020" y="3975042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86ACED7-29A8-759B-7201-E842A60D4EEC}"/>
              </a:ext>
            </a:extLst>
          </p:cNvPr>
          <p:cNvSpPr txBox="1"/>
          <p:nvPr/>
        </p:nvSpPr>
        <p:spPr>
          <a:xfrm>
            <a:off x="3143991" y="4766403"/>
            <a:ext cx="1649811" cy="93871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sz="1100"/>
              <a:t>Om biten i registret är</a:t>
            </a:r>
            <a:br>
              <a:rPr lang="sv-SE" sz="1100"/>
            </a:br>
            <a:r>
              <a:rPr lang="sv-SE" sz="1100"/>
              <a:t>0 läggs 0V ut på pinnen. </a:t>
            </a:r>
            <a:br>
              <a:rPr lang="sv-SE" sz="1100"/>
            </a:br>
            <a:br>
              <a:rPr lang="sv-SE" sz="1100"/>
            </a:br>
            <a:r>
              <a:rPr lang="sv-SE" sz="1100"/>
              <a:t>Om biten i registret är 1</a:t>
            </a:r>
            <a:br>
              <a:rPr lang="sv-SE" sz="1100"/>
            </a:br>
            <a:r>
              <a:rPr lang="sv-SE" sz="1100"/>
              <a:t>läggs 3.2V ut på pinnen.</a:t>
            </a:r>
            <a:endParaRPr lang="LID4096" sz="110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518170B-E9F6-9698-AEEA-2C80D9BDB178}"/>
              </a:ext>
            </a:extLst>
          </p:cNvPr>
          <p:cNvSpPr txBox="1"/>
          <p:nvPr/>
        </p:nvSpPr>
        <p:spPr>
          <a:xfrm>
            <a:off x="427376" y="4938733"/>
            <a:ext cx="1492716" cy="430887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sz="1100"/>
              <a:t>Processorn skriver till</a:t>
            </a:r>
          </a:p>
          <a:p>
            <a:r>
              <a:rPr lang="sv-SE" sz="1100"/>
              <a:t>OUTDR</a:t>
            </a:r>
            <a:endParaRPr lang="LID4096" sz="1100"/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1E20EF79-773E-2B23-5EC2-9366E133BB43}"/>
              </a:ext>
            </a:extLst>
          </p:cNvPr>
          <p:cNvGrpSpPr/>
          <p:nvPr/>
        </p:nvGrpSpPr>
        <p:grpSpPr>
          <a:xfrm>
            <a:off x="8208968" y="2193597"/>
            <a:ext cx="3764103" cy="2532234"/>
            <a:chOff x="3939193" y="2185028"/>
            <a:chExt cx="8078463" cy="5434644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855E029D-2006-9846-6E70-956487A2257F}"/>
                </a:ext>
              </a:extLst>
            </p:cNvPr>
            <p:cNvGrpSpPr/>
            <p:nvPr/>
          </p:nvGrpSpPr>
          <p:grpSpPr>
            <a:xfrm>
              <a:off x="9348286" y="2185028"/>
              <a:ext cx="2669370" cy="1907729"/>
              <a:chOff x="9519713" y="2988597"/>
              <a:chExt cx="1319935" cy="943323"/>
            </a:xfrm>
          </p:grpSpPr>
          <p:pic>
            <p:nvPicPr>
              <p:cNvPr id="98" name="Picture 97">
                <a:extLst>
                  <a:ext uri="{FF2B5EF4-FFF2-40B4-BE49-F238E27FC236}">
                    <a16:creationId xmlns:a16="http://schemas.microsoft.com/office/drawing/2014/main" id="{0F5684DF-5CB6-08BF-3FE7-F43CCDE87D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19713" y="2988597"/>
                <a:ext cx="1319935" cy="943323"/>
              </a:xfrm>
              <a:prstGeom prst="rect">
                <a:avLst/>
              </a:prstGeom>
            </p:spPr>
          </p:pic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02426F49-C265-9FB7-CF79-9601B460CD53}"/>
                  </a:ext>
                </a:extLst>
              </p:cNvPr>
              <p:cNvSpPr/>
              <p:nvPr/>
            </p:nvSpPr>
            <p:spPr>
              <a:xfrm rot="19997983">
                <a:off x="10475358" y="3191629"/>
                <a:ext cx="265922" cy="134378"/>
              </a:xfrm>
              <a:prstGeom prst="ellipse">
                <a:avLst/>
              </a:prstGeom>
              <a:noFill/>
              <a:ln w="127">
                <a:solidFill>
                  <a:srgbClr val="FF0000"/>
                </a:solidFill>
              </a:ln>
              <a:effectLst>
                <a:glow rad="127000">
                  <a:srgbClr val="FF0000">
                    <a:alpha val="61000"/>
                  </a:srgb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F6EE6918-576B-6316-7B57-B9B5C78E8643}"/>
                </a:ext>
              </a:extLst>
            </p:cNvPr>
            <p:cNvSpPr/>
            <p:nvPr/>
          </p:nvSpPr>
          <p:spPr>
            <a:xfrm>
              <a:off x="9326373" y="3843004"/>
              <a:ext cx="394705" cy="401283"/>
            </a:xfrm>
            <a:custGeom>
              <a:avLst/>
              <a:gdLst>
                <a:gd name="connsiteX0" fmla="*/ 394705 w 394705"/>
                <a:gd name="connsiteY0" fmla="*/ 0 h 401283"/>
                <a:gd name="connsiteX1" fmla="*/ 171039 w 394705"/>
                <a:gd name="connsiteY1" fmla="*/ 157882 h 401283"/>
                <a:gd name="connsiteX2" fmla="*/ 0 w 394705"/>
                <a:gd name="connsiteY2" fmla="*/ 401283 h 40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94705" h="401283">
                  <a:moveTo>
                    <a:pt x="394705" y="0"/>
                  </a:moveTo>
                  <a:cubicBezTo>
                    <a:pt x="315764" y="45501"/>
                    <a:pt x="236823" y="91002"/>
                    <a:pt x="171039" y="157882"/>
                  </a:cubicBezTo>
                  <a:cubicBezTo>
                    <a:pt x="105255" y="224763"/>
                    <a:pt x="52627" y="313023"/>
                    <a:pt x="0" y="401283"/>
                  </a:cubicBezTo>
                </a:path>
              </a:pathLst>
            </a:cu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5EF87529-0226-729E-E5AB-EDE5A138043C}"/>
                </a:ext>
              </a:extLst>
            </p:cNvPr>
            <p:cNvSpPr/>
            <p:nvPr/>
          </p:nvSpPr>
          <p:spPr>
            <a:xfrm>
              <a:off x="4455112" y="4652150"/>
              <a:ext cx="4489717" cy="2967522"/>
            </a:xfrm>
            <a:custGeom>
              <a:avLst/>
              <a:gdLst>
                <a:gd name="connsiteX0" fmla="*/ 5216685 w 5216685"/>
                <a:gd name="connsiteY0" fmla="*/ 118411 h 1237240"/>
                <a:gd name="connsiteX1" fmla="*/ 3861531 w 5216685"/>
                <a:gd name="connsiteY1" fmla="*/ 1236742 h 1237240"/>
                <a:gd name="connsiteX2" fmla="*/ 0 w 5216685"/>
                <a:gd name="connsiteY2" fmla="*/ 0 h 1237240"/>
                <a:gd name="csX0" fmla="*/ 1547966 w 1547966"/>
                <a:gd name="csY0" fmla="*/ 0 h 1118829"/>
                <a:gd name="csX1" fmla="*/ 192812 w 1547966"/>
                <a:gd name="csY1" fmla="*/ 1118331 h 1118829"/>
                <a:gd name="csX2" fmla="*/ 267924 w 1547966"/>
                <a:gd name="csY2" fmla="*/ 237905 h 1118829"/>
                <a:gd name="csX0" fmla="*/ 1757235 w 1757235"/>
                <a:gd name="csY0" fmla="*/ 0 h 1118829"/>
                <a:gd name="csX1" fmla="*/ 402081 w 1757235"/>
                <a:gd name="csY1" fmla="*/ 1118331 h 1118829"/>
                <a:gd name="csX2" fmla="*/ 477193 w 1757235"/>
                <a:gd name="csY2" fmla="*/ 237905 h 1118829"/>
                <a:gd name="csX0" fmla="*/ 1530592 w 1530592"/>
                <a:gd name="csY0" fmla="*/ 0 h 1118829"/>
                <a:gd name="csX1" fmla="*/ 175438 w 1530592"/>
                <a:gd name="csY1" fmla="*/ 1118331 h 1118829"/>
                <a:gd name="csX2" fmla="*/ 250550 w 1530592"/>
                <a:gd name="csY2" fmla="*/ 237905 h 1118829"/>
                <a:gd name="csX0" fmla="*/ 1530592 w 1530592"/>
                <a:gd name="csY0" fmla="*/ 0 h 1152556"/>
                <a:gd name="csX1" fmla="*/ 175438 w 1530592"/>
                <a:gd name="csY1" fmla="*/ 1118331 h 1152556"/>
                <a:gd name="csX2" fmla="*/ 250550 w 1530592"/>
                <a:gd name="csY2" fmla="*/ 237905 h 1152556"/>
                <a:gd name="csX0" fmla="*/ 1530592 w 1530592"/>
                <a:gd name="csY0" fmla="*/ 0 h 1148325"/>
                <a:gd name="csX1" fmla="*/ 175438 w 1530592"/>
                <a:gd name="csY1" fmla="*/ 1118331 h 1148325"/>
                <a:gd name="csX2" fmla="*/ 250550 w 1530592"/>
                <a:gd name="csY2" fmla="*/ 237905 h 1148325"/>
                <a:gd name="csX0" fmla="*/ 1578696 w 1578696"/>
                <a:gd name="csY0" fmla="*/ 0 h 1148325"/>
                <a:gd name="csX1" fmla="*/ 223542 w 1578696"/>
                <a:gd name="csY1" fmla="*/ 1118331 h 1148325"/>
                <a:gd name="csX2" fmla="*/ 165573 w 1578696"/>
                <a:gd name="csY2" fmla="*/ 383866 h 1148325"/>
                <a:gd name="csX0" fmla="*/ 1590715 w 1590715"/>
                <a:gd name="csY0" fmla="*/ 0 h 1148325"/>
                <a:gd name="csX1" fmla="*/ 235561 w 1590715"/>
                <a:gd name="csY1" fmla="*/ 1118331 h 1148325"/>
                <a:gd name="csX2" fmla="*/ 177592 w 1590715"/>
                <a:gd name="csY2" fmla="*/ 383866 h 1148325"/>
                <a:gd name="csX0" fmla="*/ 1543300 w 1543300"/>
                <a:gd name="csY0" fmla="*/ 0 h 1148325"/>
                <a:gd name="csX1" fmla="*/ 188146 w 1543300"/>
                <a:gd name="csY1" fmla="*/ 1118331 h 1148325"/>
                <a:gd name="csX2" fmla="*/ 130177 w 1543300"/>
                <a:gd name="csY2" fmla="*/ 383866 h 1148325"/>
                <a:gd name="csX0" fmla="*/ 4645252 w 4645252"/>
                <a:gd name="csY0" fmla="*/ 0 h 1148325"/>
                <a:gd name="csX1" fmla="*/ 3290098 w 4645252"/>
                <a:gd name="csY1" fmla="*/ 1118331 h 1148325"/>
                <a:gd name="csX2" fmla="*/ 8118 w 4645252"/>
                <a:gd name="csY2" fmla="*/ 388158 h 1148325"/>
                <a:gd name="csX0" fmla="*/ 4651087 w 4651087"/>
                <a:gd name="csY0" fmla="*/ 0 h 1320063"/>
                <a:gd name="csX1" fmla="*/ 1883550 w 4651087"/>
                <a:gd name="csY1" fmla="*/ 1294342 h 1320063"/>
                <a:gd name="csX2" fmla="*/ 13953 w 4651087"/>
                <a:gd name="csY2" fmla="*/ 388158 h 1320063"/>
                <a:gd name="csX0" fmla="*/ 4656366 w 4656366"/>
                <a:gd name="csY0" fmla="*/ 0 h 1320063"/>
                <a:gd name="csX1" fmla="*/ 1888829 w 4656366"/>
                <a:gd name="csY1" fmla="*/ 1294342 h 1320063"/>
                <a:gd name="csX2" fmla="*/ 19232 w 4656366"/>
                <a:gd name="csY2" fmla="*/ 388158 h 1320063"/>
                <a:gd name="csX0" fmla="*/ 4656366 w 4656366"/>
                <a:gd name="csY0" fmla="*/ 0 h 1294820"/>
                <a:gd name="csX1" fmla="*/ 1888829 w 4656366"/>
                <a:gd name="csY1" fmla="*/ 1294342 h 1294820"/>
                <a:gd name="csX2" fmla="*/ 19232 w 4656366"/>
                <a:gd name="csY2" fmla="*/ 388158 h 1294820"/>
                <a:gd name="csX0" fmla="*/ 4656366 w 4656366"/>
                <a:gd name="csY0" fmla="*/ 0 h 1294347"/>
                <a:gd name="csX1" fmla="*/ 1888829 w 4656366"/>
                <a:gd name="csY1" fmla="*/ 1294342 h 1294347"/>
                <a:gd name="csX2" fmla="*/ 19232 w 4656366"/>
                <a:gd name="csY2" fmla="*/ 388158 h 1294347"/>
                <a:gd name="csX0" fmla="*/ 4638966 w 4638966"/>
                <a:gd name="csY0" fmla="*/ 0 h 1294347"/>
                <a:gd name="csX1" fmla="*/ 1871429 w 4638966"/>
                <a:gd name="csY1" fmla="*/ 1294342 h 1294347"/>
                <a:gd name="csX2" fmla="*/ 1832 w 4638966"/>
                <a:gd name="csY2" fmla="*/ 388158 h 1294347"/>
                <a:gd name="csX0" fmla="*/ 4491808 w 4491808"/>
                <a:gd name="csY0" fmla="*/ 0 h 2788811"/>
                <a:gd name="csX1" fmla="*/ 1724271 w 4491808"/>
                <a:gd name="csY1" fmla="*/ 1294342 h 2788811"/>
                <a:gd name="csX2" fmla="*/ 2090 w 4491808"/>
                <a:gd name="csY2" fmla="*/ 2673103 h 2788811"/>
                <a:gd name="csX0" fmla="*/ 4490432 w 4490432"/>
                <a:gd name="csY0" fmla="*/ 0 h 2851658"/>
                <a:gd name="csX1" fmla="*/ 3722222 w 4490432"/>
                <a:gd name="csY1" fmla="*/ 2141983 h 2851658"/>
                <a:gd name="csX2" fmla="*/ 714 w 4490432"/>
                <a:gd name="csY2" fmla="*/ 2673103 h 2851658"/>
                <a:gd name="csX0" fmla="*/ 4489717 w 4489717"/>
                <a:gd name="csY0" fmla="*/ 0 h 2967522"/>
                <a:gd name="csX1" fmla="*/ 3721507 w 4489717"/>
                <a:gd name="csY1" fmla="*/ 2141983 h 2967522"/>
                <a:gd name="csX2" fmla="*/ -1 w 4489717"/>
                <a:gd name="csY2" fmla="*/ 2673103 h 2967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489717" h="2967522">
                  <a:moveTo>
                    <a:pt x="4489717" y="0"/>
                  </a:moveTo>
                  <a:cubicBezTo>
                    <a:pt x="4130953" y="431658"/>
                    <a:pt x="4612418" y="2144547"/>
                    <a:pt x="3721507" y="2141983"/>
                  </a:cubicBezTo>
                  <a:cubicBezTo>
                    <a:pt x="2937919" y="2139419"/>
                    <a:pt x="370105" y="3567224"/>
                    <a:pt x="-1" y="2673103"/>
                  </a:cubicBezTo>
                </a:path>
              </a:pathLst>
            </a:cu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5A1AC1C5-AEE1-4CFF-8AEA-F45CA862EBDE}"/>
                </a:ext>
              </a:extLst>
            </p:cNvPr>
            <p:cNvSpPr/>
            <p:nvPr/>
          </p:nvSpPr>
          <p:spPr>
            <a:xfrm>
              <a:off x="3939193" y="3776944"/>
              <a:ext cx="5601984" cy="2920068"/>
            </a:xfrm>
            <a:custGeom>
              <a:avLst/>
              <a:gdLst>
                <a:gd name="connsiteX0" fmla="*/ 4361491 w 4361491"/>
                <a:gd name="connsiteY0" fmla="*/ 0 h 971359"/>
                <a:gd name="connsiteX1" fmla="*/ 2414279 w 4361491"/>
                <a:gd name="connsiteY1" fmla="*/ 967027 h 971359"/>
                <a:gd name="connsiteX2" fmla="*/ 0 w 4361491"/>
                <a:gd name="connsiteY2" fmla="*/ 289450 h 971359"/>
                <a:gd name="csX0" fmla="*/ 2164943 w 2164943"/>
                <a:gd name="csY0" fmla="*/ 0 h 1255330"/>
                <a:gd name="csX1" fmla="*/ 217731 w 2164943"/>
                <a:gd name="csY1" fmla="*/ 967027 h 1255330"/>
                <a:gd name="csX2" fmla="*/ 45124 w 2164943"/>
                <a:gd name="csY2" fmla="*/ 1117991 h 1255330"/>
                <a:gd name="csX0" fmla="*/ 2119819 w 2119819"/>
                <a:gd name="csY0" fmla="*/ 27777 h 1203753"/>
                <a:gd name="csX1" fmla="*/ 667024 w 2119819"/>
                <a:gd name="csY1" fmla="*/ 3130 h 1203753"/>
                <a:gd name="csX2" fmla="*/ 0 w 2119819"/>
                <a:gd name="csY2" fmla="*/ 1145768 h 1203753"/>
                <a:gd name="csX0" fmla="*/ 2119819 w 2119819"/>
                <a:gd name="csY0" fmla="*/ 31622 h 1207598"/>
                <a:gd name="csX1" fmla="*/ 667024 w 2119819"/>
                <a:gd name="csY1" fmla="*/ 6975 h 1207598"/>
                <a:gd name="csX2" fmla="*/ 0 w 2119819"/>
                <a:gd name="csY2" fmla="*/ 1149613 h 1207598"/>
                <a:gd name="csX0" fmla="*/ 2124619 w 2124619"/>
                <a:gd name="csY0" fmla="*/ 56717 h 1206935"/>
                <a:gd name="csX1" fmla="*/ 667024 w 2124619"/>
                <a:gd name="csY1" fmla="*/ 6312 h 1206935"/>
                <a:gd name="csX2" fmla="*/ 0 w 2124619"/>
                <a:gd name="csY2" fmla="*/ 1148950 h 1206935"/>
                <a:gd name="csX0" fmla="*/ 2124619 w 2124619"/>
                <a:gd name="csY0" fmla="*/ 44152 h 1207249"/>
                <a:gd name="csX1" fmla="*/ 667024 w 2124619"/>
                <a:gd name="csY1" fmla="*/ 6626 h 1207249"/>
                <a:gd name="csX2" fmla="*/ 0 w 2124619"/>
                <a:gd name="csY2" fmla="*/ 1149264 h 1207249"/>
                <a:gd name="csX0" fmla="*/ 5331123 w 5331123"/>
                <a:gd name="csY0" fmla="*/ 44152 h 1532592"/>
                <a:gd name="csX1" fmla="*/ 3873528 w 5331123"/>
                <a:gd name="csY1" fmla="*/ 6626 h 1532592"/>
                <a:gd name="csX2" fmla="*/ 0 w 5331123"/>
                <a:gd name="csY2" fmla="*/ 1484115 h 1532592"/>
                <a:gd name="csX0" fmla="*/ 5748736 w 5748736"/>
                <a:gd name="csY0" fmla="*/ 44152 h 1269536"/>
                <a:gd name="csX1" fmla="*/ 4291141 w 5748736"/>
                <a:gd name="csY1" fmla="*/ 6626 h 1269536"/>
                <a:gd name="csX2" fmla="*/ 0 w 5748736"/>
                <a:gd name="csY2" fmla="*/ 1213658 h 1269536"/>
                <a:gd name="csX0" fmla="*/ 5748736 w 5748736"/>
                <a:gd name="csY0" fmla="*/ 44152 h 1347628"/>
                <a:gd name="csX1" fmla="*/ 4291141 w 5748736"/>
                <a:gd name="csY1" fmla="*/ 6626 h 1347628"/>
                <a:gd name="csX2" fmla="*/ 0 w 5748736"/>
                <a:gd name="csY2" fmla="*/ 1213658 h 1347628"/>
                <a:gd name="csX0" fmla="*/ 5748736 w 5748736"/>
                <a:gd name="csY0" fmla="*/ 0 h 1638126"/>
                <a:gd name="csX1" fmla="*/ 2140672 w 5748736"/>
                <a:gd name="csY1" fmla="*/ 1580919 h 1638126"/>
                <a:gd name="csX2" fmla="*/ 0 w 5748736"/>
                <a:gd name="csY2" fmla="*/ 1169506 h 1638126"/>
                <a:gd name="csX0" fmla="*/ 5748736 w 5748736"/>
                <a:gd name="csY0" fmla="*/ 0 h 1638126"/>
                <a:gd name="csX1" fmla="*/ 2140672 w 5748736"/>
                <a:gd name="csY1" fmla="*/ 1580919 h 1638126"/>
                <a:gd name="csX2" fmla="*/ 0 w 5748736"/>
                <a:gd name="csY2" fmla="*/ 1169506 h 1638126"/>
                <a:gd name="csX0" fmla="*/ 5748736 w 5748736"/>
                <a:gd name="csY0" fmla="*/ 0 h 1634408"/>
                <a:gd name="csX1" fmla="*/ 2140672 w 5748736"/>
                <a:gd name="csY1" fmla="*/ 1580919 h 1634408"/>
                <a:gd name="csX2" fmla="*/ 0 w 5748736"/>
                <a:gd name="csY2" fmla="*/ 1169506 h 1634408"/>
                <a:gd name="csX0" fmla="*/ 6263837 w 6263837"/>
                <a:gd name="csY0" fmla="*/ 0 h 3046089"/>
                <a:gd name="csX1" fmla="*/ 2655773 w 6263837"/>
                <a:gd name="csY1" fmla="*/ 1580919 h 3046089"/>
                <a:gd name="csX2" fmla="*/ 0 w 6263837"/>
                <a:gd name="csY2" fmla="*/ 2920067 h 3046089"/>
                <a:gd name="csX0" fmla="*/ 6263837 w 6263837"/>
                <a:gd name="csY0" fmla="*/ 0 h 2920067"/>
                <a:gd name="csX1" fmla="*/ 2655773 w 6263837"/>
                <a:gd name="csY1" fmla="*/ 1580919 h 2920067"/>
                <a:gd name="csX2" fmla="*/ 0 w 6263837"/>
                <a:gd name="csY2" fmla="*/ 2920067 h 2920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6263837" h="2920067">
                  <a:moveTo>
                    <a:pt x="6263837" y="0"/>
                  </a:moveTo>
                  <a:cubicBezTo>
                    <a:pt x="5956098" y="150299"/>
                    <a:pt x="4529925" y="1468282"/>
                    <a:pt x="2655773" y="1580919"/>
                  </a:cubicBezTo>
                  <a:cubicBezTo>
                    <a:pt x="1928858" y="1620575"/>
                    <a:pt x="549247" y="1411612"/>
                    <a:pt x="0" y="2920067"/>
                  </a:cubicBezTo>
                </a:path>
              </a:pathLst>
            </a:custGeom>
            <a:noFill/>
            <a:ln w="3810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C196B022-76DB-2442-4782-23E602504A5F}"/>
                </a:ext>
              </a:extLst>
            </p:cNvPr>
            <p:cNvGrpSpPr/>
            <p:nvPr/>
          </p:nvGrpSpPr>
          <p:grpSpPr>
            <a:xfrm rot="18737801">
              <a:off x="8873077" y="4354146"/>
              <a:ext cx="550143" cy="184758"/>
              <a:chOff x="7629989" y="5236460"/>
              <a:chExt cx="1027147" cy="344953"/>
            </a:xfrm>
          </p:grpSpPr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5DAE635-A5CF-DFA8-A9D6-B0047C962AFF}"/>
                  </a:ext>
                </a:extLst>
              </p:cNvPr>
              <p:cNvSpPr/>
              <p:nvPr/>
            </p:nvSpPr>
            <p:spPr>
              <a:xfrm>
                <a:off x="7629989" y="5236460"/>
                <a:ext cx="341624" cy="341624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9E189E1B-D090-D8F9-2934-F082010AE262}"/>
                  </a:ext>
                </a:extLst>
              </p:cNvPr>
              <p:cNvSpPr/>
              <p:nvPr/>
            </p:nvSpPr>
            <p:spPr>
              <a:xfrm>
                <a:off x="8315512" y="5239789"/>
                <a:ext cx="341624" cy="341624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9B6A7A41-5B54-A3A7-BBE6-61C6680E0171}"/>
                  </a:ext>
                </a:extLst>
              </p:cNvPr>
              <p:cNvSpPr/>
              <p:nvPr/>
            </p:nvSpPr>
            <p:spPr>
              <a:xfrm>
                <a:off x="7866077" y="5260841"/>
                <a:ext cx="541140" cy="292863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83840A7D-E54E-73A1-3F8B-B75EB18C0A34}"/>
                  </a:ext>
                </a:extLst>
              </p:cNvPr>
              <p:cNvCxnSpPr/>
              <p:nvPr/>
            </p:nvCxnSpPr>
            <p:spPr>
              <a:xfrm>
                <a:off x="7953306" y="5260841"/>
                <a:ext cx="0" cy="292863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F9F54824-C223-D54B-4DF0-8C27D391C67A}"/>
                  </a:ext>
                </a:extLst>
              </p:cNvPr>
              <p:cNvCxnSpPr/>
              <p:nvPr/>
            </p:nvCxnSpPr>
            <p:spPr>
              <a:xfrm>
                <a:off x="8266751" y="5260841"/>
                <a:ext cx="0" cy="292863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8D60E674-D52E-775A-D38E-F83F08E0AC22}"/>
                  </a:ext>
                </a:extLst>
              </p:cNvPr>
              <p:cNvCxnSpPr/>
              <p:nvPr/>
            </p:nvCxnSpPr>
            <p:spPr>
              <a:xfrm>
                <a:off x="8099972" y="5260841"/>
                <a:ext cx="0" cy="292863"/>
              </a:xfrm>
              <a:prstGeom prst="line">
                <a:avLst/>
              </a:prstGeom>
              <a:ln w="508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542CEB1D-AE89-95ED-D9FA-AAC7F5E909DD}"/>
                  </a:ext>
                </a:extLst>
              </p:cNvPr>
              <p:cNvCxnSpPr/>
              <p:nvPr/>
            </p:nvCxnSpPr>
            <p:spPr>
              <a:xfrm>
                <a:off x="8196330" y="5260841"/>
                <a:ext cx="0" cy="292863"/>
              </a:xfrm>
              <a:prstGeom prst="line">
                <a:avLst/>
              </a:prstGeom>
              <a:ln w="508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0172626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D7B27-A14D-9768-EFB8-19A26517B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6D2B7-AC82-ADF0-841A-9ED074A3D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Recap: Konfigurera som in- eller ut-pinne.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5081F2A-CBE4-8821-845E-3B51FFF41553}"/>
              </a:ext>
            </a:extLst>
          </p:cNvPr>
          <p:cNvGrpSpPr/>
          <p:nvPr/>
        </p:nvGrpSpPr>
        <p:grpSpPr>
          <a:xfrm rot="16200000">
            <a:off x="5789764" y="2123323"/>
            <a:ext cx="3095687" cy="4122891"/>
            <a:chOff x="436296" y="-930261"/>
            <a:chExt cx="5353797" cy="713028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C9C6338-9666-2874-D4CC-F8FA55B987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9A2C7DD-E3D6-5B91-B2D9-C2CA894A10C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2A14CE13-CA83-4A9B-33BC-6D1E15B2BFE6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68753BF8-4DA9-8882-187E-87FFCB2B236C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FA40F8F-31D4-DFED-6848-D908CC238B84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1BBBD101-7C58-0D28-A369-DE3B2CCCB2F8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6AA91DE-E89C-089C-C21B-30406445D602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67528A4B-A670-5DA8-87FC-A4A6770CA10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374BA7AF-22C2-D754-2249-5A0A784D2EC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C2E882FF-0C33-2A69-9EE7-DBCEF627CA0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0146F40-DA42-C5A0-D1CD-7DC14424CD4A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A6EA95-0CD5-8DC3-F459-C44D7332A6A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4A1AE05F-BE74-BC3B-642C-6A7657A8574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90FB86D-AA00-F2D0-3CFA-6B6BF3748A7F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45ADE2C9-C042-30D9-E8D7-1832C55124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62C98314-D5E5-6799-FADB-8B6FF602FBE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04D4397-BC97-3C69-00BE-999560BAF667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7043627-84C9-5F23-FCA3-936DA3C3FDE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8C483047-06A8-C462-9F22-3C1C2A6F3DA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F9287A4-059A-BA59-913E-E7C18D1D81D0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A4948C89-5175-1A40-755C-3DDE691D5C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789E0305-81F7-1EB7-8A5A-C2216AFE258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B91B8CD-21FB-05A7-AEC4-C160FC135B71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DCADBD70-EB39-AFC9-8F60-777818B4C6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05B04416-D7C0-BE3D-28E2-0FB2AD0A933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715EDE0-B19C-AA0D-E3DC-589DB192B35F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3866A489-3C6F-00EB-A8E7-CDE6C73A3AA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CA4C15D8-2679-C685-151C-67B065D31F2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FFB13E9-B9FE-9B86-C857-17D9C5EB572F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0FA4A2E9-64C0-4D4D-A819-F07830B794C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D882ECE2-7419-BB7A-140B-11B9521941A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91A76FD4-0A56-F354-74CB-B55ED307B89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8A9D12C9-5C09-A810-7CD5-8F51FFB1EE7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F3DAFED6-0371-9D25-1EBF-8A83D4506A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79ECCD4-F86B-411F-2065-437FEC4041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F864F358-D959-D4F0-5779-A905E4A4BD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8D2341E-B6C3-21AC-58B9-987040E587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A77A52B-0952-DC40-F27A-26F96C3376C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998B6D0-B8C8-1373-2005-09883104E45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DAC78E4-6E41-9D38-0A98-B60BD7E3DAE6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E56C7F-B8EB-3F63-90C8-854BEDB3B80F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417DF4B-5130-8DE6-2344-AECE2062EAC5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30D33AB-88F0-F745-276A-3753B74450AF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15B7204-3725-FBED-BF4D-54999D4B34C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E8B5C40-8E0B-FE9E-CEDF-9528B9C73FF5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BA5D14A-8F56-3F28-C78E-528D015F12E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45EEF99-BFED-39EE-8749-DBE55CCB305D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D312170-B8A1-440D-6434-B65D299BD519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1415370-19BD-174A-7BD8-60CBFB150F9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96E6DC0-F6E2-D7A6-5FC9-AD3B88D68EE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4D696F3-8503-C0F7-BB43-F34FA6B6FB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41C6731-4110-5459-6D1C-E6EF0B55C16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2E8C191-6B1B-4DD2-2380-463C25BEE4E6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6D219277-4A80-43C2-E88F-95BC5F4A3B43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713255E-B21C-4FA8-EB88-7E5F14286C4C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24B9CEC-3C89-4CE9-28AC-99B0E53C1E7B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74C030E-6490-E94D-B690-77F569F8339E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E0976BF-F90B-EFA9-4895-FDF1B0C3FCD3}"/>
              </a:ext>
            </a:extLst>
          </p:cNvPr>
          <p:cNvGrpSpPr/>
          <p:nvPr/>
        </p:nvGrpSpPr>
        <p:grpSpPr>
          <a:xfrm>
            <a:off x="2344996" y="2112491"/>
            <a:ext cx="1086251" cy="2080948"/>
            <a:chOff x="1688174" y="1407516"/>
            <a:chExt cx="1086251" cy="2080948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9500501B-659B-5F72-4C20-907A92B41B09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A57D25D-36F4-F864-D41C-5CE10906B30F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5A7AFDB-FC06-C91E-E362-E171A69695F8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08943365-CC37-29F3-FB6C-9DB81358F42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DE0AC03F-0E33-4F53-6679-DB9D7360F543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F467450-CA67-AA91-D5CA-60343E2F229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3C76B42B-6725-1DEE-51BE-5806F006FA1A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EA64BE9-F697-2298-817B-6ED4FEDE2952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6B263224-ABB4-3739-676B-5B2ED8D5224A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7B18101-35FC-B7CC-1545-DC3E9836EC03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D321FC1A-B8BE-9410-AEC6-3F18D638C0FF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801643FF-7A98-4D2C-6876-B4E433AFC4FE}"/>
              </a:ext>
            </a:extLst>
          </p:cNvPr>
          <p:cNvSpPr txBox="1"/>
          <p:nvPr/>
        </p:nvSpPr>
        <p:spPr>
          <a:xfrm>
            <a:off x="2940249" y="6166521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BA1854-585C-E0D1-2906-9FC989CE7E70}"/>
              </a:ext>
            </a:extLst>
          </p:cNvPr>
          <p:cNvSpPr txBox="1"/>
          <p:nvPr/>
        </p:nvSpPr>
        <p:spPr>
          <a:xfrm>
            <a:off x="2941929" y="605368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D7353B7-D16D-93A5-919C-681C0AFA6638}"/>
              </a:ext>
            </a:extLst>
          </p:cNvPr>
          <p:cNvSpPr txBox="1"/>
          <p:nvPr/>
        </p:nvSpPr>
        <p:spPr>
          <a:xfrm>
            <a:off x="2954835" y="4331794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E9E10D8-D39D-0706-38C8-6C98ABF5C4EF}"/>
              </a:ext>
            </a:extLst>
          </p:cNvPr>
          <p:cNvSpPr/>
          <p:nvPr/>
        </p:nvSpPr>
        <p:spPr>
          <a:xfrm rot="16200000">
            <a:off x="1563276" y="5117761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D67D9899-71FD-F46D-9D00-2609BF0AEB9D}"/>
              </a:ext>
            </a:extLst>
          </p:cNvPr>
          <p:cNvCxnSpPr>
            <a:cxnSpLocks/>
          </p:cNvCxnSpPr>
          <p:nvPr/>
        </p:nvCxnSpPr>
        <p:spPr>
          <a:xfrm>
            <a:off x="2774204" y="6289633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992B149-6D15-D70A-0F6E-FCF88A46BCE2}"/>
              </a:ext>
            </a:extLst>
          </p:cNvPr>
          <p:cNvCxnSpPr>
            <a:cxnSpLocks/>
          </p:cNvCxnSpPr>
          <p:nvPr/>
        </p:nvCxnSpPr>
        <p:spPr>
          <a:xfrm>
            <a:off x="2774204" y="6181872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6C19862-F0C7-17CB-6EC2-F3C7E8FF9A39}"/>
              </a:ext>
            </a:extLst>
          </p:cNvPr>
          <p:cNvCxnSpPr>
            <a:cxnSpLocks/>
          </p:cNvCxnSpPr>
          <p:nvPr/>
        </p:nvCxnSpPr>
        <p:spPr>
          <a:xfrm>
            <a:off x="2774204" y="6060232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B1AA5F41-7C79-09D6-904A-A0A804B67B48}"/>
              </a:ext>
            </a:extLst>
          </p:cNvPr>
          <p:cNvSpPr txBox="1"/>
          <p:nvPr/>
        </p:nvSpPr>
        <p:spPr>
          <a:xfrm rot="16200000">
            <a:off x="2651707" y="546459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CE05582-0066-C80E-3F77-13837716DA15}"/>
              </a:ext>
            </a:extLst>
          </p:cNvPr>
          <p:cNvSpPr txBox="1"/>
          <p:nvPr/>
        </p:nvSpPr>
        <p:spPr>
          <a:xfrm rot="16200000">
            <a:off x="2627400" y="4462701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00A8612-FA3B-B3CB-1301-18B2D12F161B}"/>
              </a:ext>
            </a:extLst>
          </p:cNvPr>
          <p:cNvSpPr txBox="1"/>
          <p:nvPr/>
        </p:nvSpPr>
        <p:spPr>
          <a:xfrm>
            <a:off x="2940249" y="5925051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A7D9A2C3-94A4-350D-0EBE-FD77D91461B8}"/>
              </a:ext>
            </a:extLst>
          </p:cNvPr>
          <p:cNvCxnSpPr>
            <a:cxnSpLocks/>
          </p:cNvCxnSpPr>
          <p:nvPr/>
        </p:nvCxnSpPr>
        <p:spPr>
          <a:xfrm>
            <a:off x="2776073" y="445490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3BF952D-DC4D-A674-F438-483480811088}"/>
              </a:ext>
            </a:extLst>
          </p:cNvPr>
          <p:cNvCxnSpPr>
            <a:cxnSpLocks/>
          </p:cNvCxnSpPr>
          <p:nvPr/>
        </p:nvCxnSpPr>
        <p:spPr>
          <a:xfrm>
            <a:off x="3272348" y="6047844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DC43CEA3-B9DC-57FF-1C50-C70FF3B7F90B}"/>
              </a:ext>
            </a:extLst>
          </p:cNvPr>
          <p:cNvCxnSpPr>
            <a:cxnSpLocks/>
          </p:cNvCxnSpPr>
          <p:nvPr/>
        </p:nvCxnSpPr>
        <p:spPr>
          <a:xfrm>
            <a:off x="3285557" y="3814822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9C54ABCB-9D4F-C3B7-24BC-43D3324EA67B}"/>
              </a:ext>
            </a:extLst>
          </p:cNvPr>
          <p:cNvCxnSpPr>
            <a:cxnSpLocks/>
          </p:cNvCxnSpPr>
          <p:nvPr/>
        </p:nvCxnSpPr>
        <p:spPr>
          <a:xfrm>
            <a:off x="4943596" y="4514608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7CF52A79-9192-2C21-1057-CC2B74C9355D}"/>
              </a:ext>
            </a:extLst>
          </p:cNvPr>
          <p:cNvSpPr/>
          <p:nvPr/>
        </p:nvSpPr>
        <p:spPr>
          <a:xfrm>
            <a:off x="5160964" y="4227939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A1BFA773-C14B-BE3E-BADE-44CD6477B0CD}"/>
              </a:ext>
            </a:extLst>
          </p:cNvPr>
          <p:cNvSpPr/>
          <p:nvPr/>
        </p:nvSpPr>
        <p:spPr>
          <a:xfrm>
            <a:off x="4895351" y="400474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C3104879-A364-7CCA-ED9C-32D581873CBB}"/>
              </a:ext>
            </a:extLst>
          </p:cNvPr>
          <p:cNvSpPr/>
          <p:nvPr/>
        </p:nvSpPr>
        <p:spPr>
          <a:xfrm>
            <a:off x="4899096" y="4445040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5C53AF8A-6A04-AB43-CB94-E6AFE226ACB4}"/>
              </a:ext>
            </a:extLst>
          </p:cNvPr>
          <p:cNvCxnSpPr>
            <a:cxnSpLocks/>
            <a:endCxn id="89" idx="4"/>
          </p:cNvCxnSpPr>
          <p:nvPr/>
        </p:nvCxnSpPr>
        <p:spPr>
          <a:xfrm flipH="1" flipV="1">
            <a:off x="4949880" y="4113799"/>
            <a:ext cx="220262" cy="168668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460D6516-B99C-F3DD-31D7-7ACB799388DA}"/>
              </a:ext>
            </a:extLst>
          </p:cNvPr>
          <p:cNvCxnSpPr>
            <a:cxnSpLocks/>
            <a:endCxn id="89" idx="0"/>
          </p:cNvCxnSpPr>
          <p:nvPr/>
        </p:nvCxnSpPr>
        <p:spPr>
          <a:xfrm>
            <a:off x="4949188" y="3800313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6D7747FA-4C8D-D69A-9A86-D6C225684EC4}"/>
              </a:ext>
            </a:extLst>
          </p:cNvPr>
          <p:cNvSpPr txBox="1"/>
          <p:nvPr/>
        </p:nvSpPr>
        <p:spPr>
          <a:xfrm>
            <a:off x="5158020" y="3975042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8BD4685-75D4-AF36-FF71-C2B8B205D278}"/>
              </a:ext>
            </a:extLst>
          </p:cNvPr>
          <p:cNvSpPr txBox="1"/>
          <p:nvPr/>
        </p:nvSpPr>
        <p:spPr>
          <a:xfrm>
            <a:off x="3421304" y="2292926"/>
            <a:ext cx="2074607" cy="127727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sz="1100"/>
              <a:t>Om pinnens spänning är 3.2V</a:t>
            </a:r>
          </a:p>
          <a:p>
            <a:r>
              <a:rPr lang="sv-SE" sz="1100"/>
              <a:t>får motsvarande bit i inregistret</a:t>
            </a:r>
            <a:br>
              <a:rPr lang="sv-SE" sz="1100"/>
            </a:br>
            <a:r>
              <a:rPr lang="sv-SE" sz="1100"/>
              <a:t>värdet 1.</a:t>
            </a:r>
          </a:p>
          <a:p>
            <a:endParaRPr lang="sv-SE" sz="1100"/>
          </a:p>
          <a:p>
            <a:r>
              <a:rPr lang="sv-SE" sz="1100"/>
              <a:t>Om pinnens spänning är 0V</a:t>
            </a:r>
            <a:br>
              <a:rPr lang="sv-SE" sz="1100"/>
            </a:br>
            <a:r>
              <a:rPr lang="sv-SE" sz="1100"/>
              <a:t>får motsvarande bit i inregistret</a:t>
            </a:r>
            <a:br>
              <a:rPr lang="sv-SE" sz="1100"/>
            </a:br>
            <a:r>
              <a:rPr lang="sv-SE" sz="1100"/>
              <a:t>värdet 0. </a:t>
            </a:r>
            <a:endParaRPr lang="LID4096" sz="110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95D310C-6238-DDEA-8451-AEA436232273}"/>
              </a:ext>
            </a:extLst>
          </p:cNvPr>
          <p:cNvSpPr txBox="1"/>
          <p:nvPr/>
        </p:nvSpPr>
        <p:spPr>
          <a:xfrm>
            <a:off x="482002" y="2884189"/>
            <a:ext cx="1511952" cy="430887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sz="1100"/>
              <a:t>Processorn läser från </a:t>
            </a:r>
            <a:br>
              <a:rPr lang="sv-SE" sz="1100"/>
            </a:br>
            <a:r>
              <a:rPr lang="sv-SE" sz="1100"/>
              <a:t>INDR</a:t>
            </a:r>
            <a:endParaRPr lang="LID4096" sz="1100"/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42AB09C3-6E48-D1E9-9D18-263D1266DD93}"/>
              </a:ext>
            </a:extLst>
          </p:cNvPr>
          <p:cNvGrpSpPr/>
          <p:nvPr/>
        </p:nvGrpSpPr>
        <p:grpSpPr>
          <a:xfrm>
            <a:off x="8236412" y="3684305"/>
            <a:ext cx="2260949" cy="1207645"/>
            <a:chOff x="2809033" y="2759564"/>
            <a:chExt cx="5474630" cy="2924175"/>
          </a:xfrm>
        </p:grpSpPr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1F708516-3960-4C00-338A-EBC4357EAB0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21438" y="2759564"/>
              <a:ext cx="2562225" cy="2924175"/>
            </a:xfrm>
            <a:prstGeom prst="rect">
              <a:avLst/>
            </a:prstGeom>
          </p:spPr>
        </p:pic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32BD46DB-27E3-D464-F007-6A6EA7924CA0}"/>
                </a:ext>
              </a:extLst>
            </p:cNvPr>
            <p:cNvSpPr/>
            <p:nvPr/>
          </p:nvSpPr>
          <p:spPr>
            <a:xfrm>
              <a:off x="2809033" y="4224396"/>
              <a:ext cx="3500389" cy="1228885"/>
            </a:xfrm>
            <a:custGeom>
              <a:avLst/>
              <a:gdLst>
                <a:gd name="connsiteX0" fmla="*/ 666925 w 666925"/>
                <a:gd name="connsiteY0" fmla="*/ 0 h 755009"/>
                <a:gd name="connsiteX1" fmla="*/ 360727 w 666925"/>
                <a:gd name="connsiteY1" fmla="*/ 444616 h 755009"/>
                <a:gd name="connsiteX2" fmla="*/ 0 w 666925"/>
                <a:gd name="connsiteY2" fmla="*/ 755009 h 755009"/>
                <a:gd name="connsiteX0" fmla="*/ 2903870 w 2903870"/>
                <a:gd name="connsiteY0" fmla="*/ 174420 h 632056"/>
                <a:gd name="connsiteX1" fmla="*/ 2597672 w 2903870"/>
                <a:gd name="connsiteY1" fmla="*/ 619036 h 632056"/>
                <a:gd name="connsiteX2" fmla="*/ 0 w 2903870"/>
                <a:gd name="connsiteY2" fmla="*/ 7180 h 632056"/>
                <a:gd name="connsiteX0" fmla="*/ 2903870 w 2903870"/>
                <a:gd name="connsiteY0" fmla="*/ 167276 h 626236"/>
                <a:gd name="connsiteX1" fmla="*/ 2597672 w 2903870"/>
                <a:gd name="connsiteY1" fmla="*/ 611892 h 626236"/>
                <a:gd name="connsiteX2" fmla="*/ 0 w 2903870"/>
                <a:gd name="connsiteY2" fmla="*/ 36 h 626236"/>
                <a:gd name="connsiteX0" fmla="*/ 2903870 w 2903870"/>
                <a:gd name="connsiteY0" fmla="*/ 216392 h 671834"/>
                <a:gd name="connsiteX1" fmla="*/ 2597672 w 2903870"/>
                <a:gd name="connsiteY1" fmla="*/ 661008 h 671834"/>
                <a:gd name="connsiteX2" fmla="*/ 0 w 2903870"/>
                <a:gd name="connsiteY2" fmla="*/ 49152 h 671834"/>
                <a:gd name="connsiteX0" fmla="*/ 3500389 w 3500389"/>
                <a:gd name="connsiteY0" fmla="*/ 1052303 h 1076763"/>
                <a:gd name="connsiteX1" fmla="*/ 2597672 w 3500389"/>
                <a:gd name="connsiteY1" fmla="*/ 661008 h 1076763"/>
                <a:gd name="connsiteX2" fmla="*/ 0 w 3500389"/>
                <a:gd name="connsiteY2" fmla="*/ 49152 h 1076763"/>
                <a:gd name="connsiteX0" fmla="*/ 3500389 w 3500389"/>
                <a:gd name="connsiteY0" fmla="*/ 1044459 h 1079139"/>
                <a:gd name="connsiteX1" fmla="*/ 1624405 w 3500389"/>
                <a:gd name="connsiteY1" fmla="*/ 880783 h 1079139"/>
                <a:gd name="connsiteX2" fmla="*/ 0 w 3500389"/>
                <a:gd name="connsiteY2" fmla="*/ 41308 h 1079139"/>
                <a:gd name="connsiteX0" fmla="*/ 3500389 w 3500389"/>
                <a:gd name="connsiteY0" fmla="*/ 1044459 h 1102143"/>
                <a:gd name="connsiteX1" fmla="*/ 1624405 w 3500389"/>
                <a:gd name="connsiteY1" fmla="*/ 880783 h 1102143"/>
                <a:gd name="connsiteX2" fmla="*/ 0 w 3500389"/>
                <a:gd name="connsiteY2" fmla="*/ 41308 h 1102143"/>
                <a:gd name="connsiteX0" fmla="*/ 3500389 w 3500389"/>
                <a:gd name="connsiteY0" fmla="*/ 1056292 h 1113976"/>
                <a:gd name="connsiteX1" fmla="*/ 1624405 w 3500389"/>
                <a:gd name="connsiteY1" fmla="*/ 892616 h 1113976"/>
                <a:gd name="connsiteX2" fmla="*/ 0 w 3500389"/>
                <a:gd name="connsiteY2" fmla="*/ 53141 h 1113976"/>
                <a:gd name="connsiteX0" fmla="*/ 3500389 w 3500389"/>
                <a:gd name="connsiteY0" fmla="*/ 1056292 h 1138952"/>
                <a:gd name="connsiteX1" fmla="*/ 1624405 w 3500389"/>
                <a:gd name="connsiteY1" fmla="*/ 892616 h 1138952"/>
                <a:gd name="connsiteX2" fmla="*/ 0 w 3500389"/>
                <a:gd name="connsiteY2" fmla="*/ 53141 h 1138952"/>
                <a:gd name="connsiteX0" fmla="*/ 3500389 w 3500389"/>
                <a:gd name="connsiteY0" fmla="*/ 1003151 h 1085811"/>
                <a:gd name="connsiteX1" fmla="*/ 1624405 w 3500389"/>
                <a:gd name="connsiteY1" fmla="*/ 839475 h 1085811"/>
                <a:gd name="connsiteX2" fmla="*/ 0 w 3500389"/>
                <a:gd name="connsiteY2" fmla="*/ 0 h 1085811"/>
                <a:gd name="csX0" fmla="*/ 3500389 w 3500389"/>
                <a:gd name="csY0" fmla="*/ 1003151 h 1228886"/>
                <a:gd name="csX1" fmla="*/ 1624405 w 3500389"/>
                <a:gd name="csY1" fmla="*/ 839475 h 1228886"/>
                <a:gd name="csX2" fmla="*/ 0 w 3500389"/>
                <a:gd name="csY2" fmla="*/ 0 h 1228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3500389" h="1228886">
                  <a:moveTo>
                    <a:pt x="3500389" y="1003151"/>
                  </a:moveTo>
                  <a:cubicBezTo>
                    <a:pt x="3392473" y="1484783"/>
                    <a:pt x="2018121" y="1082539"/>
                    <a:pt x="1624405" y="839475"/>
                  </a:cubicBezTo>
                  <a:cubicBezTo>
                    <a:pt x="1246387" y="631731"/>
                    <a:pt x="795869" y="5832"/>
                    <a:pt x="0" y="0"/>
                  </a:cubicBezTo>
                </a:path>
              </a:pathLst>
            </a:custGeom>
            <a:noFill/>
            <a:ln w="38100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02" name="Picture 101">
            <a:extLst>
              <a:ext uri="{FF2B5EF4-FFF2-40B4-BE49-F238E27FC236}">
                <a16:creationId xmlns:a16="http://schemas.microsoft.com/office/drawing/2014/main" id="{C6C18E8F-2A32-4657-D90E-18BCD344B5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8783" y="2652956"/>
            <a:ext cx="724282" cy="1277604"/>
          </a:xfrm>
          <a:prstGeom prst="rect">
            <a:avLst/>
          </a:prstGeom>
        </p:spPr>
      </p:pic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B60F4647-6895-E4D4-E7AA-2855CBAE89C9}"/>
              </a:ext>
            </a:extLst>
          </p:cNvPr>
          <p:cNvSpPr/>
          <p:nvPr/>
        </p:nvSpPr>
        <p:spPr>
          <a:xfrm>
            <a:off x="10411826" y="3741690"/>
            <a:ext cx="496871" cy="84374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  <a:gd name="csX0" fmla="*/ 3500389 w 3500389"/>
              <a:gd name="csY0" fmla="*/ 1003151 h 1228886"/>
              <a:gd name="csX1" fmla="*/ 1624405 w 3500389"/>
              <a:gd name="csY1" fmla="*/ 839475 h 1228886"/>
              <a:gd name="csX2" fmla="*/ 0 w 3500389"/>
              <a:gd name="csY2" fmla="*/ 0 h 1228886"/>
              <a:gd name="csX0" fmla="*/ 3500389 w 3500389"/>
              <a:gd name="csY0" fmla="*/ 1003151 h 1003152"/>
              <a:gd name="csX1" fmla="*/ 0 w 3500389"/>
              <a:gd name="csY1" fmla="*/ 0 h 1003152"/>
              <a:gd name="csX0" fmla="*/ 2097077 w 2097077"/>
              <a:gd name="csY0" fmla="*/ 181953 h 181953"/>
              <a:gd name="csX1" fmla="*/ 0 w 2097077"/>
              <a:gd name="csY1" fmla="*/ 0 h 181953"/>
              <a:gd name="csX0" fmla="*/ 1203116 w 1203116"/>
              <a:gd name="csY0" fmla="*/ 0 h 2042562"/>
              <a:gd name="csX1" fmla="*/ 0 w 1203116"/>
              <a:gd name="csY1" fmla="*/ 2042562 h 2042562"/>
              <a:gd name="csX0" fmla="*/ 1203116 w 1203116"/>
              <a:gd name="csY0" fmla="*/ 0 h 2042562"/>
              <a:gd name="csX1" fmla="*/ 0 w 1203116"/>
              <a:gd name="csY1" fmla="*/ 2042562 h 2042562"/>
              <a:gd name="csX0" fmla="*/ 1203116 w 1203116"/>
              <a:gd name="csY0" fmla="*/ 472 h 2043034"/>
              <a:gd name="csX1" fmla="*/ 0 w 1203116"/>
              <a:gd name="csY1" fmla="*/ 2043034 h 2043034"/>
              <a:gd name="csX0" fmla="*/ 1203116 w 1203116"/>
              <a:gd name="csY0" fmla="*/ 484 h 2043046"/>
              <a:gd name="csX1" fmla="*/ 0 w 1203116"/>
              <a:gd name="csY1" fmla="*/ 2043046 h 204304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03116" h="2043046">
                <a:moveTo>
                  <a:pt x="1203116" y="484"/>
                </a:moveTo>
                <a:cubicBezTo>
                  <a:pt x="375886" y="-35912"/>
                  <a:pt x="1201448" y="1996282"/>
                  <a:pt x="0" y="2043046"/>
                </a:cubicBezTo>
              </a:path>
            </a:pathLst>
          </a:custGeom>
          <a:noFill/>
          <a:ln w="381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29F90E25-4AFE-0EE5-5F76-4E21A164F1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8782" y="4032372"/>
            <a:ext cx="525017" cy="686243"/>
          </a:xfrm>
          <a:prstGeom prst="rect">
            <a:avLst/>
          </a:prstGeom>
        </p:spPr>
      </p:pic>
      <p:sp>
        <p:nvSpPr>
          <p:cNvPr id="109" name="TextBox 108">
            <a:extLst>
              <a:ext uri="{FF2B5EF4-FFF2-40B4-BE49-F238E27FC236}">
                <a16:creationId xmlns:a16="http://schemas.microsoft.com/office/drawing/2014/main" id="{1CB428C3-2096-F920-6285-2F121F39312E}"/>
              </a:ext>
            </a:extLst>
          </p:cNvPr>
          <p:cNvSpPr txBox="1"/>
          <p:nvPr/>
        </p:nvSpPr>
        <p:spPr>
          <a:xfrm>
            <a:off x="3644358" y="3828576"/>
            <a:ext cx="115608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700"/>
              <a:t>...01011100101010010...</a:t>
            </a:r>
            <a:endParaRPr lang="LID4096" sz="700"/>
          </a:p>
        </p:txBody>
      </p:sp>
      <p:pic>
        <p:nvPicPr>
          <p:cNvPr id="120" name="Picture 119">
            <a:extLst>
              <a:ext uri="{FF2B5EF4-FFF2-40B4-BE49-F238E27FC236}">
                <a16:creationId xmlns:a16="http://schemas.microsoft.com/office/drawing/2014/main" id="{FB543A31-3654-6DE6-07B1-5A648952C1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6640" y="4815298"/>
            <a:ext cx="870435" cy="49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77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00DA3-A3DD-0992-B269-261E79D32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2D3DA155-721F-25B4-4082-079F021208ED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/>
              <a:t>Recap: Konfigurera som in- eller ut-pinne.</a:t>
            </a:r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2CAF6C-D582-9B19-9F29-457129DEC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Konfigurera pinnar</a:t>
            </a:r>
            <a:endParaRPr lang="LID4096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B99BCC2-BE66-8ED0-3606-0973EF96F9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356665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E424505-ABF2-59EB-9E70-3415C7058F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286" y="2561063"/>
            <a:ext cx="3900312" cy="33007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2402B27-6515-E66B-ECE8-8649D02413D6}"/>
              </a:ext>
            </a:extLst>
          </p:cNvPr>
          <p:cNvSpPr txBox="1"/>
          <p:nvPr/>
        </p:nvSpPr>
        <p:spPr>
          <a:xfrm>
            <a:off x="3462919" y="5505403"/>
            <a:ext cx="50206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 b="1"/>
              <a:t>etc...</a:t>
            </a:r>
            <a:endParaRPr lang="LID4096" sz="1050" b="1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056178-2C71-378B-FCCC-780412653A40}"/>
              </a:ext>
            </a:extLst>
          </p:cNvPr>
          <p:cNvSpPr/>
          <p:nvPr/>
        </p:nvSpPr>
        <p:spPr>
          <a:xfrm>
            <a:off x="3630256" y="2871989"/>
            <a:ext cx="1907659" cy="210355"/>
          </a:xfrm>
          <a:prstGeom prst="roundRect">
            <a:avLst/>
          </a:prstGeom>
          <a:noFill/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901DF68-40C9-4ECB-E41D-AB5E6BC6B8D0}"/>
              </a:ext>
            </a:extLst>
          </p:cNvPr>
          <p:cNvSpPr/>
          <p:nvPr/>
        </p:nvSpPr>
        <p:spPr>
          <a:xfrm>
            <a:off x="146520" y="2518534"/>
            <a:ext cx="1907659" cy="210355"/>
          </a:xfrm>
          <a:prstGeom prst="roundRect">
            <a:avLst/>
          </a:prstGeom>
          <a:noFill/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BCEB293-0C9E-F8FF-8D8D-4B134C3CC680}"/>
              </a:ext>
            </a:extLst>
          </p:cNvPr>
          <p:cNvGrpSpPr/>
          <p:nvPr/>
        </p:nvGrpSpPr>
        <p:grpSpPr>
          <a:xfrm>
            <a:off x="3953813" y="3294530"/>
            <a:ext cx="5142964" cy="1114339"/>
            <a:chOff x="3953813" y="3294530"/>
            <a:chExt cx="5142964" cy="111433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6E41E32-69E2-96C0-597E-ACD81EE54D31}"/>
                </a:ext>
              </a:extLst>
            </p:cNvPr>
            <p:cNvSpPr/>
            <p:nvPr/>
          </p:nvSpPr>
          <p:spPr>
            <a:xfrm>
              <a:off x="3953813" y="3966694"/>
              <a:ext cx="764147" cy="442175"/>
            </a:xfrm>
            <a:prstGeom prst="rect">
              <a:avLst/>
            </a:prstGeom>
            <a:noFill/>
            <a:ln w="254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46F249D-E168-E570-3509-6A0D906859EB}"/>
                </a:ext>
              </a:extLst>
            </p:cNvPr>
            <p:cNvSpPr/>
            <p:nvPr/>
          </p:nvSpPr>
          <p:spPr>
            <a:xfrm>
              <a:off x="4323008" y="3541690"/>
              <a:ext cx="4773769" cy="699752"/>
            </a:xfrm>
            <a:custGeom>
              <a:avLst/>
              <a:gdLst>
                <a:gd name="csX0" fmla="*/ 0 w 4773769"/>
                <a:gd name="csY0" fmla="*/ 412124 h 699752"/>
                <a:gd name="csX1" fmla="*/ 0 w 4773769"/>
                <a:gd name="csY1" fmla="*/ 0 h 699752"/>
                <a:gd name="csX2" fmla="*/ 4292958 w 4773769"/>
                <a:gd name="csY2" fmla="*/ 0 h 699752"/>
                <a:gd name="csX3" fmla="*/ 4773769 w 4773769"/>
                <a:gd name="csY3" fmla="*/ 699752 h 699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773769" h="699752">
                  <a:moveTo>
                    <a:pt x="0" y="412124"/>
                  </a:moveTo>
                  <a:lnTo>
                    <a:pt x="0" y="0"/>
                  </a:lnTo>
                  <a:lnTo>
                    <a:pt x="4292958" y="0"/>
                  </a:lnTo>
                  <a:lnTo>
                    <a:pt x="4773769" y="699752"/>
                  </a:lnTo>
                </a:path>
              </a:pathLst>
            </a:custGeom>
            <a:noFill/>
            <a:ln>
              <a:solidFill>
                <a:schemeClr val="accent5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344ACA-C871-4FF0-19D7-021905209043}"/>
                </a:ext>
              </a:extLst>
            </p:cNvPr>
            <p:cNvSpPr txBox="1"/>
            <p:nvPr/>
          </p:nvSpPr>
          <p:spPr>
            <a:xfrm>
              <a:off x="5552663" y="3294530"/>
              <a:ext cx="47801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 b="1">
                  <a:solidFill>
                    <a:schemeClr val="accent5">
                      <a:lumMod val="75000"/>
                    </a:schemeClr>
                  </a:solidFill>
                </a:rPr>
                <a:t>pin 2</a:t>
              </a:r>
              <a:endParaRPr lang="LID4096" sz="1050" b="1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F7C18010-BBCA-77F8-6376-CAD3A1C34BF4}"/>
              </a:ext>
            </a:extLst>
          </p:cNvPr>
          <p:cNvSpPr/>
          <p:nvPr/>
        </p:nvSpPr>
        <p:spPr>
          <a:xfrm>
            <a:off x="4009623" y="4228563"/>
            <a:ext cx="270456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108944-EAB2-E283-7A97-E0F2912ECBA6}"/>
              </a:ext>
            </a:extLst>
          </p:cNvPr>
          <p:cNvSpPr/>
          <p:nvPr/>
        </p:nvSpPr>
        <p:spPr>
          <a:xfrm>
            <a:off x="4372376" y="4211428"/>
            <a:ext cx="323047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57CCEA3-4C67-39CC-DF47-9B7F34D36A16}"/>
              </a:ext>
            </a:extLst>
          </p:cNvPr>
          <p:cNvSpPr txBox="1"/>
          <p:nvPr/>
        </p:nvSpPr>
        <p:spPr>
          <a:xfrm>
            <a:off x="3987674" y="4163068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00</a:t>
            </a:r>
            <a:endParaRPr lang="LID4096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7084478-8283-DEC2-B691-052CE706680D}"/>
              </a:ext>
            </a:extLst>
          </p:cNvPr>
          <p:cNvSpPr txBox="1"/>
          <p:nvPr/>
        </p:nvSpPr>
        <p:spPr>
          <a:xfrm>
            <a:off x="4364622" y="4155164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10</a:t>
            </a:r>
            <a:endParaRPr lang="LID4096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3219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6218C-B8C6-9745-54FC-CF5C2C57E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97A28329-0410-BA27-A521-9A610F07BB34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/>
              <a:t>Recap: Konfigurera som in- eller ut-pinne.</a:t>
            </a:r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B7A8B6-5E54-A144-F412-9785BB81A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Konfigurera pinnar</a:t>
            </a:r>
            <a:endParaRPr lang="LID4096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0243D2-6019-B9D8-3C42-120E9A6D50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356665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6F233F1-2D27-269A-7558-7C29193681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286" y="2561063"/>
            <a:ext cx="3900312" cy="33007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5C35C7-E7EC-BAAF-66DA-EBFCC6BE2542}"/>
              </a:ext>
            </a:extLst>
          </p:cNvPr>
          <p:cNvSpPr txBox="1"/>
          <p:nvPr/>
        </p:nvSpPr>
        <p:spPr>
          <a:xfrm>
            <a:off x="3462919" y="5505403"/>
            <a:ext cx="50206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 b="1"/>
              <a:t>etc...</a:t>
            </a:r>
            <a:endParaRPr lang="LID4096" sz="1050" b="1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B0E30C7-04B0-A26D-A6A3-FF10BB3638B4}"/>
              </a:ext>
            </a:extLst>
          </p:cNvPr>
          <p:cNvSpPr/>
          <p:nvPr/>
        </p:nvSpPr>
        <p:spPr>
          <a:xfrm>
            <a:off x="3580069" y="1944498"/>
            <a:ext cx="1907659" cy="210355"/>
          </a:xfrm>
          <a:prstGeom prst="roundRect">
            <a:avLst/>
          </a:prstGeom>
          <a:noFill/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9C9CF0E-E45F-9AAA-23D9-6E13B316E4C8}"/>
              </a:ext>
            </a:extLst>
          </p:cNvPr>
          <p:cNvSpPr/>
          <p:nvPr/>
        </p:nvSpPr>
        <p:spPr>
          <a:xfrm>
            <a:off x="155106" y="1839320"/>
            <a:ext cx="1907659" cy="210355"/>
          </a:xfrm>
          <a:prstGeom prst="roundRect">
            <a:avLst/>
          </a:prstGeom>
          <a:noFill/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A3B694B-5268-0BA0-14CC-E3E2A7B32A1C}"/>
              </a:ext>
            </a:extLst>
          </p:cNvPr>
          <p:cNvGrpSpPr/>
          <p:nvPr/>
        </p:nvGrpSpPr>
        <p:grpSpPr>
          <a:xfrm>
            <a:off x="3953813" y="3294530"/>
            <a:ext cx="5142964" cy="1114339"/>
            <a:chOff x="3953813" y="3294530"/>
            <a:chExt cx="5142964" cy="111433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4E041D7-285F-AC88-CE27-2A42D25455DD}"/>
                </a:ext>
              </a:extLst>
            </p:cNvPr>
            <p:cNvSpPr/>
            <p:nvPr/>
          </p:nvSpPr>
          <p:spPr>
            <a:xfrm>
              <a:off x="3953813" y="3966694"/>
              <a:ext cx="764147" cy="442175"/>
            </a:xfrm>
            <a:prstGeom prst="rect">
              <a:avLst/>
            </a:prstGeom>
            <a:noFill/>
            <a:ln w="254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94A17EB-4191-C7A1-65B5-7633D64B2496}"/>
                </a:ext>
              </a:extLst>
            </p:cNvPr>
            <p:cNvSpPr/>
            <p:nvPr/>
          </p:nvSpPr>
          <p:spPr>
            <a:xfrm>
              <a:off x="4323008" y="3541690"/>
              <a:ext cx="4773769" cy="699752"/>
            </a:xfrm>
            <a:custGeom>
              <a:avLst/>
              <a:gdLst>
                <a:gd name="csX0" fmla="*/ 0 w 4773769"/>
                <a:gd name="csY0" fmla="*/ 412124 h 699752"/>
                <a:gd name="csX1" fmla="*/ 0 w 4773769"/>
                <a:gd name="csY1" fmla="*/ 0 h 699752"/>
                <a:gd name="csX2" fmla="*/ 4292958 w 4773769"/>
                <a:gd name="csY2" fmla="*/ 0 h 699752"/>
                <a:gd name="csX3" fmla="*/ 4773769 w 4773769"/>
                <a:gd name="csY3" fmla="*/ 699752 h 699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773769" h="699752">
                  <a:moveTo>
                    <a:pt x="0" y="412124"/>
                  </a:moveTo>
                  <a:lnTo>
                    <a:pt x="0" y="0"/>
                  </a:lnTo>
                  <a:lnTo>
                    <a:pt x="4292958" y="0"/>
                  </a:lnTo>
                  <a:lnTo>
                    <a:pt x="4773769" y="699752"/>
                  </a:lnTo>
                </a:path>
              </a:pathLst>
            </a:custGeom>
            <a:noFill/>
            <a:ln>
              <a:solidFill>
                <a:schemeClr val="accent5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50B9EA7-954E-5E75-0FAF-9DE92E30EA9D}"/>
                </a:ext>
              </a:extLst>
            </p:cNvPr>
            <p:cNvSpPr txBox="1"/>
            <p:nvPr/>
          </p:nvSpPr>
          <p:spPr>
            <a:xfrm>
              <a:off x="5552663" y="3294530"/>
              <a:ext cx="47801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 b="1">
                  <a:solidFill>
                    <a:schemeClr val="accent5">
                      <a:lumMod val="75000"/>
                    </a:schemeClr>
                  </a:solidFill>
                </a:rPr>
                <a:t>pin 2</a:t>
              </a:r>
              <a:endParaRPr lang="LID4096" sz="1050" b="1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035CA9F-1A62-3BEF-DF18-7C317BAE501D}"/>
              </a:ext>
            </a:extLst>
          </p:cNvPr>
          <p:cNvSpPr/>
          <p:nvPr/>
        </p:nvSpPr>
        <p:spPr>
          <a:xfrm>
            <a:off x="4009623" y="4228563"/>
            <a:ext cx="270456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EE3DDD2-3093-62C4-E6FB-8CA311889761}"/>
              </a:ext>
            </a:extLst>
          </p:cNvPr>
          <p:cNvSpPr/>
          <p:nvPr/>
        </p:nvSpPr>
        <p:spPr>
          <a:xfrm>
            <a:off x="4372376" y="4211428"/>
            <a:ext cx="323047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10BF45-2A7F-E1E5-4221-09BE4620693B}"/>
              </a:ext>
            </a:extLst>
          </p:cNvPr>
          <p:cNvSpPr txBox="1"/>
          <p:nvPr/>
        </p:nvSpPr>
        <p:spPr>
          <a:xfrm>
            <a:off x="3987674" y="4163068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01</a:t>
            </a:r>
            <a:endParaRPr lang="LID4096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67BBD3-559A-4E43-EEFC-364B180F7EBD}"/>
              </a:ext>
            </a:extLst>
          </p:cNvPr>
          <p:cNvSpPr txBox="1"/>
          <p:nvPr/>
        </p:nvSpPr>
        <p:spPr>
          <a:xfrm>
            <a:off x="4364622" y="4155164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00</a:t>
            </a:r>
            <a:endParaRPr lang="LID4096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92896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B4930-46C1-C266-96F3-0F8881B4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3521FFE-2895-233E-C649-9B08AE9A8B0A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E7AF576-E56F-A2B0-43E0-723EC27F8D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AF6D22-5A5A-B65A-5C61-52BDFD370FC4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827B7CE-E164-1797-D5F5-7DC6A12FE38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A86DB6A-E6FC-611E-5869-C3831A32605F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C436FC1-4345-4F07-CCDA-5136F94E950A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70A2A7E-4DC3-F818-6625-8722E0D73E3F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5C423AEE-515A-313A-7C91-AFDA48CD5CE0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128A8F-27A7-A5B5-91B7-93EBD8E742C8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1B56A423-D097-3B23-3FBD-1DB74741D09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3D86E30C-7F84-985B-0259-3AE33FFCEE4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509D8C7-31B9-BA78-C1B0-DD6CA36B45E1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205E26A9-BD75-9752-F064-1F28E3FDD81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04B6702-3379-BEE7-FF7A-94A86DD0F04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4157860-DCE8-2F8B-8000-C31B8B49933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773ED612-763A-FED1-E3B2-4B8D3642FF3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143F5D6B-A77C-D1E1-CA14-5188FD5B0F5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D46C261-48B9-5CAE-F281-D2516B65C08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1D9CFC9-C6D9-3682-FB44-694939DE91A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D5BC4AFC-6FCA-68A3-08AE-B7FF6751391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738AB4A-2F07-819D-BC97-398D12637D2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C9F1AF7-ED07-0783-7980-C11A2935FE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AA09995-8EA1-8C33-62D2-7EA275AE5BA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5A446A5-77E1-CC3F-1ADC-B576D3D1351E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6F2004D2-E88D-1033-3982-3F40755FC82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71A0560A-96C9-028B-5A4F-B93CECB09B8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2C9C8D9-4229-6615-86C9-3C32303D040A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41B23B9-47B9-632F-0DED-829FAD79A7F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013F982-8967-E4B5-4D97-2AFF102D803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D3A8BE8-DB31-ACC0-1EAD-D46D2B9BBC3A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B700C3D8-556B-233C-6258-9EEAA06F732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BC498DBF-E08B-0722-4C02-486B0BA89F5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45E9425-ABB0-853B-3864-48F747054D3C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4391AE85-FB48-34D3-8BC5-83CE9D63A37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CCB98508-337C-1CC5-D142-AE101330AAC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0852903-5889-9C02-909A-A99BAB9753AF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70DA1B1-E9BE-6CA6-ACCF-7C44D46F31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C29B083-CDC3-FAD0-5AB2-BB4761991C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7DF9120-23CA-FC38-4761-FBDBA423F17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015AA34-0EE4-90FE-A637-86B57D209FBD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0F391A5-BFCF-8F53-5D3E-0E668A279025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044791D-542F-3061-5543-9B0235C83F5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1D3059B-C944-D63D-969F-E70C4696F686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92F527-56E3-3DE1-6DE9-6312EEAC1786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527E805-7D67-AA3A-AF10-155E045D35FC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11B0987-4E86-CE49-1A9E-0BDCC1A09D9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A269ACD-FAD5-4818-8216-6492533AD73E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1A57BD9-99AD-6F23-53C3-34DB09ECB2C1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89F4DBC-A06D-C2C9-5E8D-8C9D63E1475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8E949EB-23A4-3545-B3C9-1646FBCA1383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03FF80EC-6DEB-E5B7-CB0F-A1D8DD163EA2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82C08B3-DF25-FD21-46C4-8AB9365AF89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153BEB1-5981-DA6B-A180-06D65DFFE028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DDE375A-5996-66F4-4B3C-A06E16E7CFB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75124F7-328C-4DD7-0A17-82960F23FFDA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C851486-ECE7-EDB9-A992-6E55E96A1FF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BDFB45B-963D-79F8-D92D-564FCF8C16C0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CC83829-C97C-24A7-D1BD-C49D5D5BCFB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FD2F9F7A-CFA5-0C2E-CA38-3356ABA04381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5F777BB-3306-2BC2-11A1-543AD71E9321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E35A296-4494-3D06-662E-9C93523346E9}"/>
              </a:ext>
            </a:extLst>
          </p:cNvPr>
          <p:cNvSpPr/>
          <p:nvPr/>
        </p:nvSpPr>
        <p:spPr>
          <a:xfrm>
            <a:off x="8751023" y="4020809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A339247C-9C64-1CD0-3548-0FB4E1DF93A6}"/>
              </a:ext>
            </a:extLst>
          </p:cNvPr>
          <p:cNvSpPr/>
          <p:nvPr/>
        </p:nvSpPr>
        <p:spPr>
          <a:xfrm>
            <a:off x="8423503" y="3136431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9718CAD-EF09-968E-2576-466CF583F7DB}"/>
              </a:ext>
            </a:extLst>
          </p:cNvPr>
          <p:cNvGrpSpPr/>
          <p:nvPr/>
        </p:nvGrpSpPr>
        <p:grpSpPr>
          <a:xfrm>
            <a:off x="8474678" y="4027515"/>
            <a:ext cx="631874" cy="503488"/>
            <a:chOff x="5198211" y="3413816"/>
            <a:chExt cx="307830" cy="260468"/>
          </a:xfrm>
        </p:grpSpPr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872F6C69-3965-7B09-5D77-1BA3B46A7B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7DF69F51-C339-818B-8448-EA485F03A145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5C69D208-622B-99A3-4A60-4B01255EAF13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2AF860E2-064B-3314-AA44-8BF5D5F56F73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8D929C8C-86EA-FEDD-C6AB-CE74A950B833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551EAF5-6035-ED9D-588D-3B30DB3CAB0D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C24022E-0F03-F1D7-2663-5E5795B5FF21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8665FE92-28EC-DD03-3252-0D36C68F434D}"/>
              </a:ext>
            </a:extLst>
          </p:cNvPr>
          <p:cNvSpPr/>
          <p:nvPr/>
        </p:nvSpPr>
        <p:spPr>
          <a:xfrm>
            <a:off x="4845284" y="4823108"/>
            <a:ext cx="3706836" cy="5873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E9BA8DF7-FD39-89D8-B145-1721D3984672}"/>
              </a:ext>
            </a:extLst>
          </p:cNvPr>
          <p:cNvSpPr/>
          <p:nvPr/>
        </p:nvSpPr>
        <p:spPr>
          <a:xfrm>
            <a:off x="5355286" y="4546929"/>
            <a:ext cx="3347565" cy="488508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444584"/>
              <a:gd name="csY0" fmla="*/ 178006 h 1535170"/>
              <a:gd name="csX1" fmla="*/ 973123 w 5444584"/>
              <a:gd name="csY1" fmla="*/ 6032 h 1535170"/>
              <a:gd name="csX2" fmla="*/ 2063692 w 5444584"/>
              <a:gd name="csY2" fmla="*/ 370953 h 1535170"/>
              <a:gd name="csX3" fmla="*/ 4467138 w 5444584"/>
              <a:gd name="csY3" fmla="*/ 1524439 h 1535170"/>
              <a:gd name="csX4" fmla="*/ 5444584 w 5444584"/>
              <a:gd name="csY4" fmla="*/ 389893 h 1535170"/>
              <a:gd name="csX0" fmla="*/ 0 w 5444584"/>
              <a:gd name="csY0" fmla="*/ 178006 h 1533418"/>
              <a:gd name="csX1" fmla="*/ 973123 w 5444584"/>
              <a:gd name="csY1" fmla="*/ 6032 h 1533418"/>
              <a:gd name="csX2" fmla="*/ 2063692 w 5444584"/>
              <a:gd name="csY2" fmla="*/ 370953 h 1533418"/>
              <a:gd name="csX3" fmla="*/ 4467138 w 5444584"/>
              <a:gd name="csY3" fmla="*/ 1524439 h 1533418"/>
              <a:gd name="csX4" fmla="*/ 5444584 w 5444584"/>
              <a:gd name="csY4" fmla="*/ 389893 h 1533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444584" h="1533418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4761068" y="439938"/>
                  <a:pt x="5444584" y="38989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4E2AAE60-BE43-CB07-4907-9415E6A2A76D}"/>
              </a:ext>
            </a:extLst>
          </p:cNvPr>
          <p:cNvSpPr/>
          <p:nvPr/>
        </p:nvSpPr>
        <p:spPr>
          <a:xfrm>
            <a:off x="8709418" y="4586577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5BB62E7-B11F-3D4B-D07F-29FAE338A5AE}"/>
              </a:ext>
            </a:extLst>
          </p:cNvPr>
          <p:cNvCxnSpPr>
            <a:cxnSpLocks/>
          </p:cNvCxnSpPr>
          <p:nvPr/>
        </p:nvCxnSpPr>
        <p:spPr>
          <a:xfrm>
            <a:off x="8758296" y="4633618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29AAA2B-DE27-35FD-AEDF-A8967C9AFC91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12432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9DC96-8822-472C-F7EE-CC9F1068F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714ED-34FA-ADB6-6C7C-34AD4B8C3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EE180CE-B172-EE77-5623-6084C8FFCCE5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F93628D-B245-1F7E-EB66-16AADBA93A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E803364-375C-5616-A7F5-25768C652A8F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3EFEFBA-CB5F-EC30-005A-01B298905CE6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11614D3-7A6F-305D-D3F6-2817D8ADA09D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473CA9C-EDCC-73DA-7CCE-3C5D948B022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FACC9DC-C262-3587-0A75-CAE20CE16682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21B80FC-FE04-C481-6264-0F6D7B7296A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C9DC35C-B526-7199-8F34-2D278082174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6CDCE10-0ACC-81F6-4BAF-882F112D4C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5983FC1-E50F-4A8D-4011-1663B18B5F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4A7C127-B54A-76B3-3E4E-21251E63D7BF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9565FAA-E4F1-5CE4-0FC6-D810B8BE4FF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888992AB-C109-8985-D1C2-AD4C3B997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E52DB22-6E40-E263-582F-B1494489F5A8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EA694A15-0CAC-2D1F-A4ED-2539F2F6D6D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1CE14D5C-78D5-6551-F0A5-938EC22EC6A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5EB3A22-C055-1C3D-A730-B8EE02FE945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7C1D4A4-8051-5913-9C8B-3AEA31771E0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59903A7D-3DB6-08C2-B6AF-D6B30F962E8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7ACA3A1-D688-77A4-191E-DBB048F93D86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A5C26670-BE11-D46A-2374-A635233B8D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7F4DA01-0F5D-A5DD-E47D-CD1F1863D5C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6993B-6A6C-129D-17F6-86741E878DBC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6B727D35-AD0E-1496-E29A-5B6EBE9D97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EB1E43BB-0655-9CFE-7008-57D02549CA1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112E584-AC6E-0894-29F7-542330A31935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43CCDA0-A27F-CD74-E8CE-CA0AB65818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9F2D6A1-4E0C-FDFF-3D83-E998B4A7E87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C4863774-7D2B-7055-4533-8BB1373FE556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6F4F57C-A73A-16C4-0759-ABDC3B65818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9FFE8018-4A4F-5443-73D3-68443F4643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13A1235-44F9-B2C9-C68E-4B5DB7C31489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9558FC9-34DA-86AF-D577-C30F629BA81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E4089DB4-DED9-7573-4F77-0B116CAF7F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1DF1841-4023-E4C1-1FF6-10B708CF7658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90AC03A-25AE-20C3-95FC-49534C4B998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F4DCB50-5A31-96A5-60AD-1FC3BC55696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AE2B55C-DE48-37DC-6AE8-CD6E64A496E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5A3501B-D616-4002-F488-59057A84CB3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DFB2316-35E3-B77B-19F6-67B75A33AB8E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ECA753B-A324-8870-E1E3-EA5B13C0818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67B01CF-00E0-2C80-4214-5DC9EB7A8C9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FD58EA-6650-8311-7E5C-96AFF77C585B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E0A48DC-36B9-6673-90D9-396AE3FCC2D2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DF28BF7-134E-C81A-829E-B98F5DB75EF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563573A-B58E-9FE0-BE6A-D8EC70FF12C9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2B0A667-7BD2-8FA7-71D8-28D14DBCB23F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F3F5A97-6315-1338-463A-261A96BAEF86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9C5E7A7-371C-A701-EF7E-0A25980890F5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EDE48C5-21B4-9EF5-B1BD-51C97623E6B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9DE08C-5D13-08C0-D3D7-1A9A808D2AF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ADF02B4-2957-FEB3-4D55-F42ED9DBC8B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BFE8EEE-EB90-D3B3-D2E8-07C0DD282BFA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C8B48EF-9D0A-7E76-463C-97AB25C0EAE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E9518C4-F670-059B-5D81-1C4E4D0E0694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BA0FF50-F17D-FBA0-989D-AE61524AF7EB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C9510A8-452C-6160-99CD-17D496CB2774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078C7CD1-7498-4EDB-AF5F-F8917B2993E0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B7AE8C8-A1D5-312F-ED11-3AB349532740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B9F17120-93C8-B795-4D3A-7E0BC2834D46}"/>
              </a:ext>
            </a:extLst>
          </p:cNvPr>
          <p:cNvSpPr/>
          <p:nvPr/>
        </p:nvSpPr>
        <p:spPr>
          <a:xfrm>
            <a:off x="8751023" y="4245135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7CDCBC53-5996-31A9-E48B-57B3894F36AF}"/>
              </a:ext>
            </a:extLst>
          </p:cNvPr>
          <p:cNvSpPr/>
          <p:nvPr/>
        </p:nvSpPr>
        <p:spPr>
          <a:xfrm>
            <a:off x="8408838" y="3317107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6F65FBEB-A0E5-43A1-32A8-2A7B7E9D7BE7}"/>
              </a:ext>
            </a:extLst>
          </p:cNvPr>
          <p:cNvGrpSpPr/>
          <p:nvPr/>
        </p:nvGrpSpPr>
        <p:grpSpPr>
          <a:xfrm>
            <a:off x="8474678" y="4221613"/>
            <a:ext cx="631874" cy="309390"/>
            <a:chOff x="5198211" y="3413816"/>
            <a:chExt cx="307830" cy="260468"/>
          </a:xfrm>
        </p:grpSpPr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52EBA38-307C-9A88-38BF-A126A8C69C8B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AD7E06A2-12E5-89B9-F911-542BA7A67E1D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9325518A-F13B-0007-CC93-2A46838FBF66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B002974-4CE3-D137-5D6E-877F99626086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3541F1B6-60DE-220B-E8D5-8E1D01306676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3A89B61-BD2E-BD81-643C-1CE625036DB5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256D0C28-1A13-8F81-2089-54250E59B67F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AD69B26-A0A8-C5AC-12D6-43DCC86E4BB5}"/>
              </a:ext>
            </a:extLst>
          </p:cNvPr>
          <p:cNvSpPr/>
          <p:nvPr/>
        </p:nvSpPr>
        <p:spPr>
          <a:xfrm>
            <a:off x="4845284" y="4823108"/>
            <a:ext cx="3706836" cy="5873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7895A499-8DBB-026A-471D-970EAA9F1205}"/>
              </a:ext>
            </a:extLst>
          </p:cNvPr>
          <p:cNvSpPr/>
          <p:nvPr/>
        </p:nvSpPr>
        <p:spPr>
          <a:xfrm>
            <a:off x="5350994" y="4546929"/>
            <a:ext cx="3349244" cy="495708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2ABFFDDD-2FD5-7C54-3CC3-27FE25C91550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F18DED89-ECE9-7717-2153-62DC3C8BD124}"/>
              </a:ext>
            </a:extLst>
          </p:cNvPr>
          <p:cNvSpPr/>
          <p:nvPr/>
        </p:nvSpPr>
        <p:spPr>
          <a:xfrm>
            <a:off x="8709418" y="4800344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53F68E22-5D06-E619-41B2-05D806333B0D}"/>
              </a:ext>
            </a:extLst>
          </p:cNvPr>
          <p:cNvCxnSpPr>
            <a:cxnSpLocks/>
          </p:cNvCxnSpPr>
          <p:nvPr/>
        </p:nvCxnSpPr>
        <p:spPr>
          <a:xfrm>
            <a:off x="8758296" y="4827549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42606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F4AE3-1B2B-B0DC-B446-A7AAE036A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607DF-782F-7735-ABA1-2F462EB97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001C0B7-50FA-DE57-4E91-AEB5E4666C91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747AED4-ABB6-B59C-A968-6A6A9F756F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6EA2276-7344-1FD0-CD15-7AC2590B6A6B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F269BFF-D408-30F2-E6D7-0F52801D999E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E369DCB-8B49-EB40-69E1-6E208A9A914F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3C9C027-4661-DE43-9A39-9EAC79D86AAC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4D3001D-D0BF-7781-140D-8C41D39E1B6E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C92B934-64E7-1236-C931-563EC3A2BEE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4713BEB-4C1E-E7D1-9D9F-42DD3269037C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C843A9A7-CE1E-FD95-BD26-128D908B12D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6BC72B8C-FA57-B5DB-A5C9-6ED538D4260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2FE8019-3906-2B7F-7899-BB09914F7C4F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30A5241C-8B42-8B3B-9847-7F0F6D43F9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72E7D0C7-D12E-13ED-BFEB-374516FDD61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B7166E9B-5327-E224-EF87-CB1F200E975D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08135F0A-37B7-4DA8-7333-ABE6285E72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BFF2646B-E0DB-C3F1-B7CC-F75F0D9636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BFA9F75-60B1-46F3-0329-7E67045B2B25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05AA142E-3633-5967-EDAC-26DEB3664B7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9276382-8C26-8724-8AD9-0728318C7B9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F0EDE69-519B-B0CF-6802-D55D3CAC3380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966BCD50-DD75-F9CD-84F1-56186C3ADD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36C76FA-A5CF-ED09-D2DB-0C727F9CBE8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A774E4-C517-D3FC-D42A-25176969B583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98337690-3A2B-70A5-458F-2C22D1AB4C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37F0F184-E680-B67E-B112-0DEDA77B83A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46CDA75-7BDF-D82D-CC4B-1EE99FB69C9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22F7A1C-507E-F1CB-E88D-274B0A258E2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452116A-58AF-A503-B6F4-FEE9B6CE8F4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E35ECE7-D837-7E3C-F66A-7D7D52010B8E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BCC85AE-E693-07F5-B02B-EDDF4E8F163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B26F573A-5617-FF05-8B1E-42BB71DC926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535FD0A-AE0A-2E00-3828-6E19E88AAAC9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E328F7F3-391D-C1E4-835F-9BA874638BF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7BDB5DF5-64C8-10A1-878B-55E40DFBC56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2C4D6EE-27E4-8442-5AAA-9A359A493F9E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DA6D863A-17BA-E9C6-C742-EC204C0D23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9B98FC3F-98A2-7019-AD95-192A98EAA9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BE564CB-BB6B-D2B3-D27B-AB8631A0A2CE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E4560AB-0914-C2ED-05B3-2AFBEE4B36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80D6205-BCAC-BDF0-05BF-27426DE7219D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70457C4-DEFC-35DD-23D4-39B38AC6719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1D5A498-4688-82BD-901A-9034B06CA47E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63ED64-2819-BED6-580F-659DEAD31E91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3A5380D2-CA3D-5226-B6FD-25554AAFD22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5738BA0-4786-A2D4-E81C-02DF082811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012B5C4-1550-AA8E-5663-4E5401CE33FC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7BFE187-A9D1-824E-5410-55345A2CA4FF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5A81C7B-B0EE-A961-5868-5317864C481C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ECC62E9-EC0D-4F9A-E3FD-85873D2B3320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AC0F022-AA9A-C3B8-BA2A-95A7606B5C30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423129C-1433-4EA9-90F0-DD1BE1CE09C5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416D2D8-F160-C9D8-9781-00EB668367B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0EC6642-63BB-AE97-0DC9-A9BAE9855FFA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49C2242D-0200-187C-F2F3-A665305D77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93BDF7B-F106-F822-D4B5-5F9C9684C06C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BCD3EE1-3ED5-8E57-CC19-258EC4A5CA3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A46BA5F-CDBE-AE71-4CE9-1E8008B53185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164E0DB-203C-61E5-458A-E446C7093533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7C0469C-8F2C-60A7-5BC7-4CF465F45268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BF6289F-E476-9FB3-FBB3-B5935C316DD4}"/>
              </a:ext>
            </a:extLst>
          </p:cNvPr>
          <p:cNvSpPr/>
          <p:nvPr/>
        </p:nvSpPr>
        <p:spPr>
          <a:xfrm>
            <a:off x="8751023" y="4245135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16A86FCE-4713-BC79-B3DC-AFAD0F63029D}"/>
              </a:ext>
            </a:extLst>
          </p:cNvPr>
          <p:cNvSpPr/>
          <p:nvPr/>
        </p:nvSpPr>
        <p:spPr>
          <a:xfrm>
            <a:off x="8408838" y="3317107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E70809FB-4ED5-8AF2-3C7D-13798B9AAA7E}"/>
              </a:ext>
            </a:extLst>
          </p:cNvPr>
          <p:cNvGrpSpPr/>
          <p:nvPr/>
        </p:nvGrpSpPr>
        <p:grpSpPr>
          <a:xfrm>
            <a:off x="8474678" y="4221613"/>
            <a:ext cx="631874" cy="309390"/>
            <a:chOff x="5198211" y="3413816"/>
            <a:chExt cx="307830" cy="260468"/>
          </a:xfrm>
        </p:grpSpPr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B9C89EFD-B714-3674-30A1-1093E4D8E88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858FB535-D823-6C8F-8DCA-DA8204E3DBC9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01DB629-F72F-A4E0-154E-75AB4A31112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F32B9C84-F918-1004-B008-E19218FD5B5F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CD3E5FB-882F-C10A-6454-D4881CF4AA31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132E630E-FD19-2163-82B4-2442B51A2C22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D4294472-59E7-6D7F-FACA-610CB0AFA813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79466D6-E7DE-68AB-9D6A-0293476C4204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C5FC531D-3970-A847-CF4D-44B28147F9EE}"/>
              </a:ext>
            </a:extLst>
          </p:cNvPr>
          <p:cNvSpPr/>
          <p:nvPr/>
        </p:nvSpPr>
        <p:spPr>
          <a:xfrm>
            <a:off x="3191636" y="3189528"/>
            <a:ext cx="5508602" cy="1791542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127130" h="5623622">
                <a:moveTo>
                  <a:pt x="0" y="1016083"/>
                </a:moveTo>
                <a:cubicBezTo>
                  <a:pt x="316129" y="-237370"/>
                  <a:pt x="2000659" y="-232233"/>
                  <a:pt x="3521847" y="494825"/>
                </a:cubicBezTo>
                <a:cubicBezTo>
                  <a:pt x="5043035" y="1221883"/>
                  <a:pt x="7575857" y="6853425"/>
                  <a:pt x="9127130" y="537843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463176E1-D76B-36C8-82E6-00A8DA8C9AFB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2E98AC54-3022-1CA0-E730-E36ABBFB7B89}"/>
              </a:ext>
            </a:extLst>
          </p:cNvPr>
          <p:cNvSpPr/>
          <p:nvPr/>
        </p:nvSpPr>
        <p:spPr>
          <a:xfrm>
            <a:off x="8709418" y="4800344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3D21A9C-1845-A5DF-CEC4-A35E170EA1F6}"/>
              </a:ext>
            </a:extLst>
          </p:cNvPr>
          <p:cNvCxnSpPr>
            <a:cxnSpLocks/>
          </p:cNvCxnSpPr>
          <p:nvPr/>
        </p:nvCxnSpPr>
        <p:spPr>
          <a:xfrm>
            <a:off x="8758296" y="4827549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8CE4D138-4627-FB7B-2A12-2BC7C359A7B1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F88B9261-954F-16D0-E1CD-80ACF56548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FF5A3A23-D27E-F723-4656-F9139311156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BE1CF0BD-3E43-8443-E487-D6D2D33AB95D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11EB49CF-A947-5B55-3FFC-FDA4E9138AEE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7A0299B6-B31F-9CD2-7C19-48AC2BB02470}"/>
                </a:ext>
              </a:extLst>
            </p:cNvPr>
            <p:cNvCxnSpPr>
              <a:stCxn id="110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20EE4EEB-C51A-4516-6EE2-61DFBDD3AE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2440D997-2297-A6B0-CEFA-6842DB2D86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0196024C-E924-3169-999B-0C505F888E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3EC714A9-995C-BE6D-0283-998ED6B34E0E}"/>
                </a:ext>
              </a:extLst>
            </p:cNvPr>
            <p:cNvCxnSpPr>
              <a:cxnSpLocks/>
              <a:stCxn id="29" idx="2"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652ED298-1BD8-94AF-B474-B7C10C85FB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73BBEB20-2F98-AAEF-F7CC-94135A12E253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88438ACF-7914-A3FB-20FF-CDB6B9A5D03E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298EA1C-F4F1-0FDE-403F-73F476B082DA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1DC6E4FD-16B8-9C90-9DB4-8498EE2F63D2}"/>
                </a:ext>
              </a:extLst>
            </p:cNvPr>
            <p:cNvSpPr txBox="1"/>
            <p:nvPr/>
          </p:nvSpPr>
          <p:spPr>
            <a:xfrm>
              <a:off x="1151300" y="5056932"/>
              <a:ext cx="35939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3.3V</a:t>
              </a:r>
              <a:endParaRPr lang="LID4096" sz="700"/>
            </a:p>
          </p:txBody>
        </p:sp>
      </p:grpSp>
    </p:spTree>
    <p:extLst>
      <p:ext uri="{BB962C8B-B14F-4D97-AF65-F5344CB8AC3E}">
        <p14:creationId xmlns:p14="http://schemas.microsoft.com/office/powerpoint/2010/main" val="2056914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6A418-E670-ADC5-71F1-0E92F0964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627D1-C11B-8238-11AA-646C6153F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5D81299-86D4-5D0E-7270-2DB4930591B4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3338FE9-2D92-A8D6-9BFB-8879F8D83E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A6D4C78-88F2-D5C2-3B7A-551AA4901DF5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C17AB290-73A6-63E7-B863-B7388A44A6D1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8D54123-0AFC-7BBB-5DBD-5BA73177D2B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F495C51-005D-4547-397A-323D39BC38D7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A146C53-5BFA-20AA-879A-03C949B5EBE2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FE635BA-166F-B635-623A-C7BBF2029217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61236D0-ED94-B80D-312A-ED9E238FFD23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75CC1B4E-CC7D-6193-D8D6-39A1CFC1D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421A6F9F-80A2-E79A-1B0E-FFC98B8DB12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91D37AB-4A19-CD32-A355-8DD8EF122412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0CB25C07-B9E4-9F6A-BABD-EBA7EC38C4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5A6F39EE-8DEA-603A-031E-A4BBADB512C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B894E340-3372-2BE0-3766-05914E740190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BEA89529-C42D-5D49-75C2-958010CA3B8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B8ADDB6-9BB5-DF77-EA88-7EFD4BD2E9E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AF0C993-758C-0682-2A65-D4795BF2640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E1CBD221-88BB-DE1A-3FC0-CFD1E9FE761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528F8B56-7F9E-377A-BA89-2A0859C14FC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3A430E6-25A0-7034-66AD-F8DAE2602EE9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6C3E776-108B-C42C-FAD3-5D55CB8CF78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2D08DC0D-3895-6D57-D45D-BFFA130EB5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C2CC0F1C-DBC4-5F42-7B7F-09667E7C918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1DE12E0-96D3-7459-61EA-0CD76331F04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BAB4C9A-043A-2DC1-8C1B-30791638B38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31E6788-C285-464D-E94A-D6E7CF0A0E24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6C815C75-9A78-B05C-38ED-6EC8CF7945D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C9859FB-4FE4-3DB8-AC68-1A492BA75AA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E25BB55-D277-89BC-1311-2C21F4D6A5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44AB3A5B-D421-5593-6C70-AF325235C6F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A6F64642-3BB8-8C15-9E3A-6DE464B6F15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09BE9C0D-3A78-6B96-B4BF-0539EAE611CF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29C1101-0876-9D8F-142F-A3520F76E0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A1BB95E3-79DA-5966-602B-69371774599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67EDCDA-B948-8E05-D18D-83202F6120B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6EEEABD-AB0E-800A-3B42-E169BD6EB40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059F3EE-ED1D-BCF3-98E7-8850B0DF4A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1EDE69F-6F1A-095A-C5E0-A3602400463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ADE2512-AB43-E7A6-2414-C1D6518DC1E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341407F-434C-81D0-33A6-E7828427AE06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5FCEB5F-1348-2668-723E-C6551B81AE65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A160217-8E84-301F-9D5D-33F72BC9FAF5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E7478F0-3EA6-AD09-3E32-D584B307F6BE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5553BBF-C400-508F-8513-F15BB9EF55B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A1A75EF-1B59-9452-74E1-203F46DCC14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B6153012-C987-2FAF-870C-10B27903F054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4DDDC79-18AE-1AA8-6DA0-8BD963741C47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E4512CA-D826-59BA-5A5A-A53F02F569C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0A580CF-F970-05C8-8A23-F02901C14FD9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012DBF3-401C-5260-90CD-FEB30CB479BA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18E0B57-96F2-71BE-1B97-305CE33CFB90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4B3A274-1543-9E70-8182-FD14B8B31B0C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861E82C-8E82-7C11-285C-83CCC7D774CB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AF1BFCE-37F0-AA22-AEEC-E20D578A2AE6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C081751-AE4A-063A-4CBB-9FDFE8A3F9E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A195B86C-C88A-0618-5D81-2A89DF79D251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88233F4-BC49-C019-A0A1-726D9354D20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D5A99CAC-7F4E-454B-6057-F4D967CA25CC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3E820B62-7829-DC32-990A-8E32B1B0D43E}"/>
              </a:ext>
            </a:extLst>
          </p:cNvPr>
          <p:cNvSpPr/>
          <p:nvPr/>
        </p:nvSpPr>
        <p:spPr>
          <a:xfrm>
            <a:off x="3191636" y="3125636"/>
            <a:ext cx="5534359" cy="1891605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  <a:gd name="csX0" fmla="*/ 0 w 9127130"/>
              <a:gd name="csY0" fmla="*/ 1016083 h 5687638"/>
              <a:gd name="csX1" fmla="*/ 3521847 w 9127130"/>
              <a:gd name="csY1" fmla="*/ 494825 h 5687638"/>
              <a:gd name="csX2" fmla="*/ 9127130 w 9127130"/>
              <a:gd name="csY2" fmla="*/ 5378433 h 5687638"/>
              <a:gd name="csX0" fmla="*/ 0 w 9127130"/>
              <a:gd name="csY0" fmla="*/ 1216636 h 5888191"/>
              <a:gd name="csX1" fmla="*/ 3521847 w 9127130"/>
              <a:gd name="csY1" fmla="*/ 695378 h 5888191"/>
              <a:gd name="csX2" fmla="*/ 9127130 w 9127130"/>
              <a:gd name="csY2" fmla="*/ 5578986 h 5888191"/>
              <a:gd name="csX0" fmla="*/ 0 w 9169806"/>
              <a:gd name="csY0" fmla="*/ 1216636 h 5108584"/>
              <a:gd name="csX1" fmla="*/ 3521847 w 9169806"/>
              <a:gd name="csY1" fmla="*/ 695378 h 5108584"/>
              <a:gd name="csX2" fmla="*/ 9169806 w 9169806"/>
              <a:gd name="csY2" fmla="*/ 4743501 h 5108584"/>
              <a:gd name="csX0" fmla="*/ 0 w 9169806"/>
              <a:gd name="csY0" fmla="*/ 1216636 h 5937718"/>
              <a:gd name="csX1" fmla="*/ 3521847 w 9169806"/>
              <a:gd name="csY1" fmla="*/ 695378 h 5937718"/>
              <a:gd name="csX2" fmla="*/ 9169806 w 9169806"/>
              <a:gd name="csY2" fmla="*/ 4743501 h 59377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169806" h="5937718">
                <a:moveTo>
                  <a:pt x="0" y="1216636"/>
                </a:moveTo>
                <a:cubicBezTo>
                  <a:pt x="316129" y="-36817"/>
                  <a:pt x="2925341" y="-503320"/>
                  <a:pt x="3521847" y="695378"/>
                </a:cubicBezTo>
                <a:cubicBezTo>
                  <a:pt x="4801194" y="2891268"/>
                  <a:pt x="7433597" y="8334151"/>
                  <a:pt x="9169806" y="474350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E6E3190-900A-4F48-8E95-2FA9CFE92AB0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848F81BB-693E-D504-3A39-7E3BC5BE6E79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24CE822-BDD1-C07C-3FD1-880E577D4419}"/>
              </a:ext>
            </a:extLst>
          </p:cNvPr>
          <p:cNvSpPr/>
          <p:nvPr/>
        </p:nvSpPr>
        <p:spPr>
          <a:xfrm>
            <a:off x="8751023" y="4020809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11864973-8891-B54B-62C2-ABD8E7C22CE1}"/>
              </a:ext>
            </a:extLst>
          </p:cNvPr>
          <p:cNvSpPr/>
          <p:nvPr/>
        </p:nvSpPr>
        <p:spPr>
          <a:xfrm>
            <a:off x="8423503" y="3136431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55E6B65-7C51-20FC-7DF9-9BFEF42B799B}"/>
              </a:ext>
            </a:extLst>
          </p:cNvPr>
          <p:cNvGrpSpPr/>
          <p:nvPr/>
        </p:nvGrpSpPr>
        <p:grpSpPr>
          <a:xfrm>
            <a:off x="8474678" y="4027515"/>
            <a:ext cx="631874" cy="503488"/>
            <a:chOff x="5198211" y="3413816"/>
            <a:chExt cx="307830" cy="260468"/>
          </a:xfrm>
        </p:grpSpPr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B39E01C8-78EF-A5E1-ABD3-C48BEDD82DC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758ED3E3-0339-FE84-1AFA-D928047A48E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152448D4-0780-5B44-B69C-629153D00B9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298E3AA5-69CE-16A5-B732-B35E86F815D0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B14848AD-72E0-6C38-187B-EE5A663A306D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2E8F94DF-6C35-5989-55A7-DA0C797A8FBF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B4FB9A47-60EB-EDDB-2ADB-D778E103CCCC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4812C4FB-67CE-54A5-233C-3A24EF7CEE70}"/>
              </a:ext>
            </a:extLst>
          </p:cNvPr>
          <p:cNvSpPr/>
          <p:nvPr/>
        </p:nvSpPr>
        <p:spPr>
          <a:xfrm>
            <a:off x="8709418" y="4586577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E2478933-377C-44C6-9703-2F41175A8C38}"/>
              </a:ext>
            </a:extLst>
          </p:cNvPr>
          <p:cNvCxnSpPr>
            <a:cxnSpLocks/>
          </p:cNvCxnSpPr>
          <p:nvPr/>
        </p:nvCxnSpPr>
        <p:spPr>
          <a:xfrm>
            <a:off x="8758296" y="4633618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440CC129-B817-F106-CE13-F7F0C7C9A755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6564ADC-F09B-83B1-C9AD-5702100EB37B}"/>
              </a:ext>
            </a:extLst>
          </p:cNvPr>
          <p:cNvSpPr txBox="1"/>
          <p:nvPr/>
        </p:nvSpPr>
        <p:spPr>
          <a:xfrm>
            <a:off x="4601200" y="5051551"/>
            <a:ext cx="679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sz="1800" b="1">
                <a:solidFill>
                  <a:srgbClr val="C00000"/>
                </a:solidFill>
              </a:rPr>
              <a:t>??V</a:t>
            </a:r>
            <a:endParaRPr lang="LID4096" sz="1800" b="1" dirty="0">
              <a:solidFill>
                <a:srgbClr val="C00000"/>
              </a:solidFill>
            </a:endParaRP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E2B2206F-74D9-EF21-2174-83C401873249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25FAE130-4071-F1BE-BB26-568046449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93458E6-9C7F-7801-05F1-8F28A81E12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BA199767-7D88-6B80-3E5A-1CEF4E45FCEA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848C5225-AC76-8B51-F7EC-C9F77DD6BA6A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72EC6D4-DCD4-967F-D382-6910FAA1CB85}"/>
                </a:ext>
              </a:extLst>
            </p:cNvPr>
            <p:cNvCxnSpPr>
              <a:stCxn id="98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A620419B-AB55-9AC9-EB12-F78BC9FF75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BE2A7026-7CF2-A427-2059-8FE564D81A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0D9884C-84A2-95AE-466D-6258C13A96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EED42D86-4490-A70C-BB0B-98C2758D1D6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1AFB82F-EE76-E5FE-D73E-66593A17B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5D3F3EEE-4B09-A7DC-1470-433E7332B585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52B2D1C9-4182-6EE9-19B9-B40389DDA6E1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A4F9D419-D472-5612-2C07-7ECC2D502D97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759323DD-62C6-345F-E433-D7E0F3ED9714}"/>
                </a:ext>
              </a:extLst>
            </p:cNvPr>
            <p:cNvSpPr txBox="1"/>
            <p:nvPr/>
          </p:nvSpPr>
          <p:spPr>
            <a:xfrm>
              <a:off x="1151300" y="5056932"/>
              <a:ext cx="3273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??V</a:t>
              </a:r>
              <a:endParaRPr lang="LID4096" sz="700"/>
            </a:p>
          </p:txBody>
        </p:sp>
      </p:grpSp>
    </p:spTree>
    <p:extLst>
      <p:ext uri="{BB962C8B-B14F-4D97-AF65-F5344CB8AC3E}">
        <p14:creationId xmlns:p14="http://schemas.microsoft.com/office/powerpoint/2010/main" val="28244637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D97CC-22BC-70F3-769D-373BAAB5F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3099B-89A7-4836-369C-D5C08E0B1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 – Pull Down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B83D3FD-0A12-6445-8DC4-349066EB4103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2283585-12E3-CAC9-B934-4AF4CDDE42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ACA62E3-6E8E-6B7A-C07F-9C34D611948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8A7ED04C-E85C-939C-0D8B-B1C80B2623CC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EB2DDD54-FC65-5112-5EAC-8FFB82667CAF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CD892A4-3A0F-D089-CCBD-9F6F2C80A16B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280EDA4-AB49-2BAE-D543-6BCD4BDA022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E83E0AB-A437-B3AF-8934-0BCD466101DC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7D0673E-E9F2-232E-80B5-C089474E083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87FB0C-D89F-3DBC-4B4F-0FDC726DC62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309CD830-703E-6540-1F2D-845D3C12134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375878D-6B8D-019A-D0BB-06742E772B9F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1BE85B9-F5E4-F220-D6B1-3E79E2255AB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8021D5A-09A5-E163-7650-36C90A068A0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9843F30-BBFF-5007-0176-5C023E330D99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8873124-ACA2-D451-2068-A44F1C9002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CEE8B2D8-DC15-66B3-A234-CA9C16C89C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B6547FA-0F42-3148-651B-BCBB7031CC22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9D1B5C6-7ABD-8B1C-1399-84B21953D42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6DD17C7-DFBE-B9D7-867C-8BE049C97C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FE143ED-AEED-ECE7-5CC5-A766C8035830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D0AC0254-26C4-ECF4-F85E-EDCA0DFE287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654FB3CA-D320-08CE-73D3-BCB6264AB45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2A6D886-3FAA-9C1E-8E1E-2CDC622FC1ED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D3362A02-66AD-BCA9-6F12-6821800010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F473BCE4-82EF-AD61-4BE2-74C4E2C6F69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F2E7D57-D701-F8E9-6279-BEE47FF5906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6B693D-3A8C-CABD-6C85-E02A44F8BFF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56BEF695-A871-6448-E028-44091F23C21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EE1DBEE-F4AF-F5CC-3632-22B4A5B9F8D9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9E8DBC3-65BA-EE1E-BAE1-9ACB81E165D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4463359-F7F3-3858-C92E-CB0A7BC178B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94EA682-06C7-3BB9-488D-9047D4B7FF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F3A090B-166B-16D8-EE6B-FE5C5152A9F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781727A9-11C5-BB70-6276-501A869BF6B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ED05E0B0-0A17-A98C-45E6-57C577130904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B1F15BBD-450B-5BA6-5DA6-41F2CEE9B74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DD2DA658-0AEA-FBC5-3690-B3F447A4FA5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2D8C660-C1B3-AB4D-6B2F-DE29824D1B7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95E5FC1-1DFD-769F-1293-E24A4271D65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12AE0B7-6560-6DA1-926A-C3BCBB5135A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F4C69D-BF05-8717-3481-15B171612A4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E11CAFE-0F13-59D7-8E62-A5C2AABAC45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E1CC7BB-C117-E6DC-9C9F-1F47D2259CAB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975C4DC-BAD6-FAAF-D863-5507D535EA26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AA7C7CB-5CAD-C1E9-11D0-0A014FC64A23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20FDB6C-C57F-7B50-1B79-645293996334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FA63079-8C73-7E14-9B7A-025E61BD4590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A2CB882-77B0-39AD-AAC0-D8F7E4222F87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D5B9160-53E6-CC21-5EC5-77A24ADB730E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10B00DA-F695-8428-5DE7-272A1118CDA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A36C48A-DEDD-26B9-8E35-45C69946439A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9D47113-5506-F031-E366-D6F6B885EE6A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EEBABF9-6F74-3067-A6B3-156D26EADBD5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72B233C-DF12-DBF9-393C-CF061F840D2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EC4013A-AB70-415A-273A-D974E2055414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B1C96BD-03E6-75D1-D407-C35C9524D65A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0DC99AE-8F30-5B21-7EFF-465B93A00B34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01EA7522-0DC5-D78E-7094-FA0B3BA9B704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AF061E2-D363-4D56-BDD4-741F35D9EF4E}"/>
              </a:ext>
            </a:extLst>
          </p:cNvPr>
          <p:cNvSpPr/>
          <p:nvPr/>
        </p:nvSpPr>
        <p:spPr>
          <a:xfrm>
            <a:off x="3191636" y="3125636"/>
            <a:ext cx="5534359" cy="1891605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  <a:gd name="csX0" fmla="*/ 0 w 9127130"/>
              <a:gd name="csY0" fmla="*/ 1016083 h 5687638"/>
              <a:gd name="csX1" fmla="*/ 3521847 w 9127130"/>
              <a:gd name="csY1" fmla="*/ 494825 h 5687638"/>
              <a:gd name="csX2" fmla="*/ 9127130 w 9127130"/>
              <a:gd name="csY2" fmla="*/ 5378433 h 5687638"/>
              <a:gd name="csX0" fmla="*/ 0 w 9127130"/>
              <a:gd name="csY0" fmla="*/ 1216636 h 5888191"/>
              <a:gd name="csX1" fmla="*/ 3521847 w 9127130"/>
              <a:gd name="csY1" fmla="*/ 695378 h 5888191"/>
              <a:gd name="csX2" fmla="*/ 9127130 w 9127130"/>
              <a:gd name="csY2" fmla="*/ 5578986 h 5888191"/>
              <a:gd name="csX0" fmla="*/ 0 w 9169806"/>
              <a:gd name="csY0" fmla="*/ 1216636 h 5108584"/>
              <a:gd name="csX1" fmla="*/ 3521847 w 9169806"/>
              <a:gd name="csY1" fmla="*/ 695378 h 5108584"/>
              <a:gd name="csX2" fmla="*/ 9169806 w 9169806"/>
              <a:gd name="csY2" fmla="*/ 4743501 h 5108584"/>
              <a:gd name="csX0" fmla="*/ 0 w 9169806"/>
              <a:gd name="csY0" fmla="*/ 1216636 h 5937718"/>
              <a:gd name="csX1" fmla="*/ 3521847 w 9169806"/>
              <a:gd name="csY1" fmla="*/ 695378 h 5937718"/>
              <a:gd name="csX2" fmla="*/ 9169806 w 9169806"/>
              <a:gd name="csY2" fmla="*/ 4743501 h 59377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169806" h="5937718">
                <a:moveTo>
                  <a:pt x="0" y="1216636"/>
                </a:moveTo>
                <a:cubicBezTo>
                  <a:pt x="316129" y="-36817"/>
                  <a:pt x="2925341" y="-503320"/>
                  <a:pt x="3521847" y="695378"/>
                </a:cubicBezTo>
                <a:cubicBezTo>
                  <a:pt x="4801194" y="2891268"/>
                  <a:pt x="7433597" y="8334151"/>
                  <a:pt x="9169806" y="474350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5C8A6DB-4204-937C-AA50-3A0FA29741A4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9DDB712A-B048-798A-527C-115F6761FB1C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E349F92-FB37-52CD-7557-7C94C0EB8630}"/>
              </a:ext>
            </a:extLst>
          </p:cNvPr>
          <p:cNvSpPr/>
          <p:nvPr/>
        </p:nvSpPr>
        <p:spPr>
          <a:xfrm>
            <a:off x="8751023" y="4020809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2E23BF6D-CAF9-ECAD-0A9D-D380FA9F7A74}"/>
              </a:ext>
            </a:extLst>
          </p:cNvPr>
          <p:cNvSpPr/>
          <p:nvPr/>
        </p:nvSpPr>
        <p:spPr>
          <a:xfrm>
            <a:off x="8423503" y="3136431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FA0A672-96E7-1FE4-8355-379B3237594A}"/>
              </a:ext>
            </a:extLst>
          </p:cNvPr>
          <p:cNvGrpSpPr/>
          <p:nvPr/>
        </p:nvGrpSpPr>
        <p:grpSpPr>
          <a:xfrm>
            <a:off x="8474678" y="4027515"/>
            <a:ext cx="631874" cy="503488"/>
            <a:chOff x="5198211" y="3413816"/>
            <a:chExt cx="307830" cy="260468"/>
          </a:xfrm>
        </p:grpSpPr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1925E5C8-9842-4A48-AA35-6CFD31ED13E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CEEDEF0-0344-7099-E202-6FF5E212CFC5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3204C5AC-EE4C-F740-AB83-925D09C70ACE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D10892E0-9281-7AB8-83D1-23B9F73A63EF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38019444-3888-C639-B4DA-653CB7C7CF58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979ECBB6-F222-164D-89BC-690284696676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B5EFB568-4E68-1EF1-C7A3-C32E5AA74793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FBCB8AD1-6A6E-37E2-56F1-DEA3C4202B3A}"/>
              </a:ext>
            </a:extLst>
          </p:cNvPr>
          <p:cNvSpPr/>
          <p:nvPr/>
        </p:nvSpPr>
        <p:spPr>
          <a:xfrm>
            <a:off x="8709418" y="4586577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7C092F41-82C5-5B21-778F-B84B4D74EF2F}"/>
              </a:ext>
            </a:extLst>
          </p:cNvPr>
          <p:cNvCxnSpPr>
            <a:cxnSpLocks/>
          </p:cNvCxnSpPr>
          <p:nvPr/>
        </p:nvCxnSpPr>
        <p:spPr>
          <a:xfrm>
            <a:off x="8758296" y="4633618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D1A91212-2238-F738-6357-0479B5A0AF70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22B6B7E9-09AE-0F90-D0EE-72E97A978AB5}"/>
              </a:ext>
            </a:extLst>
          </p:cNvPr>
          <p:cNvSpPr/>
          <p:nvPr/>
        </p:nvSpPr>
        <p:spPr>
          <a:xfrm rot="15300440">
            <a:off x="3595486" y="4477126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5780DAA-7951-F814-8E7C-4B9C6D04616C}"/>
              </a:ext>
            </a:extLst>
          </p:cNvPr>
          <p:cNvGrpSpPr/>
          <p:nvPr/>
        </p:nvGrpSpPr>
        <p:grpSpPr>
          <a:xfrm rot="12438241">
            <a:off x="4302480" y="5083408"/>
            <a:ext cx="550143" cy="184758"/>
            <a:chOff x="7629989" y="5236460"/>
            <a:chExt cx="1027147" cy="344953"/>
          </a:xfrm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471297E-EC31-54C5-77B3-97E1071989AC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44C27E41-22EE-6CD6-140B-2EE500F6236B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55D7D718-5F8B-EF83-0800-CEFED50004A6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9FF4EF2-B3AF-3252-D1DB-50AAB08EBC01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54D9D03C-D740-ED5C-6BEB-9B2040CF54AF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2FA6BBC8-801A-E3A9-6C70-1E6ED499828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24B0FC03-24DB-5A11-DE3B-C19B5E6DB0CC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2EA74284-EA0A-B8F2-575C-30CA230F3914}"/>
              </a:ext>
            </a:extLst>
          </p:cNvPr>
          <p:cNvSpPr/>
          <p:nvPr/>
        </p:nvSpPr>
        <p:spPr>
          <a:xfrm rot="15300440">
            <a:off x="4900770" y="5210290"/>
            <a:ext cx="272702" cy="345054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sX0" fmla="*/ 666925 w 666925"/>
              <a:gd name="csY0" fmla="*/ 0 h 755009"/>
              <a:gd name="csX1" fmla="*/ 0 w 666925"/>
              <a:gd name="csY1" fmla="*/ 755009 h 755009"/>
              <a:gd name="csX0" fmla="*/ 272702 w 272702"/>
              <a:gd name="csY0" fmla="*/ 0 h 345054"/>
              <a:gd name="csX1" fmla="*/ 0 w 272702"/>
              <a:gd name="csY1" fmla="*/ 345054 h 345054"/>
              <a:gd name="csX0" fmla="*/ 272702 w 272702"/>
              <a:gd name="csY0" fmla="*/ 0 h 345054"/>
              <a:gd name="csX1" fmla="*/ 0 w 272702"/>
              <a:gd name="csY1" fmla="*/ 345054 h 345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72702" h="345054">
                <a:moveTo>
                  <a:pt x="272702" y="0"/>
                </a:moveTo>
                <a:cubicBezTo>
                  <a:pt x="181801" y="115018"/>
                  <a:pt x="118747" y="308601"/>
                  <a:pt x="0" y="345054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0546C68-FD4A-C5A8-4E48-CD08AF02E69A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F0FC646D-AE95-F7A8-94E7-D7AD31EDE0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12088B4F-82A3-8672-D1AC-3B1C88069B6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9997E6D8-E661-E7B1-8394-AC0BF7CF47C1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2F2DE051-B03C-9D10-A7BA-BB37F20EDEE1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13D3E739-BBD3-582C-A046-70F482A10053}"/>
                </a:ext>
              </a:extLst>
            </p:cNvPr>
            <p:cNvCxnSpPr>
              <a:stCxn id="93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B97C7EE7-3E46-D94C-4F83-5BE6579670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DC0D06A8-C328-171B-6C9D-1AF0408E90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D7C98D63-5F43-E078-77EB-FF0F9AA13A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92AD545B-32FB-D4A8-898D-8EA9BCCF377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76457222-894B-E43E-F2D5-2AA2D193E4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DAEFD179-174B-889E-6F60-660BB50FD75C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A43578FF-1A15-2244-A4B4-69AF33414A03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69E0F9F1-0E21-E329-E4AF-76E392651CE8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8923055-0D26-ED76-F85D-B0D7B5E23633}"/>
                </a:ext>
              </a:extLst>
            </p:cNvPr>
            <p:cNvSpPr txBox="1"/>
            <p:nvPr/>
          </p:nvSpPr>
          <p:spPr>
            <a:xfrm>
              <a:off x="1151300" y="5056932"/>
              <a:ext cx="285656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0V</a:t>
              </a:r>
              <a:endParaRPr lang="LID4096" sz="700"/>
            </a:p>
          </p:txBody>
        </p:sp>
      </p:grpSp>
    </p:spTree>
    <p:extLst>
      <p:ext uri="{BB962C8B-B14F-4D97-AF65-F5344CB8AC3E}">
        <p14:creationId xmlns:p14="http://schemas.microsoft.com/office/powerpoint/2010/main" val="38280675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0429-5EB4-EBA6-4389-32B7AEB9E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B991E-B491-33DF-302B-163AB010A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 – Pull Down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C3590CD-EF56-3D98-449E-5FA66B0713F5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72FB474-3B85-BE64-1C2F-5D43A86C6B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C59D874-4F2F-FE26-145A-1491155027E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7ADF1FC-599E-7C0D-AD1F-28088BDFC017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B5BBD45-E212-52BB-3F3F-23BA07F0D78C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9CE8B47-F98E-0B45-B923-DC22A3892E65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31A7ED6-86D4-3277-96ED-3D736A3ED591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E4EBFAE-7046-ED76-FE0E-03A182BBE810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A4D424B-3A85-87CE-9A3D-7DFD3BEAD24B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38E6F878-EE88-DC08-4B45-79701518C3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22E2F40-5120-7E10-2D07-6FAC964FB5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429A785-402F-ACDC-936E-D14221B6CB04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6D316B92-D136-0707-0B70-53AD6994A95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84170E0-EE35-405E-BC4F-90A76380AD5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CA8C9E2-0787-4662-B4A4-562D5D990A5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D24AB482-57B6-E20B-95AA-B2A0AFC92A3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E630F53B-4327-B876-1B28-BEB345AAA5A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ACF41749-9D0E-E779-FDE3-252C0D7C43A0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DE3BBD49-CE1D-6C98-C650-9A9D6CDF6AB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1EBA0A6-3F1C-E82E-B369-90C5EA0A99A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C09966C-C704-A06E-3856-7BCD141A7280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A528749B-260F-8D64-FC16-A1838CDFCC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0D215922-2912-0727-91E5-EAFA7234B49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B46AEF4-FD45-7B5B-14E1-E0E071E26EFC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B104560-1B9C-200C-F36B-0B9ADC40A2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41F976E0-5A7A-266A-9264-8B3B64BCB3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87353F7C-D417-E20A-DF30-F998970BFC7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1FB15D27-24E0-6528-89A9-36F7C722CA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26227BB9-9D01-9038-61BF-194B0685A3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DC88B3B-3FE8-0FC8-3E39-09915B1D85DB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0A720D6A-A40E-A47B-31BF-316869BA09B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B55EE1EE-8F89-2953-64AA-9D63A92B44A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3AC1DC3-9687-B9B6-B28C-9693E72DD2FF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C6D2E8B7-7036-B889-3193-12BB0137C57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EBEB0DA-4434-E814-F2F6-99C9994CD8C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753163C-AF76-A3A6-452A-20D029CA55A0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6D30FC0-4753-9097-94F4-192EFF0CCF9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B56AFA90-5198-C00F-6B6F-64546F86CD5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D3E532A-09D0-6A11-6F0B-D0B61F55EF70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96A53A9-67BF-F2CE-76D3-32F05F78CF2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1BB22F4-3F30-8D0D-079F-D0DAD0B0F36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54EF6F6-7A16-1B2F-DEAB-CD1CC37B5B3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DB4380A-0B70-F741-E527-DC5181BA9E7B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FA9A80A-18B5-43B8-BFE7-DF962C596157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2D4E810-BD9E-087E-BA6F-E9AC496796D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C2B1AE5-9BCE-D090-CA0A-847228028F89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F0EBA70-E5AA-0256-304D-DDB3D8EBEA4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7684165-BC1C-041F-8051-B866B5C72B47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3AC7BDB-8761-0975-71BF-90625F47FB09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BD08B7F-D2AD-DE14-920C-DED13FD0BD16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0390376A-3401-D177-A936-D523D0DE387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07A4BD0-EC6F-F07E-6802-3B42A5284F61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F31DAC2-CEE0-4175-8BD5-E4F45D69B7D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4D426B3-ACF1-F149-AFE5-B48F438A748C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C4B4120-789F-652B-3237-5E73732EBF7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8AFE926-15B4-3163-9531-3ABDBC26E940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2ADDB13-BB21-FA86-B4A5-2D2A833E9F12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AD5DDD7-B902-160D-09E6-3AACB52B5A17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026265F6-27A7-F0D6-EE05-0F3F1AA7740B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DE938066-83EF-DA7A-7026-938E60CD0BAC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7CD3CD1-48F2-3A65-49C0-1277129BC96E}"/>
              </a:ext>
            </a:extLst>
          </p:cNvPr>
          <p:cNvSpPr/>
          <p:nvPr/>
        </p:nvSpPr>
        <p:spPr>
          <a:xfrm rot="15300440">
            <a:off x="3595486" y="4477126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EF8F3B5D-AD29-1192-2114-D4A297CFBD11}"/>
              </a:ext>
            </a:extLst>
          </p:cNvPr>
          <p:cNvGrpSpPr/>
          <p:nvPr/>
        </p:nvGrpSpPr>
        <p:grpSpPr>
          <a:xfrm rot="12438241">
            <a:off x="4302480" y="5083408"/>
            <a:ext cx="550143" cy="184758"/>
            <a:chOff x="7629989" y="5236460"/>
            <a:chExt cx="1027147" cy="344953"/>
          </a:xfrm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0B8E2110-82DD-1515-3119-359D949774F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D76BFE33-1416-7237-6686-5CDDFB1D8BE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C0A5E6CD-A784-7FE0-D223-D13A377F8C9F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978E740-751C-7CE4-C0EF-CDCAA55042C8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AB9B66DA-5F7D-0E32-7B16-0330742126A6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2FE125BC-AAB9-68DA-EF69-034319904E0A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E60ECB86-7D4B-CAFB-1860-BBC64B3604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731CCE4E-E5F0-3BA5-056C-C30EAD039BE9}"/>
              </a:ext>
            </a:extLst>
          </p:cNvPr>
          <p:cNvSpPr/>
          <p:nvPr/>
        </p:nvSpPr>
        <p:spPr>
          <a:xfrm rot="15300440">
            <a:off x="4900770" y="5210290"/>
            <a:ext cx="272702" cy="345054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sX0" fmla="*/ 666925 w 666925"/>
              <a:gd name="csY0" fmla="*/ 0 h 755009"/>
              <a:gd name="csX1" fmla="*/ 0 w 666925"/>
              <a:gd name="csY1" fmla="*/ 755009 h 755009"/>
              <a:gd name="csX0" fmla="*/ 272702 w 272702"/>
              <a:gd name="csY0" fmla="*/ 0 h 345054"/>
              <a:gd name="csX1" fmla="*/ 0 w 272702"/>
              <a:gd name="csY1" fmla="*/ 345054 h 345054"/>
              <a:gd name="csX0" fmla="*/ 272702 w 272702"/>
              <a:gd name="csY0" fmla="*/ 0 h 345054"/>
              <a:gd name="csX1" fmla="*/ 0 w 272702"/>
              <a:gd name="csY1" fmla="*/ 345054 h 345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72702" h="345054">
                <a:moveTo>
                  <a:pt x="272702" y="0"/>
                </a:moveTo>
                <a:cubicBezTo>
                  <a:pt x="181801" y="115018"/>
                  <a:pt x="118747" y="308601"/>
                  <a:pt x="0" y="345054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4CAB725B-0A8E-42D4-9EBF-683CC5E4F8FB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6F0AD635-BF1D-BAD6-3E7F-F9D6DA9A61E3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A0223E1-F37E-16A9-3DB9-BE7004DE93EC}"/>
              </a:ext>
            </a:extLst>
          </p:cNvPr>
          <p:cNvSpPr/>
          <p:nvPr/>
        </p:nvSpPr>
        <p:spPr>
          <a:xfrm>
            <a:off x="8751023" y="4245135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3D71BBCF-6073-FC51-A474-F0C4DFE06EA3}"/>
              </a:ext>
            </a:extLst>
          </p:cNvPr>
          <p:cNvSpPr/>
          <p:nvPr/>
        </p:nvSpPr>
        <p:spPr>
          <a:xfrm>
            <a:off x="8408838" y="3317107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B184D5E9-9346-99A8-57CB-7321D99149DD}"/>
              </a:ext>
            </a:extLst>
          </p:cNvPr>
          <p:cNvGrpSpPr/>
          <p:nvPr/>
        </p:nvGrpSpPr>
        <p:grpSpPr>
          <a:xfrm>
            <a:off x="8474678" y="4221613"/>
            <a:ext cx="631874" cy="309390"/>
            <a:chOff x="5198211" y="3413816"/>
            <a:chExt cx="307830" cy="260468"/>
          </a:xfrm>
        </p:grpSpPr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BB9CA4DE-BBA1-026B-61A9-3397094D7A37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9EEEB1DF-0F74-C526-13E7-548F1719E3BA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9FA9BD1-E813-704E-2550-180CDF85A2D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5ADFAA4E-3B18-7381-E8B0-742C5C344C3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24E055F-1213-FCA0-A1BD-948F1E8E8A60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0CBDAE06-CAEC-C45B-0161-D6BAACA853C7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D1CADF1C-2A9C-1315-3361-2CC9501A42B6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93512A8F-B746-82D6-2313-64CF9EC71109}"/>
              </a:ext>
            </a:extLst>
          </p:cNvPr>
          <p:cNvSpPr/>
          <p:nvPr/>
        </p:nvSpPr>
        <p:spPr>
          <a:xfrm>
            <a:off x="3191636" y="3189528"/>
            <a:ext cx="5508602" cy="1791542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127130" h="5623622">
                <a:moveTo>
                  <a:pt x="0" y="1016083"/>
                </a:moveTo>
                <a:cubicBezTo>
                  <a:pt x="316129" y="-237370"/>
                  <a:pt x="2000659" y="-232233"/>
                  <a:pt x="3521847" y="494825"/>
                </a:cubicBezTo>
                <a:cubicBezTo>
                  <a:pt x="5043035" y="1221883"/>
                  <a:pt x="7575857" y="6853425"/>
                  <a:pt x="9127130" y="537843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E378B1BB-0C20-7E52-B783-ADDACC8E5BBC}"/>
              </a:ext>
            </a:extLst>
          </p:cNvPr>
          <p:cNvSpPr/>
          <p:nvPr/>
        </p:nvSpPr>
        <p:spPr>
          <a:xfrm>
            <a:off x="8709418" y="4800344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5E0C138-D143-8A5D-1582-5F1CE0512CE3}"/>
              </a:ext>
            </a:extLst>
          </p:cNvPr>
          <p:cNvCxnSpPr>
            <a:cxnSpLocks/>
          </p:cNvCxnSpPr>
          <p:nvPr/>
        </p:nvCxnSpPr>
        <p:spPr>
          <a:xfrm>
            <a:off x="8758296" y="4827549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48B89A86-63FF-515E-8AA8-2245D1186D97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E4EBB39E-C648-9F85-1B1B-87747F71C4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E2F521B-1CA2-B0A4-0B11-D17A414F629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F2E961B3-35EA-6F85-3713-F03FC123867E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AECB6F6D-DF20-935B-398D-7DE85953C990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97939396-C46B-F45D-3AE6-F7838B37DF7F}"/>
                </a:ext>
              </a:extLst>
            </p:cNvPr>
            <p:cNvCxnSpPr>
              <a:stCxn id="106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75957C74-DF7B-8A94-6D70-FB074E7658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D78B7EE5-5BB7-16ED-3F15-D346A60385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1FF0BC02-A49E-8B57-CA2C-5166422D69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2A5D22CA-6FB9-9C64-EDAD-B3AF062545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F1B01CC6-661F-E457-6133-AEB196E39A3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A3BFCCA-A3D3-8BD7-8C79-4F4161EE2AC9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13F70B25-7B30-BAC4-4B20-DB3158C5761A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85A8224-D046-5E7E-53F7-5FA268A4A6E7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065F3D2D-810E-9E0C-06CD-B27D33699404}"/>
                </a:ext>
              </a:extLst>
            </p:cNvPr>
            <p:cNvSpPr txBox="1"/>
            <p:nvPr/>
          </p:nvSpPr>
          <p:spPr>
            <a:xfrm>
              <a:off x="1151300" y="5056932"/>
              <a:ext cx="35939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3,3V</a:t>
              </a:r>
              <a:endParaRPr lang="LID4096" sz="700"/>
            </a:p>
          </p:txBody>
        </p:sp>
      </p:grpSp>
    </p:spTree>
    <p:extLst>
      <p:ext uri="{BB962C8B-B14F-4D97-AF65-F5344CB8AC3E}">
        <p14:creationId xmlns:p14="http://schemas.microsoft.com/office/powerpoint/2010/main" val="4041015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A15BF-0AE0-77B5-6C65-56F4A3A0D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16C29-281A-E835-F78A-97804B65B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 – Pull Up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78C13C-85CF-CEE3-F58F-7B74044552F8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DEAFA22-6E1C-BBE8-8D55-464B5C11EB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D9C92B9-6715-FD22-0310-7C78C4EAA658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BC2883D-743D-C402-2BEC-A686AE9D776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3182694-EDD4-19CC-9640-B6DED1DC3EBC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CD347A2-E449-B632-27BC-E991C7BB4DAA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08EA30B-909E-A272-3962-C58623514A9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94ED5BF-65CE-C646-F4E4-F2C0AC2E3878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6E944E4-CA21-B805-F0F7-4007D491045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143EDE20-ED9F-AD06-9DB2-B6D7C33EA86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621ECBFE-95FE-EA2A-876A-88D923F073A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14DC317-84EF-42D4-F867-A9DEA500CC4F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1D6EFD7-EEB8-12FB-A8C1-877EA1D6EC4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27F99C54-7F1C-93C4-95B7-27594D196C1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D9975E54-AD04-5797-7356-94A863A5772E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A67D18D9-624D-A78A-AFED-9C46B3BC877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79DEDE84-35BA-91FA-5C92-4F276950C21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18FC4B3-711D-5D4C-80E9-E8F4144A18B5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61A4802F-FE78-4995-1BC8-37831820F49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88E81E1B-8DBB-849A-EDDC-CAEB744B817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D721BCB-3E14-B390-9B7D-7D4B584FB18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54BE2C89-DCBD-F4A1-7117-646F234EB0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B7638038-E057-7C76-A5C0-FB0A6FD2834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0208A1C-5337-DD73-6CD9-9A4C8A7A435D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073C4E82-262B-0C2D-7AC0-71C76925D41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F50E03C9-466C-C169-1CF0-4F740C953E4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CDE6E1-510E-2788-3122-F0212B2E724A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FD4F616-4573-3BF0-D653-B73962BF9B6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C8F02F0-CC6F-479A-B267-F454188999F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35A7A0-1AA4-1355-DDE2-F9138DF7F5D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D4CC622-1CCF-82C6-5A36-6EE13FC3F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A19C51F-9C56-4075-4D5B-7C45BBEE415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B66801E-9786-1E35-EEAF-59112F6E40C9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F70C9BC-5BEE-8614-5BCF-AF718447EFE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79686166-D3E7-5871-0287-0BC104C8912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2A624307-267F-3B73-4AB4-19E7220377E8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EEF11F32-A259-685D-DEFA-5C37335AF61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10606D02-7E0A-CD33-C3F6-83499B0497B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88B940A-9DB3-9888-1C35-B6201EBA1B1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ADBE688-CD22-FA34-5330-B7B21D22E724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EAB4290-DC36-E7F6-A946-B76A35936D8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B08539F-C775-6614-2CFD-806386B903A7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D5C07F9-9577-668D-BB41-26E0BFC6E2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7064DD4-5EE2-6C24-3EBB-417698F761F5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98F13BA-0CB2-9E49-1000-86DBA0B05F2B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630F6D7-57AF-3B49-8F03-9C95344EB4C7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D48DDEE-D409-825C-926B-9A07C7A5E276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49EB648-1CF3-506C-4902-CB14AFB9DF9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1AEEB97-D319-A6DE-0B58-4D07924C65FA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6EA2ED1-5732-D911-D4FA-F0DE510AD17F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1119DA1-793D-7ACC-B3AE-7FCF1096BBB2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00BE807-46A5-F3AE-ABEC-1B42B83637E2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067B2772-EC6E-EFE8-0CE5-5B42798F30BF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9E65845-11BE-6FF6-1544-10C04EA75BCF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21FD6F4-9246-EF15-E238-811B721AA003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262D6C2-5FE5-5807-7FA8-2122358B8D2C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9DEA978-C3FD-D75C-2EBB-5087C2FD558A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E569420-B7A6-4385-EECC-7951DBCB52EE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E8956DBA-E219-AD6C-4146-BE75B6F5DE65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558627AD-E5FB-18ED-2D72-DBE502B91457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CC80AD6F-33A2-FF77-D221-DB0ED9517101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1C159F79-202D-1F4A-7A6D-7E4C219BF214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5307026-014C-E730-179C-63323C336CCF}"/>
              </a:ext>
            </a:extLst>
          </p:cNvPr>
          <p:cNvSpPr/>
          <p:nvPr/>
        </p:nvSpPr>
        <p:spPr>
          <a:xfrm>
            <a:off x="8751023" y="4245135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00F632A2-EF25-857A-F53B-3684AAE896EE}"/>
              </a:ext>
            </a:extLst>
          </p:cNvPr>
          <p:cNvSpPr/>
          <p:nvPr/>
        </p:nvSpPr>
        <p:spPr>
          <a:xfrm>
            <a:off x="8408838" y="3317107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1D2CA627-DEFA-F73C-56B0-315964507A05}"/>
              </a:ext>
            </a:extLst>
          </p:cNvPr>
          <p:cNvGrpSpPr/>
          <p:nvPr/>
        </p:nvGrpSpPr>
        <p:grpSpPr>
          <a:xfrm>
            <a:off x="8474678" y="4221613"/>
            <a:ext cx="631874" cy="309390"/>
            <a:chOff x="5198211" y="3413816"/>
            <a:chExt cx="307830" cy="260468"/>
          </a:xfrm>
        </p:grpSpPr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E37A8ADA-A341-7BA4-E00F-6DE947C13A6C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73BC3BC8-8552-A7D4-B342-686B67716F14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1A093D64-6E4C-A1D7-B9D9-50A683B5AF9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3F369ED-2E57-7551-628D-29CB8467B7C4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C85F886-1CE9-9150-02DB-5F810BE7FAD7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0343C8EB-F916-49A7-04A7-E0F013B62ECF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8DE3173F-1B2B-8AEE-48DA-D365A13F7FCD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5AE38584-E49D-0A77-A32C-4665DC44D798}"/>
              </a:ext>
            </a:extLst>
          </p:cNvPr>
          <p:cNvSpPr/>
          <p:nvPr/>
        </p:nvSpPr>
        <p:spPr>
          <a:xfrm>
            <a:off x="3500729" y="3953103"/>
            <a:ext cx="5199509" cy="1063830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  <a:gd name="csX0" fmla="*/ 0 w 8614998"/>
              <a:gd name="csY0" fmla="*/ 4005046 h 5230226"/>
              <a:gd name="csX1" fmla="*/ 3009715 w 8614998"/>
              <a:gd name="csY1" fmla="*/ 101432 h 5230226"/>
              <a:gd name="csX2" fmla="*/ 8614998 w 8614998"/>
              <a:gd name="csY2" fmla="*/ 4985040 h 5230226"/>
              <a:gd name="csX0" fmla="*/ 0 w 8614998"/>
              <a:gd name="csY0" fmla="*/ 2001592 h 3339346"/>
              <a:gd name="csX1" fmla="*/ 4033979 w 8614998"/>
              <a:gd name="csY1" fmla="*/ 213636 h 3339346"/>
              <a:gd name="csX2" fmla="*/ 8614998 w 8614998"/>
              <a:gd name="csY2" fmla="*/ 2981586 h 3339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614998" h="3339346">
                <a:moveTo>
                  <a:pt x="0" y="2001592"/>
                </a:moveTo>
                <a:cubicBezTo>
                  <a:pt x="316129" y="748139"/>
                  <a:pt x="2512791" y="-513422"/>
                  <a:pt x="4033979" y="213636"/>
                </a:cubicBezTo>
                <a:cubicBezTo>
                  <a:pt x="5555167" y="940694"/>
                  <a:pt x="7063725" y="4456578"/>
                  <a:pt x="8614998" y="2981586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C4F44421-5DD7-804E-ACC4-DEFEC26C5E83}"/>
              </a:ext>
            </a:extLst>
          </p:cNvPr>
          <p:cNvSpPr/>
          <p:nvPr/>
        </p:nvSpPr>
        <p:spPr>
          <a:xfrm>
            <a:off x="8709418" y="4800344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4F43AA42-F75A-EF05-1DFB-E6580782D86B}"/>
              </a:ext>
            </a:extLst>
          </p:cNvPr>
          <p:cNvCxnSpPr>
            <a:cxnSpLocks/>
          </p:cNvCxnSpPr>
          <p:nvPr/>
        </p:nvCxnSpPr>
        <p:spPr>
          <a:xfrm>
            <a:off x="8758296" y="4827549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CCFB8CBD-03EE-EFB3-E845-D436DAC0F83A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B3A720FD-2DA4-C19A-5973-F378B566030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D216BD2D-870F-BCF3-9859-566A64744F6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79D5AD12-5FE3-A3E0-0A50-C69C2BC5B0D0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8C8E317F-C791-A955-DEDD-DAB52C923191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9A1A5944-2E93-AADC-FE9B-2D926B17E389}"/>
                </a:ext>
              </a:extLst>
            </p:cNvPr>
            <p:cNvCxnSpPr>
              <a:stCxn id="106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2847799F-3F63-7F15-3A5D-4C1293B261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5E3BA1E2-9DAC-1762-8617-BC24E9ABEA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8CD78A20-B158-1E5B-CC74-5D3A545DD0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199497AD-A73B-F1E4-3DB2-EFF5D1DC0FB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D74A99B3-47EE-E27D-2D12-8095C6EEC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5E2DD768-B6DF-9637-8EA7-CA0D4B3D4A8B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62D91013-BDF1-B19F-D4D6-6DCBA54F3C71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BB047A84-30D7-1083-7838-CF496B60C213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C1E9F1C-61AE-6275-44CE-3DFA2A310C12}"/>
                </a:ext>
              </a:extLst>
            </p:cNvPr>
            <p:cNvSpPr txBox="1"/>
            <p:nvPr/>
          </p:nvSpPr>
          <p:spPr>
            <a:xfrm>
              <a:off x="1151300" y="5056932"/>
              <a:ext cx="32092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  0V</a:t>
              </a:r>
              <a:endParaRPr lang="LID4096" sz="700"/>
            </a:p>
          </p:txBody>
        </p:sp>
      </p:grpSp>
    </p:spTree>
    <p:extLst>
      <p:ext uri="{BB962C8B-B14F-4D97-AF65-F5344CB8AC3E}">
        <p14:creationId xmlns:p14="http://schemas.microsoft.com/office/powerpoint/2010/main" val="18060780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21F9F-F864-9E70-2CFC-9A2DB1571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C676C-E3F4-CCD8-2E25-AA7816186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 – Pull Up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843D612-3707-2491-5FB6-BA494BD99DE1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26F6E85-4474-F854-E8BD-A6DA511125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63485C0-3837-ADC7-9FCB-FDB50BC0A512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3DDA085-609C-8B0B-050E-211C62AE1E8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2D07EF9B-4E69-2359-BA27-4D133A4B3C6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1802521-3886-6739-3638-76A321CF64C1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45ACAEC-DF52-87ED-D474-071640B799F8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0E1C9A7-9AA1-34CF-D3F1-B60DF31D731C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D783427-3B3D-C5BC-6F78-A2A3F8845019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3E5EE4D5-59F2-3707-3A75-84FCF0279B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4B92EF4D-4631-4F92-BE69-0C4A9D4782C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FE48FCF-3B4A-0623-C6DC-5B5DB51BC33D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3D79CC26-9F29-F18B-2F35-C26603F1808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4305DEFE-CF46-5650-538F-BAFA661832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D7EF7188-052B-1C90-5702-1157C1750568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81FCE4C4-2F64-990C-A8BE-88D12FC084E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45F3DB5F-1256-7EA2-3DC4-5E214BC488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3E91A7E-AC27-E0CA-2AEF-8091B2056AB5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54423FF-7466-C1F8-BE41-6A067C727B8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FBDDC83B-4F7D-F336-29C0-E9221804B9B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A485FEA-182D-2B11-E4F0-CAF0A6FBE733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13F3827C-E2FF-F543-F57C-969D06BE03F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471F508B-7E73-8036-38D1-198E4474BA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8A4A970-3C79-D19C-A1C4-858FB8BC9F5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B76788ED-35AE-7DA3-BD74-6106DD171A5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3E3BF6F-BA45-B4C9-B812-0E14B6B1325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3EE2975-8D90-02CD-C9B2-24CB20C2138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9825697-359D-AB8C-C77F-2C0C1426193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854BC301-B1B9-A50F-BAB0-34BF75D9E8A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0756C9F-1FDF-A59E-FDA3-54825F0511CC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442611D-600F-299C-D516-7E463B2AB56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E4599728-1605-394B-7528-3722BCA4714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A56AB26-658B-56F9-C23E-C036E28262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74B1A76B-F9D7-F609-65F5-655197B63C9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377B673E-99B7-FA1C-4055-F67BE5BB1B7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05077AE-7C42-0ABF-438B-D7E756F65701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D491B1A0-E3C4-0678-11E4-C92BFCC6E30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2D435A6-BE1C-D4C5-0513-7598FDBD223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F27D25C-4723-0B85-2151-173023D68CA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0D0C60E-09DD-12B4-EAB1-36342FCDB4AD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60B68C9-BF1F-9D02-5A10-7AE3BAB68910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EE82408-7369-4B0A-746D-D44B945A3F2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8E46CE5-A161-96F6-F977-F8C295EA4B0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D0D7A1C-524D-4880-FE59-FE190A7E3A87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82A217C-927D-D543-EE6A-736EB5217DB0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55CF4F-5353-9F38-7165-F8550EEF0C2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EC10F64-A353-3E02-7551-D78CD639998D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69FD9A7-A271-35F9-7D79-30E3C9923775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354C032-32CC-32CA-95F0-F855DE09935B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E1C5A15-9EF8-5475-546D-C7D89D948DF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E51E0EE-0E49-D24B-61CC-DFE5D7251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2FC6BBD-193F-A973-8B52-923A0AC82D49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8E43327-7A0C-6E39-1333-4B083BA83741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CC04E36-2F6A-5922-FFCC-437C49C4ED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1B8B109-B4CB-075A-9C1E-E4A8077768AA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09A6E7F-1F03-2239-D5D6-8345441EA7A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DE3F6F6-05F8-332D-5B6C-338A37FEE06E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2A42A99-7DA8-BFA0-2201-FC48233E577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22071F8A-A33C-84E0-C497-BCE57B18169C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9706E77C-AFBC-0ECC-4C17-CDA96C280A89}"/>
              </a:ext>
            </a:extLst>
          </p:cNvPr>
          <p:cNvSpPr/>
          <p:nvPr/>
        </p:nvSpPr>
        <p:spPr>
          <a:xfrm>
            <a:off x="3500729" y="3953103"/>
            <a:ext cx="5199509" cy="1063830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  <a:gd name="csX0" fmla="*/ 0 w 8614998"/>
              <a:gd name="csY0" fmla="*/ 4005046 h 5230226"/>
              <a:gd name="csX1" fmla="*/ 3009715 w 8614998"/>
              <a:gd name="csY1" fmla="*/ 101432 h 5230226"/>
              <a:gd name="csX2" fmla="*/ 8614998 w 8614998"/>
              <a:gd name="csY2" fmla="*/ 4985040 h 5230226"/>
              <a:gd name="csX0" fmla="*/ 0 w 8614998"/>
              <a:gd name="csY0" fmla="*/ 2001592 h 3339346"/>
              <a:gd name="csX1" fmla="*/ 4033979 w 8614998"/>
              <a:gd name="csY1" fmla="*/ 213636 h 3339346"/>
              <a:gd name="csX2" fmla="*/ 8614998 w 8614998"/>
              <a:gd name="csY2" fmla="*/ 2981586 h 3339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614998" h="3339346">
                <a:moveTo>
                  <a:pt x="0" y="2001592"/>
                </a:moveTo>
                <a:cubicBezTo>
                  <a:pt x="316129" y="748139"/>
                  <a:pt x="2512791" y="-513422"/>
                  <a:pt x="4033979" y="213636"/>
                </a:cubicBezTo>
                <a:cubicBezTo>
                  <a:pt x="5555167" y="940694"/>
                  <a:pt x="7063725" y="4456578"/>
                  <a:pt x="8614998" y="2981586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461E3C6D-C795-01C0-3C7D-87D6D0D2FF72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F4EB92E3-1FB7-94C3-DC32-942BFBAA15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55B0320-8F97-DA12-E785-7CFCDB400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7752D1AE-55FF-A1D3-CB27-7FA5483BE7F8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33E8970F-6B9F-5FE0-C740-B14743C096FE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F6742954-AE7A-295D-FC21-6A7244D28393}"/>
                </a:ext>
              </a:extLst>
            </p:cNvPr>
            <p:cNvCxnSpPr>
              <a:stCxn id="106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0192ABF2-20A9-B7F1-CC0B-2C328511D9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E12B6365-6771-BA8F-B784-E4C47A5910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BEA29DD4-D70C-45F2-E5DF-FB2A415602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A3CCCCDA-61EB-7F17-D679-DB97738C7BE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20BAE3FD-0C17-DBB5-12E6-1207A8702C9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D5E40480-A2DF-CB87-5C05-D70D8500EDF9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C4BB2DAF-C81E-A723-8F9F-065C239F43A2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99C6ECC8-BB0D-244D-7B05-A1583075FC58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92DD57E9-B7F2-B571-D4E2-EE150B4E8EA7}"/>
                </a:ext>
              </a:extLst>
            </p:cNvPr>
            <p:cNvSpPr txBox="1"/>
            <p:nvPr/>
          </p:nvSpPr>
          <p:spPr>
            <a:xfrm>
              <a:off x="1151300" y="5056932"/>
              <a:ext cx="36260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  ??V</a:t>
              </a:r>
              <a:endParaRPr lang="LID4096" sz="700"/>
            </a:p>
          </p:txBody>
        </p:sp>
      </p:grp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DE577801-C46B-2EBA-44BD-3243A163BB8F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0FC4425F-43A3-6561-0A84-4E0B8D6F2729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4522AEB0-B0AF-F593-7C42-1A83C2DFEE8A}"/>
              </a:ext>
            </a:extLst>
          </p:cNvPr>
          <p:cNvSpPr/>
          <p:nvPr/>
        </p:nvSpPr>
        <p:spPr>
          <a:xfrm>
            <a:off x="8751023" y="4020809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DED21B27-FB6F-54B2-3BD7-B4222ECA4F66}"/>
              </a:ext>
            </a:extLst>
          </p:cNvPr>
          <p:cNvSpPr/>
          <p:nvPr/>
        </p:nvSpPr>
        <p:spPr>
          <a:xfrm>
            <a:off x="8423503" y="3136431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B5EE870-170F-D3E2-6A5E-CB7BD1BAEA26}"/>
              </a:ext>
            </a:extLst>
          </p:cNvPr>
          <p:cNvGrpSpPr/>
          <p:nvPr/>
        </p:nvGrpSpPr>
        <p:grpSpPr>
          <a:xfrm>
            <a:off x="8474678" y="4027515"/>
            <a:ext cx="631874" cy="503488"/>
            <a:chOff x="5198211" y="3413816"/>
            <a:chExt cx="307830" cy="260468"/>
          </a:xfrm>
        </p:grpSpPr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73A7FA4B-C7C6-F724-9EF2-31C47470126C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0962D1DD-A678-FF8E-F6D9-FEBDD1A7E358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A4709BC0-0C65-91FB-F21F-870E6FD4FBE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F684FE26-7C8E-3FB2-EAB1-009E3A5D6732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1C34FD7-1438-3686-2A11-08B0AED1BAF1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4E7F7BBA-D4DB-9CBC-EECA-07681E142610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BDCC5FFD-D307-D257-1EFD-452B44DF8CB5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8DC5A38C-4597-81A3-D816-CFD2A3F4835F}"/>
              </a:ext>
            </a:extLst>
          </p:cNvPr>
          <p:cNvSpPr/>
          <p:nvPr/>
        </p:nvSpPr>
        <p:spPr>
          <a:xfrm>
            <a:off x="8709418" y="4586577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BC2316DE-323D-1165-CC18-3FC0983A23CD}"/>
              </a:ext>
            </a:extLst>
          </p:cNvPr>
          <p:cNvCxnSpPr>
            <a:cxnSpLocks/>
          </p:cNvCxnSpPr>
          <p:nvPr/>
        </p:nvCxnSpPr>
        <p:spPr>
          <a:xfrm>
            <a:off x="8758296" y="4633618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D96F2470-03EF-7E15-40B7-FFFD19A935F2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26940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8F696-6918-CFFD-7F42-1D84453CC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41748-CCC1-6654-2146-E8A0697F9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 – Pull Up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57DF83E-AEA2-8F7A-BE35-EA96351443EB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F0D2B8F-1425-F45F-9059-9340D74A56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86113FE-882E-699C-1F4A-7D0628FAE8A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03018A0C-4C48-3E55-0A4C-23B669ECB252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D2CB8D7C-E6AF-04AF-9BF4-F4716831AA95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B2D9990-4786-CCD0-C675-62DDE2E4BD5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33DA2E6-D8CE-74B0-BBBC-7DE68CA90E46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610C609-9147-FC83-7B9A-F7A6A397DBF5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00B715B-7276-E52F-5481-4EF9C9A5598A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36FA7792-96D9-438B-4851-E0DD3CCD471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1EBB97CE-612F-6CFE-2E6E-69E8E092B9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D600197-75D9-53C0-29C4-677E6DF7D78F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5913C2-B654-28FF-6C02-FE5366ECDE6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FBC495BC-2FF6-53AB-1581-A9CD99C89BB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79F595E-B2B2-5051-79A5-C5531302BB85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EAFAF908-87FA-2E41-AE11-9B4B8F5226F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6EDD589C-3526-A0C3-2BD6-3643EB961FB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67250AC-3EEA-A0FB-DD91-994AD868C4FB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7713B4BC-ABB9-1B54-73E1-601695672D6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7EBD75C1-78B3-ECB9-F4E2-7C688803D06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61EF0C9-DFBF-2BAB-275D-F588E540506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E1B9135A-33B4-9B51-4660-EE22DAAB990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2B7134BA-D92B-75B3-951F-0A1D8406257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48A52BC-A1CF-7F4C-7355-70963A36FEB3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2DD6FD19-7830-4334-D37F-368A0CB27DD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831FEFD5-873B-AB23-4BC6-B6397EC4943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7A99E65-B83E-FE9B-25AA-13B16B39F53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862F28C-CBDF-B7E7-BAFB-09C8E2D417B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CD0C5FF1-CDDC-3E43-D82E-E05EBEECA8C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8680E394-F1A0-EDB1-26AD-693158976E84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398BB07-E95F-4D5B-A9ED-7E1EC570501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8B979E26-1D54-F6DF-8CFC-8119D1312C6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D93F532-F8A3-D920-CD40-09F3C26BBAAE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4146C66B-A197-DD68-61C5-E7893AC5E44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D5DE6986-2D26-8618-D4DA-8A78174B5EE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81D8286C-FAA6-2322-0317-A511B897A02D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813001F-D6C3-8AFB-0D45-9F9DC5CC1F6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6F48ECD0-4F0F-3A3E-C4F1-7E5E5A88B87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3B22F54-7CD0-7D7A-FAE0-D2D933779883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B6DA128-3D6D-41B8-E1E0-6196F382CB1E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4CA2A58-0350-AFC8-6DAB-7EBCD790939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BEBB317-B525-9F67-1E80-8D29B33AF201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E4758A6-BC08-C08C-F471-D83ADB5E2CB1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FAD03F1-36B6-9F79-55B8-A5DD1025722C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95829BD-2315-BF1F-2812-839944C20C53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7B126E9-A9C9-AD70-DA3E-8A5B02FAF165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B436E71-81B3-D651-46DF-B48DE311EFFF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15E4267-FF32-6375-B65B-B70C4460A61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7B1EF1E-E518-7F96-6B4A-43AE0614F86A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68DF63C-0BEA-C337-A5E0-96AA79A04AC9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6F54A4F-9EBE-D580-4D13-07F1F233C1E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DEEA1F2-1713-051A-421C-7B4E1B31B261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C1C4787A-E2C2-E58C-CB0A-B5117995C3F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0DF1042-FA4B-12DD-C5E3-F6306A65ACC6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C7C33EC6-E970-DF53-A29D-57331ED39EB5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2C472B3-3C72-CD19-5FDE-492E8FF582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C0D9DF3-D5BE-9791-4582-D5517C2C875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23FAB08-1054-A717-5828-1E63F7F3BD3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7ABBAE1B-1551-E134-AE12-7A8ADD6CEAF2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078139C-275E-9823-45D9-41474E3546F9}"/>
              </a:ext>
            </a:extLst>
          </p:cNvPr>
          <p:cNvGrpSpPr/>
          <p:nvPr/>
        </p:nvGrpSpPr>
        <p:grpSpPr>
          <a:xfrm rot="4290278">
            <a:off x="3183653" y="3243941"/>
            <a:ext cx="2661949" cy="1775129"/>
            <a:chOff x="3535244" y="2669588"/>
            <a:chExt cx="2661949" cy="1775129"/>
          </a:xfrm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D8A74EFC-AF08-66D9-C44C-C580A5B4CDEE}"/>
                </a:ext>
              </a:extLst>
            </p:cNvPr>
            <p:cNvSpPr/>
            <p:nvPr/>
          </p:nvSpPr>
          <p:spPr>
            <a:xfrm rot="15300440">
              <a:off x="3573100" y="2631732"/>
              <a:ext cx="1775129" cy="1850841"/>
            </a:xfrm>
            <a:custGeom>
              <a:avLst/>
              <a:gdLst>
                <a:gd name="connsiteX0" fmla="*/ 666925 w 666925"/>
                <a:gd name="connsiteY0" fmla="*/ 0 h 755009"/>
                <a:gd name="connsiteX1" fmla="*/ 360727 w 666925"/>
                <a:gd name="connsiteY1" fmla="*/ 444616 h 755009"/>
                <a:gd name="connsiteX2" fmla="*/ 0 w 666925"/>
                <a:gd name="connsiteY2" fmla="*/ 755009 h 755009"/>
                <a:gd name="csX0" fmla="*/ 4848 w 1209805"/>
                <a:gd name="csY0" fmla="*/ 0 h 1740331"/>
                <a:gd name="csX1" fmla="*/ 1203546 w 1209805"/>
                <a:gd name="csY1" fmla="*/ 1429938 h 1740331"/>
                <a:gd name="csX2" fmla="*/ 842819 w 1209805"/>
                <a:gd name="csY2" fmla="*/ 1740331 h 1740331"/>
                <a:gd name="csX0" fmla="*/ 0 w 1212527"/>
                <a:gd name="csY0" fmla="*/ 53230 h 1793561"/>
                <a:gd name="csX1" fmla="*/ 1198698 w 1212527"/>
                <a:gd name="csY1" fmla="*/ 1483168 h 1793561"/>
                <a:gd name="csX2" fmla="*/ 837971 w 1212527"/>
                <a:gd name="csY2" fmla="*/ 1793561 h 1793561"/>
                <a:gd name="csX0" fmla="*/ 0 w 1781739"/>
                <a:gd name="csY0" fmla="*/ 97869 h 1838200"/>
                <a:gd name="csX1" fmla="*/ 1774236 w 1781739"/>
                <a:gd name="csY1" fmla="*/ 642308 h 1838200"/>
                <a:gd name="csX2" fmla="*/ 837971 w 1781739"/>
                <a:gd name="csY2" fmla="*/ 1838200 h 1838200"/>
                <a:gd name="csX0" fmla="*/ 0 w 1774236"/>
                <a:gd name="csY0" fmla="*/ 110510 h 1850841"/>
                <a:gd name="csX1" fmla="*/ 1774236 w 1774236"/>
                <a:gd name="csY1" fmla="*/ 654949 h 1850841"/>
                <a:gd name="csX2" fmla="*/ 837971 w 1774236"/>
                <a:gd name="csY2" fmla="*/ 1850841 h 1850841"/>
                <a:gd name="csX0" fmla="*/ 0 w 1775129"/>
                <a:gd name="csY0" fmla="*/ 110510 h 1850841"/>
                <a:gd name="csX1" fmla="*/ 1774236 w 1775129"/>
                <a:gd name="csY1" fmla="*/ 654949 h 1850841"/>
                <a:gd name="csX2" fmla="*/ 837971 w 1775129"/>
                <a:gd name="csY2" fmla="*/ 1850841 h 1850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775129" h="1850841">
                  <a:moveTo>
                    <a:pt x="0" y="110510"/>
                  </a:moveTo>
                  <a:cubicBezTo>
                    <a:pt x="736455" y="-259313"/>
                    <a:pt x="1762282" y="396194"/>
                    <a:pt x="1774236" y="654949"/>
                  </a:cubicBezTo>
                  <a:cubicBezTo>
                    <a:pt x="1806350" y="891010"/>
                    <a:pt x="962757" y="1758562"/>
                    <a:pt x="837971" y="1850841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534EFBFF-5397-3B64-AB9C-7C529E13DFA8}"/>
                </a:ext>
              </a:extLst>
            </p:cNvPr>
            <p:cNvGrpSpPr/>
            <p:nvPr/>
          </p:nvGrpSpPr>
          <p:grpSpPr>
            <a:xfrm rot="12438241">
              <a:off x="5290025" y="3369981"/>
              <a:ext cx="550143" cy="184758"/>
              <a:chOff x="7629989" y="5236460"/>
              <a:chExt cx="1027147" cy="344953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BA436779-9998-F886-B934-E363F11F8664}"/>
                  </a:ext>
                </a:extLst>
              </p:cNvPr>
              <p:cNvSpPr/>
              <p:nvPr/>
            </p:nvSpPr>
            <p:spPr>
              <a:xfrm>
                <a:off x="7629989" y="5236460"/>
                <a:ext cx="341624" cy="341624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E26D53E2-2F4C-ECD1-4965-1B13A8D9C02C}"/>
                  </a:ext>
                </a:extLst>
              </p:cNvPr>
              <p:cNvSpPr/>
              <p:nvPr/>
            </p:nvSpPr>
            <p:spPr>
              <a:xfrm>
                <a:off x="8315512" y="5239789"/>
                <a:ext cx="341624" cy="341624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7557945D-B8C1-41C6-4242-FB38FC04E1C2}"/>
                  </a:ext>
                </a:extLst>
              </p:cNvPr>
              <p:cNvSpPr/>
              <p:nvPr/>
            </p:nvSpPr>
            <p:spPr>
              <a:xfrm>
                <a:off x="7866077" y="5260841"/>
                <a:ext cx="541140" cy="292863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F6BF43BC-FADC-F044-4F8F-2E72B3936FEA}"/>
                  </a:ext>
                </a:extLst>
              </p:cNvPr>
              <p:cNvCxnSpPr/>
              <p:nvPr/>
            </p:nvCxnSpPr>
            <p:spPr>
              <a:xfrm>
                <a:off x="7953306" y="5260841"/>
                <a:ext cx="0" cy="292863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C5D47765-59C5-5E6D-FD55-50858DD3A9AF}"/>
                  </a:ext>
                </a:extLst>
              </p:cNvPr>
              <p:cNvCxnSpPr/>
              <p:nvPr/>
            </p:nvCxnSpPr>
            <p:spPr>
              <a:xfrm>
                <a:off x="8266751" y="5260841"/>
                <a:ext cx="0" cy="292863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3544510-A3C3-6B2D-CC41-D1D64C9D720F}"/>
                  </a:ext>
                </a:extLst>
              </p:cNvPr>
              <p:cNvCxnSpPr/>
              <p:nvPr/>
            </p:nvCxnSpPr>
            <p:spPr>
              <a:xfrm>
                <a:off x="8099972" y="5260841"/>
                <a:ext cx="0" cy="292863"/>
              </a:xfrm>
              <a:prstGeom prst="line">
                <a:avLst/>
              </a:prstGeom>
              <a:ln w="508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A045C1F1-B3FE-B908-23CF-AFD1AE969321}"/>
                  </a:ext>
                </a:extLst>
              </p:cNvPr>
              <p:cNvCxnSpPr/>
              <p:nvPr/>
            </p:nvCxnSpPr>
            <p:spPr>
              <a:xfrm>
                <a:off x="8196330" y="5260841"/>
                <a:ext cx="0" cy="292863"/>
              </a:xfrm>
              <a:prstGeom prst="line">
                <a:avLst/>
              </a:prstGeom>
              <a:ln w="508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7F3080E9-3B16-E21C-9DEC-007A67F58AEA}"/>
                </a:ext>
              </a:extLst>
            </p:cNvPr>
            <p:cNvSpPr/>
            <p:nvPr/>
          </p:nvSpPr>
          <p:spPr>
            <a:xfrm rot="15300440">
              <a:off x="5888315" y="3496863"/>
              <a:ext cx="272702" cy="345054"/>
            </a:xfrm>
            <a:custGeom>
              <a:avLst/>
              <a:gdLst>
                <a:gd name="connsiteX0" fmla="*/ 666925 w 666925"/>
                <a:gd name="connsiteY0" fmla="*/ 0 h 755009"/>
                <a:gd name="connsiteX1" fmla="*/ 360727 w 666925"/>
                <a:gd name="connsiteY1" fmla="*/ 444616 h 755009"/>
                <a:gd name="connsiteX2" fmla="*/ 0 w 666925"/>
                <a:gd name="connsiteY2" fmla="*/ 755009 h 755009"/>
                <a:gd name="csX0" fmla="*/ 666925 w 666925"/>
                <a:gd name="csY0" fmla="*/ 0 h 755009"/>
                <a:gd name="csX1" fmla="*/ 0 w 666925"/>
                <a:gd name="csY1" fmla="*/ 755009 h 755009"/>
                <a:gd name="csX0" fmla="*/ 272702 w 272702"/>
                <a:gd name="csY0" fmla="*/ 0 h 345054"/>
                <a:gd name="csX1" fmla="*/ 0 w 272702"/>
                <a:gd name="csY1" fmla="*/ 345054 h 345054"/>
                <a:gd name="csX0" fmla="*/ 272702 w 272702"/>
                <a:gd name="csY0" fmla="*/ 0 h 345054"/>
                <a:gd name="csX1" fmla="*/ 0 w 272702"/>
                <a:gd name="csY1" fmla="*/ 345054 h 345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2702" h="345054">
                  <a:moveTo>
                    <a:pt x="272702" y="0"/>
                  </a:moveTo>
                  <a:cubicBezTo>
                    <a:pt x="181801" y="115018"/>
                    <a:pt x="118747" y="308601"/>
                    <a:pt x="0" y="345054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DED9745B-AE90-9AC2-3865-22859A4147C9}"/>
              </a:ext>
            </a:extLst>
          </p:cNvPr>
          <p:cNvSpPr/>
          <p:nvPr/>
        </p:nvSpPr>
        <p:spPr>
          <a:xfrm>
            <a:off x="3500729" y="3953103"/>
            <a:ext cx="5199509" cy="1063830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  <a:gd name="csX0" fmla="*/ 0 w 8614998"/>
              <a:gd name="csY0" fmla="*/ 4005046 h 5230226"/>
              <a:gd name="csX1" fmla="*/ 3009715 w 8614998"/>
              <a:gd name="csY1" fmla="*/ 101432 h 5230226"/>
              <a:gd name="csX2" fmla="*/ 8614998 w 8614998"/>
              <a:gd name="csY2" fmla="*/ 4985040 h 5230226"/>
              <a:gd name="csX0" fmla="*/ 0 w 8614998"/>
              <a:gd name="csY0" fmla="*/ 2001592 h 3339346"/>
              <a:gd name="csX1" fmla="*/ 4033979 w 8614998"/>
              <a:gd name="csY1" fmla="*/ 213636 h 3339346"/>
              <a:gd name="csX2" fmla="*/ 8614998 w 8614998"/>
              <a:gd name="csY2" fmla="*/ 2981586 h 3339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614998" h="3339346">
                <a:moveTo>
                  <a:pt x="0" y="2001592"/>
                </a:moveTo>
                <a:cubicBezTo>
                  <a:pt x="316129" y="748139"/>
                  <a:pt x="2512791" y="-513422"/>
                  <a:pt x="4033979" y="213636"/>
                </a:cubicBezTo>
                <a:cubicBezTo>
                  <a:pt x="5555167" y="940694"/>
                  <a:pt x="7063725" y="4456578"/>
                  <a:pt x="8614998" y="2981586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1ABFFE2E-2DB6-6EC1-A554-18EFC9D37F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1522867" y="4278183"/>
            <a:ext cx="267313" cy="1140629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E60F1BB0-537F-7DC1-FD4A-B7D7FFFFA9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706" y="4278183"/>
            <a:ext cx="336160" cy="1140543"/>
          </a:xfrm>
          <a:prstGeom prst="rect">
            <a:avLst/>
          </a:prstGeom>
        </p:spPr>
      </p:pic>
      <p:sp>
        <p:nvSpPr>
          <p:cNvPr id="106" name="Rectangle 105">
            <a:extLst>
              <a:ext uri="{FF2B5EF4-FFF2-40B4-BE49-F238E27FC236}">
                <a16:creationId xmlns:a16="http://schemas.microsoft.com/office/drawing/2014/main" id="{D4D0521B-DC5B-215C-C4F7-7BFB4C971E75}"/>
              </a:ext>
            </a:extLst>
          </p:cNvPr>
          <p:cNvSpPr/>
          <p:nvPr/>
        </p:nvSpPr>
        <p:spPr>
          <a:xfrm>
            <a:off x="772732" y="4221613"/>
            <a:ext cx="673995" cy="2528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9C8878C-A501-7C83-2804-1F3D5323D392}"/>
              </a:ext>
            </a:extLst>
          </p:cNvPr>
          <p:cNvSpPr txBox="1"/>
          <p:nvPr/>
        </p:nvSpPr>
        <p:spPr>
          <a:xfrm>
            <a:off x="845845" y="4249329"/>
            <a:ext cx="54694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/>
              <a:t>Many M</a:t>
            </a:r>
            <a:r>
              <a:rPr lang="el-GR" sz="700"/>
              <a:t>Ω</a:t>
            </a:r>
            <a:endParaRPr lang="LID4096" sz="700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EE1456B3-D754-1222-5DB7-4E229A3BFEA3}"/>
              </a:ext>
            </a:extLst>
          </p:cNvPr>
          <p:cNvCxnSpPr>
            <a:stCxn id="106" idx="1"/>
          </p:cNvCxnSpPr>
          <p:nvPr/>
        </p:nvCxnSpPr>
        <p:spPr>
          <a:xfrm flipH="1">
            <a:off x="493690" y="4348023"/>
            <a:ext cx="2790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032C00C-97B9-3BC3-5DAD-156752F8496D}"/>
              </a:ext>
            </a:extLst>
          </p:cNvPr>
          <p:cNvCxnSpPr>
            <a:cxnSpLocks/>
          </p:cNvCxnSpPr>
          <p:nvPr/>
        </p:nvCxnSpPr>
        <p:spPr>
          <a:xfrm flipV="1">
            <a:off x="483913" y="4233683"/>
            <a:ext cx="9777" cy="2265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064AB43-974E-A474-E7B3-9762D4FD62FF}"/>
              </a:ext>
            </a:extLst>
          </p:cNvPr>
          <p:cNvCxnSpPr>
            <a:cxnSpLocks/>
          </p:cNvCxnSpPr>
          <p:nvPr/>
        </p:nvCxnSpPr>
        <p:spPr>
          <a:xfrm flipV="1">
            <a:off x="457671" y="4236147"/>
            <a:ext cx="4890" cy="1876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19E6B534-84AB-9C49-9727-37803FBE2760}"/>
              </a:ext>
            </a:extLst>
          </p:cNvPr>
          <p:cNvCxnSpPr>
            <a:cxnSpLocks/>
          </p:cNvCxnSpPr>
          <p:nvPr/>
        </p:nvCxnSpPr>
        <p:spPr>
          <a:xfrm flipV="1">
            <a:off x="430576" y="4291453"/>
            <a:ext cx="0" cy="981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4CAAABB4-E6E2-476E-0C9E-B31CBFA93385}"/>
              </a:ext>
            </a:extLst>
          </p:cNvPr>
          <p:cNvCxnSpPr>
            <a:cxnSpLocks/>
          </p:cNvCxnSpPr>
          <p:nvPr/>
        </p:nvCxnSpPr>
        <p:spPr>
          <a:xfrm flipH="1" flipV="1">
            <a:off x="1446727" y="4348544"/>
            <a:ext cx="686908" cy="988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3" name="Picture 112">
            <a:extLst>
              <a:ext uri="{FF2B5EF4-FFF2-40B4-BE49-F238E27FC236}">
                <a16:creationId xmlns:a16="http://schemas.microsoft.com/office/drawing/2014/main" id="{0273DFE3-E698-B98B-4DE2-CBBFE8C99D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806" y="4911892"/>
            <a:ext cx="929375" cy="1094521"/>
          </a:xfrm>
          <a:prstGeom prst="rect">
            <a:avLst/>
          </a:prstGeom>
        </p:spPr>
      </p:pic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D7F2D2FE-3A0B-8DE5-2934-531373A35E79}"/>
              </a:ext>
            </a:extLst>
          </p:cNvPr>
          <p:cNvSpPr/>
          <p:nvPr/>
        </p:nvSpPr>
        <p:spPr>
          <a:xfrm>
            <a:off x="1550421" y="5388677"/>
            <a:ext cx="123598" cy="45719"/>
          </a:xfrm>
          <a:custGeom>
            <a:avLst/>
            <a:gdLst>
              <a:gd name="csX0" fmla="*/ 107156 w 107156"/>
              <a:gd name="csY0" fmla="*/ 0 h 40481"/>
              <a:gd name="csX1" fmla="*/ 0 w 107156"/>
              <a:gd name="csY1" fmla="*/ 40481 h 40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7156" h="40481">
                <a:moveTo>
                  <a:pt x="107156" y="0"/>
                </a:moveTo>
                <a:lnTo>
                  <a:pt x="0" y="40481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92D5DC56-D3C7-7AA0-A34C-B3C4246B096B}"/>
              </a:ext>
            </a:extLst>
          </p:cNvPr>
          <p:cNvCxnSpPr/>
          <p:nvPr/>
        </p:nvCxnSpPr>
        <p:spPr>
          <a:xfrm flipV="1">
            <a:off x="711994" y="5250656"/>
            <a:ext cx="378619" cy="928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BE3F2D1E-172D-217F-0F4F-C8DF7A5D7805}"/>
              </a:ext>
            </a:extLst>
          </p:cNvPr>
          <p:cNvSpPr/>
          <p:nvPr/>
        </p:nvSpPr>
        <p:spPr>
          <a:xfrm>
            <a:off x="1197154" y="5078820"/>
            <a:ext cx="267315" cy="128974"/>
          </a:xfrm>
          <a:custGeom>
            <a:avLst/>
            <a:gdLst>
              <a:gd name="csX0" fmla="*/ 228600 w 240506"/>
              <a:gd name="csY0" fmla="*/ 107156 h 107156"/>
              <a:gd name="csX1" fmla="*/ 240506 w 240506"/>
              <a:gd name="csY1" fmla="*/ 2381 h 107156"/>
              <a:gd name="csX2" fmla="*/ 9525 w 240506"/>
              <a:gd name="csY2" fmla="*/ 0 h 107156"/>
              <a:gd name="csX3" fmla="*/ 0 w 240506"/>
              <a:gd name="csY3" fmla="*/ 95250 h 107156"/>
              <a:gd name="csX4" fmla="*/ 228600 w 240506"/>
              <a:gd name="csY4" fmla="*/ 107156 h 1071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40506" h="107156">
                <a:moveTo>
                  <a:pt x="228600" y="107156"/>
                </a:moveTo>
                <a:lnTo>
                  <a:pt x="240506" y="2381"/>
                </a:lnTo>
                <a:lnTo>
                  <a:pt x="9525" y="0"/>
                </a:lnTo>
                <a:lnTo>
                  <a:pt x="0" y="95250"/>
                </a:lnTo>
                <a:lnTo>
                  <a:pt x="228600" y="10715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25D9A00-C041-66F6-47ED-246C4E32537B}"/>
              </a:ext>
            </a:extLst>
          </p:cNvPr>
          <p:cNvSpPr txBox="1"/>
          <p:nvPr/>
        </p:nvSpPr>
        <p:spPr>
          <a:xfrm>
            <a:off x="1151300" y="5056932"/>
            <a:ext cx="39466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/>
              <a:t>  3.3V</a:t>
            </a:r>
            <a:endParaRPr lang="LID4096" sz="700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F4869D58-9A51-BB4B-F9E1-0E7931CBE433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765463AF-A1E6-C783-97AD-1F78E86C6A10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348E736-563F-3229-BE1F-73EE158A0B40}"/>
              </a:ext>
            </a:extLst>
          </p:cNvPr>
          <p:cNvSpPr/>
          <p:nvPr/>
        </p:nvSpPr>
        <p:spPr>
          <a:xfrm>
            <a:off x="8751023" y="4020809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68523A85-7D90-F46E-EAF7-65FE4B6FC64E}"/>
              </a:ext>
            </a:extLst>
          </p:cNvPr>
          <p:cNvSpPr/>
          <p:nvPr/>
        </p:nvSpPr>
        <p:spPr>
          <a:xfrm>
            <a:off x="8423503" y="3136431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F816FFA-F667-AB11-464E-AFEC64BEA6DE}"/>
              </a:ext>
            </a:extLst>
          </p:cNvPr>
          <p:cNvGrpSpPr/>
          <p:nvPr/>
        </p:nvGrpSpPr>
        <p:grpSpPr>
          <a:xfrm>
            <a:off x="8474678" y="4027515"/>
            <a:ext cx="631874" cy="503488"/>
            <a:chOff x="5198211" y="3413816"/>
            <a:chExt cx="307830" cy="260468"/>
          </a:xfrm>
        </p:grpSpPr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090F4FD3-AA9F-B43B-8148-FCB1A1472F9D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B423568A-FB56-3F3B-AF17-643D8F2ED7F5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7CBBFEB-8662-C9DF-0085-C05C0FB24F9F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9E928963-24B9-B0EA-7CF8-969C174901B9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38EA3D39-740F-E4FA-FB9F-2CD4F00FD759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076A5CF9-B42D-8E91-B683-34D13D83CB46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6B1B965-6E1D-C66D-AFDF-A3ADDAD19F67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438DEC34-EAB9-CA6F-C214-C2171ED86386}"/>
              </a:ext>
            </a:extLst>
          </p:cNvPr>
          <p:cNvSpPr/>
          <p:nvPr/>
        </p:nvSpPr>
        <p:spPr>
          <a:xfrm>
            <a:off x="8709418" y="4586577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5E9F516D-563C-66D5-C9DE-924BF79E5BD6}"/>
              </a:ext>
            </a:extLst>
          </p:cNvPr>
          <p:cNvCxnSpPr>
            <a:cxnSpLocks/>
          </p:cNvCxnSpPr>
          <p:nvPr/>
        </p:nvCxnSpPr>
        <p:spPr>
          <a:xfrm>
            <a:off x="8758296" y="4633618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B503A518-7802-2C6B-3DD8-6FF686D681F5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8942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1401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BBB50-29C8-DDA6-F296-01CE32946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D2517-AF05-83A6-4112-1C2AD3AA1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LID4096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7568C2-B389-F3AD-2813-6D73922CF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5569407" y="3321770"/>
            <a:ext cx="3095687" cy="160292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335C8E9-BE0F-356F-BA9E-6F559D0C6A64}"/>
              </a:ext>
            </a:extLst>
          </p:cNvPr>
          <p:cNvSpPr/>
          <p:nvPr/>
        </p:nvSpPr>
        <p:spPr>
          <a:xfrm rot="16200000">
            <a:off x="6329117" y="3627628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4A7A31D-4C8D-3C3D-6F56-ACF34D173F3A}"/>
              </a:ext>
            </a:extLst>
          </p:cNvPr>
          <p:cNvSpPr/>
          <p:nvPr/>
        </p:nvSpPr>
        <p:spPr>
          <a:xfrm rot="16200000">
            <a:off x="5793231" y="3922834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7956FBD-E600-5B66-7CB8-424D69207342}"/>
              </a:ext>
            </a:extLst>
          </p:cNvPr>
          <p:cNvSpPr/>
          <p:nvPr/>
        </p:nvSpPr>
        <p:spPr>
          <a:xfrm rot="16200000">
            <a:off x="7293493" y="4524261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DEAB0BA-B25F-7C58-D7E8-8C80A05DAA56}"/>
              </a:ext>
            </a:extLst>
          </p:cNvPr>
          <p:cNvSpPr/>
          <p:nvPr/>
        </p:nvSpPr>
        <p:spPr>
          <a:xfrm rot="16200000">
            <a:off x="6339582" y="3446980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BC64F9B0-1ADC-9E91-6BDC-BDE1132C03C8}"/>
              </a:ext>
            </a:extLst>
          </p:cNvPr>
          <p:cNvSpPr/>
          <p:nvPr/>
        </p:nvSpPr>
        <p:spPr>
          <a:xfrm rot="16200000">
            <a:off x="6422609" y="3528354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68E41DA-49D4-8915-73F7-D2521A8B9D3D}"/>
              </a:ext>
            </a:extLst>
          </p:cNvPr>
          <p:cNvSpPr/>
          <p:nvPr/>
        </p:nvSpPr>
        <p:spPr>
          <a:xfrm rot="16200000">
            <a:off x="7509665" y="3811306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70AF5AB-831F-F437-075D-F02662CA6488}"/>
              </a:ext>
            </a:extLst>
          </p:cNvPr>
          <p:cNvGrpSpPr/>
          <p:nvPr/>
        </p:nvGrpSpPr>
        <p:grpSpPr>
          <a:xfrm rot="16200000">
            <a:off x="7153050" y="3363815"/>
            <a:ext cx="121167" cy="90875"/>
            <a:chOff x="6669881" y="4393406"/>
            <a:chExt cx="209550" cy="1571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C1D18FB-E5DA-8426-A3EC-661A2F5383A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C6C4308-EAB5-0DBC-B744-ACB39D65CF3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06AE6E9-BC2E-D4FF-FDB0-33E9BE00E012}"/>
              </a:ext>
            </a:extLst>
          </p:cNvPr>
          <p:cNvGrpSpPr/>
          <p:nvPr/>
        </p:nvGrpSpPr>
        <p:grpSpPr>
          <a:xfrm rot="16200000">
            <a:off x="7170950" y="3621295"/>
            <a:ext cx="121167" cy="90875"/>
            <a:chOff x="6669881" y="4393406"/>
            <a:chExt cx="209550" cy="15716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029F2CF-94F1-09ED-5289-BF58313C8E3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C9D4869-5BDF-FD22-EBED-069AF944263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F425D54-70EB-61AC-8EC7-9F5CA23182D6}"/>
              </a:ext>
            </a:extLst>
          </p:cNvPr>
          <p:cNvGrpSpPr/>
          <p:nvPr/>
        </p:nvGrpSpPr>
        <p:grpSpPr>
          <a:xfrm rot="16200000">
            <a:off x="7188849" y="3878774"/>
            <a:ext cx="121167" cy="90875"/>
            <a:chOff x="6669881" y="4393406"/>
            <a:chExt cx="209550" cy="157163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2D11EC27-A461-6D5C-880D-B423C9F6808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D48F37E-8095-AC7F-633A-709E9FE7E3A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263B444-49D5-69B2-B0D3-D3251C8DCDC8}"/>
              </a:ext>
            </a:extLst>
          </p:cNvPr>
          <p:cNvGrpSpPr/>
          <p:nvPr/>
        </p:nvGrpSpPr>
        <p:grpSpPr>
          <a:xfrm rot="16200000">
            <a:off x="7195733" y="4168611"/>
            <a:ext cx="121167" cy="90875"/>
            <a:chOff x="6669881" y="4393406"/>
            <a:chExt cx="209550" cy="15716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4B559DE-8F47-49CC-4789-F2F0ADCE84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107EEBC-6C32-6FD1-9B3A-24FB59C0C9C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3F1B91E-2F7A-728E-0A1B-CC40AF094A2C}"/>
              </a:ext>
            </a:extLst>
          </p:cNvPr>
          <p:cNvGrpSpPr/>
          <p:nvPr/>
        </p:nvGrpSpPr>
        <p:grpSpPr>
          <a:xfrm rot="16200000">
            <a:off x="7207138" y="4461335"/>
            <a:ext cx="121167" cy="90875"/>
            <a:chOff x="6669881" y="4393406"/>
            <a:chExt cx="209550" cy="157163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39A430C-17CC-F4BB-1E8B-C7A56DF1110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AD449BB-22EB-875D-F614-F1FB3009B2E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708CE7B-4486-6E60-4451-7424C96C1C9C}"/>
              </a:ext>
            </a:extLst>
          </p:cNvPr>
          <p:cNvGrpSpPr/>
          <p:nvPr/>
        </p:nvGrpSpPr>
        <p:grpSpPr>
          <a:xfrm rot="16200000">
            <a:off x="7442585" y="4468220"/>
            <a:ext cx="121167" cy="90875"/>
            <a:chOff x="6669881" y="4393406"/>
            <a:chExt cx="209550" cy="157163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F659A5E-F7EA-E322-1422-9FD719F1A40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272AA7E-9F62-C0F1-D6C0-1125A965C5E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C29D822-C599-03D0-C522-59F85B7520BD}"/>
              </a:ext>
            </a:extLst>
          </p:cNvPr>
          <p:cNvGrpSpPr/>
          <p:nvPr/>
        </p:nvGrpSpPr>
        <p:grpSpPr>
          <a:xfrm rot="16200000">
            <a:off x="7434324" y="4169989"/>
            <a:ext cx="121167" cy="90875"/>
            <a:chOff x="6669881" y="4393406"/>
            <a:chExt cx="209550" cy="15716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33DA4C8-206F-D308-4BF5-4179F2DA744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ECA6F7A-26B8-2BCC-DB78-CDE4F3ABA31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EA850FD-3202-387C-3619-90357DBCADFC}"/>
              </a:ext>
            </a:extLst>
          </p:cNvPr>
          <p:cNvGrpSpPr/>
          <p:nvPr/>
        </p:nvGrpSpPr>
        <p:grpSpPr>
          <a:xfrm rot="16200000">
            <a:off x="7430583" y="3874645"/>
            <a:ext cx="121167" cy="90875"/>
            <a:chOff x="6669881" y="4393406"/>
            <a:chExt cx="209550" cy="157163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8333D04-B368-5F5A-70FE-99CF60D3FA3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9B44880-19BD-A676-FA48-B4E3EAF6BCF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5F930F0-A56A-2203-4A67-8E3356B2DF69}"/>
              </a:ext>
            </a:extLst>
          </p:cNvPr>
          <p:cNvGrpSpPr/>
          <p:nvPr/>
        </p:nvGrpSpPr>
        <p:grpSpPr>
          <a:xfrm rot="16200000">
            <a:off x="7433906" y="3603397"/>
            <a:ext cx="121167" cy="90875"/>
            <a:chOff x="6669881" y="4393406"/>
            <a:chExt cx="209550" cy="157163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C298F05-8A6A-6F77-3BFE-09B614642A3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A74164C-115B-A662-A025-CCECD6CF5DA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98F2B04-2A55-70E8-5FD1-C5AC2B8E558C}"/>
              </a:ext>
            </a:extLst>
          </p:cNvPr>
          <p:cNvGrpSpPr/>
          <p:nvPr/>
        </p:nvGrpSpPr>
        <p:grpSpPr>
          <a:xfrm rot="16200000">
            <a:off x="7427829" y="3347297"/>
            <a:ext cx="121167" cy="90875"/>
            <a:chOff x="6669881" y="4393406"/>
            <a:chExt cx="209550" cy="157163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0A11E5A-61B1-8360-8A48-4AD3BFBF540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03CB151-D574-AF2D-A60F-076289B400C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0ADF7AD-448E-BE9B-695C-3E4A204B724B}"/>
              </a:ext>
            </a:extLst>
          </p:cNvPr>
          <p:cNvCxnSpPr>
            <a:cxnSpLocks/>
          </p:cNvCxnSpPr>
          <p:nvPr/>
        </p:nvCxnSpPr>
        <p:spPr>
          <a:xfrm flipV="1">
            <a:off x="7618783" y="4529074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46D01C5-0D2F-74FC-7040-06D83603BEC9}"/>
              </a:ext>
            </a:extLst>
          </p:cNvPr>
          <p:cNvSpPr txBox="1"/>
          <p:nvPr/>
        </p:nvSpPr>
        <p:spPr>
          <a:xfrm>
            <a:off x="7968336" y="4335431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3397D34-756A-BF1B-9679-28B40769BEB5}"/>
              </a:ext>
            </a:extLst>
          </p:cNvPr>
          <p:cNvCxnSpPr>
            <a:cxnSpLocks/>
          </p:cNvCxnSpPr>
          <p:nvPr/>
        </p:nvCxnSpPr>
        <p:spPr>
          <a:xfrm rot="16200000">
            <a:off x="6604320" y="2925218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4F82FFE-B333-E836-A470-47763C7B256B}"/>
              </a:ext>
            </a:extLst>
          </p:cNvPr>
          <p:cNvSpPr txBox="1"/>
          <p:nvPr/>
        </p:nvSpPr>
        <p:spPr>
          <a:xfrm>
            <a:off x="6288311" y="3138252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7F476DA-38D0-9EC9-27D9-05D702F6A6A3}"/>
              </a:ext>
            </a:extLst>
          </p:cNvPr>
          <p:cNvCxnSpPr>
            <a:cxnSpLocks/>
          </p:cNvCxnSpPr>
          <p:nvPr/>
        </p:nvCxnSpPr>
        <p:spPr>
          <a:xfrm rot="16200000">
            <a:off x="6649303" y="4089372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8C23263-50A3-DB46-112C-9D53AA519633}"/>
              </a:ext>
            </a:extLst>
          </p:cNvPr>
          <p:cNvSpPr txBox="1"/>
          <p:nvPr/>
        </p:nvSpPr>
        <p:spPr>
          <a:xfrm>
            <a:off x="6284124" y="428945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19B3371-2881-8B68-4459-62687F40075D}"/>
              </a:ext>
            </a:extLst>
          </p:cNvPr>
          <p:cNvCxnSpPr>
            <a:cxnSpLocks/>
          </p:cNvCxnSpPr>
          <p:nvPr/>
        </p:nvCxnSpPr>
        <p:spPr>
          <a:xfrm>
            <a:off x="5573182" y="4226593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3B3A33B2-C504-3F81-66DF-47D4A5F370A0}"/>
              </a:ext>
            </a:extLst>
          </p:cNvPr>
          <p:cNvSpPr txBox="1"/>
          <p:nvPr/>
        </p:nvSpPr>
        <p:spPr>
          <a:xfrm>
            <a:off x="6284124" y="394141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D7EFBD4-EF3E-6FF7-2270-3EE2C75486E5}"/>
              </a:ext>
            </a:extLst>
          </p:cNvPr>
          <p:cNvCxnSpPr>
            <a:cxnSpLocks/>
          </p:cNvCxnSpPr>
          <p:nvPr/>
        </p:nvCxnSpPr>
        <p:spPr>
          <a:xfrm rot="16200000">
            <a:off x="6649303" y="3479632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E302BE-1E77-98DD-7942-203EAE4C2F68}"/>
              </a:ext>
            </a:extLst>
          </p:cNvPr>
          <p:cNvSpPr txBox="1"/>
          <p:nvPr/>
        </p:nvSpPr>
        <p:spPr>
          <a:xfrm>
            <a:off x="6284124" y="368135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D59C880-42C5-02D3-6A30-D8CA006CD2EB}"/>
              </a:ext>
            </a:extLst>
          </p:cNvPr>
          <p:cNvCxnSpPr>
            <a:cxnSpLocks/>
          </p:cNvCxnSpPr>
          <p:nvPr/>
        </p:nvCxnSpPr>
        <p:spPr>
          <a:xfrm rot="16200000">
            <a:off x="6641154" y="321695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58032E2-41EA-10DC-C3EB-6CD8A72065FB}"/>
              </a:ext>
            </a:extLst>
          </p:cNvPr>
          <p:cNvSpPr txBox="1"/>
          <p:nvPr/>
        </p:nvSpPr>
        <p:spPr>
          <a:xfrm>
            <a:off x="6284124" y="342051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6A459F7-4670-CF80-C9D8-28C76FE87814}"/>
              </a:ext>
            </a:extLst>
          </p:cNvPr>
          <p:cNvCxnSpPr>
            <a:cxnSpLocks/>
          </p:cNvCxnSpPr>
          <p:nvPr/>
        </p:nvCxnSpPr>
        <p:spPr>
          <a:xfrm rot="16200000">
            <a:off x="7822048" y="4000596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07FEC518-7840-A29B-4C97-B6EFD35D9170}"/>
              </a:ext>
            </a:extLst>
          </p:cNvPr>
          <p:cNvSpPr txBox="1"/>
          <p:nvPr/>
        </p:nvSpPr>
        <p:spPr>
          <a:xfrm>
            <a:off x="7998562" y="40443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A324207-2A7B-B942-FE94-733FF394816E}"/>
              </a:ext>
            </a:extLst>
          </p:cNvPr>
          <p:cNvCxnSpPr>
            <a:cxnSpLocks/>
          </p:cNvCxnSpPr>
          <p:nvPr/>
        </p:nvCxnSpPr>
        <p:spPr>
          <a:xfrm rot="16200000">
            <a:off x="7820876" y="3702198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AE5D445-BA13-7D3A-F0B5-35CEF657CB13}"/>
              </a:ext>
            </a:extLst>
          </p:cNvPr>
          <p:cNvSpPr txBox="1"/>
          <p:nvPr/>
        </p:nvSpPr>
        <p:spPr>
          <a:xfrm>
            <a:off x="7997390" y="37459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E98CBA9-AA59-EA14-A9FB-314BFA422E35}"/>
              </a:ext>
            </a:extLst>
          </p:cNvPr>
          <p:cNvCxnSpPr>
            <a:cxnSpLocks/>
          </p:cNvCxnSpPr>
          <p:nvPr/>
        </p:nvCxnSpPr>
        <p:spPr>
          <a:xfrm rot="16200000">
            <a:off x="7821462" y="3423236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9B9DB78-DCE0-490F-F6D0-9393448F4DB9}"/>
              </a:ext>
            </a:extLst>
          </p:cNvPr>
          <p:cNvSpPr txBox="1"/>
          <p:nvPr/>
        </p:nvSpPr>
        <p:spPr>
          <a:xfrm>
            <a:off x="7997977" y="346695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96CB7B0-3946-4F42-EF5C-B2FAA030A301}"/>
              </a:ext>
            </a:extLst>
          </p:cNvPr>
          <p:cNvCxnSpPr>
            <a:cxnSpLocks/>
          </p:cNvCxnSpPr>
          <p:nvPr/>
        </p:nvCxnSpPr>
        <p:spPr>
          <a:xfrm rot="16200000">
            <a:off x="7820876" y="3161212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3C2E0B97-5835-F164-9095-588A83AC1386}"/>
              </a:ext>
            </a:extLst>
          </p:cNvPr>
          <p:cNvSpPr txBox="1"/>
          <p:nvPr/>
        </p:nvSpPr>
        <p:spPr>
          <a:xfrm>
            <a:off x="7997390" y="320492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E293134-0495-F74D-FB99-2D29669397AD}"/>
              </a:ext>
            </a:extLst>
          </p:cNvPr>
          <p:cNvGrpSpPr/>
          <p:nvPr/>
        </p:nvGrpSpPr>
        <p:grpSpPr>
          <a:xfrm>
            <a:off x="1374661" y="2050956"/>
            <a:ext cx="1086251" cy="2080948"/>
            <a:chOff x="1688174" y="1407516"/>
            <a:chExt cx="1086251" cy="2080948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557C04F-FAEA-5434-DC6E-9570472D79FE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6DB5446-996B-5ADF-D936-E28F9D0C82F8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BB8A56F-D759-0C91-1361-9E0F35EAB412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424A6CE-D961-E166-DE68-BF4C354AA6E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1A13F16-52C1-5AD2-2E2C-48A2D967F59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B14F4C0A-6375-C023-BB74-644C4C396D9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8CFEC98-1394-8527-AB60-4D1227CF6212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10206A0-1CC7-3B33-219F-ACBF3D11ADF5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9CFC3C2-9C2E-057B-148B-90283CD08F0C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77C16A1E-CD70-E537-901E-735C0B11A67C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A2C1C55-012A-2002-8FC2-70A5B3523F9D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BF2D7A08-B0D1-40DD-FDE9-667FD2D5BF96}"/>
              </a:ext>
            </a:extLst>
          </p:cNvPr>
          <p:cNvSpPr txBox="1"/>
          <p:nvPr/>
        </p:nvSpPr>
        <p:spPr>
          <a:xfrm>
            <a:off x="1969914" y="6104986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76705DC-9955-D7BE-AD1D-9A4C1FEC7C48}"/>
              </a:ext>
            </a:extLst>
          </p:cNvPr>
          <p:cNvSpPr txBox="1"/>
          <p:nvPr/>
        </p:nvSpPr>
        <p:spPr>
          <a:xfrm>
            <a:off x="1971594" y="5992147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813D82B-593F-DE86-1652-82E2A730D0B4}"/>
              </a:ext>
            </a:extLst>
          </p:cNvPr>
          <p:cNvSpPr txBox="1"/>
          <p:nvPr/>
        </p:nvSpPr>
        <p:spPr>
          <a:xfrm>
            <a:off x="1984500" y="4270259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8B860CE-AD2D-F2DA-A827-86D857EE9C99}"/>
              </a:ext>
            </a:extLst>
          </p:cNvPr>
          <p:cNvSpPr/>
          <p:nvPr/>
        </p:nvSpPr>
        <p:spPr>
          <a:xfrm rot="16200000">
            <a:off x="592941" y="5056226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201AE47-AF54-C94A-8787-7AC71894442A}"/>
              </a:ext>
            </a:extLst>
          </p:cNvPr>
          <p:cNvCxnSpPr>
            <a:cxnSpLocks/>
          </p:cNvCxnSpPr>
          <p:nvPr/>
        </p:nvCxnSpPr>
        <p:spPr>
          <a:xfrm>
            <a:off x="1803869" y="6228098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01A0DC6D-94E7-C460-519A-AF626B9861BE}"/>
              </a:ext>
            </a:extLst>
          </p:cNvPr>
          <p:cNvCxnSpPr>
            <a:cxnSpLocks/>
          </p:cNvCxnSpPr>
          <p:nvPr/>
        </p:nvCxnSpPr>
        <p:spPr>
          <a:xfrm>
            <a:off x="1803869" y="6120337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06803A4-49F7-2D23-A97D-744B91BDEA31}"/>
              </a:ext>
            </a:extLst>
          </p:cNvPr>
          <p:cNvCxnSpPr>
            <a:cxnSpLocks/>
          </p:cNvCxnSpPr>
          <p:nvPr/>
        </p:nvCxnSpPr>
        <p:spPr>
          <a:xfrm>
            <a:off x="1803869" y="5998697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6171A26F-B78A-6B72-5866-A1908B38AB29}"/>
              </a:ext>
            </a:extLst>
          </p:cNvPr>
          <p:cNvSpPr txBox="1"/>
          <p:nvPr/>
        </p:nvSpPr>
        <p:spPr>
          <a:xfrm rot="16200000">
            <a:off x="1681372" y="540306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EC965AF-4478-F7AD-841C-CB30D1F053B5}"/>
              </a:ext>
            </a:extLst>
          </p:cNvPr>
          <p:cNvSpPr txBox="1"/>
          <p:nvPr/>
        </p:nvSpPr>
        <p:spPr>
          <a:xfrm rot="16200000">
            <a:off x="1657065" y="440116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D1852A1-7A10-D709-0417-264F4869C8FA}"/>
              </a:ext>
            </a:extLst>
          </p:cNvPr>
          <p:cNvSpPr txBox="1"/>
          <p:nvPr/>
        </p:nvSpPr>
        <p:spPr>
          <a:xfrm>
            <a:off x="1969914" y="5863516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4A8D9C71-BDD6-61D6-5937-D6203401FB26}"/>
              </a:ext>
            </a:extLst>
          </p:cNvPr>
          <p:cNvCxnSpPr>
            <a:cxnSpLocks/>
          </p:cNvCxnSpPr>
          <p:nvPr/>
        </p:nvCxnSpPr>
        <p:spPr>
          <a:xfrm>
            <a:off x="1805738" y="4393369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D0D3869B-9923-D2B0-526A-E12D869A08FE}"/>
              </a:ext>
            </a:extLst>
          </p:cNvPr>
          <p:cNvCxnSpPr>
            <a:cxnSpLocks/>
          </p:cNvCxnSpPr>
          <p:nvPr/>
        </p:nvCxnSpPr>
        <p:spPr>
          <a:xfrm>
            <a:off x="2302013" y="5986309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054B2CB-797B-BE81-1FC0-638216AC51AD}"/>
              </a:ext>
            </a:extLst>
          </p:cNvPr>
          <p:cNvCxnSpPr>
            <a:cxnSpLocks/>
          </p:cNvCxnSpPr>
          <p:nvPr/>
        </p:nvCxnSpPr>
        <p:spPr>
          <a:xfrm>
            <a:off x="2315222" y="3753287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A192D291-CAD7-043B-0B22-14E4564D60A3}"/>
              </a:ext>
            </a:extLst>
          </p:cNvPr>
          <p:cNvCxnSpPr>
            <a:cxnSpLocks/>
          </p:cNvCxnSpPr>
          <p:nvPr/>
        </p:nvCxnSpPr>
        <p:spPr>
          <a:xfrm>
            <a:off x="5237939" y="4465903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>
            <a:extLst>
              <a:ext uri="{FF2B5EF4-FFF2-40B4-BE49-F238E27FC236}">
                <a16:creationId xmlns:a16="http://schemas.microsoft.com/office/drawing/2014/main" id="{75A9037E-D7C4-9C96-F6C5-793F48E5FD74}"/>
              </a:ext>
            </a:extLst>
          </p:cNvPr>
          <p:cNvSpPr/>
          <p:nvPr/>
        </p:nvSpPr>
        <p:spPr>
          <a:xfrm>
            <a:off x="5455307" y="4179234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58B08285-BFB3-A9B7-BE11-6F40E19C3BB7}"/>
              </a:ext>
            </a:extLst>
          </p:cNvPr>
          <p:cNvSpPr/>
          <p:nvPr/>
        </p:nvSpPr>
        <p:spPr>
          <a:xfrm>
            <a:off x="5189694" y="3956037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8CDACA6E-C377-1C2C-6CA4-D1F6A928C105}"/>
              </a:ext>
            </a:extLst>
          </p:cNvPr>
          <p:cNvSpPr/>
          <p:nvPr/>
        </p:nvSpPr>
        <p:spPr>
          <a:xfrm>
            <a:off x="5193439" y="4396335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15B4B8D-30E7-C6F6-EC09-215DD6E12172}"/>
              </a:ext>
            </a:extLst>
          </p:cNvPr>
          <p:cNvCxnSpPr>
            <a:cxnSpLocks/>
            <a:endCxn id="88" idx="5"/>
          </p:cNvCxnSpPr>
          <p:nvPr/>
        </p:nvCxnSpPr>
        <p:spPr>
          <a:xfrm flipH="1" flipV="1">
            <a:off x="5282780" y="4049123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C619CD69-4E9A-48EB-13D5-47D02EE4F632}"/>
              </a:ext>
            </a:extLst>
          </p:cNvPr>
          <p:cNvCxnSpPr>
            <a:cxnSpLocks/>
            <a:endCxn id="88" idx="0"/>
          </p:cNvCxnSpPr>
          <p:nvPr/>
        </p:nvCxnSpPr>
        <p:spPr>
          <a:xfrm>
            <a:off x="5243531" y="3751608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33829CCC-7522-81AA-47E3-88F22EDFCDB2}"/>
              </a:ext>
            </a:extLst>
          </p:cNvPr>
          <p:cNvSpPr/>
          <p:nvPr/>
        </p:nvSpPr>
        <p:spPr>
          <a:xfrm flipH="1">
            <a:off x="10200129" y="4347631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F3882BE4-07B7-0A00-5172-BD0F806F8358}"/>
              </a:ext>
            </a:extLst>
          </p:cNvPr>
          <p:cNvSpPr/>
          <p:nvPr/>
        </p:nvSpPr>
        <p:spPr>
          <a:xfrm>
            <a:off x="9253701" y="4350064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505F60F-522D-8787-AA8D-1F5196B85890}"/>
              </a:ext>
            </a:extLst>
          </p:cNvPr>
          <p:cNvSpPr/>
          <p:nvPr/>
        </p:nvSpPr>
        <p:spPr>
          <a:xfrm>
            <a:off x="10009926" y="3867134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336DDBE8-2E5F-C521-5097-61B17DA78729}"/>
              </a:ext>
            </a:extLst>
          </p:cNvPr>
          <p:cNvSpPr/>
          <p:nvPr/>
        </p:nvSpPr>
        <p:spPr>
          <a:xfrm>
            <a:off x="9682406" y="2982756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49CF514D-27F4-82B7-1F5F-B6A3E692AA18}"/>
              </a:ext>
            </a:extLst>
          </p:cNvPr>
          <p:cNvGrpSpPr/>
          <p:nvPr/>
        </p:nvGrpSpPr>
        <p:grpSpPr>
          <a:xfrm>
            <a:off x="9733581" y="3873840"/>
            <a:ext cx="631874" cy="503488"/>
            <a:chOff x="5198211" y="3413816"/>
            <a:chExt cx="307830" cy="260468"/>
          </a:xfrm>
        </p:grpSpPr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E74510AC-CD8F-ACDC-EAFA-67A0A57AECB1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A49891FF-560E-9BF0-B37E-52DC035A662B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AD9AEC96-D181-B022-2BAB-2156BF0F8D5D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B8736E96-2805-630C-EC62-69A26DE7FB40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9B92A8B-7D29-5751-4079-BEE3909D356F}"/>
              </a:ext>
            </a:extLst>
          </p:cNvPr>
          <p:cNvCxnSpPr>
            <a:cxnSpLocks/>
          </p:cNvCxnSpPr>
          <p:nvPr/>
        </p:nvCxnSpPr>
        <p:spPr>
          <a:xfrm flipH="1">
            <a:off x="9831459" y="4851425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46B3DD32-825F-8B18-FE30-5B68AC2B6F14}"/>
              </a:ext>
            </a:extLst>
          </p:cNvPr>
          <p:cNvCxnSpPr>
            <a:cxnSpLocks/>
          </p:cNvCxnSpPr>
          <p:nvPr/>
        </p:nvCxnSpPr>
        <p:spPr>
          <a:xfrm flipH="1">
            <a:off x="9875507" y="4856312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A069B777-C110-8883-8E07-520BFD6D0E1D}"/>
              </a:ext>
            </a:extLst>
          </p:cNvPr>
          <p:cNvSpPr/>
          <p:nvPr/>
        </p:nvSpPr>
        <p:spPr>
          <a:xfrm>
            <a:off x="9779505" y="3068767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C1D3F404-FF7D-D3B6-47F1-8B9D1D1521BE}"/>
              </a:ext>
            </a:extLst>
          </p:cNvPr>
          <p:cNvCxnSpPr>
            <a:cxnSpLocks/>
          </p:cNvCxnSpPr>
          <p:nvPr/>
        </p:nvCxnSpPr>
        <p:spPr>
          <a:xfrm>
            <a:off x="10017199" y="4479943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A2631450-43D4-DF50-AB1D-24A44498DD70}"/>
              </a:ext>
            </a:extLst>
          </p:cNvPr>
          <p:cNvSpPr/>
          <p:nvPr/>
        </p:nvSpPr>
        <p:spPr>
          <a:xfrm>
            <a:off x="7204804" y="412674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2EFEB66B-CE7A-7C2B-D40D-AACE73F817F4}"/>
              </a:ext>
            </a:extLst>
          </p:cNvPr>
          <p:cNvSpPr/>
          <p:nvPr/>
        </p:nvSpPr>
        <p:spPr>
          <a:xfrm>
            <a:off x="7320321" y="4099034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20DDBE0F-B6F3-2FAD-34C3-828F4DB147A8}"/>
              </a:ext>
            </a:extLst>
          </p:cNvPr>
          <p:cNvSpPr/>
          <p:nvPr/>
        </p:nvSpPr>
        <p:spPr>
          <a:xfrm>
            <a:off x="7162384" y="3307713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6B859330-FAEC-E3E5-52EE-A22A7417995B}"/>
              </a:ext>
            </a:extLst>
          </p:cNvPr>
          <p:cNvSpPr/>
          <p:nvPr/>
        </p:nvSpPr>
        <p:spPr>
          <a:xfrm>
            <a:off x="7206531" y="3452144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3" name="Freeform: Shape 112">
            <a:extLst>
              <a:ext uri="{FF2B5EF4-FFF2-40B4-BE49-F238E27FC236}">
                <a16:creationId xmlns:a16="http://schemas.microsoft.com/office/drawing/2014/main" id="{3BDEFA25-CABD-27FF-5CE5-D6130C452FF3}"/>
              </a:ext>
            </a:extLst>
          </p:cNvPr>
          <p:cNvSpPr/>
          <p:nvPr/>
        </p:nvSpPr>
        <p:spPr>
          <a:xfrm>
            <a:off x="9682406" y="4917505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4" name="Rectangle: Rounded Corners 113">
            <a:extLst>
              <a:ext uri="{FF2B5EF4-FFF2-40B4-BE49-F238E27FC236}">
                <a16:creationId xmlns:a16="http://schemas.microsoft.com/office/drawing/2014/main" id="{28A377B8-5830-DE7A-4769-8C00E446ABF0}"/>
              </a:ext>
            </a:extLst>
          </p:cNvPr>
          <p:cNvSpPr/>
          <p:nvPr/>
        </p:nvSpPr>
        <p:spPr>
          <a:xfrm>
            <a:off x="9968321" y="4432902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6C6F7BC-0CEE-77F5-B909-D93D6A6F707A}"/>
              </a:ext>
            </a:extLst>
          </p:cNvPr>
          <p:cNvGrpSpPr/>
          <p:nvPr/>
        </p:nvGrpSpPr>
        <p:grpSpPr>
          <a:xfrm rot="16200000">
            <a:off x="2871395" y="5103641"/>
            <a:ext cx="1016151" cy="252820"/>
            <a:chOff x="2756977" y="4479943"/>
            <a:chExt cx="1016151" cy="25282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1DD2457-E2CF-8D57-C0B8-5C000D0CE486}"/>
                </a:ext>
              </a:extLst>
            </p:cNvPr>
            <p:cNvSpPr/>
            <p:nvPr/>
          </p:nvSpPr>
          <p:spPr>
            <a:xfrm>
              <a:off x="3099133" y="447994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3196292C-0884-ECBD-8CC6-2CD3F36F2557}"/>
                </a:ext>
              </a:extLst>
            </p:cNvPr>
            <p:cNvSpPr txBox="1"/>
            <p:nvPr/>
          </p:nvSpPr>
          <p:spPr>
            <a:xfrm>
              <a:off x="3157819" y="4507661"/>
              <a:ext cx="57579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700"/>
                <a:t>Pull Down</a:t>
              </a:r>
              <a:endParaRPr lang="LID4096" sz="700"/>
            </a:p>
          </p:txBody>
        </p: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F8B10613-830D-E39A-80DD-079366F0543A}"/>
                </a:ext>
              </a:extLst>
            </p:cNvPr>
            <p:cNvCxnSpPr>
              <a:stCxn id="3" idx="1"/>
            </p:cNvCxnSpPr>
            <p:nvPr/>
          </p:nvCxnSpPr>
          <p:spPr>
            <a:xfrm flipH="1">
              <a:off x="2820091" y="460635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E5DAD5E-8DAD-8244-D72E-F1C46514C5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0314" y="449201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3C32DF96-6475-1313-B4D2-C6496A4077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84072" y="449447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A6924E7-3ED8-EB4C-1EE3-7289428C7E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56977" y="454978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2AB4B71E-2B11-7B25-712D-FA217516F840}"/>
              </a:ext>
            </a:extLst>
          </p:cNvPr>
          <p:cNvGrpSpPr/>
          <p:nvPr/>
        </p:nvGrpSpPr>
        <p:grpSpPr>
          <a:xfrm rot="16200000">
            <a:off x="3434767" y="5086956"/>
            <a:ext cx="953037" cy="252820"/>
            <a:chOff x="2820091" y="4479943"/>
            <a:chExt cx="953037" cy="252820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20516E26-A958-6545-2B08-39807870A7FF}"/>
                </a:ext>
              </a:extLst>
            </p:cNvPr>
            <p:cNvSpPr/>
            <p:nvPr/>
          </p:nvSpPr>
          <p:spPr>
            <a:xfrm>
              <a:off x="3099133" y="447994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0475915A-FAD9-35D8-8835-7285494381D1}"/>
                </a:ext>
              </a:extLst>
            </p:cNvPr>
            <p:cNvSpPr txBox="1"/>
            <p:nvPr/>
          </p:nvSpPr>
          <p:spPr>
            <a:xfrm>
              <a:off x="3214725" y="4507661"/>
              <a:ext cx="461986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700"/>
                <a:t>Pull Up</a:t>
              </a:r>
              <a:endParaRPr lang="LID4096" sz="700"/>
            </a:p>
          </p:txBody>
        </p: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6D52517-CC5C-A010-8BD5-A7482BF04DCA}"/>
                </a:ext>
              </a:extLst>
            </p:cNvPr>
            <p:cNvCxnSpPr>
              <a:stCxn id="123" idx="1"/>
            </p:cNvCxnSpPr>
            <p:nvPr/>
          </p:nvCxnSpPr>
          <p:spPr>
            <a:xfrm flipH="1">
              <a:off x="2820091" y="460635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9" name="TextBox 128">
            <a:extLst>
              <a:ext uri="{FF2B5EF4-FFF2-40B4-BE49-F238E27FC236}">
                <a16:creationId xmlns:a16="http://schemas.microsoft.com/office/drawing/2014/main" id="{7AA9ACD3-4926-F5B5-F35E-DA8AA9169276}"/>
              </a:ext>
            </a:extLst>
          </p:cNvPr>
          <p:cNvSpPr txBox="1"/>
          <p:nvPr/>
        </p:nvSpPr>
        <p:spPr>
          <a:xfrm>
            <a:off x="3691475" y="5628945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3.3V</a:t>
            </a:r>
            <a:endParaRPr lang="LID4096" sz="1000" b="1" dirty="0"/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9B70128B-A94B-E57D-D7A7-349B18229834}"/>
              </a:ext>
            </a:extLst>
          </p:cNvPr>
          <p:cNvGrpSpPr/>
          <p:nvPr/>
        </p:nvGrpSpPr>
        <p:grpSpPr>
          <a:xfrm rot="16200000">
            <a:off x="3472472" y="4260998"/>
            <a:ext cx="374670" cy="549355"/>
            <a:chOff x="3602163" y="3971076"/>
            <a:chExt cx="374670" cy="549355"/>
          </a:xfrm>
        </p:grpSpPr>
        <p:sp>
          <p:nvSpPr>
            <p:cNvPr id="130" name="Oval 129">
              <a:extLst>
                <a:ext uri="{FF2B5EF4-FFF2-40B4-BE49-F238E27FC236}">
                  <a16:creationId xmlns:a16="http://schemas.microsoft.com/office/drawing/2014/main" id="{7E2D8058-6D80-CDDA-44B3-0F375F1C077D}"/>
                </a:ext>
              </a:extLst>
            </p:cNvPr>
            <p:cNvSpPr/>
            <p:nvPr/>
          </p:nvSpPr>
          <p:spPr>
            <a:xfrm>
              <a:off x="3867776" y="4194273"/>
              <a:ext cx="109057" cy="109057"/>
            </a:xfrm>
            <a:prstGeom prst="ellipse">
              <a:avLst/>
            </a:prstGeom>
            <a:noFill/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BFEC0EEC-7B97-20A5-55AD-484D65E25084}"/>
                </a:ext>
              </a:extLst>
            </p:cNvPr>
            <p:cNvSpPr/>
            <p:nvPr/>
          </p:nvSpPr>
          <p:spPr>
            <a:xfrm>
              <a:off x="3602163" y="3971076"/>
              <a:ext cx="109057" cy="109057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EDA17FC2-1457-6770-92D4-30AA57E5370B}"/>
                </a:ext>
              </a:extLst>
            </p:cNvPr>
            <p:cNvSpPr/>
            <p:nvPr/>
          </p:nvSpPr>
          <p:spPr>
            <a:xfrm>
              <a:off x="3605908" y="4411374"/>
              <a:ext cx="109057" cy="109057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40AFDE35-6E90-7D7D-AC2C-394F431FD77A}"/>
                </a:ext>
              </a:extLst>
            </p:cNvPr>
            <p:cNvCxnSpPr>
              <a:cxnSpLocks/>
              <a:endCxn id="131" idx="4"/>
            </p:cNvCxnSpPr>
            <p:nvPr/>
          </p:nvCxnSpPr>
          <p:spPr>
            <a:xfrm rot="5400000" flipH="1">
              <a:off x="3682489" y="4054336"/>
              <a:ext cx="168668" cy="220263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11662958-6851-E335-5BA9-F0BC128D81A9}"/>
              </a:ext>
            </a:extLst>
          </p:cNvPr>
          <p:cNvCxnSpPr>
            <a:cxnSpLocks/>
          </p:cNvCxnSpPr>
          <p:nvPr/>
        </p:nvCxnSpPr>
        <p:spPr>
          <a:xfrm>
            <a:off x="3661129" y="4064523"/>
            <a:ext cx="0" cy="289924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137">
            <a:extLst>
              <a:ext uri="{FF2B5EF4-FFF2-40B4-BE49-F238E27FC236}">
                <a16:creationId xmlns:a16="http://schemas.microsoft.com/office/drawing/2014/main" id="{8C26CBF2-5BAC-ED16-C69D-26D302F36EC5}"/>
              </a:ext>
            </a:extLst>
          </p:cNvPr>
          <p:cNvSpPr/>
          <p:nvPr/>
        </p:nvSpPr>
        <p:spPr>
          <a:xfrm>
            <a:off x="3606600" y="3997165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9FDB57D7-D8C3-C322-47E1-01B14032672C}"/>
              </a:ext>
            </a:extLst>
          </p:cNvPr>
          <p:cNvCxnSpPr>
            <a:cxnSpLocks/>
          </p:cNvCxnSpPr>
          <p:nvPr/>
        </p:nvCxnSpPr>
        <p:spPr>
          <a:xfrm flipH="1" flipV="1">
            <a:off x="3470012" y="3804468"/>
            <a:ext cx="166628" cy="201355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Oval 140">
            <a:extLst>
              <a:ext uri="{FF2B5EF4-FFF2-40B4-BE49-F238E27FC236}">
                <a16:creationId xmlns:a16="http://schemas.microsoft.com/office/drawing/2014/main" id="{987C499B-36DB-39E8-489A-6CFD362BAFCE}"/>
              </a:ext>
            </a:extLst>
          </p:cNvPr>
          <p:cNvSpPr/>
          <p:nvPr/>
        </p:nvSpPr>
        <p:spPr>
          <a:xfrm>
            <a:off x="3621450" y="368957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1242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1648B-1D83-0F70-697D-D5B4607BD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370F5-694B-7C66-4BA7-F071BFBA7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LID4096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D38A3A-ABD1-78E8-2856-73B0CA9787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5569407" y="3321770"/>
            <a:ext cx="3095687" cy="160292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5EA57C6-0A79-9BC9-B9A5-50AB4212BDAA}"/>
              </a:ext>
            </a:extLst>
          </p:cNvPr>
          <p:cNvSpPr/>
          <p:nvPr/>
        </p:nvSpPr>
        <p:spPr>
          <a:xfrm rot="16200000">
            <a:off x="6329117" y="3627628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0C9ADE7-E42F-59A0-572E-0FEE5C8E85C9}"/>
              </a:ext>
            </a:extLst>
          </p:cNvPr>
          <p:cNvSpPr/>
          <p:nvPr/>
        </p:nvSpPr>
        <p:spPr>
          <a:xfrm rot="16200000">
            <a:off x="5793231" y="3922834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5DD1F0-0503-C2CE-9F5D-C667714505B8}"/>
              </a:ext>
            </a:extLst>
          </p:cNvPr>
          <p:cNvSpPr/>
          <p:nvPr/>
        </p:nvSpPr>
        <p:spPr>
          <a:xfrm rot="16200000">
            <a:off x="7293493" y="4524261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45F0FCA-1263-DD7A-BF0B-2C46C2A0917A}"/>
              </a:ext>
            </a:extLst>
          </p:cNvPr>
          <p:cNvSpPr/>
          <p:nvPr/>
        </p:nvSpPr>
        <p:spPr>
          <a:xfrm rot="16200000">
            <a:off x="6339582" y="3446980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E447CF3-65B2-AC98-01D6-E8FA788A7DAD}"/>
              </a:ext>
            </a:extLst>
          </p:cNvPr>
          <p:cNvSpPr/>
          <p:nvPr/>
        </p:nvSpPr>
        <p:spPr>
          <a:xfrm rot="16200000">
            <a:off x="6422609" y="3528354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406D703-C932-D8C7-9CEB-DCC8D5CB5881}"/>
              </a:ext>
            </a:extLst>
          </p:cNvPr>
          <p:cNvSpPr/>
          <p:nvPr/>
        </p:nvSpPr>
        <p:spPr>
          <a:xfrm rot="16200000">
            <a:off x="7509665" y="3811306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BEEA59B-0A07-4145-29C2-5EFB6D0410F2}"/>
              </a:ext>
            </a:extLst>
          </p:cNvPr>
          <p:cNvGrpSpPr/>
          <p:nvPr/>
        </p:nvGrpSpPr>
        <p:grpSpPr>
          <a:xfrm rot="16200000">
            <a:off x="7153050" y="3363815"/>
            <a:ext cx="121167" cy="90875"/>
            <a:chOff x="6669881" y="4393406"/>
            <a:chExt cx="209550" cy="1571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073AB91-6AB0-9F34-0F56-8CE178715DC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ACB5A88-1FA0-A9D7-C2FB-F1A8F6DEBE9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5E5828E-B0B4-B4DA-28BC-14122775E618}"/>
              </a:ext>
            </a:extLst>
          </p:cNvPr>
          <p:cNvGrpSpPr/>
          <p:nvPr/>
        </p:nvGrpSpPr>
        <p:grpSpPr>
          <a:xfrm rot="16200000">
            <a:off x="7170950" y="3621295"/>
            <a:ext cx="121167" cy="90875"/>
            <a:chOff x="6669881" y="4393406"/>
            <a:chExt cx="209550" cy="15716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D66C69F-9713-4074-CB8A-E2806E16188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22022C2-F787-7ECF-C2E2-1A8C1BFDE4B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062D305-37DD-9A02-CD8D-65405A7E8C31}"/>
              </a:ext>
            </a:extLst>
          </p:cNvPr>
          <p:cNvGrpSpPr/>
          <p:nvPr/>
        </p:nvGrpSpPr>
        <p:grpSpPr>
          <a:xfrm rot="16200000">
            <a:off x="7188849" y="3878774"/>
            <a:ext cx="121167" cy="90875"/>
            <a:chOff x="6669881" y="4393406"/>
            <a:chExt cx="209550" cy="157163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FD395B8-D9CA-ED2E-DAB8-061BE0FCC11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A8A89DA7-EE10-54B2-537C-8F5B15231DC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CABC6A3-100D-7B85-F655-3386DBB111DB}"/>
              </a:ext>
            </a:extLst>
          </p:cNvPr>
          <p:cNvGrpSpPr/>
          <p:nvPr/>
        </p:nvGrpSpPr>
        <p:grpSpPr>
          <a:xfrm rot="16200000">
            <a:off x="7195733" y="4168611"/>
            <a:ext cx="121167" cy="90875"/>
            <a:chOff x="6669881" y="4393406"/>
            <a:chExt cx="209550" cy="15716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6EC3C75-4F0D-0006-D07A-094340A1B36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8191364-588E-EEA4-9318-DB14B7FC83A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66D48F1-CDA5-EF6D-078B-31A64101299A}"/>
              </a:ext>
            </a:extLst>
          </p:cNvPr>
          <p:cNvGrpSpPr/>
          <p:nvPr/>
        </p:nvGrpSpPr>
        <p:grpSpPr>
          <a:xfrm rot="16200000">
            <a:off x="7207138" y="4461335"/>
            <a:ext cx="121167" cy="90875"/>
            <a:chOff x="6669881" y="4393406"/>
            <a:chExt cx="209550" cy="157163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3398D4B-2D2C-A2D3-28F9-26B83FB659C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5BE8097-160F-032C-283E-13B9B375A5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EB4C8CA-297E-D159-95BD-220C24AD57CF}"/>
              </a:ext>
            </a:extLst>
          </p:cNvPr>
          <p:cNvGrpSpPr/>
          <p:nvPr/>
        </p:nvGrpSpPr>
        <p:grpSpPr>
          <a:xfrm rot="16200000">
            <a:off x="7442585" y="4468220"/>
            <a:ext cx="121167" cy="90875"/>
            <a:chOff x="6669881" y="4393406"/>
            <a:chExt cx="209550" cy="157163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BA77AA7-2F63-C095-7C9B-3AE4F5EE5DE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A69D1C47-0EFA-F409-BAD7-772459595209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A94064-7241-F528-72F9-9560F516BB5C}"/>
              </a:ext>
            </a:extLst>
          </p:cNvPr>
          <p:cNvGrpSpPr/>
          <p:nvPr/>
        </p:nvGrpSpPr>
        <p:grpSpPr>
          <a:xfrm rot="16200000">
            <a:off x="7434324" y="4169989"/>
            <a:ext cx="121167" cy="90875"/>
            <a:chOff x="6669881" y="4393406"/>
            <a:chExt cx="209550" cy="15716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31FC075-C741-D386-6B17-2A128D93DD7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B6257887-F3DF-AFF3-1AB8-FF57767F8B4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27E85DD-0B48-0B81-3680-F27BF2117B68}"/>
              </a:ext>
            </a:extLst>
          </p:cNvPr>
          <p:cNvGrpSpPr/>
          <p:nvPr/>
        </p:nvGrpSpPr>
        <p:grpSpPr>
          <a:xfrm rot="16200000">
            <a:off x="7430583" y="3874645"/>
            <a:ext cx="121167" cy="90875"/>
            <a:chOff x="6669881" y="4393406"/>
            <a:chExt cx="209550" cy="157163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3901C45-B421-C8D0-1575-F9799917AE07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CE08360-7580-61F6-E57A-CB16591E71F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8B2B9E3-C299-CA81-1176-CF72C5BB2A97}"/>
              </a:ext>
            </a:extLst>
          </p:cNvPr>
          <p:cNvGrpSpPr/>
          <p:nvPr/>
        </p:nvGrpSpPr>
        <p:grpSpPr>
          <a:xfrm rot="16200000">
            <a:off x="7433906" y="3603397"/>
            <a:ext cx="121167" cy="90875"/>
            <a:chOff x="6669881" y="4393406"/>
            <a:chExt cx="209550" cy="157163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B8B53D1-18DB-70CC-3F66-4C997D0AA8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FC77837-6474-AFB9-22AC-90C94F550EE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2D82D78-94F3-9C51-12B0-EB1219234270}"/>
              </a:ext>
            </a:extLst>
          </p:cNvPr>
          <p:cNvGrpSpPr/>
          <p:nvPr/>
        </p:nvGrpSpPr>
        <p:grpSpPr>
          <a:xfrm rot="16200000">
            <a:off x="7427829" y="3347297"/>
            <a:ext cx="121167" cy="90875"/>
            <a:chOff x="6669881" y="4393406"/>
            <a:chExt cx="209550" cy="157163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B1D14993-1784-684C-5B7C-2BF955C6088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59EEFA61-F41C-67DA-87DE-EDCF227FF95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7327B5C-A540-2C46-0611-B5F2F7412424}"/>
              </a:ext>
            </a:extLst>
          </p:cNvPr>
          <p:cNvCxnSpPr>
            <a:cxnSpLocks/>
          </p:cNvCxnSpPr>
          <p:nvPr/>
        </p:nvCxnSpPr>
        <p:spPr>
          <a:xfrm flipV="1">
            <a:off x="7618783" y="4529074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40B2089-32A6-5D5F-015A-A91864228529}"/>
              </a:ext>
            </a:extLst>
          </p:cNvPr>
          <p:cNvSpPr txBox="1"/>
          <p:nvPr/>
        </p:nvSpPr>
        <p:spPr>
          <a:xfrm>
            <a:off x="7968336" y="4335431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C2C4ED1-D5E9-9D99-3658-9AA29580686F}"/>
              </a:ext>
            </a:extLst>
          </p:cNvPr>
          <p:cNvCxnSpPr>
            <a:cxnSpLocks/>
          </p:cNvCxnSpPr>
          <p:nvPr/>
        </p:nvCxnSpPr>
        <p:spPr>
          <a:xfrm rot="16200000">
            <a:off x="6604320" y="2925218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A273101D-9663-E558-E8DC-8E574453F615}"/>
              </a:ext>
            </a:extLst>
          </p:cNvPr>
          <p:cNvSpPr txBox="1"/>
          <p:nvPr/>
        </p:nvSpPr>
        <p:spPr>
          <a:xfrm>
            <a:off x="6288311" y="3138252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345EB76-47B5-4FCD-C9DF-3D452FF244A5}"/>
              </a:ext>
            </a:extLst>
          </p:cNvPr>
          <p:cNvCxnSpPr>
            <a:cxnSpLocks/>
          </p:cNvCxnSpPr>
          <p:nvPr/>
        </p:nvCxnSpPr>
        <p:spPr>
          <a:xfrm rot="16200000">
            <a:off x="6649303" y="4089372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C18BA523-0F0E-91A9-4742-5E100A25516D}"/>
              </a:ext>
            </a:extLst>
          </p:cNvPr>
          <p:cNvSpPr txBox="1"/>
          <p:nvPr/>
        </p:nvSpPr>
        <p:spPr>
          <a:xfrm>
            <a:off x="6284124" y="428945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6910117-D60B-DD55-59C1-E6DE9C23A201}"/>
              </a:ext>
            </a:extLst>
          </p:cNvPr>
          <p:cNvCxnSpPr>
            <a:cxnSpLocks/>
          </p:cNvCxnSpPr>
          <p:nvPr/>
        </p:nvCxnSpPr>
        <p:spPr>
          <a:xfrm>
            <a:off x="5573182" y="4226593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41F0137-E179-A823-C1D0-0DE01720B656}"/>
              </a:ext>
            </a:extLst>
          </p:cNvPr>
          <p:cNvSpPr txBox="1"/>
          <p:nvPr/>
        </p:nvSpPr>
        <p:spPr>
          <a:xfrm>
            <a:off x="6284124" y="394141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ED62C6B-836C-EB9A-CE46-6739CE1E0289}"/>
              </a:ext>
            </a:extLst>
          </p:cNvPr>
          <p:cNvCxnSpPr>
            <a:cxnSpLocks/>
          </p:cNvCxnSpPr>
          <p:nvPr/>
        </p:nvCxnSpPr>
        <p:spPr>
          <a:xfrm rot="16200000">
            <a:off x="6649303" y="3479632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1055693C-32F0-C372-FA3D-2356C952892E}"/>
              </a:ext>
            </a:extLst>
          </p:cNvPr>
          <p:cNvSpPr txBox="1"/>
          <p:nvPr/>
        </p:nvSpPr>
        <p:spPr>
          <a:xfrm>
            <a:off x="6284124" y="368135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710791E-7FDE-043D-FF89-43403DC36C32}"/>
              </a:ext>
            </a:extLst>
          </p:cNvPr>
          <p:cNvCxnSpPr>
            <a:cxnSpLocks/>
          </p:cNvCxnSpPr>
          <p:nvPr/>
        </p:nvCxnSpPr>
        <p:spPr>
          <a:xfrm rot="16200000">
            <a:off x="6641154" y="321695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D2317E34-312B-D53D-648E-B9B29EF99D55}"/>
              </a:ext>
            </a:extLst>
          </p:cNvPr>
          <p:cNvSpPr txBox="1"/>
          <p:nvPr/>
        </p:nvSpPr>
        <p:spPr>
          <a:xfrm>
            <a:off x="6284124" y="342051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66B618E-96EA-0192-FD58-2A6347BB01D0}"/>
              </a:ext>
            </a:extLst>
          </p:cNvPr>
          <p:cNvCxnSpPr>
            <a:cxnSpLocks/>
          </p:cNvCxnSpPr>
          <p:nvPr/>
        </p:nvCxnSpPr>
        <p:spPr>
          <a:xfrm rot="16200000">
            <a:off x="7822048" y="4000596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0B713D95-1E72-4A34-246E-41C84E964DDD}"/>
              </a:ext>
            </a:extLst>
          </p:cNvPr>
          <p:cNvSpPr txBox="1"/>
          <p:nvPr/>
        </p:nvSpPr>
        <p:spPr>
          <a:xfrm>
            <a:off x="7998562" y="40443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39CF211-31DA-7BEE-2573-A4B8B729EA6D}"/>
              </a:ext>
            </a:extLst>
          </p:cNvPr>
          <p:cNvCxnSpPr>
            <a:cxnSpLocks/>
          </p:cNvCxnSpPr>
          <p:nvPr/>
        </p:nvCxnSpPr>
        <p:spPr>
          <a:xfrm rot="16200000">
            <a:off x="7820876" y="3702198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397CF550-44A6-4FAA-5D80-D8762E274756}"/>
              </a:ext>
            </a:extLst>
          </p:cNvPr>
          <p:cNvSpPr txBox="1"/>
          <p:nvPr/>
        </p:nvSpPr>
        <p:spPr>
          <a:xfrm>
            <a:off x="7997390" y="37459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CB0DA37A-E49E-1956-030D-5B137B690E64}"/>
              </a:ext>
            </a:extLst>
          </p:cNvPr>
          <p:cNvCxnSpPr>
            <a:cxnSpLocks/>
          </p:cNvCxnSpPr>
          <p:nvPr/>
        </p:nvCxnSpPr>
        <p:spPr>
          <a:xfrm rot="16200000">
            <a:off x="7821462" y="3423236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57C9FCD9-E8C5-2A93-D2CE-1AA358B753AC}"/>
              </a:ext>
            </a:extLst>
          </p:cNvPr>
          <p:cNvSpPr txBox="1"/>
          <p:nvPr/>
        </p:nvSpPr>
        <p:spPr>
          <a:xfrm>
            <a:off x="7997977" y="346695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1D04D4E-D7E7-47C6-C6E9-797C0B4818E2}"/>
              </a:ext>
            </a:extLst>
          </p:cNvPr>
          <p:cNvCxnSpPr>
            <a:cxnSpLocks/>
          </p:cNvCxnSpPr>
          <p:nvPr/>
        </p:nvCxnSpPr>
        <p:spPr>
          <a:xfrm rot="16200000">
            <a:off x="7820876" y="3161212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B173E45E-F8E7-57D9-24C6-7F3F33CB66AA}"/>
              </a:ext>
            </a:extLst>
          </p:cNvPr>
          <p:cNvSpPr txBox="1"/>
          <p:nvPr/>
        </p:nvSpPr>
        <p:spPr>
          <a:xfrm>
            <a:off x="7997390" y="320492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697B4EEB-3C5E-5853-1107-AFD9C383057E}"/>
              </a:ext>
            </a:extLst>
          </p:cNvPr>
          <p:cNvGrpSpPr/>
          <p:nvPr/>
        </p:nvGrpSpPr>
        <p:grpSpPr>
          <a:xfrm>
            <a:off x="1374661" y="2050956"/>
            <a:ext cx="1086251" cy="2080948"/>
            <a:chOff x="1688174" y="1407516"/>
            <a:chExt cx="1086251" cy="2080948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2F77871-D8BB-EE36-CE2C-BCEE15C660D5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E3917E6C-E96E-C9B4-B327-6ECC29B5041B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0165337-AE81-C7D6-9E57-E47FBF5F867A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CEF0135-7F0B-94E0-F6A1-A210F338953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F03EF6F4-EE21-7F31-75B8-2C552BA18D6F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590D5F03-1170-B9BB-BDD3-A78B7E64FF3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4D17FDB-2DBC-FCDE-3842-8EBD42D7FCB0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F7A63E1-51B4-F478-4827-8C4F82350C5E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1FAA85B0-612F-FC03-9A0C-285416D55CB5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E8DA441-CE5D-ABB7-63B4-E5F6E9510BD7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1C955A-0263-B511-865E-AB6CD73EC844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9098506A-1826-9EA7-AFE3-E9AB482F4AFD}"/>
              </a:ext>
            </a:extLst>
          </p:cNvPr>
          <p:cNvSpPr txBox="1"/>
          <p:nvPr/>
        </p:nvSpPr>
        <p:spPr>
          <a:xfrm>
            <a:off x="1969914" y="6104986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A8E0C20-3104-D2A6-BCD3-76D1F5A8F810}"/>
              </a:ext>
            </a:extLst>
          </p:cNvPr>
          <p:cNvSpPr txBox="1"/>
          <p:nvPr/>
        </p:nvSpPr>
        <p:spPr>
          <a:xfrm>
            <a:off x="1971594" y="5992147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53C1866-7E05-1BD8-A5EC-E36012D32CC3}"/>
              </a:ext>
            </a:extLst>
          </p:cNvPr>
          <p:cNvSpPr txBox="1"/>
          <p:nvPr/>
        </p:nvSpPr>
        <p:spPr>
          <a:xfrm>
            <a:off x="1984500" y="4270259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739CFB3C-277F-1723-4E13-B58288726648}"/>
              </a:ext>
            </a:extLst>
          </p:cNvPr>
          <p:cNvSpPr/>
          <p:nvPr/>
        </p:nvSpPr>
        <p:spPr>
          <a:xfrm rot="16200000">
            <a:off x="592941" y="5056226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775EC741-CB0F-5841-6CE7-16298B3A050F}"/>
              </a:ext>
            </a:extLst>
          </p:cNvPr>
          <p:cNvCxnSpPr>
            <a:cxnSpLocks/>
          </p:cNvCxnSpPr>
          <p:nvPr/>
        </p:nvCxnSpPr>
        <p:spPr>
          <a:xfrm>
            <a:off x="1803869" y="6228098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D414607-9720-0640-710C-DC3FB5AD4FD9}"/>
              </a:ext>
            </a:extLst>
          </p:cNvPr>
          <p:cNvCxnSpPr>
            <a:cxnSpLocks/>
          </p:cNvCxnSpPr>
          <p:nvPr/>
        </p:nvCxnSpPr>
        <p:spPr>
          <a:xfrm>
            <a:off x="1803869" y="6120337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CE9D0DA3-CE21-34C1-5A3B-5DA8E80D865F}"/>
              </a:ext>
            </a:extLst>
          </p:cNvPr>
          <p:cNvCxnSpPr>
            <a:cxnSpLocks/>
          </p:cNvCxnSpPr>
          <p:nvPr/>
        </p:nvCxnSpPr>
        <p:spPr>
          <a:xfrm>
            <a:off x="1803869" y="5998697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5F7B1759-25FC-207F-487E-BAEAA56FBC84}"/>
              </a:ext>
            </a:extLst>
          </p:cNvPr>
          <p:cNvSpPr txBox="1"/>
          <p:nvPr/>
        </p:nvSpPr>
        <p:spPr>
          <a:xfrm rot="16200000">
            <a:off x="1681372" y="540306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02C0D12-6465-88DB-C4A2-F9851BAFEBE9}"/>
              </a:ext>
            </a:extLst>
          </p:cNvPr>
          <p:cNvSpPr txBox="1"/>
          <p:nvPr/>
        </p:nvSpPr>
        <p:spPr>
          <a:xfrm rot="16200000">
            <a:off x="1657065" y="440116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C9F76AD-F87B-C639-2262-A17E2E09384C}"/>
              </a:ext>
            </a:extLst>
          </p:cNvPr>
          <p:cNvSpPr txBox="1"/>
          <p:nvPr/>
        </p:nvSpPr>
        <p:spPr>
          <a:xfrm>
            <a:off x="1969914" y="5863516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FF89C5D-3152-E051-9C04-B8AC1F2364FE}"/>
              </a:ext>
            </a:extLst>
          </p:cNvPr>
          <p:cNvCxnSpPr>
            <a:cxnSpLocks/>
          </p:cNvCxnSpPr>
          <p:nvPr/>
        </p:nvCxnSpPr>
        <p:spPr>
          <a:xfrm>
            <a:off x="1805738" y="4393369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E56BC4FF-2FAA-BD40-8780-7CA8595F481B}"/>
              </a:ext>
            </a:extLst>
          </p:cNvPr>
          <p:cNvCxnSpPr>
            <a:cxnSpLocks/>
          </p:cNvCxnSpPr>
          <p:nvPr/>
        </p:nvCxnSpPr>
        <p:spPr>
          <a:xfrm>
            <a:off x="2302013" y="5986309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676E95DB-F4B1-8568-E594-B4B2D424A4AD}"/>
              </a:ext>
            </a:extLst>
          </p:cNvPr>
          <p:cNvCxnSpPr>
            <a:cxnSpLocks/>
          </p:cNvCxnSpPr>
          <p:nvPr/>
        </p:nvCxnSpPr>
        <p:spPr>
          <a:xfrm>
            <a:off x="2315222" y="3753287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7B22A3E1-8A61-7449-FE27-FB25C26BF609}"/>
              </a:ext>
            </a:extLst>
          </p:cNvPr>
          <p:cNvCxnSpPr>
            <a:cxnSpLocks/>
          </p:cNvCxnSpPr>
          <p:nvPr/>
        </p:nvCxnSpPr>
        <p:spPr>
          <a:xfrm>
            <a:off x="5237939" y="4465903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>
            <a:extLst>
              <a:ext uri="{FF2B5EF4-FFF2-40B4-BE49-F238E27FC236}">
                <a16:creationId xmlns:a16="http://schemas.microsoft.com/office/drawing/2014/main" id="{B922E22F-36A3-3B38-6E17-A086E92DF3FA}"/>
              </a:ext>
            </a:extLst>
          </p:cNvPr>
          <p:cNvSpPr/>
          <p:nvPr/>
        </p:nvSpPr>
        <p:spPr>
          <a:xfrm>
            <a:off x="5455307" y="4179234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557B0C5-3D07-F53C-E550-0A146A6DF498}"/>
              </a:ext>
            </a:extLst>
          </p:cNvPr>
          <p:cNvSpPr/>
          <p:nvPr/>
        </p:nvSpPr>
        <p:spPr>
          <a:xfrm>
            <a:off x="5189694" y="3956037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54372CB0-8826-9B12-2EDE-CAB21333633D}"/>
              </a:ext>
            </a:extLst>
          </p:cNvPr>
          <p:cNvSpPr/>
          <p:nvPr/>
        </p:nvSpPr>
        <p:spPr>
          <a:xfrm>
            <a:off x="5193439" y="4396335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AFDD1785-5348-1A5B-36AD-5B0EB5FD5FBA}"/>
              </a:ext>
            </a:extLst>
          </p:cNvPr>
          <p:cNvCxnSpPr>
            <a:cxnSpLocks/>
            <a:endCxn id="88" idx="5"/>
          </p:cNvCxnSpPr>
          <p:nvPr/>
        </p:nvCxnSpPr>
        <p:spPr>
          <a:xfrm flipH="1" flipV="1">
            <a:off x="5282780" y="4049123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E16336F-7727-BB1D-E702-2E97B48CC0A3}"/>
              </a:ext>
            </a:extLst>
          </p:cNvPr>
          <p:cNvCxnSpPr>
            <a:cxnSpLocks/>
            <a:endCxn id="88" idx="0"/>
          </p:cNvCxnSpPr>
          <p:nvPr/>
        </p:nvCxnSpPr>
        <p:spPr>
          <a:xfrm>
            <a:off x="5243531" y="3751608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97CDDEB6-45CC-100C-C526-6ADD285F18D9}"/>
              </a:ext>
            </a:extLst>
          </p:cNvPr>
          <p:cNvSpPr/>
          <p:nvPr/>
        </p:nvSpPr>
        <p:spPr>
          <a:xfrm flipH="1">
            <a:off x="10200129" y="4347631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AF26A4D3-F146-637A-3AF8-2B0085FF8CD0}"/>
              </a:ext>
            </a:extLst>
          </p:cNvPr>
          <p:cNvSpPr/>
          <p:nvPr/>
        </p:nvSpPr>
        <p:spPr>
          <a:xfrm>
            <a:off x="9253701" y="4350064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E2DB629-4AC4-FC7F-98C5-86E8FDB4A05C}"/>
              </a:ext>
            </a:extLst>
          </p:cNvPr>
          <p:cNvSpPr/>
          <p:nvPr/>
        </p:nvSpPr>
        <p:spPr>
          <a:xfrm>
            <a:off x="10009926" y="3867134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18B7B96A-2766-14BE-12ED-F10A6320CC01}"/>
              </a:ext>
            </a:extLst>
          </p:cNvPr>
          <p:cNvSpPr/>
          <p:nvPr/>
        </p:nvSpPr>
        <p:spPr>
          <a:xfrm>
            <a:off x="9682406" y="2982756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35B3ACA3-5AD9-7413-2946-658F7ADE9A69}"/>
              </a:ext>
            </a:extLst>
          </p:cNvPr>
          <p:cNvGrpSpPr/>
          <p:nvPr/>
        </p:nvGrpSpPr>
        <p:grpSpPr>
          <a:xfrm>
            <a:off x="9733581" y="3873840"/>
            <a:ext cx="631874" cy="503488"/>
            <a:chOff x="5198211" y="3413816"/>
            <a:chExt cx="307830" cy="260468"/>
          </a:xfrm>
        </p:grpSpPr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22F3318C-B263-273E-2A4A-087E40DC4B19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D9107CC9-0330-88FB-8BC5-21F7823AD85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AE54A85C-2CB2-B1E1-F203-C0FB239877D7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8A96637-9705-4554-1FD8-CCE780DD26A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72847CAE-3713-3052-BB7B-C0D31F363A20}"/>
              </a:ext>
            </a:extLst>
          </p:cNvPr>
          <p:cNvCxnSpPr>
            <a:cxnSpLocks/>
          </p:cNvCxnSpPr>
          <p:nvPr/>
        </p:nvCxnSpPr>
        <p:spPr>
          <a:xfrm flipH="1">
            <a:off x="9831459" y="4851425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9274E249-B60E-D841-1A7A-16F6D00A5D42}"/>
              </a:ext>
            </a:extLst>
          </p:cNvPr>
          <p:cNvCxnSpPr>
            <a:cxnSpLocks/>
          </p:cNvCxnSpPr>
          <p:nvPr/>
        </p:nvCxnSpPr>
        <p:spPr>
          <a:xfrm flipH="1">
            <a:off x="9875507" y="4856312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AA31759E-1587-E39A-5693-9BC40980EAE0}"/>
              </a:ext>
            </a:extLst>
          </p:cNvPr>
          <p:cNvSpPr/>
          <p:nvPr/>
        </p:nvSpPr>
        <p:spPr>
          <a:xfrm>
            <a:off x="9779505" y="3068767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F5B76CAF-3383-ED46-628D-F008AC58D66B}"/>
              </a:ext>
            </a:extLst>
          </p:cNvPr>
          <p:cNvCxnSpPr>
            <a:cxnSpLocks/>
          </p:cNvCxnSpPr>
          <p:nvPr/>
        </p:nvCxnSpPr>
        <p:spPr>
          <a:xfrm>
            <a:off x="10017199" y="4479943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A972F0A2-C59E-B963-C042-7FEB566C77A7}"/>
              </a:ext>
            </a:extLst>
          </p:cNvPr>
          <p:cNvSpPr/>
          <p:nvPr/>
        </p:nvSpPr>
        <p:spPr>
          <a:xfrm>
            <a:off x="7204804" y="412674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4DC5411D-62E3-8F1A-FBE5-6042504086A5}"/>
              </a:ext>
            </a:extLst>
          </p:cNvPr>
          <p:cNvSpPr/>
          <p:nvPr/>
        </p:nvSpPr>
        <p:spPr>
          <a:xfrm>
            <a:off x="7320321" y="4099034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36B5ACBD-B10B-4AB1-C011-3AA496BCC300}"/>
              </a:ext>
            </a:extLst>
          </p:cNvPr>
          <p:cNvSpPr/>
          <p:nvPr/>
        </p:nvSpPr>
        <p:spPr>
          <a:xfrm>
            <a:off x="7162384" y="3307713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D18BA7A9-BD3A-1DC9-7F89-F1F727ECA0F9}"/>
              </a:ext>
            </a:extLst>
          </p:cNvPr>
          <p:cNvSpPr/>
          <p:nvPr/>
        </p:nvSpPr>
        <p:spPr>
          <a:xfrm>
            <a:off x="7206531" y="3452144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3" name="Freeform: Shape 112">
            <a:extLst>
              <a:ext uri="{FF2B5EF4-FFF2-40B4-BE49-F238E27FC236}">
                <a16:creationId xmlns:a16="http://schemas.microsoft.com/office/drawing/2014/main" id="{734B8515-75DF-32DF-E585-D5504A48D016}"/>
              </a:ext>
            </a:extLst>
          </p:cNvPr>
          <p:cNvSpPr/>
          <p:nvPr/>
        </p:nvSpPr>
        <p:spPr>
          <a:xfrm>
            <a:off x="9682406" y="4917505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4" name="Rectangle: Rounded Corners 113">
            <a:extLst>
              <a:ext uri="{FF2B5EF4-FFF2-40B4-BE49-F238E27FC236}">
                <a16:creationId xmlns:a16="http://schemas.microsoft.com/office/drawing/2014/main" id="{F6D9F913-F4EE-AA35-1B81-82009D473892}"/>
              </a:ext>
            </a:extLst>
          </p:cNvPr>
          <p:cNvSpPr/>
          <p:nvPr/>
        </p:nvSpPr>
        <p:spPr>
          <a:xfrm>
            <a:off x="9968321" y="4432902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CDC21EFD-509E-7466-5D76-1E19A010C0DB}"/>
              </a:ext>
            </a:extLst>
          </p:cNvPr>
          <p:cNvGrpSpPr/>
          <p:nvPr/>
        </p:nvGrpSpPr>
        <p:grpSpPr>
          <a:xfrm rot="16200000">
            <a:off x="2843084" y="5022688"/>
            <a:ext cx="1644243" cy="307777"/>
            <a:chOff x="2128885" y="4456533"/>
            <a:chExt cx="1644243" cy="307777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C23EBF3F-BDBC-A158-DC74-B31177E6D6C6}"/>
                </a:ext>
              </a:extLst>
            </p:cNvPr>
            <p:cNvSpPr/>
            <p:nvPr/>
          </p:nvSpPr>
          <p:spPr>
            <a:xfrm>
              <a:off x="2730771" y="4479943"/>
              <a:ext cx="1042357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14106744-1913-B59C-3C61-69814E201DEC}"/>
                </a:ext>
              </a:extLst>
            </p:cNvPr>
            <p:cNvSpPr txBox="1"/>
            <p:nvPr/>
          </p:nvSpPr>
          <p:spPr>
            <a:xfrm>
              <a:off x="2737095" y="4456533"/>
              <a:ext cx="102944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700"/>
                <a:t>Pull Up </a:t>
              </a:r>
              <a:r>
                <a:rPr lang="sv-SE" sz="700" i="1"/>
                <a:t>or</a:t>
              </a:r>
              <a:r>
                <a:rPr lang="sv-SE" sz="700"/>
                <a:t>  Pull Down, </a:t>
              </a:r>
              <a:br>
                <a:rPr lang="sv-SE" sz="700"/>
              </a:br>
              <a:r>
                <a:rPr lang="sv-SE" sz="700"/>
                <a:t>depending on OUTDR</a:t>
              </a:r>
              <a:endParaRPr lang="LID4096" sz="700"/>
            </a:p>
          </p:txBody>
        </p: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CC8C42B0-B583-7304-684E-2C706205070C}"/>
                </a:ext>
              </a:extLst>
            </p:cNvPr>
            <p:cNvCxnSpPr>
              <a:cxnSpLocks/>
              <a:stCxn id="123" idx="1"/>
            </p:cNvCxnSpPr>
            <p:nvPr/>
          </p:nvCxnSpPr>
          <p:spPr>
            <a:xfrm rot="5400000">
              <a:off x="2429828" y="4305411"/>
              <a:ext cx="0" cy="60188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83E4202-8363-8384-B0AB-0E9F1F0AA962}"/>
              </a:ext>
            </a:extLst>
          </p:cNvPr>
          <p:cNvCxnSpPr>
            <a:cxnSpLocks/>
          </p:cNvCxnSpPr>
          <p:nvPr/>
        </p:nvCxnSpPr>
        <p:spPr>
          <a:xfrm>
            <a:off x="3661129" y="4064523"/>
            <a:ext cx="0" cy="289924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137">
            <a:extLst>
              <a:ext uri="{FF2B5EF4-FFF2-40B4-BE49-F238E27FC236}">
                <a16:creationId xmlns:a16="http://schemas.microsoft.com/office/drawing/2014/main" id="{24EAE060-5E3C-82AC-56F0-C9479B60E3A3}"/>
              </a:ext>
            </a:extLst>
          </p:cNvPr>
          <p:cNvSpPr/>
          <p:nvPr/>
        </p:nvSpPr>
        <p:spPr>
          <a:xfrm>
            <a:off x="3606600" y="3997165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B756EA53-E01B-51FC-FC1B-510B61F31F05}"/>
              </a:ext>
            </a:extLst>
          </p:cNvPr>
          <p:cNvCxnSpPr>
            <a:cxnSpLocks/>
          </p:cNvCxnSpPr>
          <p:nvPr/>
        </p:nvCxnSpPr>
        <p:spPr>
          <a:xfrm flipH="1" flipV="1">
            <a:off x="3470012" y="3804468"/>
            <a:ext cx="166628" cy="201355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Oval 140">
            <a:extLst>
              <a:ext uri="{FF2B5EF4-FFF2-40B4-BE49-F238E27FC236}">
                <a16:creationId xmlns:a16="http://schemas.microsoft.com/office/drawing/2014/main" id="{E6895E04-20D6-A0AC-0839-27ADBD7F6761}"/>
              </a:ext>
            </a:extLst>
          </p:cNvPr>
          <p:cNvSpPr/>
          <p:nvPr/>
        </p:nvSpPr>
        <p:spPr>
          <a:xfrm>
            <a:off x="3621450" y="368957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924375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2D709-0828-C41D-9603-9017EAF8B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F9475A6A-753C-BDF8-6BF0-269B5170637F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/>
              <a:t>Recap: Konfigurera som in- eller ut-pinne.</a:t>
            </a:r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5BCCDE-AB10-4FE2-F743-9EAE69D0F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Konfigurera pinnar</a:t>
            </a:r>
            <a:endParaRPr lang="LID4096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0A90E6-8E98-96A0-CDA7-1B4858DA51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356665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55E9D33-8F98-D5B4-043F-15CF63AB60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286" y="2561063"/>
            <a:ext cx="3900312" cy="33007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841D59F-0F4D-00F4-A4AE-DD3C784B6B59}"/>
              </a:ext>
            </a:extLst>
          </p:cNvPr>
          <p:cNvSpPr txBox="1"/>
          <p:nvPr/>
        </p:nvSpPr>
        <p:spPr>
          <a:xfrm>
            <a:off x="3462919" y="5505403"/>
            <a:ext cx="50206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 b="1"/>
              <a:t>etc...</a:t>
            </a:r>
            <a:endParaRPr lang="LID4096" sz="1050" b="1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F9065B0-94C2-40A3-0468-A6CE0CE84096}"/>
              </a:ext>
            </a:extLst>
          </p:cNvPr>
          <p:cNvSpPr/>
          <p:nvPr/>
        </p:nvSpPr>
        <p:spPr>
          <a:xfrm>
            <a:off x="3580069" y="1944498"/>
            <a:ext cx="1907659" cy="210355"/>
          </a:xfrm>
          <a:prstGeom prst="roundRect">
            <a:avLst/>
          </a:prstGeom>
          <a:noFill/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2F3AA4B-517E-C9DD-9706-B22A4AB11CE7}"/>
              </a:ext>
            </a:extLst>
          </p:cNvPr>
          <p:cNvSpPr/>
          <p:nvPr/>
        </p:nvSpPr>
        <p:spPr>
          <a:xfrm>
            <a:off x="155106" y="2055813"/>
            <a:ext cx="2360567" cy="223748"/>
          </a:xfrm>
          <a:prstGeom prst="roundRect">
            <a:avLst/>
          </a:prstGeom>
          <a:noFill/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55ED94D-4B59-E23B-B980-5446661AF60C}"/>
              </a:ext>
            </a:extLst>
          </p:cNvPr>
          <p:cNvGrpSpPr/>
          <p:nvPr/>
        </p:nvGrpSpPr>
        <p:grpSpPr>
          <a:xfrm>
            <a:off x="3953813" y="3294530"/>
            <a:ext cx="5142964" cy="1114339"/>
            <a:chOff x="3953813" y="3294530"/>
            <a:chExt cx="5142964" cy="111433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A0E6247-0E8B-7CFE-192B-B8C05D3DE9B1}"/>
                </a:ext>
              </a:extLst>
            </p:cNvPr>
            <p:cNvSpPr/>
            <p:nvPr/>
          </p:nvSpPr>
          <p:spPr>
            <a:xfrm>
              <a:off x="3953813" y="3966694"/>
              <a:ext cx="764147" cy="442175"/>
            </a:xfrm>
            <a:prstGeom prst="rect">
              <a:avLst/>
            </a:prstGeom>
            <a:noFill/>
            <a:ln w="254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8F7C6A5-6D32-8E6E-B059-4ED193880EF3}"/>
                </a:ext>
              </a:extLst>
            </p:cNvPr>
            <p:cNvSpPr/>
            <p:nvPr/>
          </p:nvSpPr>
          <p:spPr>
            <a:xfrm>
              <a:off x="4323008" y="3541690"/>
              <a:ext cx="4773769" cy="699752"/>
            </a:xfrm>
            <a:custGeom>
              <a:avLst/>
              <a:gdLst>
                <a:gd name="csX0" fmla="*/ 0 w 4773769"/>
                <a:gd name="csY0" fmla="*/ 412124 h 699752"/>
                <a:gd name="csX1" fmla="*/ 0 w 4773769"/>
                <a:gd name="csY1" fmla="*/ 0 h 699752"/>
                <a:gd name="csX2" fmla="*/ 4292958 w 4773769"/>
                <a:gd name="csY2" fmla="*/ 0 h 699752"/>
                <a:gd name="csX3" fmla="*/ 4773769 w 4773769"/>
                <a:gd name="csY3" fmla="*/ 699752 h 699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773769" h="699752">
                  <a:moveTo>
                    <a:pt x="0" y="412124"/>
                  </a:moveTo>
                  <a:lnTo>
                    <a:pt x="0" y="0"/>
                  </a:lnTo>
                  <a:lnTo>
                    <a:pt x="4292958" y="0"/>
                  </a:lnTo>
                  <a:lnTo>
                    <a:pt x="4773769" y="699752"/>
                  </a:lnTo>
                </a:path>
              </a:pathLst>
            </a:custGeom>
            <a:noFill/>
            <a:ln>
              <a:solidFill>
                <a:schemeClr val="accent5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DCA2362-4984-7422-41B5-0B35958AD789}"/>
                </a:ext>
              </a:extLst>
            </p:cNvPr>
            <p:cNvSpPr txBox="1"/>
            <p:nvPr/>
          </p:nvSpPr>
          <p:spPr>
            <a:xfrm>
              <a:off x="5552663" y="3294530"/>
              <a:ext cx="47801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 b="1">
                  <a:solidFill>
                    <a:schemeClr val="accent5">
                      <a:lumMod val="75000"/>
                    </a:schemeClr>
                  </a:solidFill>
                </a:rPr>
                <a:t>pin 2</a:t>
              </a:r>
              <a:endParaRPr lang="LID4096" sz="1050" b="1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5A2A4B55-48FF-F704-AF3C-80C8FE028920}"/>
              </a:ext>
            </a:extLst>
          </p:cNvPr>
          <p:cNvSpPr/>
          <p:nvPr/>
        </p:nvSpPr>
        <p:spPr>
          <a:xfrm>
            <a:off x="4009623" y="4228563"/>
            <a:ext cx="270456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CD2FD8-9006-D1BA-A8FA-7B9A7C7C7BA7}"/>
              </a:ext>
            </a:extLst>
          </p:cNvPr>
          <p:cNvSpPr/>
          <p:nvPr/>
        </p:nvSpPr>
        <p:spPr>
          <a:xfrm>
            <a:off x="4372376" y="4211428"/>
            <a:ext cx="323047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8CCB0A-62AA-1790-E56E-D44CE42217CD}"/>
              </a:ext>
            </a:extLst>
          </p:cNvPr>
          <p:cNvSpPr txBox="1"/>
          <p:nvPr/>
        </p:nvSpPr>
        <p:spPr>
          <a:xfrm>
            <a:off x="3987674" y="4163068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10</a:t>
            </a:r>
            <a:endParaRPr lang="LID4096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941D72-5AB3-5322-243D-16D7B962CED2}"/>
              </a:ext>
            </a:extLst>
          </p:cNvPr>
          <p:cNvSpPr txBox="1"/>
          <p:nvPr/>
        </p:nvSpPr>
        <p:spPr>
          <a:xfrm>
            <a:off x="4364622" y="4155164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00</a:t>
            </a:r>
            <a:endParaRPr lang="LID4096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6D5F001-31EC-5791-5E2B-20B29ADE80FD}"/>
              </a:ext>
            </a:extLst>
          </p:cNvPr>
          <p:cNvGrpSpPr/>
          <p:nvPr/>
        </p:nvGrpSpPr>
        <p:grpSpPr>
          <a:xfrm>
            <a:off x="2333793" y="5056380"/>
            <a:ext cx="4406151" cy="1562594"/>
            <a:chOff x="2333793" y="3341917"/>
            <a:chExt cx="9240540" cy="3277057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8C787728-F95E-6B8F-FED0-3D620B922E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33793" y="3341917"/>
              <a:ext cx="9240540" cy="3277057"/>
            </a:xfrm>
            <a:prstGeom prst="rect">
              <a:avLst/>
            </a:prstGeom>
            <a:ln>
              <a:solidFill>
                <a:schemeClr val="accent1">
                  <a:shade val="1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AF4546A-A22F-ADE6-0196-476C2E8A4D8F}"/>
                </a:ext>
              </a:extLst>
            </p:cNvPr>
            <p:cNvSpPr/>
            <p:nvPr/>
          </p:nvSpPr>
          <p:spPr>
            <a:xfrm>
              <a:off x="9775065" y="5203066"/>
              <a:ext cx="201770" cy="338026"/>
            </a:xfrm>
            <a:prstGeom prst="roundRect">
              <a:avLst/>
            </a:prstGeom>
            <a:noFill/>
            <a:ln w="254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20513364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1ED85-4613-ABAE-A669-8C18DF933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Exempel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84B9D-B663-C6B7-1990-C7551DC08502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>
              <a:lumMod val="85000"/>
              <a:lumOff val="15000"/>
            </a:schemeClr>
          </a:solidFill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GPIO_D_CFGLR, </a:t>
            </a:r>
            <a:r>
              <a:rPr lang="en-GB" sz="10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0x40011400</a:t>
            </a: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GPIO_D_CFGHR, </a:t>
            </a:r>
            <a:r>
              <a:rPr lang="en-GB" sz="10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0x40011404</a:t>
            </a: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GPIO_D_INDR,  </a:t>
            </a:r>
            <a:r>
              <a:rPr lang="en-GB" sz="10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0x40011408</a:t>
            </a: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GPIO_D_OUTDR, </a:t>
            </a:r>
            <a:r>
              <a:rPr lang="en-GB" sz="10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0x4001140C</a:t>
            </a: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GPIO_D_CFGLR      </a:t>
            </a:r>
            <a:r>
              <a:rPr lang="en-GB" sz="10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Configure pin 6 as input with pull up/down active</a:t>
            </a: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0x08000000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0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Binary: ... 1000 0000 0000 0000 0000 0000 0000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>
                <a:solidFill>
                  <a:srgbClr val="6A9955"/>
                </a:solidFill>
                <a:latin typeface="Consolas" panose="020B0609020204030204" pitchFamily="49" charset="0"/>
              </a:rPr>
              <a:t>		            # Hex:           8    0    0    0    0    0    0</a:t>
            </a: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</a:t>
            </a:r>
            <a:r>
              <a:rPr lang="en-GB" sz="10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Pin:    ...    6    5    4    3    2    1    0</a:t>
            </a: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GPIO_D_OUTDR      </a:t>
            </a:r>
            <a:r>
              <a:rPr lang="en-GB" sz="10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Make it pull UP</a:t>
            </a: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sh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await_button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GPIO_D_INDR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lh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andi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0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Mask for pin 6</a:t>
            </a: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bnez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await_button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nop</a:t>
            </a: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continue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LID4096" sz="10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DA9639-81CB-C18B-EEF9-1EBF9B5E2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2890" y="2462241"/>
            <a:ext cx="7314202" cy="307810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E08F75F-F778-3296-5A72-0E707AE22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045" y="5439347"/>
            <a:ext cx="2642316" cy="111199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23987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2E3E5-BDDB-BB9B-A958-C457EAE1C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6064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2725</TotalTime>
  <Words>1596</Words>
  <Application>Microsoft Office PowerPoint</Application>
  <PresentationFormat>Widescreen</PresentationFormat>
  <Paragraphs>356</Paragraphs>
  <Slides>20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Consolas</vt:lpstr>
      <vt:lpstr>Office Theme</vt:lpstr>
      <vt:lpstr>Lektion 5</vt:lpstr>
      <vt:lpstr>Recap: Konfigurera som in- eller ut-pinne.</vt:lpstr>
      <vt:lpstr>Recap: Konfigurera som in- eller ut-pinne.</vt:lpstr>
      <vt:lpstr>Konfigurera pinnar</vt:lpstr>
      <vt:lpstr>Konfigurera pinnar</vt:lpstr>
      <vt:lpstr>Koppla in en knapp</vt:lpstr>
      <vt:lpstr>Koppla in en knapp</vt:lpstr>
      <vt:lpstr>Koppla in en knapp</vt:lpstr>
      <vt:lpstr>Koppla in en knapp</vt:lpstr>
      <vt:lpstr>Koppla in en knapp – Pull Down</vt:lpstr>
      <vt:lpstr>Koppla in en knapp – Pull Down</vt:lpstr>
      <vt:lpstr>Koppla in en knapp – Pull Up</vt:lpstr>
      <vt:lpstr>Koppla in en knapp – Pull Up</vt:lpstr>
      <vt:lpstr>Koppla in en knapp – Pull Up</vt:lpstr>
      <vt:lpstr>PowerPoint Presentation</vt:lpstr>
      <vt:lpstr>PowerPoint Presentation</vt:lpstr>
      <vt:lpstr>PowerPoint Presentation</vt:lpstr>
      <vt:lpstr>Konfigurera pinnar</vt:lpstr>
      <vt:lpstr>Exempel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46</cp:revision>
  <dcterms:created xsi:type="dcterms:W3CDTF">2026-01-14T14:09:03Z</dcterms:created>
  <dcterms:modified xsi:type="dcterms:W3CDTF">2026-02-02T15:49:01Z</dcterms:modified>
</cp:coreProperties>
</file>