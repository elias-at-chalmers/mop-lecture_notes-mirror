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  <p:sldId id="455" r:id="rId19"/>
    <p:sldId id="456" r:id="rId20"/>
    <p:sldId id="457" r:id="rId21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400" d="100"/>
          <a:sy n="400" d="100"/>
        </p:scale>
        <p:origin x="288" y="-3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12/11/2025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12/11/2025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12/11/2025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12/11/2025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12/11/2025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12/11/2025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12/11/2025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12/11/2025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12/11/2025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12/11/2025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12/11/2025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12/11/2025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12/11/2025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sX0" fmla="*/ 1062391 w 1062391"/>
              <a:gd name="csY0" fmla="*/ 0 h 368214"/>
              <a:gd name="csX1" fmla="*/ 541819 w 1062391"/>
              <a:gd name="csY1" fmla="*/ 3007 h 368214"/>
              <a:gd name="csX2" fmla="*/ 0 w 1062391"/>
              <a:gd name="csY2" fmla="*/ 6137 h 368214"/>
              <a:gd name="csX3" fmla="*/ 5365 w 1062391"/>
              <a:gd name="csY3" fmla="*/ 368214 h 368214"/>
              <a:gd name="csX4" fmla="*/ 533878 w 1062391"/>
              <a:gd name="csY4" fmla="*/ 365146 h 368214"/>
              <a:gd name="csX5" fmla="*/ 1062391 w 1062391"/>
              <a:gd name="csY5" fmla="*/ 362078 h 368214"/>
              <a:gd name="csX6" fmla="*/ 1062391 w 1062391"/>
              <a:gd name="csY6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sX0" fmla="*/ 1344108 w 1344108"/>
              <a:gd name="csY0" fmla="*/ 0 h 368214"/>
              <a:gd name="csX1" fmla="*/ 909513 w 1344108"/>
              <a:gd name="csY1" fmla="*/ 1984 h 368214"/>
              <a:gd name="csX2" fmla="*/ 501800 w 1344108"/>
              <a:gd name="csY2" fmla="*/ 3846 h 368214"/>
              <a:gd name="csX3" fmla="*/ 0 w 1344108"/>
              <a:gd name="csY3" fmla="*/ 6137 h 368214"/>
              <a:gd name="csX4" fmla="*/ 6788 w 1344108"/>
              <a:gd name="csY4" fmla="*/ 368214 h 368214"/>
              <a:gd name="csX5" fmla="*/ 425815 w 1344108"/>
              <a:gd name="csY5" fmla="*/ 366291 h 368214"/>
              <a:gd name="csX6" fmla="*/ 898335 w 1344108"/>
              <a:gd name="csY6" fmla="*/ 364123 h 368214"/>
              <a:gd name="csX7" fmla="*/ 1344108 w 1344108"/>
              <a:gd name="csY7" fmla="*/ 362078 h 368214"/>
              <a:gd name="csX8" fmla="*/ 1344108 w 1344108"/>
              <a:gd name="csY8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4434211" y="3874688"/>
            <a:ext cx="3900644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sX0" fmla="*/ 988111 w 1002028"/>
              <a:gd name="csY0" fmla="*/ 0 h 2286000"/>
              <a:gd name="csX1" fmla="*/ 1002028 w 1002028"/>
              <a:gd name="csY1" fmla="*/ 2286000 h 2286000"/>
              <a:gd name="csX2" fmla="*/ 480973 w 1002028"/>
              <a:gd name="csY2" fmla="*/ 2286000 h 2286000"/>
              <a:gd name="csX3" fmla="*/ 0 w 1002028"/>
              <a:gd name="csY3" fmla="*/ 2286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sX0" fmla="*/ 0 w 719137"/>
              <a:gd name="csY0" fmla="*/ 285750 h 571500"/>
              <a:gd name="csX1" fmla="*/ 359569 w 719137"/>
              <a:gd name="csY1" fmla="*/ 0 h 571500"/>
              <a:gd name="csX2" fmla="*/ 719138 w 719137"/>
              <a:gd name="csY2" fmla="*/ 285750 h 571500"/>
              <a:gd name="csX3" fmla="*/ 359569 w 719137"/>
              <a:gd name="csY3" fmla="*/ 571500 h 571500"/>
              <a:gd name="csX4" fmla="*/ 0 w 719137"/>
              <a:gd name="csY4" fmla="*/ 285750 h 571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00F39-E3EA-2319-FCF0-A5259625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26" y="1290339"/>
            <a:ext cx="6782747" cy="427732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AA449EB-AD25-35FB-81D0-753839167D14}"/>
              </a:ext>
            </a:extLst>
          </p:cNvPr>
          <p:cNvSpPr/>
          <p:nvPr/>
        </p:nvSpPr>
        <p:spPr>
          <a:xfrm>
            <a:off x="5057456" y="4959278"/>
            <a:ext cx="600396" cy="479498"/>
          </a:xfrm>
          <a:custGeom>
            <a:avLst/>
            <a:gdLst>
              <a:gd name="csX0" fmla="*/ 0 w 600396"/>
              <a:gd name="csY0" fmla="*/ 239749 h 479498"/>
              <a:gd name="csX1" fmla="*/ 300198 w 600396"/>
              <a:gd name="csY1" fmla="*/ 0 h 479498"/>
              <a:gd name="csX2" fmla="*/ 600396 w 600396"/>
              <a:gd name="csY2" fmla="*/ 239749 h 479498"/>
              <a:gd name="csX3" fmla="*/ 300198 w 600396"/>
              <a:gd name="csY3" fmla="*/ 479498 h 479498"/>
              <a:gd name="csX4" fmla="*/ 0 w 600396"/>
              <a:gd name="csY4" fmla="*/ 239749 h 4794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0396" h="479498" extrusionOk="0">
                <a:moveTo>
                  <a:pt x="0" y="239749"/>
                </a:moveTo>
                <a:cubicBezTo>
                  <a:pt x="-38787" y="83414"/>
                  <a:pt x="122344" y="4526"/>
                  <a:pt x="300198" y="0"/>
                </a:cubicBezTo>
                <a:cubicBezTo>
                  <a:pt x="477641" y="2452"/>
                  <a:pt x="577215" y="108076"/>
                  <a:pt x="600396" y="239749"/>
                </a:cubicBezTo>
                <a:cubicBezTo>
                  <a:pt x="585336" y="386866"/>
                  <a:pt x="463106" y="495455"/>
                  <a:pt x="300198" y="479498"/>
                </a:cubicBezTo>
                <a:cubicBezTo>
                  <a:pt x="106836" y="464416"/>
                  <a:pt x="8728" y="376329"/>
                  <a:pt x="0" y="239749"/>
                </a:cubicBezTo>
                <a:close/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5A421-835D-C2A8-C77D-8BAEF2ADEA9F}"/>
              </a:ext>
            </a:extLst>
          </p:cNvPr>
          <p:cNvSpPr/>
          <p:nvPr/>
        </p:nvSpPr>
        <p:spPr>
          <a:xfrm>
            <a:off x="5431631" y="2085976"/>
            <a:ext cx="319087" cy="295275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2">
                <a:lumMod val="75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7947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99" descr="A group of musical notes&#10;&#10;AI-generated content may be incorrect.">
            <a:extLst>
              <a:ext uri="{FF2B5EF4-FFF2-40B4-BE49-F238E27FC236}">
                <a16:creationId xmlns:a16="http://schemas.microsoft.com/office/drawing/2014/main" id="{38C2F777-90A6-5CD7-B133-59EC6549A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756" y="1791923"/>
            <a:ext cx="948486" cy="72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1A752E-B277-A5EA-B025-153BA2638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10953">
            <a:off x="6313992" y="1780184"/>
            <a:ext cx="4414969" cy="4014032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BAE2F93-E660-13CA-2CD8-A5760AB92E88}"/>
              </a:ext>
            </a:extLst>
          </p:cNvPr>
          <p:cNvGrpSpPr/>
          <p:nvPr/>
        </p:nvGrpSpPr>
        <p:grpSpPr>
          <a:xfrm>
            <a:off x="8643938" y="1938340"/>
            <a:ext cx="150018" cy="1495422"/>
            <a:chOff x="8643938" y="1938340"/>
            <a:chExt cx="150018" cy="1495422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E0BC85-9A66-1ADE-E040-0A8B27D26E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38340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22B20A53-6E6D-7B8B-CAC7-C8F448F3B27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69BF20-3EBB-CAE6-52BC-51CB9F031351}"/>
              </a:ext>
            </a:extLst>
          </p:cNvPr>
          <p:cNvGrpSpPr/>
          <p:nvPr/>
        </p:nvGrpSpPr>
        <p:grpSpPr>
          <a:xfrm>
            <a:off x="8793956" y="1938340"/>
            <a:ext cx="150018" cy="1490660"/>
            <a:chOff x="8643938" y="1943102"/>
            <a:chExt cx="150018" cy="1490660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351CDB-91F9-611F-A5C9-9D40E15F4E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lock Arc 26">
              <a:extLst>
                <a:ext uri="{FF2B5EF4-FFF2-40B4-BE49-F238E27FC236}">
                  <a16:creationId xmlns:a16="http://schemas.microsoft.com/office/drawing/2014/main" id="{4981F632-7A19-AF74-BD5D-B91FC47F75C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B79B96A-D2DA-BB5F-5ADA-1E763BC56B2E}"/>
              </a:ext>
            </a:extLst>
          </p:cNvPr>
          <p:cNvGrpSpPr/>
          <p:nvPr/>
        </p:nvGrpSpPr>
        <p:grpSpPr>
          <a:xfrm>
            <a:off x="8930281" y="1938340"/>
            <a:ext cx="150018" cy="1490660"/>
            <a:chOff x="8643938" y="1943102"/>
            <a:chExt cx="150018" cy="149066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3D7D61-9974-8740-3647-ADBA10782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lock Arc 29">
              <a:extLst>
                <a:ext uri="{FF2B5EF4-FFF2-40B4-BE49-F238E27FC236}">
                  <a16:creationId xmlns:a16="http://schemas.microsoft.com/office/drawing/2014/main" id="{33B48933-B3F8-DCBB-A23A-8FE9E57005E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F7E0FE-C3BB-FBE6-6067-B1675CB39D0C}"/>
              </a:ext>
            </a:extLst>
          </p:cNvPr>
          <p:cNvGrpSpPr/>
          <p:nvPr/>
        </p:nvGrpSpPr>
        <p:grpSpPr>
          <a:xfrm>
            <a:off x="9082681" y="1938340"/>
            <a:ext cx="150018" cy="1490660"/>
            <a:chOff x="8643938" y="1943102"/>
            <a:chExt cx="150018" cy="149066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869966-7825-7311-457A-B79E8B5F1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Block Arc 32">
              <a:extLst>
                <a:ext uri="{FF2B5EF4-FFF2-40B4-BE49-F238E27FC236}">
                  <a16:creationId xmlns:a16="http://schemas.microsoft.com/office/drawing/2014/main" id="{9BE00BC3-AB6B-3B49-3F0E-DFCFDC8342B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B7EE566-1B84-57B7-1328-0DAA0850E47F}"/>
              </a:ext>
            </a:extLst>
          </p:cNvPr>
          <p:cNvGrpSpPr/>
          <p:nvPr/>
        </p:nvGrpSpPr>
        <p:grpSpPr>
          <a:xfrm>
            <a:off x="9227938" y="1938340"/>
            <a:ext cx="150018" cy="1490660"/>
            <a:chOff x="8643938" y="1943102"/>
            <a:chExt cx="150018" cy="149066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5D0919-9025-54C7-E513-42E10EA10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lock Arc 35">
              <a:extLst>
                <a:ext uri="{FF2B5EF4-FFF2-40B4-BE49-F238E27FC236}">
                  <a16:creationId xmlns:a16="http://schemas.microsoft.com/office/drawing/2014/main" id="{130B3053-303B-8EC3-20DD-A4AE71FB8C23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D6C1C4-8F70-0988-C0FF-CB318A3C9B2E}"/>
              </a:ext>
            </a:extLst>
          </p:cNvPr>
          <p:cNvGrpSpPr/>
          <p:nvPr/>
        </p:nvGrpSpPr>
        <p:grpSpPr>
          <a:xfrm>
            <a:off x="9366052" y="1938340"/>
            <a:ext cx="150018" cy="1490660"/>
            <a:chOff x="8643938" y="1943102"/>
            <a:chExt cx="150018" cy="149066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5E44A36-7D38-D899-3D00-DD5AD96B2A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Block Arc 38">
              <a:extLst>
                <a:ext uri="{FF2B5EF4-FFF2-40B4-BE49-F238E27FC236}">
                  <a16:creationId xmlns:a16="http://schemas.microsoft.com/office/drawing/2014/main" id="{D34C3FEF-0C26-0757-65F0-B4F48B01255A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8F8F7B-9DA4-D235-B2A4-CA2F782B4342}"/>
              </a:ext>
            </a:extLst>
          </p:cNvPr>
          <p:cNvGrpSpPr/>
          <p:nvPr/>
        </p:nvGrpSpPr>
        <p:grpSpPr>
          <a:xfrm>
            <a:off x="9504166" y="1938340"/>
            <a:ext cx="150018" cy="1490660"/>
            <a:chOff x="8643938" y="1943102"/>
            <a:chExt cx="150018" cy="149066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E75231C-C5FD-CCBA-DF41-35487AFC25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Block Arc 41">
              <a:extLst>
                <a:ext uri="{FF2B5EF4-FFF2-40B4-BE49-F238E27FC236}">
                  <a16:creationId xmlns:a16="http://schemas.microsoft.com/office/drawing/2014/main" id="{6BD78166-DC0E-922F-2CAF-2A235362DAA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6B5B7EA-6A98-58A9-8CB7-FAD5FFAED7D7}"/>
              </a:ext>
            </a:extLst>
          </p:cNvPr>
          <p:cNvGrpSpPr/>
          <p:nvPr/>
        </p:nvGrpSpPr>
        <p:grpSpPr>
          <a:xfrm>
            <a:off x="9639899" y="1938340"/>
            <a:ext cx="150018" cy="1490660"/>
            <a:chOff x="8643938" y="1943102"/>
            <a:chExt cx="150018" cy="149066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BF2801F-F094-48FB-A4C3-620499B5BF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Block Arc 44">
              <a:extLst>
                <a:ext uri="{FF2B5EF4-FFF2-40B4-BE49-F238E27FC236}">
                  <a16:creationId xmlns:a16="http://schemas.microsoft.com/office/drawing/2014/main" id="{9A7F9235-EB4F-52D5-9295-6B1EC157DA86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sp>
        <p:nvSpPr>
          <p:cNvPr id="51" name="Arrow: Bent 50">
            <a:extLst>
              <a:ext uri="{FF2B5EF4-FFF2-40B4-BE49-F238E27FC236}">
                <a16:creationId xmlns:a16="http://schemas.microsoft.com/office/drawing/2014/main" id="{EF297460-2C9F-0705-A707-9A3248CC8E2E}"/>
              </a:ext>
            </a:extLst>
          </p:cNvPr>
          <p:cNvSpPr/>
          <p:nvPr/>
        </p:nvSpPr>
        <p:spPr>
          <a:xfrm rot="10800000">
            <a:off x="8554194" y="3709988"/>
            <a:ext cx="673744" cy="228594"/>
          </a:xfrm>
          <a:prstGeom prst="bentArrow">
            <a:avLst>
              <a:gd name="adj1" fmla="val 40626"/>
              <a:gd name="adj2" fmla="val 25000"/>
              <a:gd name="adj3" fmla="val 25000"/>
              <a:gd name="adj4" fmla="val 43750"/>
            </a:avLst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5118EF1-8C4D-9EE5-1DCC-60856E0B75DE}"/>
              </a:ext>
            </a:extLst>
          </p:cNvPr>
          <p:cNvSpPr/>
          <p:nvPr/>
        </p:nvSpPr>
        <p:spPr>
          <a:xfrm>
            <a:off x="8710613" y="4160044"/>
            <a:ext cx="57150" cy="159544"/>
          </a:xfrm>
          <a:custGeom>
            <a:avLst/>
            <a:gdLst>
              <a:gd name="csX0" fmla="*/ 21431 w 57150"/>
              <a:gd name="csY0" fmla="*/ 159544 h 159544"/>
              <a:gd name="csX1" fmla="*/ 0 w 57150"/>
              <a:gd name="csY1" fmla="*/ 26194 h 159544"/>
              <a:gd name="csX2" fmla="*/ 45243 w 57150"/>
              <a:gd name="csY2" fmla="*/ 0 h 159544"/>
              <a:gd name="csX3" fmla="*/ 57150 w 57150"/>
              <a:gd name="csY3" fmla="*/ 14287 h 159544"/>
              <a:gd name="csX4" fmla="*/ 21431 w 57150"/>
              <a:gd name="csY4" fmla="*/ 159544 h 1595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150" h="159544">
                <a:moveTo>
                  <a:pt x="21431" y="159544"/>
                </a:moveTo>
                <a:lnTo>
                  <a:pt x="0" y="26194"/>
                </a:lnTo>
                <a:lnTo>
                  <a:pt x="45243" y="0"/>
                </a:lnTo>
                <a:lnTo>
                  <a:pt x="57150" y="14287"/>
                </a:lnTo>
                <a:lnTo>
                  <a:pt x="21431" y="159544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EFC8DB1-BEF4-1041-4573-2A7EC7CBBFF2}"/>
              </a:ext>
            </a:extLst>
          </p:cNvPr>
          <p:cNvSpPr/>
          <p:nvPr/>
        </p:nvSpPr>
        <p:spPr>
          <a:xfrm>
            <a:off x="8335779" y="3383926"/>
            <a:ext cx="62890" cy="165086"/>
          </a:xfrm>
          <a:custGeom>
            <a:avLst/>
            <a:gdLst>
              <a:gd name="csX0" fmla="*/ 0 w 247650"/>
              <a:gd name="csY0" fmla="*/ 566738 h 650081"/>
              <a:gd name="csX1" fmla="*/ 26194 w 247650"/>
              <a:gd name="csY1" fmla="*/ 123825 h 650081"/>
              <a:gd name="csX2" fmla="*/ 188119 w 247650"/>
              <a:gd name="csY2" fmla="*/ 0 h 650081"/>
              <a:gd name="csX3" fmla="*/ 247650 w 247650"/>
              <a:gd name="csY3" fmla="*/ 64294 h 650081"/>
              <a:gd name="csX4" fmla="*/ 216694 w 247650"/>
              <a:gd name="csY4" fmla="*/ 566738 h 650081"/>
              <a:gd name="csX5" fmla="*/ 111919 w 247650"/>
              <a:gd name="csY5" fmla="*/ 650081 h 650081"/>
              <a:gd name="csX6" fmla="*/ 0 w 247650"/>
              <a:gd name="csY6" fmla="*/ 566738 h 6500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7650" h="650081">
                <a:moveTo>
                  <a:pt x="0" y="566738"/>
                </a:moveTo>
                <a:lnTo>
                  <a:pt x="26194" y="123825"/>
                </a:lnTo>
                <a:lnTo>
                  <a:pt x="188119" y="0"/>
                </a:lnTo>
                <a:lnTo>
                  <a:pt x="247650" y="64294"/>
                </a:lnTo>
                <a:lnTo>
                  <a:pt x="216694" y="566738"/>
                </a:lnTo>
                <a:lnTo>
                  <a:pt x="111919" y="650081"/>
                </a:lnTo>
                <a:lnTo>
                  <a:pt x="0" y="566738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4AFEA-CC2C-DA5F-831A-64E75C165CF9}"/>
              </a:ext>
            </a:extLst>
          </p:cNvPr>
          <p:cNvSpPr txBox="1"/>
          <p:nvPr/>
        </p:nvSpPr>
        <p:spPr>
          <a:xfrm>
            <a:off x="8586471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48A413-23A9-0A01-7252-92E7CEEB4D09}"/>
              </a:ext>
            </a:extLst>
          </p:cNvPr>
          <p:cNvSpPr txBox="1"/>
          <p:nvPr/>
        </p:nvSpPr>
        <p:spPr>
          <a:xfrm>
            <a:off x="8727718" y="166172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4CD036-B369-884C-7A5A-E00A2DAC0CB0}"/>
              </a:ext>
            </a:extLst>
          </p:cNvPr>
          <p:cNvSpPr txBox="1"/>
          <p:nvPr/>
        </p:nvSpPr>
        <p:spPr>
          <a:xfrm>
            <a:off x="8873567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</a:t>
            </a:r>
            <a:endParaRPr lang="LID4096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EF3B86-35DD-EE34-6672-EB3616035899}"/>
              </a:ext>
            </a:extLst>
          </p:cNvPr>
          <p:cNvSpPr txBox="1"/>
          <p:nvPr/>
        </p:nvSpPr>
        <p:spPr>
          <a:xfrm>
            <a:off x="9019416" y="165619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7E8470-2F21-8205-3F89-9CE40808DC5B}"/>
              </a:ext>
            </a:extLst>
          </p:cNvPr>
          <p:cNvSpPr txBox="1"/>
          <p:nvPr/>
        </p:nvSpPr>
        <p:spPr>
          <a:xfrm>
            <a:off x="9165265" y="165342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25ACFF-2FBF-83AA-4A48-424AA249CE5B}"/>
              </a:ext>
            </a:extLst>
          </p:cNvPr>
          <p:cNvSpPr txBox="1"/>
          <p:nvPr/>
        </p:nvSpPr>
        <p:spPr>
          <a:xfrm>
            <a:off x="9311114" y="165065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FDA983-4731-4C9F-4B39-B8013E0755D1}"/>
              </a:ext>
            </a:extLst>
          </p:cNvPr>
          <p:cNvSpPr txBox="1"/>
          <p:nvPr/>
        </p:nvSpPr>
        <p:spPr>
          <a:xfrm>
            <a:off x="9456963" y="164788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2FEEEF-36A3-C0A2-6E98-938EDCD8540F}"/>
              </a:ext>
            </a:extLst>
          </p:cNvPr>
          <p:cNvSpPr txBox="1"/>
          <p:nvPr/>
        </p:nvSpPr>
        <p:spPr>
          <a:xfrm>
            <a:off x="9602812" y="16451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1C3C485-A387-4269-C8DA-E0731CF1A26B}"/>
              </a:ext>
            </a:extLst>
          </p:cNvPr>
          <p:cNvGrpSpPr/>
          <p:nvPr/>
        </p:nvGrpSpPr>
        <p:grpSpPr>
          <a:xfrm>
            <a:off x="2172838" y="2546506"/>
            <a:ext cx="3516236" cy="1773082"/>
            <a:chOff x="4729163" y="4518492"/>
            <a:chExt cx="3226290" cy="16268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5392F3A-1E17-62A2-97C9-4E967A1A35A9}"/>
                </a:ext>
              </a:extLst>
            </p:cNvPr>
            <p:cNvSpPr/>
            <p:nvPr/>
          </p:nvSpPr>
          <p:spPr>
            <a:xfrm>
              <a:off x="4769586" y="4518492"/>
              <a:ext cx="3148591" cy="1626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001FA18-959A-2EC2-9EEE-645ED1D26CF9}"/>
                </a:ext>
              </a:extLst>
            </p:cNvPr>
            <p:cNvGrpSpPr/>
            <p:nvPr/>
          </p:nvGrpSpPr>
          <p:grpSpPr>
            <a:xfrm>
              <a:off x="4729163" y="4518492"/>
              <a:ext cx="3226290" cy="1626875"/>
              <a:chOff x="4729163" y="4518492"/>
              <a:chExt cx="3226290" cy="1626875"/>
            </a:xfrm>
          </p:grpSpPr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D51B2B88-577D-EE77-9371-8BA9D62969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05388" y="4695825"/>
                <a:ext cx="0" cy="126487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006C116A-298E-FFF9-6D3B-E85FBB48C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5375" y="5886450"/>
                <a:ext cx="278606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D9949FF-28E1-D9DB-9E41-E36D6E8163C5}"/>
                  </a:ext>
                </a:extLst>
              </p:cNvPr>
              <p:cNvSpPr txBox="1"/>
              <p:nvPr/>
            </p:nvSpPr>
            <p:spPr>
              <a:xfrm>
                <a:off x="4769586" y="4518492"/>
                <a:ext cx="398886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Voltage</a:t>
                </a:r>
                <a:endParaRPr lang="LID4096" sz="6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FD34C8F-2315-3818-8614-400FDFB09196}"/>
                  </a:ext>
                </a:extLst>
              </p:cNvPr>
              <p:cNvSpPr txBox="1"/>
              <p:nvPr/>
            </p:nvSpPr>
            <p:spPr>
              <a:xfrm>
                <a:off x="7638933" y="5794117"/>
                <a:ext cx="316520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Time</a:t>
                </a:r>
                <a:endParaRPr lang="LID4096" sz="600" dirty="0"/>
              </a:p>
            </p:txBody>
          </p: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D3AAF4B-AD1B-1D86-E9B2-014CD9D33B0B}"/>
                  </a:ext>
                </a:extLst>
              </p:cNvPr>
              <p:cNvGrpSpPr/>
              <p:nvPr/>
            </p:nvGrpSpPr>
            <p:grpSpPr>
              <a:xfrm>
                <a:off x="5005388" y="4972992"/>
                <a:ext cx="2271714" cy="925502"/>
                <a:chOff x="5005388" y="4972992"/>
                <a:chExt cx="2271714" cy="925502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9DB4780C-490C-F4C3-91E2-12B7941E81B4}"/>
                    </a:ext>
                  </a:extLst>
                </p:cNvPr>
                <p:cNvCxnSpPr/>
                <p:nvPr/>
              </p:nvCxnSpPr>
              <p:spPr>
                <a:xfrm>
                  <a:off x="5005388" y="498727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9529A04B-CDFE-3613-B771-E140C3C004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1138" y="4987279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326504DF-DEC1-8C23-80E7-3EC4797E8D4E}"/>
                    </a:ext>
                  </a:extLst>
                </p:cNvPr>
                <p:cNvCxnSpPr/>
                <p:nvPr/>
              </p:nvCxnSpPr>
              <p:spPr>
                <a:xfrm>
                  <a:off x="5291138" y="5887391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1BE30D31-28E0-B849-5627-D6017AFC12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888" y="4987278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522398A-FEC7-4E4F-31FE-1B415AB801D9}"/>
                    </a:ext>
                  </a:extLst>
                </p:cNvPr>
                <p:cNvCxnSpPr/>
                <p:nvPr/>
              </p:nvCxnSpPr>
              <p:spPr>
                <a:xfrm>
                  <a:off x="5572126" y="498251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1B5410DF-A011-73E6-7376-ED1AC84F60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876" y="4982517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0D0E4A31-C8F3-B3FE-D09B-3F4F12EDDDDD}"/>
                    </a:ext>
                  </a:extLst>
                </p:cNvPr>
                <p:cNvCxnSpPr/>
                <p:nvPr/>
              </p:nvCxnSpPr>
              <p:spPr>
                <a:xfrm>
                  <a:off x="5857876" y="588262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A3679916-7345-0BDD-E433-E20DB9A77B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3626" y="4982516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B3175DBA-0C29-7F49-9D63-4DECE287DCD4}"/>
                    </a:ext>
                  </a:extLst>
                </p:cNvPr>
                <p:cNvCxnSpPr/>
                <p:nvPr/>
              </p:nvCxnSpPr>
              <p:spPr>
                <a:xfrm>
                  <a:off x="6138864" y="497775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EEC15C8F-E8DF-7D4E-6A46-0911DCD86B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4614" y="4977755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B77008A2-0450-2150-E0BD-406053AC024D}"/>
                    </a:ext>
                  </a:extLst>
                </p:cNvPr>
                <p:cNvCxnSpPr/>
                <p:nvPr/>
              </p:nvCxnSpPr>
              <p:spPr>
                <a:xfrm>
                  <a:off x="6424614" y="587786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5EBA2956-68A6-3520-8D33-F7B6151083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10364" y="4977754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EA83E7EC-D7B4-7186-EE02-EDB09180786D}"/>
                    </a:ext>
                  </a:extLst>
                </p:cNvPr>
                <p:cNvCxnSpPr/>
                <p:nvPr/>
              </p:nvCxnSpPr>
              <p:spPr>
                <a:xfrm>
                  <a:off x="6705602" y="4972993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C0176090-B2A8-829B-6988-0BE558D196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91352" y="4972993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76437E15-D395-D6F6-A8C6-938AFB314D4C}"/>
                    </a:ext>
                  </a:extLst>
                </p:cNvPr>
                <p:cNvCxnSpPr/>
                <p:nvPr/>
              </p:nvCxnSpPr>
              <p:spPr>
                <a:xfrm>
                  <a:off x="6991352" y="587310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94140867-9E92-0F41-AC55-D5383BB13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77102" y="4972992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6AC6AB-C177-1BD8-7785-30B0294D9C90}"/>
                  </a:ext>
                </a:extLst>
              </p:cNvPr>
              <p:cNvSpPr txBox="1"/>
              <p:nvPr/>
            </p:nvSpPr>
            <p:spPr>
              <a:xfrm>
                <a:off x="5105402" y="5960701"/>
                <a:ext cx="35298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~4ms</a:t>
                </a:r>
                <a:endParaRPr lang="LID4096" sz="60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87BE928-795D-8DE2-2DC9-58217E2C88BD}"/>
                  </a:ext>
                </a:extLst>
              </p:cNvPr>
              <p:cNvSpPr txBox="1"/>
              <p:nvPr/>
            </p:nvSpPr>
            <p:spPr>
              <a:xfrm>
                <a:off x="4729163" y="4885421"/>
                <a:ext cx="32412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3.2V</a:t>
                </a:r>
                <a:endParaRPr lang="LID4096" sz="600"/>
              </a:p>
            </p:txBody>
          </p:sp>
        </p:grp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4D983E65-2DCE-481C-88AF-03C32E997E7E}"/>
                </a:ext>
              </a:extLst>
            </p:cNvPr>
            <p:cNvCxnSpPr/>
            <p:nvPr/>
          </p:nvCxnSpPr>
          <p:spPr>
            <a:xfrm>
              <a:off x="5005388" y="5935313"/>
              <a:ext cx="56673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Arrow: Curved Down 92">
            <a:extLst>
              <a:ext uri="{FF2B5EF4-FFF2-40B4-BE49-F238E27FC236}">
                <a16:creationId xmlns:a16="http://schemas.microsoft.com/office/drawing/2014/main" id="{2ECADFD1-15CF-5811-7D0F-C11A0E5431C4}"/>
              </a:ext>
            </a:extLst>
          </p:cNvPr>
          <p:cNvSpPr/>
          <p:nvPr/>
        </p:nvSpPr>
        <p:spPr>
          <a:xfrm rot="212501" flipV="1">
            <a:off x="3949730" y="4248431"/>
            <a:ext cx="3767917" cy="668778"/>
          </a:xfrm>
          <a:prstGeom prst="curved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4" name="Block Arc 93">
            <a:extLst>
              <a:ext uri="{FF2B5EF4-FFF2-40B4-BE49-F238E27FC236}">
                <a16:creationId xmlns:a16="http://schemas.microsoft.com/office/drawing/2014/main" id="{D4357CFA-4619-F38B-3DB8-0AE917A160FB}"/>
              </a:ext>
            </a:extLst>
          </p:cNvPr>
          <p:cNvSpPr/>
          <p:nvPr/>
        </p:nvSpPr>
        <p:spPr>
          <a:xfrm rot="19698217">
            <a:off x="6226605" y="2759528"/>
            <a:ext cx="1143767" cy="776287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5" name="Block Arc 94">
            <a:extLst>
              <a:ext uri="{FF2B5EF4-FFF2-40B4-BE49-F238E27FC236}">
                <a16:creationId xmlns:a16="http://schemas.microsoft.com/office/drawing/2014/main" id="{707A451C-AACF-317C-E1CB-C6781C00B79D}"/>
              </a:ext>
            </a:extLst>
          </p:cNvPr>
          <p:cNvSpPr/>
          <p:nvPr/>
        </p:nvSpPr>
        <p:spPr>
          <a:xfrm rot="19698217">
            <a:off x="6424108" y="2914491"/>
            <a:ext cx="823769" cy="559101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6" name="Block Arc 95">
            <a:extLst>
              <a:ext uri="{FF2B5EF4-FFF2-40B4-BE49-F238E27FC236}">
                <a16:creationId xmlns:a16="http://schemas.microsoft.com/office/drawing/2014/main" id="{4A0379B9-7F0A-5C74-8C5B-DC56D34FEBC1}"/>
              </a:ext>
            </a:extLst>
          </p:cNvPr>
          <p:cNvSpPr/>
          <p:nvPr/>
        </p:nvSpPr>
        <p:spPr>
          <a:xfrm rot="19698217">
            <a:off x="6622793" y="3049538"/>
            <a:ext cx="486238" cy="330015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DB4C7BF-BCD3-60B7-34C7-86E068D27D91}"/>
              </a:ext>
            </a:extLst>
          </p:cNvPr>
          <p:cNvSpPr txBox="1"/>
          <p:nvPr/>
        </p:nvSpPr>
        <p:spPr>
          <a:xfrm>
            <a:off x="4229860" y="4963558"/>
            <a:ext cx="2228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261.1 Hz Square Wave</a:t>
            </a:r>
            <a:endParaRPr lang="LID4096" sz="2400" dirty="0">
              <a:latin typeface="Agency FB" panose="020B050302020202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C475FED-B520-76A1-E831-E7752CC87D1F}"/>
              </a:ext>
            </a:extLst>
          </p:cNvPr>
          <p:cNvSpPr txBox="1"/>
          <p:nvPr/>
        </p:nvSpPr>
        <p:spPr>
          <a:xfrm rot="20097917">
            <a:off x="5830450" y="1990959"/>
            <a:ext cx="808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Script MT Bold" panose="03040602040607080904" pitchFamily="66" charset="0"/>
              </a:rPr>
              <a:t>middle</a:t>
            </a:r>
          </a:p>
          <a:p>
            <a:pPr algn="ctr"/>
            <a:r>
              <a:rPr lang="en-US" dirty="0">
                <a:latin typeface="Script MT Bold" panose="03040602040607080904" pitchFamily="66" charset="0"/>
              </a:rPr>
              <a:t> C</a:t>
            </a:r>
            <a:endParaRPr lang="LID4096" dirty="0">
              <a:latin typeface="Script MT Bold" panose="030406020406070809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80FAA9-A24C-C468-3EC4-7DB868E7A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100922" y="2083300"/>
            <a:ext cx="2583575" cy="2493188"/>
          </a:xfrm>
          <a:prstGeom prst="rect">
            <a:avLst/>
          </a:prstGeom>
          <a:ln w="508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6EE29-2F5A-812D-EA9A-4F717999981A}"/>
              </a:ext>
            </a:extLst>
          </p:cNvPr>
          <p:cNvSpPr txBox="1"/>
          <p:nvPr/>
        </p:nvSpPr>
        <p:spPr>
          <a:xfrm>
            <a:off x="2547629" y="2484582"/>
            <a:ext cx="1005108" cy="84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600"/>
              <a:t>CPU</a:t>
            </a:r>
          </a:p>
          <a:p>
            <a:pPr algn="ctr"/>
            <a:r>
              <a:rPr lang="en-US" sz="500"/>
              <a:t>Qingke V4</a:t>
            </a:r>
            <a:endParaRPr lang="LID4096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04D7D1-7842-2BF1-4C3E-69FE344251BF}"/>
              </a:ext>
            </a:extLst>
          </p:cNvPr>
          <p:cNvSpPr txBox="1"/>
          <p:nvPr/>
        </p:nvSpPr>
        <p:spPr>
          <a:xfrm rot="16200000">
            <a:off x="7612216" y="2897957"/>
            <a:ext cx="947292" cy="40011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Memory</a:t>
            </a:r>
            <a:br>
              <a:rPr lang="en-US" sz="1000" dirty="0"/>
            </a:br>
            <a:r>
              <a:rPr lang="en-US" sz="1000" dirty="0"/>
              <a:t>Subsystem</a:t>
            </a:r>
          </a:p>
        </p:txBody>
      </p:sp>
      <p:sp>
        <p:nvSpPr>
          <p:cNvPr id="9" name="Arrow: Up-Down 8">
            <a:extLst>
              <a:ext uri="{FF2B5EF4-FFF2-40B4-BE49-F238E27FC236}">
                <a16:creationId xmlns:a16="http://schemas.microsoft.com/office/drawing/2014/main" id="{D9FF697D-CB48-5A73-8D20-0D9EF3EC16A3}"/>
              </a:ext>
            </a:extLst>
          </p:cNvPr>
          <p:cNvSpPr/>
          <p:nvPr/>
        </p:nvSpPr>
        <p:spPr>
          <a:xfrm rot="3255855">
            <a:off x="7532444" y="4141835"/>
            <a:ext cx="223666" cy="434175"/>
          </a:xfrm>
          <a:prstGeom prst="upDownArrow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DB6941-7883-BA95-2956-4543D7A08387}"/>
              </a:ext>
            </a:extLst>
          </p:cNvPr>
          <p:cNvSpPr txBox="1"/>
          <p:nvPr/>
        </p:nvSpPr>
        <p:spPr>
          <a:xfrm>
            <a:off x="3554546" y="3843120"/>
            <a:ext cx="673132" cy="3231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EXTI</a:t>
            </a:r>
            <a:br>
              <a:rPr lang="en-US" sz="1000"/>
            </a:br>
            <a:r>
              <a:rPr lang="en-US" sz="500"/>
              <a:t>(GPIO Interrupts)</a:t>
            </a:r>
            <a:endParaRPr lang="LID4096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88216-66CB-4345-02D8-38B63C47FB18}"/>
              </a:ext>
            </a:extLst>
          </p:cNvPr>
          <p:cNvSpPr txBox="1"/>
          <p:nvPr/>
        </p:nvSpPr>
        <p:spPr>
          <a:xfrm>
            <a:off x="3007453" y="3032605"/>
            <a:ext cx="487960" cy="24622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PFIC</a:t>
            </a:r>
            <a:endParaRPr lang="LID4096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F1B074-C575-9C5D-5147-E78EC26CF6DE}"/>
              </a:ext>
            </a:extLst>
          </p:cNvPr>
          <p:cNvSpPr txBox="1"/>
          <p:nvPr/>
        </p:nvSpPr>
        <p:spPr>
          <a:xfrm rot="16200000">
            <a:off x="2471897" y="2966624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SysTick</a:t>
            </a:r>
            <a:endParaRPr lang="LID4096" sz="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0544E-D789-7ABF-C059-1013ECAD8BDB}"/>
              </a:ext>
            </a:extLst>
          </p:cNvPr>
          <p:cNvSpPr txBox="1"/>
          <p:nvPr/>
        </p:nvSpPr>
        <p:spPr>
          <a:xfrm rot="16200000">
            <a:off x="3893492" y="3376315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USB</a:t>
            </a:r>
            <a:endParaRPr lang="LID4096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BB76B3-89F1-4C1D-29A7-158B6448534F}"/>
              </a:ext>
            </a:extLst>
          </p:cNvPr>
          <p:cNvSpPr txBox="1"/>
          <p:nvPr/>
        </p:nvSpPr>
        <p:spPr>
          <a:xfrm rot="16200000">
            <a:off x="3893492" y="2763826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ETH</a:t>
            </a:r>
            <a:endParaRPr lang="LID4096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C533F6-2D85-A4E7-5879-DB283E3A97A0}"/>
              </a:ext>
            </a:extLst>
          </p:cNvPr>
          <p:cNvSpPr txBox="1"/>
          <p:nvPr/>
        </p:nvSpPr>
        <p:spPr>
          <a:xfrm>
            <a:off x="2547629" y="3503285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TIMER6</a:t>
            </a:r>
            <a:endParaRPr lang="LID4096" sz="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C33CD7-5E6B-0A76-D69E-6CF4CF0BAA43}"/>
              </a:ext>
            </a:extLst>
          </p:cNvPr>
          <p:cNvSpPr txBox="1"/>
          <p:nvPr/>
        </p:nvSpPr>
        <p:spPr>
          <a:xfrm>
            <a:off x="2547629" y="3750787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TIMER7</a:t>
            </a:r>
            <a:endParaRPr lang="LID4096" sz="600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AA77620-B14B-E634-D00E-58386B5F1859}"/>
              </a:ext>
            </a:extLst>
          </p:cNvPr>
          <p:cNvCxnSpPr>
            <a:stCxn id="16" idx="3"/>
          </p:cNvCxnSpPr>
          <p:nvPr/>
        </p:nvCxnSpPr>
        <p:spPr>
          <a:xfrm flipV="1">
            <a:off x="2987367" y="3250406"/>
            <a:ext cx="108258" cy="345212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82C28D66-0A91-C64C-D83E-81285C459FDC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2987367" y="3250406"/>
            <a:ext cx="179696" cy="592714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135E5DD6-AC53-33A4-AB50-CD4DF3BA26DA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>
            <a:off x="3243264" y="3252789"/>
            <a:ext cx="311283" cy="751915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2CB9ACF9-7EC1-D72E-6C2F-BDEA9BA7F19A}"/>
              </a:ext>
            </a:extLst>
          </p:cNvPr>
          <p:cNvCxnSpPr>
            <a:cxnSpLocks/>
            <a:stCxn id="14" idx="0"/>
          </p:cNvCxnSpPr>
          <p:nvPr/>
        </p:nvCxnSpPr>
        <p:spPr>
          <a:xfrm rot="10800000">
            <a:off x="3495675" y="3219450"/>
            <a:ext cx="485782" cy="27997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FCDA21D-8743-5B7C-4B47-7B57B0E6811C}"/>
              </a:ext>
            </a:extLst>
          </p:cNvPr>
          <p:cNvCxnSpPr>
            <a:cxnSpLocks/>
            <a:stCxn id="15" idx="0"/>
            <a:endCxn id="12" idx="3"/>
          </p:cNvCxnSpPr>
          <p:nvPr/>
        </p:nvCxnSpPr>
        <p:spPr>
          <a:xfrm rot="10800000" flipV="1">
            <a:off x="3495413" y="2886936"/>
            <a:ext cx="486044" cy="2687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7A7BCD2-1043-D58D-BBAE-0641B7702119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>
            <a:off x="2784099" y="3058957"/>
            <a:ext cx="223354" cy="9675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4899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1589</TotalTime>
  <Words>736</Words>
  <Application>Microsoft Office PowerPoint</Application>
  <PresentationFormat>Widescreen</PresentationFormat>
  <Paragraphs>323</Paragraphs>
  <Slides>20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Agency FB</vt:lpstr>
      <vt:lpstr>Aptos</vt:lpstr>
      <vt:lpstr>Aptos Display</vt:lpstr>
      <vt:lpstr>Arial</vt:lpstr>
      <vt:lpstr>Calibri</vt:lpstr>
      <vt:lpstr>Consolas</vt:lpstr>
      <vt:lpstr>Script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26</cp:revision>
  <dcterms:created xsi:type="dcterms:W3CDTF">2025-09-03T07:58:20Z</dcterms:created>
  <dcterms:modified xsi:type="dcterms:W3CDTF">2025-12-11T13:11:09Z</dcterms:modified>
</cp:coreProperties>
</file>