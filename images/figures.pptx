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437" r:id="rId3"/>
    <p:sldId id="438" r:id="rId4"/>
    <p:sldId id="440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1" r:id="rId25"/>
    <p:sldId id="462" r:id="rId26"/>
    <p:sldId id="463" r:id="rId27"/>
    <p:sldId id="464" r:id="rId28"/>
    <p:sldId id="465" r:id="rId29"/>
    <p:sldId id="296" r:id="rId30"/>
    <p:sldId id="466" r:id="rId31"/>
    <p:sldId id="467" r:id="rId3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4" d="100"/>
          <a:sy n="224" d="100"/>
        </p:scale>
        <p:origin x="16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17189-69EA-4142-945D-85EE3E06463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2D078-0734-41DD-A137-6D7276E88B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506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I MD407 har vi en 32 bitars addressbuss, och kan alltså addressera 4GB med minne. </a:t>
            </a:r>
          </a:p>
          <a:p>
            <a:r>
              <a:rPr lang="sv-SE"/>
              <a:t>Vi har också en 32-bitars databuss, så vid en minnesläsning läser vi alltid ”egentligen” 32 bitar. </a:t>
            </a:r>
          </a:p>
          <a:p>
            <a:r>
              <a:rPr lang="sv-SE"/>
              <a:t>I en smått förenklad mild av hur ett minne fungerar delar vi då upp minnet i klumpar om fyra bytes, kopplar allihop på våra 32 datalinor, och väljer en av dem med ordet som står på addressbussen.</a:t>
            </a:r>
          </a:p>
          <a:p>
            <a:endParaRPr lang="sv-SE"/>
          </a:p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2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060076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Men vad händer nu om vi har en address som INTE är en multipel av fyra bytes? </a:t>
            </a:r>
          </a:p>
          <a:p>
            <a:r>
              <a:rPr lang="sv-SE"/>
              <a:t>Det finns ju inget enkelt sätt för oss att lägga ut ett sådant ord på bussen!</a:t>
            </a:r>
          </a:p>
          <a:p>
            <a:r>
              <a:rPr lang="sv-SE"/>
              <a:t>Därför är det helt enkelt förbjudet att försöka läsa ett 4 bytes word från en address som inte är 4 bytes alignad.</a:t>
            </a:r>
          </a:p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3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3104684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Nu kollar vi vad som händer när man läser ett två bytes word. </a:t>
            </a:r>
          </a:p>
          <a:p>
            <a:r>
              <a:rPr lang="sv-SE"/>
              <a:t>Ett tvåbytesord </a:t>
            </a:r>
            <a:r>
              <a:rPr lang="sv-SE" i="1"/>
              <a:t>går fint</a:t>
            </a:r>
            <a:r>
              <a:rPr lang="sv-SE" i="0"/>
              <a:t> att läsa från 0x20000006, om vi använder LDRH. </a:t>
            </a:r>
          </a:p>
          <a:p>
            <a:r>
              <a:rPr lang="sv-SE"/>
              <a:t>Processorn kollar </a:t>
            </a:r>
            <a:r>
              <a:rPr lang="sv-SE" i="1"/>
              <a:t>vilket 4 bytes alignat</a:t>
            </a:r>
            <a:r>
              <a:rPr lang="sv-SE" i="0"/>
              <a:t> ord halvordet ligger i (genom att bara använda de 30 översta bitarna i addressen)</a:t>
            </a:r>
          </a:p>
          <a:p>
            <a:r>
              <a:rPr lang="sv-SE" i="0"/>
              <a:t>och kan enkelt välja den övre eller undre halvan av ordet med en MUX som matas med bit 1 i addressen. </a:t>
            </a:r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4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975158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Men detta funkar inte om vi försöker använda en address som inte är en multipel av 2!</a:t>
            </a:r>
          </a:p>
          <a:p>
            <a:r>
              <a:rPr lang="sv-SE"/>
              <a:t>Därför måste addressen vara 2 bytes alignad när vi läser en HALF eller short</a:t>
            </a:r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5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20520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5198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B376-6E49-E247-779F-BE4411CB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7BCAF-F7DC-D607-E421-DE403B5D6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E8F02-56E0-7AF4-0BA1-605608CF6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D0792-24AE-8AA7-AE14-EB89ED5AC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0672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BF08-D19E-6211-EA6D-7F9B8CB9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CDA47-27A8-9D93-F050-71DE669E9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65739-26A5-8480-123E-7A653E13D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514A9-81F3-8958-18E9-8924E6402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6936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A8000-3B66-B7FE-27EF-DCD5F38B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D58D4-65B5-DBB2-B737-3F33CDCB1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D9930-097E-45E8-D29B-01DD5C4AF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62065-4359-54C7-DA79-3CC7D3147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561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457F6-21A5-473A-FD94-43CC3DA3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3268C-8B8D-46F5-EC8B-12A699330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6E5EB-6FF2-738E-1C16-C26238CE5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C8202-BFEF-E06B-B357-FE0B61FFF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658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8E62-F9E7-AF14-5EEE-5AFD99E7B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5F70D-90C7-3ED5-0D63-DAF51A5E7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15541-15E1-715F-9C24-2545FC9CC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A18CF-1491-5097-902F-E512DE49A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6373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96EC0-33FF-69ED-FEE2-280EC232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C5C6B-0984-AEC2-3F33-FE43FBDF7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502B6-B696-448B-2558-4A34B9D33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4A63A-9CCF-9AD0-4A2E-5147E0BEB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9231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F2EE-4826-460E-0606-2DBC6AEE7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C8A4B-325E-2190-BB23-053A27344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9A4A1-C059-C253-1092-C6A9EFB8B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17035-42C9-E542-A853-452C27737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598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B6F0-9D07-1776-2086-75E435728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46E7C-F264-4864-23BC-306C31EB6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E0A38-C541-9951-1E6A-6978D6BC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259D9-8E2D-1D1D-8B31-094568520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595C1-205E-FFF4-936D-25535B7B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1729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3B34-78A8-34FE-3CCF-3B8DB61C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338E1-E779-C7BB-813B-314258DB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4D40-7A7E-6EA0-DFB6-26742E5F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1FA05-897C-C023-BA17-52734CE1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BFA0-D7F9-7295-6260-6F9A480B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78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6461-AE98-B237-9D8F-3DB16ECA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35CD2-7500-964A-ED34-8F38FBF5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6D555-2BAA-FB0D-A276-9699D5C7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D44D-FC79-7382-4EDC-4C810EC3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B27BB-7716-E53D-64B0-CB9872DB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826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3B3F-8256-8351-6888-B166BBA8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21D41-1B1B-E5FC-134A-3D4165C7E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BFE72-C954-E36E-9C8F-99ED4EC6B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B57B8-DC85-0BF3-BA78-959E207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4EC98-D5F5-D0BD-C71F-243FE264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D44E8-9ACB-A286-1ED3-D03727FE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805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9E54-42B6-633F-BD36-423A52E8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A3118-FCBE-E1E1-8B0E-21209B116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215D3-CAD9-3D50-C699-31EE2882A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027B7-2DCE-1C27-F9D5-CF1CF3EC1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89884-034B-2450-C9C5-1E3443FC5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2E84B-A104-2ECA-E924-1E3AF656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F89E1-6524-7E1B-4B74-FA2FCA15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03E9E-5C9F-B3BD-DA60-7A67F74B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854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0DFD-6FF3-CFEB-0E7D-AA1D49EE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86795-78C1-16EB-194C-2CFFA48D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2B7CD-31F4-4EAC-9213-260CE50C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449B4-E929-0741-04D4-F6B47C65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26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CB0C0-E8D1-717D-3EEE-138D917E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12276-AA8C-C73D-E881-5B5D54C0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D7BF0-9091-3949-021D-A6F7908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672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0CE7-84C9-46E2-144D-86C09C70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72021-5E67-27A7-F9F4-EDCEDA3FC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FD7ED-D5B1-3C2A-916E-467B868B6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AFC8E-7EF1-903C-9ACC-21ED6176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66C28-74BE-9AC7-D6DC-C7C2B32E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7965C-20C5-1304-6911-71F46B92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610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5098-B67B-74AF-4CEE-507767FB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29AEC1-4667-711E-37B0-BD3F8CD31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1BDF3-6A94-55FB-A88D-C5475F53B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078E6-93FB-8D73-B92E-EE7F49BA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E5D80-4432-82BF-1C6C-357CEE01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BBA-9F22-9083-53F7-938FD2A5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797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998A-271F-BA27-4BEC-6336C586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21F0-0D6A-1CDA-3D39-4FA2152AF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F2D6-BE38-7760-E5D6-CBDF3CD9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EC59C-C1A9-6819-5110-76D5D100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53225-F875-0EBE-F725-0815DD0C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373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A70D6-E20A-B55D-D004-0D6239FF4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00DB1-C947-229D-E954-97197EBD9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EF35B-12E0-0098-1ED7-9D7310CF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FB1C-0843-1C6A-F0FE-93492B0C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BCF81-7453-B5DC-8ED8-ED52EC50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911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9EA0E-FEBC-BF82-236B-19E2B95B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A1DAD-B78F-131B-589D-447734A35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C1BAB-2F78-93FB-E05F-DFD1725BA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6BE13-2967-499D-85E1-E8100B951B63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FC99B-1E65-28DC-06BC-B8B0E26A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8ADC5-7B71-147F-1B53-0CBADE65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79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8F02A-D284-F67F-A5EB-43080A07DB8E}"/>
              </a:ext>
            </a:extLst>
          </p:cNvPr>
          <p:cNvSpPr txBox="1"/>
          <p:nvPr/>
        </p:nvSpPr>
        <p:spPr>
          <a:xfrm>
            <a:off x="2303660" y="2065423"/>
            <a:ext cx="1716624" cy="201600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GB"/>
              <a:t>Processor Core</a:t>
            </a:r>
          </a:p>
          <a:p>
            <a:endParaRPr lang="en-GB" sz="1000"/>
          </a:p>
          <a:p>
            <a:r>
              <a:rPr lang="en-GB" sz="1000"/>
              <a:t>Runs your code.</a:t>
            </a:r>
          </a:p>
          <a:p>
            <a:r>
              <a:rPr lang="en-GB" sz="1000"/>
              <a:t>Will perform LOAD or STORE </a:t>
            </a:r>
          </a:p>
          <a:p>
            <a:r>
              <a:rPr lang="en-GB" sz="1000"/>
              <a:t>operations to a specific </a:t>
            </a:r>
            <a:br>
              <a:rPr lang="en-GB" sz="1000"/>
            </a:br>
            <a:r>
              <a:rPr lang="en-GB" sz="1000"/>
              <a:t>address.</a:t>
            </a:r>
            <a:endParaRPr lang="LID4096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EC390-CBF2-90B4-BE88-59A4A402D72A}"/>
              </a:ext>
            </a:extLst>
          </p:cNvPr>
          <p:cNvSpPr txBox="1"/>
          <p:nvPr/>
        </p:nvSpPr>
        <p:spPr>
          <a:xfrm>
            <a:off x="4350706" y="2363244"/>
            <a:ext cx="6751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/>
              <a:t>address</a:t>
            </a:r>
            <a:endParaRPr lang="LID4096" sz="10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5C052-1F1D-2C15-7E74-8EDE8134DDB1}"/>
              </a:ext>
            </a:extLst>
          </p:cNvPr>
          <p:cNvSpPr txBox="1"/>
          <p:nvPr/>
        </p:nvSpPr>
        <p:spPr>
          <a:xfrm>
            <a:off x="6772397" y="3827515"/>
            <a:ext cx="25014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/>
              <a:t>data bus</a:t>
            </a:r>
            <a:endParaRPr lang="LID4096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C546F-4DE1-59A9-23F0-8B06E5C1FAB5}"/>
              </a:ext>
            </a:extLst>
          </p:cNvPr>
          <p:cNvSpPr txBox="1"/>
          <p:nvPr/>
        </p:nvSpPr>
        <p:spPr>
          <a:xfrm>
            <a:off x="6985917" y="1429701"/>
            <a:ext cx="207418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FLASH (256KB)</a:t>
            </a:r>
          </a:p>
          <a:p>
            <a:r>
              <a:rPr lang="en-GB" sz="800" i="1"/>
              <a:t>non-volatile </a:t>
            </a:r>
            <a:r>
              <a:rPr lang="en-GB" sz="800"/>
              <a:t>memory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B2AEC6-24FB-0515-22E8-11148AB9B88D}"/>
              </a:ext>
            </a:extLst>
          </p:cNvPr>
          <p:cNvSpPr txBox="1"/>
          <p:nvPr/>
        </p:nvSpPr>
        <p:spPr>
          <a:xfrm>
            <a:off x="6985917" y="2040894"/>
            <a:ext cx="207418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SRAM (64KB)</a:t>
            </a:r>
          </a:p>
          <a:p>
            <a:r>
              <a:rPr lang="en-GB" sz="800" i="1"/>
              <a:t>very fast</a:t>
            </a:r>
            <a:r>
              <a:rPr lang="en-GB" sz="800"/>
              <a:t> read and write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DF344-75C6-E1E2-579E-B8E461300896}"/>
              </a:ext>
            </a:extLst>
          </p:cNvPr>
          <p:cNvSpPr txBox="1"/>
          <p:nvPr/>
        </p:nvSpPr>
        <p:spPr>
          <a:xfrm>
            <a:off x="6985917" y="2652087"/>
            <a:ext cx="207418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PERIPHERAL REGISTERS</a:t>
            </a:r>
          </a:p>
          <a:p>
            <a:r>
              <a:rPr lang="en-GB" sz="800" i="1"/>
              <a:t>Control e.g. GPIO, ethernet, USB, DAC</a:t>
            </a:r>
            <a:endParaRPr lang="en-GB" sz="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8A420-2DFE-C9DD-2A6E-FDDE1476F205}"/>
              </a:ext>
            </a:extLst>
          </p:cNvPr>
          <p:cNvSpPr txBox="1"/>
          <p:nvPr/>
        </p:nvSpPr>
        <p:spPr>
          <a:xfrm>
            <a:off x="6985917" y="3263279"/>
            <a:ext cx="207418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System Control Space (SCB)</a:t>
            </a:r>
            <a:endParaRPr lang="en-GB" sz="1200" u="sng"/>
          </a:p>
          <a:p>
            <a:r>
              <a:rPr lang="en-GB" sz="800" i="1"/>
              <a:t>System configuration and control</a:t>
            </a:r>
            <a:endParaRPr lang="en-GB" sz="80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09FC0BE-4710-839B-5D0F-3BA2941BCD3A}"/>
              </a:ext>
            </a:extLst>
          </p:cNvPr>
          <p:cNvSpPr/>
          <p:nvPr/>
        </p:nvSpPr>
        <p:spPr>
          <a:xfrm>
            <a:off x="5728570" y="1477356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BF32A7-9170-DBF7-6162-98E60E77869D}"/>
              </a:ext>
            </a:extLst>
          </p:cNvPr>
          <p:cNvSpPr txBox="1"/>
          <p:nvPr/>
        </p:nvSpPr>
        <p:spPr>
          <a:xfrm>
            <a:off x="5973279" y="1263630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0x00000000 – </a:t>
            </a:r>
          </a:p>
          <a:p>
            <a:r>
              <a:rPr lang="en-GB" sz="700">
                <a:latin typeface="Consolas" panose="020B0609020204030204" pitchFamily="49" charset="0"/>
              </a:rPr>
              <a:t>0x00047FFF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68AB6-AFC2-A55E-5793-93B38B547E14}"/>
              </a:ext>
            </a:extLst>
          </p:cNvPr>
          <p:cNvSpPr/>
          <p:nvPr/>
        </p:nvSpPr>
        <p:spPr>
          <a:xfrm>
            <a:off x="5728570" y="1553227"/>
            <a:ext cx="150312" cy="2075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106176-0ABA-B6F0-A958-1227CE590923}"/>
              </a:ext>
            </a:extLst>
          </p:cNvPr>
          <p:cNvSpPr/>
          <p:nvPr/>
        </p:nvSpPr>
        <p:spPr>
          <a:xfrm>
            <a:off x="5844693" y="1562099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C5E126B-08B7-9C86-3D03-10725F231E9F}"/>
              </a:ext>
            </a:extLst>
          </p:cNvPr>
          <p:cNvSpPr/>
          <p:nvPr/>
        </p:nvSpPr>
        <p:spPr>
          <a:xfrm>
            <a:off x="5728570" y="2065423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2622D-D883-B205-7506-76A2FCB31431}"/>
              </a:ext>
            </a:extLst>
          </p:cNvPr>
          <p:cNvSpPr txBox="1"/>
          <p:nvPr/>
        </p:nvSpPr>
        <p:spPr>
          <a:xfrm>
            <a:off x="5979677" y="1854078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0x20000000 – </a:t>
            </a:r>
          </a:p>
          <a:p>
            <a:r>
              <a:rPr lang="en-GB" sz="700">
                <a:latin typeface="Consolas" panose="020B0609020204030204" pitchFamily="49" charset="0"/>
              </a:rPr>
              <a:t>0x2000FFFF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B814D-2A16-F361-95D0-951BD1D47B91}"/>
              </a:ext>
            </a:extLst>
          </p:cNvPr>
          <p:cNvSpPr/>
          <p:nvPr/>
        </p:nvSpPr>
        <p:spPr>
          <a:xfrm>
            <a:off x="5844693" y="2150166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A461C97-8674-11F4-29A8-D185F3E8CC73}"/>
              </a:ext>
            </a:extLst>
          </p:cNvPr>
          <p:cNvSpPr/>
          <p:nvPr/>
        </p:nvSpPr>
        <p:spPr>
          <a:xfrm>
            <a:off x="5728570" y="2653490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F0BC92-376A-912D-CA50-A338DD9A5D27}"/>
              </a:ext>
            </a:extLst>
          </p:cNvPr>
          <p:cNvSpPr txBox="1"/>
          <p:nvPr/>
        </p:nvSpPr>
        <p:spPr>
          <a:xfrm>
            <a:off x="6006909" y="2454966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0x40000000 – </a:t>
            </a:r>
          </a:p>
          <a:p>
            <a:r>
              <a:rPr lang="en-GB" sz="700">
                <a:latin typeface="Consolas" panose="020B0609020204030204" pitchFamily="49" charset="0"/>
              </a:rPr>
              <a:t>0x40007FFF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05682D-D41D-007D-ADD1-6F902B4B6180}"/>
              </a:ext>
            </a:extLst>
          </p:cNvPr>
          <p:cNvSpPr/>
          <p:nvPr/>
        </p:nvSpPr>
        <p:spPr>
          <a:xfrm>
            <a:off x="5844693" y="2738233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FA53CEA-BC84-ADD3-2994-8D3A31174853}"/>
              </a:ext>
            </a:extLst>
          </p:cNvPr>
          <p:cNvSpPr/>
          <p:nvPr/>
        </p:nvSpPr>
        <p:spPr>
          <a:xfrm>
            <a:off x="5728570" y="3410211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BA1BAE-EF5E-CB8A-EAC3-D869856A54B2}"/>
              </a:ext>
            </a:extLst>
          </p:cNvPr>
          <p:cNvSpPr txBox="1"/>
          <p:nvPr/>
        </p:nvSpPr>
        <p:spPr>
          <a:xfrm>
            <a:off x="6006909" y="315681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0xE000E000 – </a:t>
            </a:r>
          </a:p>
          <a:p>
            <a:r>
              <a:rPr lang="en-GB" sz="700">
                <a:latin typeface="Consolas" panose="020B0609020204030204" pitchFamily="49" charset="0"/>
              </a:rPr>
              <a:t>0xE000EFFF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9BE966-FE42-5F63-FEFF-9D2C2213D3F7}"/>
              </a:ext>
            </a:extLst>
          </p:cNvPr>
          <p:cNvSpPr/>
          <p:nvPr/>
        </p:nvSpPr>
        <p:spPr>
          <a:xfrm>
            <a:off x="5844693" y="3494954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EF6D95-EBB4-919B-AB60-606CC2EE5BEA}"/>
              </a:ext>
            </a:extLst>
          </p:cNvPr>
          <p:cNvSpPr/>
          <p:nvPr/>
        </p:nvSpPr>
        <p:spPr>
          <a:xfrm>
            <a:off x="5741195" y="1566862"/>
            <a:ext cx="128586" cy="2033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A490006-CC52-F442-2942-4EBAA018E59B}"/>
              </a:ext>
            </a:extLst>
          </p:cNvPr>
          <p:cNvSpPr/>
          <p:nvPr/>
        </p:nvSpPr>
        <p:spPr>
          <a:xfrm>
            <a:off x="4179518" y="2338193"/>
            <a:ext cx="1602157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Arrow: Left-Up 29">
            <a:extLst>
              <a:ext uri="{FF2B5EF4-FFF2-40B4-BE49-F238E27FC236}">
                <a16:creationId xmlns:a16="http://schemas.microsoft.com/office/drawing/2014/main" id="{36CF1942-754E-9313-F7E1-FB859F8A2C56}"/>
              </a:ext>
            </a:extLst>
          </p:cNvPr>
          <p:cNvSpPr/>
          <p:nvPr/>
        </p:nvSpPr>
        <p:spPr>
          <a:xfrm>
            <a:off x="4114800" y="1263630"/>
            <a:ext cx="5676899" cy="2817801"/>
          </a:xfrm>
          <a:prstGeom prst="leftUpArrow">
            <a:avLst>
              <a:gd name="adj1" fmla="val 6300"/>
              <a:gd name="adj2" fmla="val 4131"/>
              <a:gd name="adj3" fmla="val 543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D7F307-370F-92EF-099B-09B5AEC9BBE3}"/>
              </a:ext>
            </a:extLst>
          </p:cNvPr>
          <p:cNvSpPr txBox="1"/>
          <p:nvPr/>
        </p:nvSpPr>
        <p:spPr>
          <a:xfrm>
            <a:off x="4477841" y="2363635"/>
            <a:ext cx="25014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/>
              <a:t>address bus</a:t>
            </a:r>
            <a:endParaRPr lang="LID4096" sz="1050"/>
          </a:p>
        </p:txBody>
      </p: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CD208002-E345-ACDE-CDD5-EFC289ECC3A5}"/>
              </a:ext>
            </a:extLst>
          </p:cNvPr>
          <p:cNvSpPr/>
          <p:nvPr/>
        </p:nvSpPr>
        <p:spPr>
          <a:xfrm>
            <a:off x="9096867" y="1519727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C1F2C56D-BB2B-68DC-92A2-61504E6DE8D8}"/>
              </a:ext>
            </a:extLst>
          </p:cNvPr>
          <p:cNvSpPr/>
          <p:nvPr/>
        </p:nvSpPr>
        <p:spPr>
          <a:xfrm>
            <a:off x="9096867" y="2131881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651B5ECD-4156-0067-BE24-265E3C605C12}"/>
              </a:ext>
            </a:extLst>
          </p:cNvPr>
          <p:cNvSpPr/>
          <p:nvPr/>
        </p:nvSpPr>
        <p:spPr>
          <a:xfrm>
            <a:off x="9096867" y="2744035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A4146EC8-9CD6-FB83-9B40-6600F5FA9090}"/>
              </a:ext>
            </a:extLst>
          </p:cNvPr>
          <p:cNvSpPr/>
          <p:nvPr/>
        </p:nvSpPr>
        <p:spPr>
          <a:xfrm>
            <a:off x="9096867" y="3356189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692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4251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48848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56049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63250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6744068" y="2047791"/>
            <a:ext cx="1648460" cy="1184130"/>
          </a:xfrm>
          <a:prstGeom prst="bentConnector3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754682" y="2173704"/>
            <a:ext cx="1242470" cy="5625270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63304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70505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77706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84906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992107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999308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06509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13710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20045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27246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34447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8DCF7D-3941-02BD-2145-7C1A7BFEF46C}"/>
              </a:ext>
            </a:extLst>
          </p:cNvPr>
          <p:cNvSpPr/>
          <p:nvPr/>
        </p:nvSpPr>
        <p:spPr>
          <a:xfrm>
            <a:off x="8392519" y="4359082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0xABCDEF66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F4DA95F-B6C9-CCAF-05C7-CA99ABFAAC72}"/>
              </a:ext>
            </a:extLst>
          </p:cNvPr>
          <p:cNvSpPr/>
          <p:nvPr/>
        </p:nvSpPr>
        <p:spPr>
          <a:xfrm>
            <a:off x="8392516" y="4794809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0xABCDEF77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8391788" y="5324567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92D050"/>
                </a:solidFill>
              </a:rPr>
              <a:t>0xABCDEF33</a:t>
            </a:r>
            <a:endParaRPr lang="en-SE">
              <a:solidFill>
                <a:srgbClr val="92D05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B29D46-40D3-6BC5-ED44-A78F91831259}"/>
              </a:ext>
            </a:extLst>
          </p:cNvPr>
          <p:cNvSpPr txBox="1"/>
          <p:nvPr/>
        </p:nvSpPr>
        <p:spPr>
          <a:xfrm>
            <a:off x="10515874" y="437367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6EC1BC-916C-BBDD-499C-55662CC49F36}"/>
              </a:ext>
            </a:extLst>
          </p:cNvPr>
          <p:cNvSpPr txBox="1"/>
          <p:nvPr/>
        </p:nvSpPr>
        <p:spPr>
          <a:xfrm>
            <a:off x="10515874" y="4809401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chemeClr val="bg1"/>
                </a:solidFill>
              </a:rPr>
              <a:t>0x20000008</a:t>
            </a:r>
            <a:endParaRPr lang="en-SE" sz="140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54C1CE-180A-80CB-B5D0-53BE4BDFB3C1}"/>
              </a:ext>
            </a:extLst>
          </p:cNvPr>
          <p:cNvSpPr txBox="1"/>
          <p:nvPr/>
        </p:nvSpPr>
        <p:spPr>
          <a:xfrm>
            <a:off x="2416013" y="5316001"/>
            <a:ext cx="6136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400">
                <a:solidFill>
                  <a:srgbClr val="92D050"/>
                </a:solidFill>
              </a:rPr>
              <a:t>0xABCDEF33</a:t>
            </a:r>
            <a:endParaRPr lang="en-SE" sz="1400">
              <a:solidFill>
                <a:srgbClr val="92D05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 sz="160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F3FDA1-EA89-2FB9-D1F9-31C4AF0300CB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0x20000008</a:t>
            </a:r>
          </a:p>
          <a:p>
            <a:r>
              <a:rPr lang="en-GB" sz="1400">
                <a:latin typeface="Consolas" panose="020B0609020204030204" pitchFamily="49" charset="0"/>
              </a:rPr>
              <a:t>lw x1, 0(x1)</a:t>
            </a:r>
            <a:endParaRPr lang="en-SE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9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4251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48848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56049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63250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</p:cNvCxnSpPr>
          <p:nvPr/>
        </p:nvCxnSpPr>
        <p:spPr>
          <a:xfrm>
            <a:off x="6744068" y="2047791"/>
            <a:ext cx="1425831" cy="802500"/>
          </a:xfrm>
          <a:prstGeom prst="bentConnector3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754682" y="2173704"/>
            <a:ext cx="1242470" cy="5625270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63304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70505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77706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84906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992107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999308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06509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13710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20045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27246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34447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8DCF7D-3941-02BD-2145-7C1A7BFEF46C}"/>
              </a:ext>
            </a:extLst>
          </p:cNvPr>
          <p:cNvSpPr/>
          <p:nvPr/>
        </p:nvSpPr>
        <p:spPr>
          <a:xfrm>
            <a:off x="8392519" y="4359082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0xABCDEF66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F4DA95F-B6C9-CCAF-05C7-CA99ABFAAC72}"/>
              </a:ext>
            </a:extLst>
          </p:cNvPr>
          <p:cNvSpPr/>
          <p:nvPr/>
        </p:nvSpPr>
        <p:spPr>
          <a:xfrm>
            <a:off x="8392516" y="4794809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0xABCDEF77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8391788" y="5324567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C00000"/>
                </a:solidFill>
              </a:rPr>
              <a:t>0x????????</a:t>
            </a:r>
            <a:endParaRPr lang="en-SE">
              <a:solidFill>
                <a:srgbClr val="C0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B29D46-40D3-6BC5-ED44-A78F91831259}"/>
              </a:ext>
            </a:extLst>
          </p:cNvPr>
          <p:cNvSpPr txBox="1"/>
          <p:nvPr/>
        </p:nvSpPr>
        <p:spPr>
          <a:xfrm>
            <a:off x="10515874" y="437367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6EC1BC-916C-BBDD-499C-55662CC49F36}"/>
              </a:ext>
            </a:extLst>
          </p:cNvPr>
          <p:cNvSpPr txBox="1"/>
          <p:nvPr/>
        </p:nvSpPr>
        <p:spPr>
          <a:xfrm>
            <a:off x="10515874" y="4809401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rgbClr val="C00000"/>
                </a:solidFill>
              </a:rPr>
              <a:t>0x20000006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54C1CE-180A-80CB-B5D0-53BE4BDFB3C1}"/>
              </a:ext>
            </a:extLst>
          </p:cNvPr>
          <p:cNvSpPr txBox="1"/>
          <p:nvPr/>
        </p:nvSpPr>
        <p:spPr>
          <a:xfrm>
            <a:off x="2416013" y="5316001"/>
            <a:ext cx="6136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400">
                <a:solidFill>
                  <a:srgbClr val="C00000"/>
                </a:solidFill>
              </a:rPr>
              <a:t>0x????????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CE70CB-2EB5-C80C-F2A0-462498250AD5}"/>
              </a:ext>
            </a:extLst>
          </p:cNvPr>
          <p:cNvSpPr/>
          <p:nvPr/>
        </p:nvSpPr>
        <p:spPr>
          <a:xfrm>
            <a:off x="9732439" y="3043909"/>
            <a:ext cx="1062391" cy="368214"/>
          </a:xfrm>
          <a:custGeom>
            <a:avLst/>
            <a:gdLst>
              <a:gd name="csX0" fmla="*/ 1062391 w 1062391"/>
              <a:gd name="csY0" fmla="*/ 0 h 368214"/>
              <a:gd name="csX1" fmla="*/ 541819 w 1062391"/>
              <a:gd name="csY1" fmla="*/ 3007 h 368214"/>
              <a:gd name="csX2" fmla="*/ 0 w 1062391"/>
              <a:gd name="csY2" fmla="*/ 6137 h 368214"/>
              <a:gd name="csX3" fmla="*/ 5365 w 1062391"/>
              <a:gd name="csY3" fmla="*/ 368214 h 368214"/>
              <a:gd name="csX4" fmla="*/ 533878 w 1062391"/>
              <a:gd name="csY4" fmla="*/ 365146 h 368214"/>
              <a:gd name="csX5" fmla="*/ 1062391 w 1062391"/>
              <a:gd name="csY5" fmla="*/ 362078 h 368214"/>
              <a:gd name="csX6" fmla="*/ 1062391 w 1062391"/>
              <a:gd name="csY6" fmla="*/ 362078 h 368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62391" h="368214" extrusionOk="0">
                <a:moveTo>
                  <a:pt x="1062391" y="0"/>
                </a:moveTo>
                <a:cubicBezTo>
                  <a:pt x="893568" y="39044"/>
                  <a:pt x="743325" y="-40933"/>
                  <a:pt x="541819" y="3007"/>
                </a:cubicBezTo>
                <a:cubicBezTo>
                  <a:pt x="340313" y="46947"/>
                  <a:pt x="167702" y="-19368"/>
                  <a:pt x="0" y="6137"/>
                </a:cubicBezTo>
                <a:cubicBezTo>
                  <a:pt x="16000" y="112163"/>
                  <a:pt x="-3289" y="188017"/>
                  <a:pt x="5365" y="368214"/>
                </a:cubicBezTo>
                <a:cubicBezTo>
                  <a:pt x="217400" y="323069"/>
                  <a:pt x="355615" y="409401"/>
                  <a:pt x="533878" y="365146"/>
                </a:cubicBezTo>
                <a:cubicBezTo>
                  <a:pt x="712141" y="320891"/>
                  <a:pt x="905146" y="408341"/>
                  <a:pt x="1062391" y="362078"/>
                </a:cubicBezTo>
                <a:lnTo>
                  <a:pt x="1062391" y="362078"/>
                </a:lnTo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215109 w 1215109"/>
                      <a:gd name="connsiteY0" fmla="*/ 0 h 368214"/>
                      <a:gd name="connsiteX1" fmla="*/ 0 w 1215109"/>
                      <a:gd name="connsiteY1" fmla="*/ 6137 h 368214"/>
                      <a:gd name="connsiteX2" fmla="*/ 6137 w 1215109"/>
                      <a:gd name="connsiteY2" fmla="*/ 368214 h 368214"/>
                      <a:gd name="connsiteX3" fmla="*/ 1215109 w 1215109"/>
                      <a:gd name="connsiteY3" fmla="*/ 362078 h 368214"/>
                      <a:gd name="connsiteX4" fmla="*/ 1215109 w 1215109"/>
                      <a:gd name="connsiteY4" fmla="*/ 362078 h 368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5109" h="368214">
                        <a:moveTo>
                          <a:pt x="1215109" y="0"/>
                        </a:moveTo>
                        <a:lnTo>
                          <a:pt x="0" y="6137"/>
                        </a:lnTo>
                        <a:lnTo>
                          <a:pt x="6137" y="368214"/>
                        </a:lnTo>
                        <a:lnTo>
                          <a:pt x="1215109" y="362078"/>
                        </a:lnTo>
                        <a:lnTo>
                          <a:pt x="1215109" y="362078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83292E-0967-D184-946A-A309D385102D}"/>
              </a:ext>
            </a:extLst>
          </p:cNvPr>
          <p:cNvSpPr/>
          <p:nvPr/>
        </p:nvSpPr>
        <p:spPr>
          <a:xfrm flipH="1">
            <a:off x="8395279" y="2612087"/>
            <a:ext cx="1344108" cy="368214"/>
          </a:xfrm>
          <a:custGeom>
            <a:avLst/>
            <a:gdLst>
              <a:gd name="csX0" fmla="*/ 1344108 w 1344108"/>
              <a:gd name="csY0" fmla="*/ 0 h 368214"/>
              <a:gd name="csX1" fmla="*/ 909513 w 1344108"/>
              <a:gd name="csY1" fmla="*/ 1984 h 368214"/>
              <a:gd name="csX2" fmla="*/ 501800 w 1344108"/>
              <a:gd name="csY2" fmla="*/ 3846 h 368214"/>
              <a:gd name="csX3" fmla="*/ 0 w 1344108"/>
              <a:gd name="csY3" fmla="*/ 6137 h 368214"/>
              <a:gd name="csX4" fmla="*/ 6788 w 1344108"/>
              <a:gd name="csY4" fmla="*/ 368214 h 368214"/>
              <a:gd name="csX5" fmla="*/ 425815 w 1344108"/>
              <a:gd name="csY5" fmla="*/ 366291 h 368214"/>
              <a:gd name="csX6" fmla="*/ 898335 w 1344108"/>
              <a:gd name="csY6" fmla="*/ 364123 h 368214"/>
              <a:gd name="csX7" fmla="*/ 1344108 w 1344108"/>
              <a:gd name="csY7" fmla="*/ 362078 h 368214"/>
              <a:gd name="csX8" fmla="*/ 1344108 w 1344108"/>
              <a:gd name="csY8" fmla="*/ 362078 h 368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44108" h="368214" extrusionOk="0">
                <a:moveTo>
                  <a:pt x="1344108" y="0"/>
                </a:moveTo>
                <a:cubicBezTo>
                  <a:pt x="1253377" y="3887"/>
                  <a:pt x="1067871" y="-30467"/>
                  <a:pt x="909513" y="1984"/>
                </a:cubicBezTo>
                <a:cubicBezTo>
                  <a:pt x="751155" y="34435"/>
                  <a:pt x="611781" y="87"/>
                  <a:pt x="501800" y="3846"/>
                </a:cubicBezTo>
                <a:cubicBezTo>
                  <a:pt x="391819" y="7605"/>
                  <a:pt x="101767" y="-1502"/>
                  <a:pt x="0" y="6137"/>
                </a:cubicBezTo>
                <a:cubicBezTo>
                  <a:pt x="3284" y="150458"/>
                  <a:pt x="-5887" y="257248"/>
                  <a:pt x="6788" y="368214"/>
                </a:cubicBezTo>
                <a:cubicBezTo>
                  <a:pt x="138830" y="323177"/>
                  <a:pt x="227227" y="385237"/>
                  <a:pt x="425815" y="366291"/>
                </a:cubicBezTo>
                <a:cubicBezTo>
                  <a:pt x="624403" y="347345"/>
                  <a:pt x="689625" y="415249"/>
                  <a:pt x="898335" y="364123"/>
                </a:cubicBezTo>
                <a:cubicBezTo>
                  <a:pt x="1107045" y="312997"/>
                  <a:pt x="1221467" y="395880"/>
                  <a:pt x="1344108" y="362078"/>
                </a:cubicBezTo>
                <a:lnTo>
                  <a:pt x="1344108" y="362078"/>
                </a:lnTo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215109 w 1215109"/>
                      <a:gd name="connsiteY0" fmla="*/ 0 h 368214"/>
                      <a:gd name="connsiteX1" fmla="*/ 0 w 1215109"/>
                      <a:gd name="connsiteY1" fmla="*/ 6137 h 368214"/>
                      <a:gd name="connsiteX2" fmla="*/ 6137 w 1215109"/>
                      <a:gd name="connsiteY2" fmla="*/ 368214 h 368214"/>
                      <a:gd name="connsiteX3" fmla="*/ 1215109 w 1215109"/>
                      <a:gd name="connsiteY3" fmla="*/ 362078 h 368214"/>
                      <a:gd name="connsiteX4" fmla="*/ 1215109 w 1215109"/>
                      <a:gd name="connsiteY4" fmla="*/ 362078 h 368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5109" h="368214">
                        <a:moveTo>
                          <a:pt x="1215109" y="0"/>
                        </a:moveTo>
                        <a:lnTo>
                          <a:pt x="0" y="6137"/>
                        </a:lnTo>
                        <a:lnTo>
                          <a:pt x="6137" y="368214"/>
                        </a:lnTo>
                        <a:lnTo>
                          <a:pt x="1215109" y="362078"/>
                        </a:lnTo>
                        <a:lnTo>
                          <a:pt x="1215109" y="362078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129F8-4302-4988-AB34-3C471564BC55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0x20000006</a:t>
            </a:r>
          </a:p>
          <a:p>
            <a:r>
              <a:rPr lang="en-GB" sz="1400">
                <a:latin typeface="Consolas" panose="020B0609020204030204" pitchFamily="49" charset="0"/>
              </a:rPr>
              <a:t>lw x1, 0(x1)</a:t>
            </a:r>
            <a:endParaRPr lang="en-SE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68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7EEB21A-020F-E2FB-F111-09BE53F36FFB}"/>
              </a:ext>
            </a:extLst>
          </p:cNvPr>
          <p:cNvCxnSpPr>
            <a:cxnSpLocks/>
          </p:cNvCxnSpPr>
          <p:nvPr/>
        </p:nvCxnSpPr>
        <p:spPr>
          <a:xfrm flipH="1">
            <a:off x="8392522" y="4778254"/>
            <a:ext cx="23241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56049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623851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69585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76786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6744068" y="2047791"/>
            <a:ext cx="1648463" cy="748403"/>
          </a:xfrm>
          <a:prstGeom prst="bentConnector3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396389" y="2531998"/>
            <a:ext cx="1467056" cy="5133267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76840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84041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91242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984432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10056440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1012844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20045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27246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33581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40782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479835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7888483" y="5511313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92D050"/>
                </a:solidFill>
              </a:rPr>
              <a:t>0x0000ABCD</a:t>
            </a:r>
            <a:endParaRPr lang="en-SE">
              <a:solidFill>
                <a:srgbClr val="92D05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chemeClr val="bg1"/>
                </a:solidFill>
              </a:rPr>
              <a:t>0x20000006</a:t>
            </a:r>
            <a:endParaRPr lang="en-SE" sz="140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54C1CE-180A-80CB-B5D0-53BE4BDFB3C1}"/>
              </a:ext>
            </a:extLst>
          </p:cNvPr>
          <p:cNvSpPr txBox="1"/>
          <p:nvPr/>
        </p:nvSpPr>
        <p:spPr>
          <a:xfrm>
            <a:off x="2737132" y="5508590"/>
            <a:ext cx="51921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400">
                <a:solidFill>
                  <a:srgbClr val="92D050"/>
                </a:solidFill>
              </a:rPr>
              <a:t>0x0000ABCD</a:t>
            </a:r>
            <a:endParaRPr lang="en-SE" sz="1400">
              <a:solidFill>
                <a:srgbClr val="92D05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 sz="160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F3FDA1-EA89-2FB9-D1F9-31C4AF0300CB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0x20000006</a:t>
            </a:r>
          </a:p>
          <a:p>
            <a:r>
              <a:rPr lang="en-GB" sz="1400">
                <a:latin typeface="Consolas" panose="020B0609020204030204" pitchFamily="49" charset="0"/>
              </a:rPr>
              <a:t>lh x1, 0(x1)</a:t>
            </a:r>
            <a:endParaRPr lang="en-SE" sz="14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31499-DB7D-983B-AB99-0AE38251D24F}"/>
              </a:ext>
            </a:extLst>
          </p:cNvPr>
          <p:cNvSpPr txBox="1"/>
          <p:nvPr/>
        </p:nvSpPr>
        <p:spPr>
          <a:xfrm>
            <a:off x="6710951" y="1802256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2_31</a:t>
            </a:r>
            <a:endParaRPr lang="en-SE" sz="105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5DF14B9-DF9F-7657-27E9-55D88463DEE0}"/>
              </a:ext>
            </a:extLst>
          </p:cNvPr>
          <p:cNvSpPr/>
          <p:nvPr/>
        </p:nvSpPr>
        <p:spPr>
          <a:xfrm>
            <a:off x="8422814" y="4665723"/>
            <a:ext cx="2411807" cy="613691"/>
          </a:xfrm>
          <a:custGeom>
            <a:avLst/>
            <a:gdLst>
              <a:gd name="connsiteX0" fmla="*/ 1141466 w 2411807"/>
              <a:gd name="connsiteY0" fmla="*/ 0 h 613691"/>
              <a:gd name="connsiteX1" fmla="*/ 0 w 2411807"/>
              <a:gd name="connsiteY1" fmla="*/ 0 h 613691"/>
              <a:gd name="connsiteX2" fmla="*/ 435721 w 2411807"/>
              <a:gd name="connsiteY2" fmla="*/ 613691 h 613691"/>
              <a:gd name="connsiteX3" fmla="*/ 2160193 w 2411807"/>
              <a:gd name="connsiteY3" fmla="*/ 613691 h 613691"/>
              <a:gd name="connsiteX4" fmla="*/ 2411807 w 2411807"/>
              <a:gd name="connsiteY4" fmla="*/ 18411 h 613691"/>
              <a:gd name="connsiteX5" fmla="*/ 1313299 w 2411807"/>
              <a:gd name="connsiteY5" fmla="*/ 18411 h 613691"/>
              <a:gd name="connsiteX6" fmla="*/ 1239656 w 2411807"/>
              <a:gd name="connsiteY6" fmla="*/ 159560 h 613691"/>
              <a:gd name="connsiteX7" fmla="*/ 1141466 w 2411807"/>
              <a:gd name="connsiteY7" fmla="*/ 0 h 61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11807" h="613691">
                <a:moveTo>
                  <a:pt x="1141466" y="0"/>
                </a:moveTo>
                <a:lnTo>
                  <a:pt x="0" y="0"/>
                </a:lnTo>
                <a:lnTo>
                  <a:pt x="435721" y="613691"/>
                </a:lnTo>
                <a:lnTo>
                  <a:pt x="2160193" y="613691"/>
                </a:lnTo>
                <a:lnTo>
                  <a:pt x="2411807" y="18411"/>
                </a:lnTo>
                <a:lnTo>
                  <a:pt x="1313299" y="18411"/>
                </a:lnTo>
                <a:lnTo>
                  <a:pt x="1239656" y="159560"/>
                </a:lnTo>
                <a:lnTo>
                  <a:pt x="114146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382C11-A1FA-5E42-2FB5-5D9048DFE0E7}"/>
              </a:ext>
            </a:extLst>
          </p:cNvPr>
          <p:cNvCxnSpPr>
            <a:cxnSpLocks/>
          </p:cNvCxnSpPr>
          <p:nvPr/>
        </p:nvCxnSpPr>
        <p:spPr>
          <a:xfrm>
            <a:off x="9048327" y="5279414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D71226-9C67-8BCD-1543-C69AEDD04413}"/>
              </a:ext>
            </a:extLst>
          </p:cNvPr>
          <p:cNvCxnSpPr>
            <a:cxnSpLocks/>
          </p:cNvCxnSpPr>
          <p:nvPr/>
        </p:nvCxnSpPr>
        <p:spPr>
          <a:xfrm>
            <a:off x="912033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60C91A-FC9D-1FF0-7B73-81D41D417A87}"/>
              </a:ext>
            </a:extLst>
          </p:cNvPr>
          <p:cNvCxnSpPr>
            <a:cxnSpLocks/>
          </p:cNvCxnSpPr>
          <p:nvPr/>
        </p:nvCxnSpPr>
        <p:spPr>
          <a:xfrm>
            <a:off x="919234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F07455-74F6-AB69-0066-1A8698408AED}"/>
              </a:ext>
            </a:extLst>
          </p:cNvPr>
          <p:cNvCxnSpPr>
            <a:cxnSpLocks/>
          </p:cNvCxnSpPr>
          <p:nvPr/>
        </p:nvCxnSpPr>
        <p:spPr>
          <a:xfrm>
            <a:off x="926435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38E4B6-7957-8F5F-DA62-C118F715929F}"/>
              </a:ext>
            </a:extLst>
          </p:cNvPr>
          <p:cNvCxnSpPr>
            <a:cxnSpLocks/>
          </p:cNvCxnSpPr>
          <p:nvPr/>
        </p:nvCxnSpPr>
        <p:spPr>
          <a:xfrm>
            <a:off x="933636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73ADDB-3AE9-B20F-4C2A-91C1BC6DA8DB}"/>
              </a:ext>
            </a:extLst>
          </p:cNvPr>
          <p:cNvCxnSpPr>
            <a:cxnSpLocks/>
          </p:cNvCxnSpPr>
          <p:nvPr/>
        </p:nvCxnSpPr>
        <p:spPr>
          <a:xfrm>
            <a:off x="940836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661F40-2AC4-6802-81F3-1FB8BF85602D}"/>
              </a:ext>
            </a:extLst>
          </p:cNvPr>
          <p:cNvCxnSpPr>
            <a:cxnSpLocks/>
          </p:cNvCxnSpPr>
          <p:nvPr/>
        </p:nvCxnSpPr>
        <p:spPr>
          <a:xfrm>
            <a:off x="948037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1B485A-26E6-E6F2-B4B9-1AD2817E8C6F}"/>
              </a:ext>
            </a:extLst>
          </p:cNvPr>
          <p:cNvCxnSpPr>
            <a:cxnSpLocks/>
          </p:cNvCxnSpPr>
          <p:nvPr/>
        </p:nvCxnSpPr>
        <p:spPr>
          <a:xfrm>
            <a:off x="955238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148CB3-2789-23F6-578F-F2CF36C78F39}"/>
              </a:ext>
            </a:extLst>
          </p:cNvPr>
          <p:cNvCxnSpPr>
            <a:cxnSpLocks/>
          </p:cNvCxnSpPr>
          <p:nvPr/>
        </p:nvCxnSpPr>
        <p:spPr>
          <a:xfrm>
            <a:off x="962439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B590B7-698F-36D8-11F8-F4EAD6F9A235}"/>
              </a:ext>
            </a:extLst>
          </p:cNvPr>
          <p:cNvCxnSpPr>
            <a:cxnSpLocks/>
          </p:cNvCxnSpPr>
          <p:nvPr/>
        </p:nvCxnSpPr>
        <p:spPr>
          <a:xfrm>
            <a:off x="969640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A96496E-CBDF-B62C-1492-732EEC123123}"/>
              </a:ext>
            </a:extLst>
          </p:cNvPr>
          <p:cNvCxnSpPr>
            <a:cxnSpLocks/>
          </p:cNvCxnSpPr>
          <p:nvPr/>
        </p:nvCxnSpPr>
        <p:spPr>
          <a:xfrm>
            <a:off x="976840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22CDA2-6DE9-348C-C417-ED43B192C5A1}"/>
              </a:ext>
            </a:extLst>
          </p:cNvPr>
          <p:cNvCxnSpPr>
            <a:cxnSpLocks/>
          </p:cNvCxnSpPr>
          <p:nvPr/>
        </p:nvCxnSpPr>
        <p:spPr>
          <a:xfrm>
            <a:off x="984041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244A28-BF73-2700-178B-56276BF193A1}"/>
              </a:ext>
            </a:extLst>
          </p:cNvPr>
          <p:cNvCxnSpPr>
            <a:cxnSpLocks/>
          </p:cNvCxnSpPr>
          <p:nvPr/>
        </p:nvCxnSpPr>
        <p:spPr>
          <a:xfrm>
            <a:off x="991242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F7F38E3-99A2-C1AF-28AB-0191F08011E7}"/>
              </a:ext>
            </a:extLst>
          </p:cNvPr>
          <p:cNvCxnSpPr>
            <a:cxnSpLocks/>
          </p:cNvCxnSpPr>
          <p:nvPr/>
        </p:nvCxnSpPr>
        <p:spPr>
          <a:xfrm>
            <a:off x="998443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600440C-9043-C94B-9127-7F83251F4328}"/>
              </a:ext>
            </a:extLst>
          </p:cNvPr>
          <p:cNvCxnSpPr>
            <a:cxnSpLocks/>
          </p:cNvCxnSpPr>
          <p:nvPr/>
        </p:nvCxnSpPr>
        <p:spPr>
          <a:xfrm>
            <a:off x="1005644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2846F2-F2A4-F8DE-2583-A8E8B6B556C8}"/>
              </a:ext>
            </a:extLst>
          </p:cNvPr>
          <p:cNvCxnSpPr>
            <a:cxnSpLocks/>
          </p:cNvCxnSpPr>
          <p:nvPr/>
        </p:nvCxnSpPr>
        <p:spPr>
          <a:xfrm>
            <a:off x="1012844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5D40EC6-91C8-CB88-5510-216771FE7124}"/>
              </a:ext>
            </a:extLst>
          </p:cNvPr>
          <p:cNvSpPr txBox="1"/>
          <p:nvPr/>
        </p:nvSpPr>
        <p:spPr>
          <a:xfrm>
            <a:off x="7952275" y="4629964"/>
            <a:ext cx="481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1</a:t>
            </a:r>
            <a:endParaRPr lang="en-SE" sz="105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42A78F7-994E-B18D-7271-686D68F226E8}"/>
              </a:ext>
            </a:extLst>
          </p:cNvPr>
          <p:cNvCxnSpPr>
            <a:cxnSpLocks/>
          </p:cNvCxnSpPr>
          <p:nvPr/>
        </p:nvCxnSpPr>
        <p:spPr>
          <a:xfrm>
            <a:off x="6744062" y="2188930"/>
            <a:ext cx="1406149" cy="2420859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F39E7C8-B9C5-191E-1FFE-EAE5E96C6822}"/>
              </a:ext>
            </a:extLst>
          </p:cNvPr>
          <p:cNvSpPr/>
          <p:nvPr/>
        </p:nvSpPr>
        <p:spPr>
          <a:xfrm>
            <a:off x="9124337" y="2610600"/>
            <a:ext cx="624281" cy="360040"/>
          </a:xfrm>
          <a:custGeom>
            <a:avLst/>
            <a:gdLst>
              <a:gd name="csX0" fmla="*/ 0 w 624281"/>
              <a:gd name="csY0" fmla="*/ 0 h 360040"/>
              <a:gd name="csX1" fmla="*/ 305898 w 624281"/>
              <a:gd name="csY1" fmla="*/ 0 h 360040"/>
              <a:gd name="csX2" fmla="*/ 624281 w 624281"/>
              <a:gd name="csY2" fmla="*/ 0 h 360040"/>
              <a:gd name="csX3" fmla="*/ 624281 w 624281"/>
              <a:gd name="csY3" fmla="*/ 360040 h 360040"/>
              <a:gd name="csX4" fmla="*/ 312141 w 624281"/>
              <a:gd name="csY4" fmla="*/ 360040 h 360040"/>
              <a:gd name="csX5" fmla="*/ 0 w 624281"/>
              <a:gd name="csY5" fmla="*/ 360040 h 360040"/>
              <a:gd name="csX6" fmla="*/ 0 w 624281"/>
              <a:gd name="csY6" fmla="*/ 0 h 36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24281" h="360040" extrusionOk="0">
                <a:moveTo>
                  <a:pt x="0" y="0"/>
                </a:moveTo>
                <a:cubicBezTo>
                  <a:pt x="99466" y="-13048"/>
                  <a:pt x="219727" y="18035"/>
                  <a:pt x="305898" y="0"/>
                </a:cubicBezTo>
                <a:cubicBezTo>
                  <a:pt x="392069" y="-18035"/>
                  <a:pt x="495308" y="5114"/>
                  <a:pt x="624281" y="0"/>
                </a:cubicBezTo>
                <a:cubicBezTo>
                  <a:pt x="653839" y="135185"/>
                  <a:pt x="593579" y="247941"/>
                  <a:pt x="624281" y="360040"/>
                </a:cubicBezTo>
                <a:cubicBezTo>
                  <a:pt x="492635" y="391999"/>
                  <a:pt x="441761" y="324850"/>
                  <a:pt x="312141" y="360040"/>
                </a:cubicBezTo>
                <a:cubicBezTo>
                  <a:pt x="182521" y="395230"/>
                  <a:pt x="77724" y="356245"/>
                  <a:pt x="0" y="360040"/>
                </a:cubicBezTo>
                <a:cubicBezTo>
                  <a:pt x="-3087" y="204361"/>
                  <a:pt x="35693" y="173584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2232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7EEB21A-020F-E2FB-F111-09BE53F36FFB}"/>
              </a:ext>
            </a:extLst>
          </p:cNvPr>
          <p:cNvCxnSpPr>
            <a:cxnSpLocks/>
          </p:cNvCxnSpPr>
          <p:nvPr/>
        </p:nvCxnSpPr>
        <p:spPr>
          <a:xfrm flipH="1">
            <a:off x="8392522" y="4778254"/>
            <a:ext cx="23241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56049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623851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69585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76786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6744068" y="2047791"/>
            <a:ext cx="1648463" cy="748403"/>
          </a:xfrm>
          <a:prstGeom prst="bentConnector3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396389" y="2531998"/>
            <a:ext cx="1467056" cy="5133267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76840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84041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91242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984432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10056440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1012844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20045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27246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33581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40782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479835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7888483" y="5511313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C00000"/>
                </a:solidFill>
              </a:rPr>
              <a:t>0x0000EF22</a:t>
            </a:r>
            <a:endParaRPr lang="en-SE">
              <a:solidFill>
                <a:srgbClr val="C0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rgbClr val="C00000"/>
                </a:solidFill>
              </a:rPr>
              <a:t>0x20000005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 sz="160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F3FDA1-EA89-2FB9-D1F9-31C4AF0300CB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0x20000005</a:t>
            </a:r>
          </a:p>
          <a:p>
            <a:r>
              <a:rPr lang="en-GB" sz="1400">
                <a:latin typeface="Consolas" panose="020B0609020204030204" pitchFamily="49" charset="0"/>
              </a:rPr>
              <a:t>lh x1, 0(x1)</a:t>
            </a:r>
            <a:endParaRPr lang="en-SE" sz="14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31499-DB7D-983B-AB99-0AE38251D24F}"/>
              </a:ext>
            </a:extLst>
          </p:cNvPr>
          <p:cNvSpPr txBox="1"/>
          <p:nvPr/>
        </p:nvSpPr>
        <p:spPr>
          <a:xfrm>
            <a:off x="6710951" y="1802256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2_31</a:t>
            </a:r>
            <a:endParaRPr lang="en-SE" sz="105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5DF14B9-DF9F-7657-27E9-55D88463DEE0}"/>
              </a:ext>
            </a:extLst>
          </p:cNvPr>
          <p:cNvSpPr/>
          <p:nvPr/>
        </p:nvSpPr>
        <p:spPr>
          <a:xfrm>
            <a:off x="8422814" y="4665723"/>
            <a:ext cx="2411807" cy="613691"/>
          </a:xfrm>
          <a:custGeom>
            <a:avLst/>
            <a:gdLst>
              <a:gd name="connsiteX0" fmla="*/ 1141466 w 2411807"/>
              <a:gd name="connsiteY0" fmla="*/ 0 h 613691"/>
              <a:gd name="connsiteX1" fmla="*/ 0 w 2411807"/>
              <a:gd name="connsiteY1" fmla="*/ 0 h 613691"/>
              <a:gd name="connsiteX2" fmla="*/ 435721 w 2411807"/>
              <a:gd name="connsiteY2" fmla="*/ 613691 h 613691"/>
              <a:gd name="connsiteX3" fmla="*/ 2160193 w 2411807"/>
              <a:gd name="connsiteY3" fmla="*/ 613691 h 613691"/>
              <a:gd name="connsiteX4" fmla="*/ 2411807 w 2411807"/>
              <a:gd name="connsiteY4" fmla="*/ 18411 h 613691"/>
              <a:gd name="connsiteX5" fmla="*/ 1313299 w 2411807"/>
              <a:gd name="connsiteY5" fmla="*/ 18411 h 613691"/>
              <a:gd name="connsiteX6" fmla="*/ 1239656 w 2411807"/>
              <a:gd name="connsiteY6" fmla="*/ 159560 h 613691"/>
              <a:gd name="connsiteX7" fmla="*/ 1141466 w 2411807"/>
              <a:gd name="connsiteY7" fmla="*/ 0 h 61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11807" h="613691">
                <a:moveTo>
                  <a:pt x="1141466" y="0"/>
                </a:moveTo>
                <a:lnTo>
                  <a:pt x="0" y="0"/>
                </a:lnTo>
                <a:lnTo>
                  <a:pt x="435721" y="613691"/>
                </a:lnTo>
                <a:lnTo>
                  <a:pt x="2160193" y="613691"/>
                </a:lnTo>
                <a:lnTo>
                  <a:pt x="2411807" y="18411"/>
                </a:lnTo>
                <a:lnTo>
                  <a:pt x="1313299" y="18411"/>
                </a:lnTo>
                <a:lnTo>
                  <a:pt x="1239656" y="159560"/>
                </a:lnTo>
                <a:lnTo>
                  <a:pt x="114146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382C11-A1FA-5E42-2FB5-5D9048DFE0E7}"/>
              </a:ext>
            </a:extLst>
          </p:cNvPr>
          <p:cNvCxnSpPr>
            <a:cxnSpLocks/>
          </p:cNvCxnSpPr>
          <p:nvPr/>
        </p:nvCxnSpPr>
        <p:spPr>
          <a:xfrm>
            <a:off x="9048327" y="5279414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D71226-9C67-8BCD-1543-C69AEDD04413}"/>
              </a:ext>
            </a:extLst>
          </p:cNvPr>
          <p:cNvCxnSpPr>
            <a:cxnSpLocks/>
          </p:cNvCxnSpPr>
          <p:nvPr/>
        </p:nvCxnSpPr>
        <p:spPr>
          <a:xfrm>
            <a:off x="912033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60C91A-FC9D-1FF0-7B73-81D41D417A87}"/>
              </a:ext>
            </a:extLst>
          </p:cNvPr>
          <p:cNvCxnSpPr>
            <a:cxnSpLocks/>
          </p:cNvCxnSpPr>
          <p:nvPr/>
        </p:nvCxnSpPr>
        <p:spPr>
          <a:xfrm>
            <a:off x="919234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F07455-74F6-AB69-0066-1A8698408AED}"/>
              </a:ext>
            </a:extLst>
          </p:cNvPr>
          <p:cNvCxnSpPr>
            <a:cxnSpLocks/>
          </p:cNvCxnSpPr>
          <p:nvPr/>
        </p:nvCxnSpPr>
        <p:spPr>
          <a:xfrm>
            <a:off x="926435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38E4B6-7957-8F5F-DA62-C118F715929F}"/>
              </a:ext>
            </a:extLst>
          </p:cNvPr>
          <p:cNvCxnSpPr>
            <a:cxnSpLocks/>
          </p:cNvCxnSpPr>
          <p:nvPr/>
        </p:nvCxnSpPr>
        <p:spPr>
          <a:xfrm>
            <a:off x="933636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73ADDB-3AE9-B20F-4C2A-91C1BC6DA8DB}"/>
              </a:ext>
            </a:extLst>
          </p:cNvPr>
          <p:cNvCxnSpPr>
            <a:cxnSpLocks/>
          </p:cNvCxnSpPr>
          <p:nvPr/>
        </p:nvCxnSpPr>
        <p:spPr>
          <a:xfrm>
            <a:off x="940836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661F40-2AC4-6802-81F3-1FB8BF85602D}"/>
              </a:ext>
            </a:extLst>
          </p:cNvPr>
          <p:cNvCxnSpPr>
            <a:cxnSpLocks/>
          </p:cNvCxnSpPr>
          <p:nvPr/>
        </p:nvCxnSpPr>
        <p:spPr>
          <a:xfrm>
            <a:off x="948037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1B485A-26E6-E6F2-B4B9-1AD2817E8C6F}"/>
              </a:ext>
            </a:extLst>
          </p:cNvPr>
          <p:cNvCxnSpPr>
            <a:cxnSpLocks/>
          </p:cNvCxnSpPr>
          <p:nvPr/>
        </p:nvCxnSpPr>
        <p:spPr>
          <a:xfrm>
            <a:off x="955238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148CB3-2789-23F6-578F-F2CF36C78F39}"/>
              </a:ext>
            </a:extLst>
          </p:cNvPr>
          <p:cNvCxnSpPr>
            <a:cxnSpLocks/>
          </p:cNvCxnSpPr>
          <p:nvPr/>
        </p:nvCxnSpPr>
        <p:spPr>
          <a:xfrm>
            <a:off x="962439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B590B7-698F-36D8-11F8-F4EAD6F9A235}"/>
              </a:ext>
            </a:extLst>
          </p:cNvPr>
          <p:cNvCxnSpPr>
            <a:cxnSpLocks/>
          </p:cNvCxnSpPr>
          <p:nvPr/>
        </p:nvCxnSpPr>
        <p:spPr>
          <a:xfrm>
            <a:off x="969640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A96496E-CBDF-B62C-1492-732EEC123123}"/>
              </a:ext>
            </a:extLst>
          </p:cNvPr>
          <p:cNvCxnSpPr>
            <a:cxnSpLocks/>
          </p:cNvCxnSpPr>
          <p:nvPr/>
        </p:nvCxnSpPr>
        <p:spPr>
          <a:xfrm>
            <a:off x="976840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22CDA2-6DE9-348C-C417-ED43B192C5A1}"/>
              </a:ext>
            </a:extLst>
          </p:cNvPr>
          <p:cNvCxnSpPr>
            <a:cxnSpLocks/>
          </p:cNvCxnSpPr>
          <p:nvPr/>
        </p:nvCxnSpPr>
        <p:spPr>
          <a:xfrm>
            <a:off x="984041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244A28-BF73-2700-178B-56276BF193A1}"/>
              </a:ext>
            </a:extLst>
          </p:cNvPr>
          <p:cNvCxnSpPr>
            <a:cxnSpLocks/>
          </p:cNvCxnSpPr>
          <p:nvPr/>
        </p:nvCxnSpPr>
        <p:spPr>
          <a:xfrm>
            <a:off x="991242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F7F38E3-99A2-C1AF-28AB-0191F08011E7}"/>
              </a:ext>
            </a:extLst>
          </p:cNvPr>
          <p:cNvCxnSpPr>
            <a:cxnSpLocks/>
          </p:cNvCxnSpPr>
          <p:nvPr/>
        </p:nvCxnSpPr>
        <p:spPr>
          <a:xfrm>
            <a:off x="998443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600440C-9043-C94B-9127-7F83251F4328}"/>
              </a:ext>
            </a:extLst>
          </p:cNvPr>
          <p:cNvCxnSpPr>
            <a:cxnSpLocks/>
          </p:cNvCxnSpPr>
          <p:nvPr/>
        </p:nvCxnSpPr>
        <p:spPr>
          <a:xfrm>
            <a:off x="1005644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2846F2-F2A4-F8DE-2583-A8E8B6B556C8}"/>
              </a:ext>
            </a:extLst>
          </p:cNvPr>
          <p:cNvCxnSpPr>
            <a:cxnSpLocks/>
          </p:cNvCxnSpPr>
          <p:nvPr/>
        </p:nvCxnSpPr>
        <p:spPr>
          <a:xfrm>
            <a:off x="1012844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5D40EC6-91C8-CB88-5510-216771FE7124}"/>
              </a:ext>
            </a:extLst>
          </p:cNvPr>
          <p:cNvSpPr txBox="1"/>
          <p:nvPr/>
        </p:nvSpPr>
        <p:spPr>
          <a:xfrm>
            <a:off x="7952275" y="4629964"/>
            <a:ext cx="481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1</a:t>
            </a:r>
            <a:endParaRPr lang="en-SE" sz="105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42A78F7-994E-B18D-7271-686D68F226E8}"/>
              </a:ext>
            </a:extLst>
          </p:cNvPr>
          <p:cNvCxnSpPr>
            <a:cxnSpLocks/>
          </p:cNvCxnSpPr>
          <p:nvPr/>
        </p:nvCxnSpPr>
        <p:spPr>
          <a:xfrm>
            <a:off x="6744062" y="2188930"/>
            <a:ext cx="1406149" cy="2420859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AE8F2DD-C6E6-5460-C36D-10F1CD69BEAD}"/>
              </a:ext>
            </a:extLst>
          </p:cNvPr>
          <p:cNvSpPr/>
          <p:nvPr/>
        </p:nvSpPr>
        <p:spPr>
          <a:xfrm>
            <a:off x="9396118" y="2611046"/>
            <a:ext cx="624281" cy="360040"/>
          </a:xfrm>
          <a:custGeom>
            <a:avLst/>
            <a:gdLst>
              <a:gd name="csX0" fmla="*/ 0 w 624281"/>
              <a:gd name="csY0" fmla="*/ 0 h 360040"/>
              <a:gd name="csX1" fmla="*/ 305898 w 624281"/>
              <a:gd name="csY1" fmla="*/ 0 h 360040"/>
              <a:gd name="csX2" fmla="*/ 624281 w 624281"/>
              <a:gd name="csY2" fmla="*/ 0 h 360040"/>
              <a:gd name="csX3" fmla="*/ 624281 w 624281"/>
              <a:gd name="csY3" fmla="*/ 360040 h 360040"/>
              <a:gd name="csX4" fmla="*/ 312141 w 624281"/>
              <a:gd name="csY4" fmla="*/ 360040 h 360040"/>
              <a:gd name="csX5" fmla="*/ 0 w 624281"/>
              <a:gd name="csY5" fmla="*/ 360040 h 360040"/>
              <a:gd name="csX6" fmla="*/ 0 w 624281"/>
              <a:gd name="csY6" fmla="*/ 0 h 36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24281" h="360040" extrusionOk="0">
                <a:moveTo>
                  <a:pt x="0" y="0"/>
                </a:moveTo>
                <a:cubicBezTo>
                  <a:pt x="99466" y="-13048"/>
                  <a:pt x="219727" y="18035"/>
                  <a:pt x="305898" y="0"/>
                </a:cubicBezTo>
                <a:cubicBezTo>
                  <a:pt x="392069" y="-18035"/>
                  <a:pt x="495308" y="5114"/>
                  <a:pt x="624281" y="0"/>
                </a:cubicBezTo>
                <a:cubicBezTo>
                  <a:pt x="653839" y="135185"/>
                  <a:pt x="593579" y="247941"/>
                  <a:pt x="624281" y="360040"/>
                </a:cubicBezTo>
                <a:cubicBezTo>
                  <a:pt x="492635" y="391999"/>
                  <a:pt x="441761" y="324850"/>
                  <a:pt x="312141" y="360040"/>
                </a:cubicBezTo>
                <a:cubicBezTo>
                  <a:pt x="182521" y="395230"/>
                  <a:pt x="77724" y="356245"/>
                  <a:pt x="0" y="360040"/>
                </a:cubicBezTo>
                <a:cubicBezTo>
                  <a:pt x="-3087" y="204361"/>
                  <a:pt x="35693" y="173584"/>
                  <a:pt x="0" y="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5918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F78A810C-283C-1F43-5BF4-31A666DFE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682" y="2322234"/>
            <a:ext cx="5236475" cy="26334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67E5B9-B367-2998-44A6-B455F694AF5D}"/>
              </a:ext>
            </a:extLst>
          </p:cNvPr>
          <p:cNvSpPr/>
          <p:nvPr/>
        </p:nvSpPr>
        <p:spPr>
          <a:xfrm>
            <a:off x="4789088" y="3368150"/>
            <a:ext cx="802567" cy="82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C7606F-BE05-6C65-3A8D-55C756946723}"/>
              </a:ext>
            </a:extLst>
          </p:cNvPr>
          <p:cNvCxnSpPr/>
          <p:nvPr/>
        </p:nvCxnSpPr>
        <p:spPr>
          <a:xfrm flipV="1">
            <a:off x="4789088" y="2381387"/>
            <a:ext cx="2690572" cy="986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5BB47D-0323-FCE6-BA0E-8267E6558FF0}"/>
              </a:ext>
            </a:extLst>
          </p:cNvPr>
          <p:cNvCxnSpPr>
            <a:cxnSpLocks/>
          </p:cNvCxnSpPr>
          <p:nvPr/>
        </p:nvCxnSpPr>
        <p:spPr>
          <a:xfrm>
            <a:off x="4789088" y="4197030"/>
            <a:ext cx="2690572" cy="677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93BB77B-D332-F559-C473-C930126080FB}"/>
              </a:ext>
            </a:extLst>
          </p:cNvPr>
          <p:cNvSpPr/>
          <p:nvPr/>
        </p:nvSpPr>
        <p:spPr>
          <a:xfrm rot="5400000">
            <a:off x="2591897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0EA364-38EB-C00A-7095-C9F1E038ACB5}"/>
              </a:ext>
            </a:extLst>
          </p:cNvPr>
          <p:cNvSpPr txBox="1"/>
          <p:nvPr/>
        </p:nvSpPr>
        <p:spPr>
          <a:xfrm>
            <a:off x="2243241" y="5078538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Upper Byte</a:t>
            </a:r>
            <a:endParaRPr lang="LID4096" sz="1000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8701935-3C55-128E-66DD-3345A53357D8}"/>
              </a:ext>
            </a:extLst>
          </p:cNvPr>
          <p:cNvSpPr/>
          <p:nvPr/>
        </p:nvSpPr>
        <p:spPr>
          <a:xfrm rot="5400000">
            <a:off x="3678432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A6CDB-3C43-FF10-2016-E8465A14A1A7}"/>
              </a:ext>
            </a:extLst>
          </p:cNvPr>
          <p:cNvSpPr txBox="1"/>
          <p:nvPr/>
        </p:nvSpPr>
        <p:spPr>
          <a:xfrm>
            <a:off x="3329776" y="5078538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Lower Byte</a:t>
            </a:r>
            <a:endParaRPr lang="LID4096" sz="10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4E2A9B11-6305-AFCF-EA57-7E343C5A33EF}"/>
              </a:ext>
            </a:extLst>
          </p:cNvPr>
          <p:cNvSpPr/>
          <p:nvPr/>
        </p:nvSpPr>
        <p:spPr>
          <a:xfrm rot="5400000">
            <a:off x="3138507" y="4380756"/>
            <a:ext cx="78941" cy="18880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8DD4B5-8FDF-A23B-497D-F1BB7C05ADEF}"/>
              </a:ext>
            </a:extLst>
          </p:cNvPr>
          <p:cNvSpPr txBox="1"/>
          <p:nvPr/>
        </p:nvSpPr>
        <p:spPr>
          <a:xfrm>
            <a:off x="2640946" y="5364229"/>
            <a:ext cx="1119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GPIO Port E</a:t>
            </a:r>
            <a:endParaRPr lang="LID4096" sz="1400" b="1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82C5514-A1EE-B725-129D-3337AAA523ED}"/>
              </a:ext>
            </a:extLst>
          </p:cNvPr>
          <p:cNvSpPr/>
          <p:nvPr/>
        </p:nvSpPr>
        <p:spPr>
          <a:xfrm rot="5400000">
            <a:off x="4740039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8F472-5AA4-2A80-9D66-C199BB2758DC}"/>
              </a:ext>
            </a:extLst>
          </p:cNvPr>
          <p:cNvSpPr txBox="1"/>
          <p:nvPr/>
        </p:nvSpPr>
        <p:spPr>
          <a:xfrm>
            <a:off x="4391383" y="5078538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Upper Byte</a:t>
            </a:r>
            <a:endParaRPr lang="LID4096" sz="1000" dirty="0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0CBA38D3-B702-F865-72B2-0F1B0241BAEC}"/>
              </a:ext>
            </a:extLst>
          </p:cNvPr>
          <p:cNvSpPr/>
          <p:nvPr/>
        </p:nvSpPr>
        <p:spPr>
          <a:xfrm rot="5400000">
            <a:off x="5826574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4C846C-2BF4-F7B2-E376-024C88BE0128}"/>
              </a:ext>
            </a:extLst>
          </p:cNvPr>
          <p:cNvSpPr txBox="1"/>
          <p:nvPr/>
        </p:nvSpPr>
        <p:spPr>
          <a:xfrm>
            <a:off x="5477918" y="5078538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Lower Byte</a:t>
            </a:r>
            <a:endParaRPr lang="LID4096" sz="1000" dirty="0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B7B7AB33-CEC8-1838-7786-8BE2FB61A9CA}"/>
              </a:ext>
            </a:extLst>
          </p:cNvPr>
          <p:cNvSpPr/>
          <p:nvPr/>
        </p:nvSpPr>
        <p:spPr>
          <a:xfrm rot="5400000">
            <a:off x="5286649" y="4380756"/>
            <a:ext cx="78941" cy="18880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492A0A-1979-7B55-D30F-C545D1B809D8}"/>
              </a:ext>
            </a:extLst>
          </p:cNvPr>
          <p:cNvSpPr txBox="1"/>
          <p:nvPr/>
        </p:nvSpPr>
        <p:spPr>
          <a:xfrm>
            <a:off x="4789088" y="5364229"/>
            <a:ext cx="1143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GPIO Port D</a:t>
            </a:r>
            <a:endParaRPr lang="LID4096" sz="1400" b="1" dirty="0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B62FF8D5-3CB0-6DBF-A847-AF33D7CE456A}"/>
              </a:ext>
            </a:extLst>
          </p:cNvPr>
          <p:cNvSpPr/>
          <p:nvPr/>
        </p:nvSpPr>
        <p:spPr>
          <a:xfrm rot="16200000">
            <a:off x="4739261" y="868875"/>
            <a:ext cx="147597" cy="26801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15BBAA-7889-F57F-5251-1A0AD203D39B}"/>
              </a:ext>
            </a:extLst>
          </p:cNvPr>
          <p:cNvSpPr txBox="1"/>
          <p:nvPr/>
        </p:nvSpPr>
        <p:spPr>
          <a:xfrm>
            <a:off x="3829083" y="1827389"/>
            <a:ext cx="1904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GPIO </a:t>
            </a:r>
            <a:r>
              <a:rPr lang="en-US" sz="1400" b="1" dirty="0"/>
              <a:t>Pins (</a:t>
            </a:r>
            <a:r>
              <a:rPr lang="en-US" sz="1400" b="1"/>
              <a:t>Ports A-C)</a:t>
            </a:r>
            <a:endParaRPr lang="LID4096" sz="1400" b="1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D43038E-94EC-F41D-B310-733B92197D79}"/>
              </a:ext>
            </a:extLst>
          </p:cNvPr>
          <p:cNvSpPr/>
          <p:nvPr/>
        </p:nvSpPr>
        <p:spPr>
          <a:xfrm>
            <a:off x="2527300" y="3867150"/>
            <a:ext cx="2317750" cy="723900"/>
          </a:xfrm>
          <a:custGeom>
            <a:avLst/>
            <a:gdLst>
              <a:gd name="connsiteX0" fmla="*/ 2317750 w 2317750"/>
              <a:gd name="connsiteY0" fmla="*/ 0 h 723900"/>
              <a:gd name="connsiteX1" fmla="*/ 1022350 w 2317750"/>
              <a:gd name="connsiteY1" fmla="*/ 15875 h 723900"/>
              <a:gd name="connsiteX2" fmla="*/ 549275 w 2317750"/>
              <a:gd name="connsiteY2" fmla="*/ 482600 h 723900"/>
              <a:gd name="connsiteX3" fmla="*/ 228600 w 2317750"/>
              <a:gd name="connsiteY3" fmla="*/ 482600 h 723900"/>
              <a:gd name="connsiteX4" fmla="*/ 0 w 2317750"/>
              <a:gd name="connsiteY4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750" h="723900">
                <a:moveTo>
                  <a:pt x="2317750" y="0"/>
                </a:moveTo>
                <a:lnTo>
                  <a:pt x="1022350" y="15875"/>
                </a:lnTo>
                <a:lnTo>
                  <a:pt x="549275" y="482600"/>
                </a:lnTo>
                <a:lnTo>
                  <a:pt x="228600" y="482600"/>
                </a:lnTo>
                <a:lnTo>
                  <a:pt x="0" y="7239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3B1BDA-1B07-758C-A5A2-2FF6B463B05D}"/>
              </a:ext>
            </a:extLst>
          </p:cNvPr>
          <p:cNvSpPr/>
          <p:nvPr/>
        </p:nvSpPr>
        <p:spPr>
          <a:xfrm>
            <a:off x="2473325" y="4581525"/>
            <a:ext cx="73025" cy="7302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2C7B1E9-3E94-BF4E-61FC-20FFE095A186}"/>
              </a:ext>
            </a:extLst>
          </p:cNvPr>
          <p:cNvGrpSpPr/>
          <p:nvPr/>
        </p:nvGrpSpPr>
        <p:grpSpPr>
          <a:xfrm>
            <a:off x="7521273" y="2392378"/>
            <a:ext cx="2583575" cy="2493188"/>
            <a:chOff x="1099221" y="2243241"/>
            <a:chExt cx="2583575" cy="24931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62227D-2F66-19C1-9222-F248E650A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1099221" y="2243241"/>
              <a:ext cx="2583575" cy="2493188"/>
            </a:xfrm>
            <a:prstGeom prst="rect">
              <a:avLst/>
            </a:prstGeom>
            <a:ln w="50800"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9121B9-A4C8-EE6A-B7E5-390B1C44798B}"/>
                </a:ext>
              </a:extLst>
            </p:cNvPr>
            <p:cNvSpPr txBox="1"/>
            <p:nvPr/>
          </p:nvSpPr>
          <p:spPr>
            <a:xfrm>
              <a:off x="1545929" y="2644523"/>
              <a:ext cx="947292" cy="7386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err="1"/>
                <a:t>Qingke</a:t>
              </a:r>
              <a:r>
                <a:rPr lang="en-US" sz="1000" dirty="0"/>
                <a:t> V4</a:t>
              </a:r>
            </a:p>
            <a:p>
              <a:pPr algn="ctr"/>
              <a:r>
                <a:rPr lang="en-US" sz="1000" dirty="0"/>
                <a:t>RISCV</a:t>
              </a:r>
              <a:r>
                <a:rPr lang="en-US" sz="1600" dirty="0"/>
                <a:t> CPU</a:t>
              </a:r>
              <a:endParaRPr lang="LID4096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FD54B-A8A3-E82A-E8E4-7FDF9C94A3DC}"/>
                </a:ext>
              </a:extLst>
            </p:cNvPr>
            <p:cNvSpPr txBox="1"/>
            <p:nvPr/>
          </p:nvSpPr>
          <p:spPr>
            <a:xfrm rot="16200000">
              <a:off x="2553523" y="3289780"/>
              <a:ext cx="947292" cy="40011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Memory</a:t>
              </a:r>
              <a:br>
                <a:rPr lang="en-US" sz="1000" dirty="0"/>
              </a:br>
              <a:r>
                <a:rPr lang="en-US" sz="1000" dirty="0"/>
                <a:t>Subsystem</a:t>
              </a:r>
            </a:p>
          </p:txBody>
        </p:sp>
        <p:sp>
          <p:nvSpPr>
            <p:cNvPr id="12" name="Arrow: Up-Down 11">
              <a:extLst>
                <a:ext uri="{FF2B5EF4-FFF2-40B4-BE49-F238E27FC236}">
                  <a16:creationId xmlns:a16="http://schemas.microsoft.com/office/drawing/2014/main" id="{CF52C8D5-523D-38D7-0FE1-8C0CCCA5EDA7}"/>
                </a:ext>
              </a:extLst>
            </p:cNvPr>
            <p:cNvSpPr/>
            <p:nvPr/>
          </p:nvSpPr>
          <p:spPr>
            <a:xfrm rot="18008206">
              <a:off x="2548333" y="2960390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Arrow: Up-Down 17">
              <a:extLst>
                <a:ext uri="{FF2B5EF4-FFF2-40B4-BE49-F238E27FC236}">
                  <a16:creationId xmlns:a16="http://schemas.microsoft.com/office/drawing/2014/main" id="{B553BD9C-05B7-1499-9684-1335EDEFD846}"/>
                </a:ext>
              </a:extLst>
            </p:cNvPr>
            <p:cNvSpPr/>
            <p:nvPr/>
          </p:nvSpPr>
          <p:spPr>
            <a:xfrm rot="3255855">
              <a:off x="2545972" y="3635006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450C54-8F81-CCFF-059C-FAEFF500FB6E}"/>
                </a:ext>
              </a:extLst>
            </p:cNvPr>
            <p:cNvSpPr txBox="1"/>
            <p:nvPr/>
          </p:nvSpPr>
          <p:spPr>
            <a:xfrm>
              <a:off x="1820089" y="3869605"/>
              <a:ext cx="673132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GPIO</a:t>
              </a:r>
              <a:br>
                <a:rPr lang="en-US" sz="1000" dirty="0"/>
              </a:br>
              <a:r>
                <a:rPr lang="en-US" sz="1000" dirty="0"/>
                <a:t>Module</a:t>
              </a:r>
              <a:endParaRPr lang="LID4096" sz="160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3D1891B-5ACE-86CD-A6B3-255B9ADEE755}"/>
              </a:ext>
            </a:extLst>
          </p:cNvPr>
          <p:cNvSpPr/>
          <p:nvPr/>
        </p:nvSpPr>
        <p:spPr>
          <a:xfrm>
            <a:off x="7550668" y="3924464"/>
            <a:ext cx="733460" cy="302183"/>
          </a:xfrm>
          <a:custGeom>
            <a:avLst/>
            <a:gdLst>
              <a:gd name="connsiteX0" fmla="*/ 710328 w 710328"/>
              <a:gd name="connsiteY0" fmla="*/ 298259 h 302183"/>
              <a:gd name="connsiteX1" fmla="*/ 482709 w 710328"/>
              <a:gd name="connsiteY1" fmla="*/ 302183 h 302183"/>
              <a:gd name="connsiteX2" fmla="*/ 470935 w 710328"/>
              <a:gd name="connsiteY2" fmla="*/ 0 h 302183"/>
              <a:gd name="connsiteX3" fmla="*/ 0 w 710328"/>
              <a:gd name="connsiteY3" fmla="*/ 15697 h 30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0328" h="302183">
                <a:moveTo>
                  <a:pt x="710328" y="298259"/>
                </a:moveTo>
                <a:lnTo>
                  <a:pt x="482709" y="302183"/>
                </a:lnTo>
                <a:lnTo>
                  <a:pt x="470935" y="0"/>
                </a:lnTo>
                <a:lnTo>
                  <a:pt x="0" y="15697"/>
                </a:lnTo>
              </a:path>
            </a:pathLst>
          </a:custGeom>
          <a:noFill/>
          <a:ln cap="rnd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192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24B2-F4F1-DE03-BB3B-C21370D1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F44016-2520-8918-8208-02DB74220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96" y="2545839"/>
            <a:ext cx="5353797" cy="2772162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9C31C63C-B3D3-032D-AFF4-1F1D95E6F7FF}"/>
              </a:ext>
            </a:extLst>
          </p:cNvPr>
          <p:cNvSpPr/>
          <p:nvPr/>
        </p:nvSpPr>
        <p:spPr>
          <a:xfrm>
            <a:off x="1578586" y="3558540"/>
            <a:ext cx="3381375" cy="14020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DD2DAA-3A5E-3701-ABEB-350245EFEA18}"/>
              </a:ext>
            </a:extLst>
          </p:cNvPr>
          <p:cNvSpPr/>
          <p:nvPr/>
        </p:nvSpPr>
        <p:spPr>
          <a:xfrm>
            <a:off x="1436663" y="3406140"/>
            <a:ext cx="3787140" cy="259080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0B8ECF-7F99-E85F-2C09-46FA91C74FAD}"/>
              </a:ext>
            </a:extLst>
          </p:cNvPr>
          <p:cNvSpPr/>
          <p:nvPr/>
        </p:nvSpPr>
        <p:spPr>
          <a:xfrm>
            <a:off x="1459523" y="3482340"/>
            <a:ext cx="205740" cy="1714500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8068516-C5F1-73B1-53D9-969A088D0B16}"/>
              </a:ext>
            </a:extLst>
          </p:cNvPr>
          <p:cNvSpPr/>
          <p:nvPr/>
        </p:nvSpPr>
        <p:spPr>
          <a:xfrm>
            <a:off x="1657643" y="3558540"/>
            <a:ext cx="3596640" cy="1653540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7FBA48-F957-12F8-A329-E5F82A65B7FC}"/>
              </a:ext>
            </a:extLst>
          </p:cNvPr>
          <p:cNvSpPr/>
          <p:nvPr/>
        </p:nvSpPr>
        <p:spPr>
          <a:xfrm>
            <a:off x="1833379" y="3727133"/>
            <a:ext cx="3305175" cy="13120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FDF8B3F-30CF-B907-5853-E3C796C2DF74}"/>
              </a:ext>
            </a:extLst>
          </p:cNvPr>
          <p:cNvSpPr/>
          <p:nvPr/>
        </p:nvSpPr>
        <p:spPr>
          <a:xfrm>
            <a:off x="3119254" y="4896326"/>
            <a:ext cx="819150" cy="247650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65493E-2F16-9E98-9FF2-AAA7B728F33E}"/>
              </a:ext>
            </a:extLst>
          </p:cNvPr>
          <p:cNvGrpSpPr/>
          <p:nvPr/>
        </p:nvGrpSpPr>
        <p:grpSpPr>
          <a:xfrm>
            <a:off x="4243204" y="4020026"/>
            <a:ext cx="209550" cy="157163"/>
            <a:chOff x="6669881" y="4393406"/>
            <a:chExt cx="209550" cy="1571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6CCC803-01B9-475F-36A7-4B2FA2B3567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292FE8F-C860-DE72-286D-19C0AE17330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F26F472-87DE-9D70-743D-122581876E5F}"/>
              </a:ext>
            </a:extLst>
          </p:cNvPr>
          <p:cNvGrpSpPr/>
          <p:nvPr/>
        </p:nvGrpSpPr>
        <p:grpSpPr>
          <a:xfrm>
            <a:off x="3797910" y="4050982"/>
            <a:ext cx="209550" cy="157163"/>
            <a:chOff x="6669881" y="4393406"/>
            <a:chExt cx="209550" cy="15716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7C74774-086A-B2F8-FC13-1099F51A9E8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AF20588-D5D9-B723-475D-93E6352EE91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9448F24-6E5A-47CA-B9E7-98025A4A5280}"/>
              </a:ext>
            </a:extLst>
          </p:cNvPr>
          <p:cNvGrpSpPr/>
          <p:nvPr/>
        </p:nvGrpSpPr>
        <p:grpSpPr>
          <a:xfrm>
            <a:off x="3352616" y="4081938"/>
            <a:ext cx="209550" cy="157163"/>
            <a:chOff x="6669881" y="4393406"/>
            <a:chExt cx="209550" cy="157163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77C63C8-EA25-C899-38AA-C364016DB51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37A568-C58C-CD43-CE64-72C6822BA20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0044B3-58DA-E5AF-C1B9-FD7ACE844553}"/>
              </a:ext>
            </a:extLst>
          </p:cNvPr>
          <p:cNvGrpSpPr/>
          <p:nvPr/>
        </p:nvGrpSpPr>
        <p:grpSpPr>
          <a:xfrm>
            <a:off x="2851360" y="4093844"/>
            <a:ext cx="209550" cy="157163"/>
            <a:chOff x="6669881" y="4393406"/>
            <a:chExt cx="209550" cy="157163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416A671-530E-EF8A-1D90-AC263D172BE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6CA65C8-2534-84BC-A190-09DEC82AC2D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3D7AED8-8D1F-FAF8-3CDE-7F896F5EB77C}"/>
              </a:ext>
            </a:extLst>
          </p:cNvPr>
          <p:cNvGrpSpPr/>
          <p:nvPr/>
        </p:nvGrpSpPr>
        <p:grpSpPr>
          <a:xfrm>
            <a:off x="2345112" y="4113567"/>
            <a:ext cx="209550" cy="157163"/>
            <a:chOff x="6669881" y="4393406"/>
            <a:chExt cx="209550" cy="15716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261C2B-05C7-790D-CFCB-F96B1B03465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B1F324D-4448-69A1-B541-78A050ACBD3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81D7EA-BC9E-F738-4BA6-ECCCD0FE1FBA}"/>
              </a:ext>
            </a:extLst>
          </p:cNvPr>
          <p:cNvGrpSpPr/>
          <p:nvPr/>
        </p:nvGrpSpPr>
        <p:grpSpPr>
          <a:xfrm>
            <a:off x="2333205" y="4520758"/>
            <a:ext cx="209550" cy="157163"/>
            <a:chOff x="6669881" y="4393406"/>
            <a:chExt cx="209550" cy="15716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56FA857-2E3A-6003-E684-57B4DBB50E0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A66613C-21DE-A884-9675-9C3E0571112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10C2771-EBA4-D928-60DA-D58EBBE34D4F}"/>
              </a:ext>
            </a:extLst>
          </p:cNvPr>
          <p:cNvGrpSpPr/>
          <p:nvPr/>
        </p:nvGrpSpPr>
        <p:grpSpPr>
          <a:xfrm>
            <a:off x="2848977" y="4506471"/>
            <a:ext cx="209550" cy="157163"/>
            <a:chOff x="6669881" y="4393406"/>
            <a:chExt cx="209550" cy="157163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B58EEAC-CF25-C24E-074D-2D61F83C667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2386D2F-EF23-2E06-478A-9D77E820B43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990B727-D7D6-2DB4-63C1-871636A014F6}"/>
              </a:ext>
            </a:extLst>
          </p:cNvPr>
          <p:cNvGrpSpPr/>
          <p:nvPr/>
        </p:nvGrpSpPr>
        <p:grpSpPr>
          <a:xfrm>
            <a:off x="3359757" y="4500001"/>
            <a:ext cx="209550" cy="157163"/>
            <a:chOff x="6669881" y="4393406"/>
            <a:chExt cx="209550" cy="157163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1070728-F7C5-1F96-C9DE-C3CD1096892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FC1878-C15C-87D0-760A-E65F2190382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EF940E3-F317-0C45-EA8C-E214355F2ABE}"/>
              </a:ext>
            </a:extLst>
          </p:cNvPr>
          <p:cNvGrpSpPr/>
          <p:nvPr/>
        </p:nvGrpSpPr>
        <p:grpSpPr>
          <a:xfrm>
            <a:off x="3828863" y="4505748"/>
            <a:ext cx="209550" cy="157163"/>
            <a:chOff x="6669881" y="4393406"/>
            <a:chExt cx="209550" cy="157163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7C8ECD6-08F4-D2FD-279C-751FF143CD9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2C5A368-5553-425D-FAB9-124B63C21CD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190253D-8883-D003-A0F5-01BC0866B5E4}"/>
              </a:ext>
            </a:extLst>
          </p:cNvPr>
          <p:cNvGrpSpPr/>
          <p:nvPr/>
        </p:nvGrpSpPr>
        <p:grpSpPr>
          <a:xfrm>
            <a:off x="4271771" y="4495238"/>
            <a:ext cx="209550" cy="157163"/>
            <a:chOff x="6669881" y="4393406"/>
            <a:chExt cx="209550" cy="157163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F93CBFD-2233-22D3-B6F2-E4539821BB6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AEC7B42-B370-9788-FF06-4C6F6997CBB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5C30C3B-4ED3-2A6A-8C6B-BABB356AAFA0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2399207" y="4799291"/>
            <a:ext cx="5111" cy="105615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A1EDEB9A-06BF-364F-5F16-73D2A55190A8}"/>
              </a:ext>
            </a:extLst>
          </p:cNvPr>
          <p:cNvSpPr txBox="1"/>
          <p:nvPr/>
        </p:nvSpPr>
        <p:spPr>
          <a:xfrm>
            <a:off x="2059210" y="5855449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GND</a:t>
            </a:r>
            <a:endParaRPr lang="LID4096" b="1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C3473B5-C156-1E8D-638B-97739C0E5687}"/>
              </a:ext>
            </a:extLst>
          </p:cNvPr>
          <p:cNvCxnSpPr>
            <a:cxnSpLocks/>
          </p:cNvCxnSpPr>
          <p:nvPr/>
        </p:nvCxnSpPr>
        <p:spPr>
          <a:xfrm>
            <a:off x="4334743" y="2222017"/>
            <a:ext cx="27524" cy="1673166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EC93A78-4DCB-8B19-B7F3-F3450CC405DD}"/>
              </a:ext>
            </a:extLst>
          </p:cNvPr>
          <p:cNvSpPr txBox="1"/>
          <p:nvPr/>
        </p:nvSpPr>
        <p:spPr>
          <a:xfrm>
            <a:off x="4007460" y="180741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3.3V</a:t>
            </a:r>
            <a:endParaRPr lang="LID4096" b="1" dirty="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A278C3B-EE4A-376E-C2DA-0E305C001320}"/>
              </a:ext>
            </a:extLst>
          </p:cNvPr>
          <p:cNvCxnSpPr>
            <a:cxnSpLocks/>
          </p:cNvCxnSpPr>
          <p:nvPr/>
        </p:nvCxnSpPr>
        <p:spPr>
          <a:xfrm>
            <a:off x="2399207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F974211-45F4-5E26-A538-77BB5B9BA199}"/>
              </a:ext>
            </a:extLst>
          </p:cNvPr>
          <p:cNvSpPr txBox="1"/>
          <p:nvPr/>
        </p:nvSpPr>
        <p:spPr>
          <a:xfrm>
            <a:off x="2106211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bit0</a:t>
            </a:r>
            <a:endParaRPr lang="LID4096" b="1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045091D-C324-E614-B1F3-4E9C3A890772}"/>
              </a:ext>
            </a:extLst>
          </p:cNvPr>
          <p:cNvCxnSpPr>
            <a:cxnSpLocks/>
          </p:cNvCxnSpPr>
          <p:nvPr/>
        </p:nvCxnSpPr>
        <p:spPr>
          <a:xfrm>
            <a:off x="2934442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2A9533B-39A3-D488-54B1-27590AD2344B}"/>
              </a:ext>
            </a:extLst>
          </p:cNvPr>
          <p:cNvSpPr txBox="1"/>
          <p:nvPr/>
        </p:nvSpPr>
        <p:spPr>
          <a:xfrm>
            <a:off x="2641446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bit2</a:t>
            </a:r>
            <a:endParaRPr lang="LID4096" b="1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9EBB79D-80D2-39AB-50EB-2209FDA8C7A1}"/>
              </a:ext>
            </a:extLst>
          </p:cNvPr>
          <p:cNvCxnSpPr>
            <a:cxnSpLocks/>
          </p:cNvCxnSpPr>
          <p:nvPr/>
        </p:nvCxnSpPr>
        <p:spPr>
          <a:xfrm>
            <a:off x="3453714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971B4834-6BF6-D3A6-E125-AEF52187C6D5}"/>
              </a:ext>
            </a:extLst>
          </p:cNvPr>
          <p:cNvSpPr txBox="1"/>
          <p:nvPr/>
        </p:nvSpPr>
        <p:spPr>
          <a:xfrm>
            <a:off x="3160718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bit4</a:t>
            </a:r>
            <a:endParaRPr lang="LID4096" b="1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47FA994-8578-A5D2-E24F-3FB090F7454F}"/>
              </a:ext>
            </a:extLst>
          </p:cNvPr>
          <p:cNvCxnSpPr>
            <a:cxnSpLocks/>
          </p:cNvCxnSpPr>
          <p:nvPr/>
        </p:nvCxnSpPr>
        <p:spPr>
          <a:xfrm>
            <a:off x="3907991" y="2335991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3E09081-AC34-BD4A-D39B-B3BD6CE42F43}"/>
              </a:ext>
            </a:extLst>
          </p:cNvPr>
          <p:cNvSpPr txBox="1"/>
          <p:nvPr/>
        </p:nvSpPr>
        <p:spPr>
          <a:xfrm>
            <a:off x="3614995" y="203017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bit6</a:t>
            </a:r>
            <a:endParaRPr lang="LID4096" b="1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2D3CA94-3F00-868F-47F0-89317AAEEEE2}"/>
              </a:ext>
            </a:extLst>
          </p:cNvPr>
          <p:cNvCxnSpPr>
            <a:cxnSpLocks/>
          </p:cNvCxnSpPr>
          <p:nvPr/>
        </p:nvCxnSpPr>
        <p:spPr>
          <a:xfrm>
            <a:off x="2920379" y="4745914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840B875-AF99-B34B-FBB3-EC0FB57A9827}"/>
              </a:ext>
            </a:extLst>
          </p:cNvPr>
          <p:cNvSpPr txBox="1"/>
          <p:nvPr/>
        </p:nvSpPr>
        <p:spPr>
          <a:xfrm>
            <a:off x="2634631" y="551652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bit1</a:t>
            </a:r>
            <a:endParaRPr lang="LID4096" b="1" dirty="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0779239-4179-FE09-451F-6E0652F5A2CE}"/>
              </a:ext>
            </a:extLst>
          </p:cNvPr>
          <p:cNvCxnSpPr>
            <a:cxnSpLocks/>
          </p:cNvCxnSpPr>
          <p:nvPr/>
        </p:nvCxnSpPr>
        <p:spPr>
          <a:xfrm>
            <a:off x="3436440" y="4743886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D850A4F-1625-123C-FC1C-65068FCFEF74}"/>
              </a:ext>
            </a:extLst>
          </p:cNvPr>
          <p:cNvSpPr txBox="1"/>
          <p:nvPr/>
        </p:nvSpPr>
        <p:spPr>
          <a:xfrm>
            <a:off x="3150692" y="551449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bit3</a:t>
            </a:r>
            <a:endParaRPr lang="LID4096" b="1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251E317-0820-0DD9-A73B-64FA723AB8A8}"/>
              </a:ext>
            </a:extLst>
          </p:cNvPr>
          <p:cNvCxnSpPr>
            <a:cxnSpLocks/>
          </p:cNvCxnSpPr>
          <p:nvPr/>
        </p:nvCxnSpPr>
        <p:spPr>
          <a:xfrm>
            <a:off x="3918887" y="4744900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69192A1-790F-8413-A58A-693151621356}"/>
              </a:ext>
            </a:extLst>
          </p:cNvPr>
          <p:cNvSpPr txBox="1"/>
          <p:nvPr/>
        </p:nvSpPr>
        <p:spPr>
          <a:xfrm>
            <a:off x="3633139" y="551550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bit5</a:t>
            </a:r>
            <a:endParaRPr lang="LID4096" b="1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09CBCBE-BA8E-FE64-2D4B-DFFAB01B1D54}"/>
              </a:ext>
            </a:extLst>
          </p:cNvPr>
          <p:cNvCxnSpPr>
            <a:cxnSpLocks/>
          </p:cNvCxnSpPr>
          <p:nvPr/>
        </p:nvCxnSpPr>
        <p:spPr>
          <a:xfrm>
            <a:off x="4372042" y="4743886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12CDF52-E518-3265-5FA8-04D6E42F5084}"/>
              </a:ext>
            </a:extLst>
          </p:cNvPr>
          <p:cNvSpPr txBox="1"/>
          <p:nvPr/>
        </p:nvSpPr>
        <p:spPr>
          <a:xfrm>
            <a:off x="4086294" y="551449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bit7</a:t>
            </a:r>
            <a:endParaRPr lang="LID4096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0AF50C-6217-DB58-BB05-B497F7B4E244}"/>
              </a:ext>
            </a:extLst>
          </p:cNvPr>
          <p:cNvGrpSpPr/>
          <p:nvPr/>
        </p:nvGrpSpPr>
        <p:grpSpPr>
          <a:xfrm>
            <a:off x="8146258" y="2295653"/>
            <a:ext cx="2669370" cy="1907729"/>
            <a:chOff x="9519713" y="2988597"/>
            <a:chExt cx="1319935" cy="9433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B67708D-5CE6-86FE-B604-40A10BAEC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8C7FA37-73D6-8F1E-F0A9-9E903F5DD0E0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43F6B4-2DA2-0F57-36F0-16E48DF18E8F}"/>
              </a:ext>
            </a:extLst>
          </p:cNvPr>
          <p:cNvSpPr/>
          <p:nvPr/>
        </p:nvSpPr>
        <p:spPr>
          <a:xfrm>
            <a:off x="8124345" y="3953629"/>
            <a:ext cx="394705" cy="401283"/>
          </a:xfrm>
          <a:custGeom>
            <a:avLst/>
            <a:gdLst>
              <a:gd name="connsiteX0" fmla="*/ 394705 w 394705"/>
              <a:gd name="connsiteY0" fmla="*/ 0 h 401283"/>
              <a:gd name="connsiteX1" fmla="*/ 171039 w 394705"/>
              <a:gd name="connsiteY1" fmla="*/ 157882 h 401283"/>
              <a:gd name="connsiteX2" fmla="*/ 0 w 394705"/>
              <a:gd name="connsiteY2" fmla="*/ 401283 h 40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4705" h="401283">
                <a:moveTo>
                  <a:pt x="394705" y="0"/>
                </a:moveTo>
                <a:cubicBezTo>
                  <a:pt x="315764" y="45501"/>
                  <a:pt x="236823" y="91002"/>
                  <a:pt x="171039" y="157882"/>
                </a:cubicBezTo>
                <a:cubicBezTo>
                  <a:pt x="105255" y="224763"/>
                  <a:pt x="52627" y="313023"/>
                  <a:pt x="0" y="401283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5B09EE-93D8-8029-4540-11C28D093747}"/>
              </a:ext>
            </a:extLst>
          </p:cNvPr>
          <p:cNvSpPr/>
          <p:nvPr/>
        </p:nvSpPr>
        <p:spPr>
          <a:xfrm>
            <a:off x="2526112" y="4644363"/>
            <a:ext cx="5216685" cy="1237240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6685" h="1237240">
                <a:moveTo>
                  <a:pt x="5216685" y="118411"/>
                </a:moveTo>
                <a:cubicBezTo>
                  <a:pt x="4973831" y="687444"/>
                  <a:pt x="4730978" y="1256477"/>
                  <a:pt x="3861531" y="1236742"/>
                </a:cubicBezTo>
                <a:cubicBezTo>
                  <a:pt x="2992084" y="1217007"/>
                  <a:pt x="1496042" y="608503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9B9503-DB71-6246-2A42-6F526C7C83DD}"/>
              </a:ext>
            </a:extLst>
          </p:cNvPr>
          <p:cNvSpPr/>
          <p:nvPr/>
        </p:nvSpPr>
        <p:spPr>
          <a:xfrm>
            <a:off x="4434211" y="3874688"/>
            <a:ext cx="3900644" cy="971359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1491" h="971359">
                <a:moveTo>
                  <a:pt x="4361491" y="0"/>
                </a:moveTo>
                <a:cubicBezTo>
                  <a:pt x="3751342" y="459392"/>
                  <a:pt x="3141194" y="918785"/>
                  <a:pt x="2414279" y="967027"/>
                </a:cubicBezTo>
                <a:cubicBezTo>
                  <a:pt x="1687364" y="1015269"/>
                  <a:pt x="843682" y="652359"/>
                  <a:pt x="0" y="28945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CCA88B-1189-E6FA-67B2-C01B8F8BACAE}"/>
              </a:ext>
            </a:extLst>
          </p:cNvPr>
          <p:cNvGrpSpPr/>
          <p:nvPr/>
        </p:nvGrpSpPr>
        <p:grpSpPr>
          <a:xfrm rot="18737801">
            <a:off x="7671049" y="4464771"/>
            <a:ext cx="550143" cy="184758"/>
            <a:chOff x="7629989" y="5236460"/>
            <a:chExt cx="1027147" cy="34495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A194F9C-88D6-4319-3EA9-5ACE4DFFB43B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4DD08F2-0160-25D1-D65C-40F74012AD28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69DD94C-B2D8-B8B9-61ED-42363ACB9357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9A326E8-AE32-C3CC-BA73-0C7210F15F76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93335A8-181E-3BD2-5531-546AB5CC26C8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32B0AAA-7F9F-F4D3-3864-E5B28A431B9F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78C407-115F-892F-1BBE-400846FDF841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661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BEF93-4CAA-0AB7-78A8-B9287FCF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3D55BC-AA77-6B48-F4CB-7ECFB275F1F1}"/>
              </a:ext>
            </a:extLst>
          </p:cNvPr>
          <p:cNvGrpSpPr/>
          <p:nvPr/>
        </p:nvGrpSpPr>
        <p:grpSpPr>
          <a:xfrm>
            <a:off x="1099221" y="2243241"/>
            <a:ext cx="2583575" cy="2493188"/>
            <a:chOff x="1099221" y="2243241"/>
            <a:chExt cx="2583575" cy="24931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B50886-5F6D-0A55-9A75-A3AA5C003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1099221" y="2243241"/>
              <a:ext cx="2583575" cy="2493188"/>
            </a:xfrm>
            <a:prstGeom prst="rect">
              <a:avLst/>
            </a:prstGeom>
            <a:ln w="50800">
              <a:solidFill>
                <a:schemeClr val="tx1"/>
              </a:solidFill>
            </a:ln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554C09C-B921-DFF1-1038-E272F33354F6}"/>
                </a:ext>
              </a:extLst>
            </p:cNvPr>
            <p:cNvSpPr txBox="1"/>
            <p:nvPr/>
          </p:nvSpPr>
          <p:spPr>
            <a:xfrm>
              <a:off x="1545929" y="2644523"/>
              <a:ext cx="947292" cy="7386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err="1"/>
                <a:t>Qingke</a:t>
              </a:r>
              <a:r>
                <a:rPr lang="en-US" sz="1000" dirty="0"/>
                <a:t> V4</a:t>
              </a:r>
            </a:p>
            <a:p>
              <a:pPr algn="ctr"/>
              <a:r>
                <a:rPr lang="en-US" sz="1000" dirty="0"/>
                <a:t>RISCV</a:t>
              </a:r>
              <a:r>
                <a:rPr lang="en-US" sz="1600" dirty="0"/>
                <a:t> CPU</a:t>
              </a:r>
              <a:endParaRPr lang="LID4096" sz="16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FFADC1-F978-F20E-1CA3-B901D7FAFFC7}"/>
                </a:ext>
              </a:extLst>
            </p:cNvPr>
            <p:cNvSpPr txBox="1"/>
            <p:nvPr/>
          </p:nvSpPr>
          <p:spPr>
            <a:xfrm rot="16200000">
              <a:off x="2553523" y="3289780"/>
              <a:ext cx="947292" cy="40011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Memory</a:t>
              </a:r>
              <a:br>
                <a:rPr lang="en-US" sz="1000" dirty="0"/>
              </a:br>
              <a:r>
                <a:rPr lang="en-US" sz="1000" dirty="0"/>
                <a:t>Subsystem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BBAA12-17B8-03AE-D6FA-F35A36ED053C}"/>
                </a:ext>
              </a:extLst>
            </p:cNvPr>
            <p:cNvSpPr txBox="1"/>
            <p:nvPr/>
          </p:nvSpPr>
          <p:spPr>
            <a:xfrm>
              <a:off x="1820089" y="3869605"/>
              <a:ext cx="673132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GPIO</a:t>
              </a:r>
              <a:br>
                <a:rPr lang="en-US" sz="1000" dirty="0"/>
              </a:br>
              <a:r>
                <a:rPr lang="en-US" sz="1000" dirty="0"/>
                <a:t>Module</a:t>
              </a:r>
              <a:endParaRPr lang="LID4096" sz="1600" dirty="0"/>
            </a:p>
          </p:txBody>
        </p:sp>
        <p:sp>
          <p:nvSpPr>
            <p:cNvPr id="11" name="Arrow: Up-Down 10">
              <a:extLst>
                <a:ext uri="{FF2B5EF4-FFF2-40B4-BE49-F238E27FC236}">
                  <a16:creationId xmlns:a16="http://schemas.microsoft.com/office/drawing/2014/main" id="{8BEC0DDB-83B1-319A-739C-AB857491BC06}"/>
                </a:ext>
              </a:extLst>
            </p:cNvPr>
            <p:cNvSpPr/>
            <p:nvPr/>
          </p:nvSpPr>
          <p:spPr>
            <a:xfrm rot="18008206">
              <a:off x="2548333" y="2960390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Arrow: Up-Down 11">
              <a:extLst>
                <a:ext uri="{FF2B5EF4-FFF2-40B4-BE49-F238E27FC236}">
                  <a16:creationId xmlns:a16="http://schemas.microsoft.com/office/drawing/2014/main" id="{2F4DEB9A-5EDD-4CF8-563F-76DACFE7B238}"/>
                </a:ext>
              </a:extLst>
            </p:cNvPr>
            <p:cNvSpPr/>
            <p:nvPr/>
          </p:nvSpPr>
          <p:spPr>
            <a:xfrm rot="3255855">
              <a:off x="2545972" y="3635006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D305CB6-46CD-F44B-978D-47EFEA3B7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276" y="2191288"/>
            <a:ext cx="8257899" cy="26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3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ABEE-8EDA-861E-D791-E8BAB2CF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69477C-F1E8-E0AB-AEAB-AADE8041B0A5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9C9A95-9CC4-C2CC-B0B3-42847208D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23ECD5-698A-1460-0879-6CDA492EA50A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DE61DA1-5C43-1CC1-BD0B-202DBE8F203B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90D6E7-2BE1-E834-9795-D71AF1A25E53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C18BA2-B5DA-51C6-EB8B-7188FCF52D1D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7091B58-C0FC-C05D-1767-7F51B8B24E6D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BD33560-51A7-54B6-4E23-7EBBF2E4309E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E10EA21-D000-5279-340F-50354CFFE2FE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B6B2662-DD45-8E66-3B79-9B7D9CD1FF3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EC9C41A-A65B-E2DD-15DB-EB86C671E5E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716A588-CEF7-0E1C-CF84-906E9EA29B08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DE90579-9F04-0239-797C-FCD18B7AC45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0FB574F-D913-46E3-3002-7948B741AF0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ED5FBB9-C8A5-269E-DC63-35B407BBD5D2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62E2CB0-7482-9EDD-E472-3CE73216867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0C34A1B8-756F-2F55-8B52-B79E95CCCCE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4E34042-CA69-2BDA-2036-C45C25ADC0B1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A119473-A0DF-7BD5-8D28-4E5838D5AF0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615E921-4460-C7C5-7A50-1AF8D5BE5E9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53BC980-91FA-1F3D-EDC4-AD75EF0CC292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6B637E9-95CD-DE74-D870-D7738EB3AE9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A60986C-0DC8-2219-6FA5-8BCBA4B8C8B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29C7C40-3E18-229D-A3C2-E6D7E8BDA2E6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2BCCB0C-AE6E-8223-09F4-A795069AC3D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A48AFEE-91DE-FE73-EAE8-5A292CDEA55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312F2AE-4CE8-68A2-A4A2-E2ED8CE1717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1536D647-5577-515A-5EDB-4AC99F9E0DC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6E702E8-02D4-8C0B-1CF8-44BD45F41E9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B029060-5B44-3D3C-AF3C-B0419C921B73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BBFC24E-A7F3-E4D9-E032-7F1667624AE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2E22F00-02C8-E017-4C1A-53BF6431336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C333C2C-11A4-33D0-8BB3-910254B000A2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252D8F6-47AC-D589-7BC6-9FDB0C05E12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E803502-473E-ED8A-77AA-EFFE3F3CDE6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A715CFF-1FB2-C41F-FC1A-77E0E507006B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1894853-9010-CAEA-5479-05501078494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C9E4C31E-45F5-5FA4-C833-1693DA18A06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5D6E8CA-C163-10FE-BD4A-5994606F0A4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D8F8B4D-3094-CDE1-E365-69111E635182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805BA20-8682-6DF4-DC72-F9E859007832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DF447C6-8629-F7C1-75D1-DE7426A3934D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2118696-1F73-D504-DB88-19031216F5C3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24649E-BF7A-8618-0E05-ACEF82F4E02F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5968453-5B2F-07C4-FDD6-B292888FA901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21F1C1B-8B89-FA23-A2D3-C44CF6CB41FD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466DC16-6C71-98FD-81C7-B9F03D0C285B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C4F369E-D20F-C220-E020-177E515938D6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B30AEFE-9342-9EA1-C587-B943FFEF0432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C7BC7AB-EEED-1BD1-FD4D-52F800DF724A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CE15408-429F-28E6-3684-9D3C9E7D930E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DAAC801-EF4B-A844-9AAE-60B68E56040B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C6A1C05-195C-9732-7FCD-987322843B45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303A029-6B7C-40B1-97C9-C5BB5CC56B89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34D89E3-21A1-F9F0-4F46-2C9EFCE27BC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AF2567D-F496-90CA-460C-4FEEB5AD4F36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3BACA2C3-6365-D9C1-3936-DE7E42051A03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856248E-F945-6C78-C314-9FA80A717FC9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CA38CC5-AF3F-EAAC-C891-35416073C428}"/>
              </a:ext>
            </a:extLst>
          </p:cNvPr>
          <p:cNvSpPr/>
          <p:nvPr/>
        </p:nvSpPr>
        <p:spPr>
          <a:xfrm flipH="1">
            <a:off x="8228595" y="5020754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BE58662D-5B51-3503-7BE9-A91863A4F0D5}"/>
              </a:ext>
            </a:extLst>
          </p:cNvPr>
          <p:cNvSpPr/>
          <p:nvPr/>
        </p:nvSpPr>
        <p:spPr>
          <a:xfrm>
            <a:off x="7282167" y="5023187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1158978-2864-D7E0-57D6-D5D428AB550B}"/>
              </a:ext>
            </a:extLst>
          </p:cNvPr>
          <p:cNvSpPr/>
          <p:nvPr/>
        </p:nvSpPr>
        <p:spPr>
          <a:xfrm>
            <a:off x="8038392" y="4540257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70D9011-5215-75B0-BC2A-27E2F0B51BE1}"/>
              </a:ext>
            </a:extLst>
          </p:cNvPr>
          <p:cNvSpPr/>
          <p:nvPr/>
        </p:nvSpPr>
        <p:spPr>
          <a:xfrm>
            <a:off x="7710872" y="3655879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E6089ED-3493-E3D4-9F5D-FAA246D84FEA}"/>
              </a:ext>
            </a:extLst>
          </p:cNvPr>
          <p:cNvGrpSpPr/>
          <p:nvPr/>
        </p:nvGrpSpPr>
        <p:grpSpPr>
          <a:xfrm>
            <a:off x="7762047" y="4546963"/>
            <a:ext cx="631874" cy="503488"/>
            <a:chOff x="5198211" y="3413816"/>
            <a:chExt cx="307830" cy="260468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133B97A-9B1B-7CB1-5E29-4509C583DC60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62729E6-3773-36AD-4207-960956E5ED6E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C002EE8-FDCF-7B2B-097E-19E3A0B5948C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864C4C0-89BC-A5C1-AD46-C9D793F12008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2544CA-6EE8-F0F1-5B15-A3CC783CA60D}"/>
              </a:ext>
            </a:extLst>
          </p:cNvPr>
          <p:cNvCxnSpPr>
            <a:cxnSpLocks/>
          </p:cNvCxnSpPr>
          <p:nvPr/>
        </p:nvCxnSpPr>
        <p:spPr>
          <a:xfrm flipH="1">
            <a:off x="7859925" y="5524548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0E940FE-799D-F364-DA48-86C8829CE8AB}"/>
              </a:ext>
            </a:extLst>
          </p:cNvPr>
          <p:cNvCxnSpPr>
            <a:cxnSpLocks/>
          </p:cNvCxnSpPr>
          <p:nvPr/>
        </p:nvCxnSpPr>
        <p:spPr>
          <a:xfrm flipH="1">
            <a:off x="7903973" y="5529435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F7228713-D360-5EE6-5DB3-21FBE2A7967A}"/>
              </a:ext>
            </a:extLst>
          </p:cNvPr>
          <p:cNvSpPr/>
          <p:nvPr/>
        </p:nvSpPr>
        <p:spPr>
          <a:xfrm>
            <a:off x="7807971" y="3741890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EC356D6-CBF5-314D-39CC-1AAA42B662DF}"/>
              </a:ext>
            </a:extLst>
          </p:cNvPr>
          <p:cNvSpPr/>
          <p:nvPr/>
        </p:nvSpPr>
        <p:spPr>
          <a:xfrm>
            <a:off x="2450290" y="4058669"/>
            <a:ext cx="5480816" cy="197841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0816" h="1978415">
                <a:moveTo>
                  <a:pt x="2804" y="0"/>
                </a:moveTo>
                <a:cubicBezTo>
                  <a:pt x="-51375" y="1110142"/>
                  <a:pt x="687207" y="1863753"/>
                  <a:pt x="1550574" y="1954634"/>
                </a:cubicBezTo>
                <a:cubicBezTo>
                  <a:pt x="2413941" y="2045515"/>
                  <a:pt x="3947378" y="1859559"/>
                  <a:pt x="5480816" y="1673603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E6B5C310-AD41-956D-F2B3-7A3B8E33AC15}"/>
              </a:ext>
            </a:extLst>
          </p:cNvPr>
          <p:cNvSpPr/>
          <p:nvPr/>
        </p:nvSpPr>
        <p:spPr>
          <a:xfrm>
            <a:off x="2810163" y="4074714"/>
            <a:ext cx="5246777" cy="157588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318" h="1556019">
                <a:moveTo>
                  <a:pt x="0" y="178006"/>
                </a:moveTo>
                <a:cubicBezTo>
                  <a:pt x="314587" y="75940"/>
                  <a:pt x="629174" y="-26126"/>
                  <a:pt x="973123" y="6032"/>
                </a:cubicBezTo>
                <a:cubicBezTo>
                  <a:pt x="1317072" y="38190"/>
                  <a:pt x="1481356" y="117885"/>
                  <a:pt x="2063692" y="370953"/>
                </a:cubicBezTo>
                <a:cubicBezTo>
                  <a:pt x="2646028" y="624021"/>
                  <a:pt x="3886200" y="1400002"/>
                  <a:pt x="4467138" y="1524439"/>
                </a:cubicBezTo>
                <a:cubicBezTo>
                  <a:pt x="5048076" y="1648876"/>
                  <a:pt x="5298697" y="1383224"/>
                  <a:pt x="5549318" y="111757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B7CDC1D-B340-FC3F-09FB-32E100FD71A4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AE900D9-AD01-7ED0-C51D-326A1D9C3558}"/>
              </a:ext>
            </a:extLst>
          </p:cNvPr>
          <p:cNvSpPr/>
          <p:nvPr/>
        </p:nvSpPr>
        <p:spPr>
          <a:xfrm>
            <a:off x="2421096" y="3945437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1282AD60-5798-85AF-A8EA-043FA53533ED}"/>
              </a:ext>
            </a:extLst>
          </p:cNvPr>
          <p:cNvSpPr/>
          <p:nvPr/>
        </p:nvSpPr>
        <p:spPr>
          <a:xfrm>
            <a:off x="7996787" y="5106025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C11B8D0-2C21-66A9-07B9-14E307A2F3DD}"/>
              </a:ext>
            </a:extLst>
          </p:cNvPr>
          <p:cNvCxnSpPr>
            <a:cxnSpLocks/>
          </p:cNvCxnSpPr>
          <p:nvPr/>
        </p:nvCxnSpPr>
        <p:spPr>
          <a:xfrm>
            <a:off x="8045665" y="5153066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3F7C7252-7C3A-F371-570E-2137166C5ABF}"/>
              </a:ext>
            </a:extLst>
          </p:cNvPr>
          <p:cNvSpPr/>
          <p:nvPr/>
        </p:nvSpPr>
        <p:spPr>
          <a:xfrm>
            <a:off x="7710872" y="5590628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59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1CCE-DD0E-9C7C-4829-5D29BF86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80479B-160C-79F1-BCC4-9561AAE20A44}"/>
              </a:ext>
            </a:extLst>
          </p:cNvPr>
          <p:cNvSpPr/>
          <p:nvPr/>
        </p:nvSpPr>
        <p:spPr>
          <a:xfrm>
            <a:off x="5045978" y="4391637"/>
            <a:ext cx="666925" cy="755009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925" h="755009">
                <a:moveTo>
                  <a:pt x="666925" y="0"/>
                </a:moveTo>
                <a:cubicBezTo>
                  <a:pt x="569403" y="159390"/>
                  <a:pt x="471881" y="318781"/>
                  <a:pt x="360727" y="444616"/>
                </a:cubicBezTo>
                <a:cubicBezTo>
                  <a:pt x="249573" y="570451"/>
                  <a:pt x="124786" y="662730"/>
                  <a:pt x="0" y="755009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DC8423-5AB0-5E54-071D-6AC5EDFD8024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628E2A9-848F-013F-3BDC-14036309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DDF0021-02A9-BCDE-C5DC-A9DFCC4A5EB9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1C47A2-E2A5-9601-7D40-304D41E37E9B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B95F812-79EB-11B6-6526-71C605D1E924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B30D59-4FB4-D376-63D9-E55A6C9AD382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E92778E-5D28-7895-C85D-33435768EAE0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BBCD45A-7ADC-21BD-871A-2B4CDD2A9424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AB1DDA4-184C-9A64-32D6-D941FAEE8F46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1CAC09-B48B-9179-7720-772355DA85D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DCF4F48-B525-DEFF-6F2A-D8BBD908667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74C57D0-6188-F057-F639-1CA0627825F8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A80FF9E-AEBF-C1A3-0159-FF885C1A2FA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A027669-BFA8-6EA8-9885-A4415A5B8AE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D0665A1-9C80-8965-3BC6-44B49C555EF3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AA667B4-4F29-8E10-7543-992A265DA6B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E905C20-E301-EDEA-801E-7785F65893E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A1C411D-B789-3CEE-669F-686B5BDE539E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00CE46E-AA24-612B-B116-C339EBC66C0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151878E-BA47-0BB6-79A6-359A0EA6E63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0642C16-D1AC-E47D-FEA4-15C09CE70DBB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674991B-4525-E21E-7727-7BDC38CB1D4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ECE4102-0605-2668-9A46-B1DC9F8DCED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AC1B22C-854A-88D9-BE60-A5A9CAA5F3B9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DD02850-4ECD-EEE0-8603-C2DECE14EC1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9861AC6F-9201-163B-D2AC-4B6CEB6455F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A09E1FD-33C0-282E-C77F-4629D816DCEB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D7519633-23F6-FED3-7FCD-9BFF5BCF298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0AC1787-8737-2836-9D9B-B727EF9CA4C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611712C-2E61-4EF0-8D70-6DE17B4DBA32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66F0819-6B4A-7F31-79A6-FF385FC69E8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70F0627-3997-15FF-78F2-B7486F48E88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47B673A-5282-8EC2-1CA7-11C08DF5E7C0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AFDD033-E700-2ACC-856A-62A88733163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0C531B26-E499-81E5-7E34-93F03F1B8EA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DA0EFF2-8815-048B-B122-71101178F822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5622750-512F-1243-F589-35907435F90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BA240FB-D9D9-474A-9042-F652F22C349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0FA9DA8-7DE0-B0B1-3E79-E585B4472DD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0F2019E-7230-7936-3392-14B555EF3CFB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11771AA-F18B-7E31-E5C6-DDF8D256A589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23C8E01-120F-E65D-03FD-104F66105D2E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D7E7962-ECB1-E8ED-DE21-CF1F48852AE8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281EBC9-EA9D-829C-A3A9-1D8A9379BDF8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0ADCF08-CCBF-1381-9716-BEEBFC0BCF58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EB32945-5B6C-AD0C-B3B3-1CCFFF25C096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529AE48-97C8-8752-6A47-DA1DBEEF63C0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39CE354-4E0F-CC85-E517-712005098543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B80E125-ECA7-F202-4AE2-A189A57A9162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42D3712-B9AE-4DD1-FC74-FCA071B47EAD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220B0F5-1B10-61F7-FF9F-D6C760E50A44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1B2C162-A04A-2EB4-6CA4-22610441169D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91AB404-DDAC-5B6E-A076-6AC32DF41964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2D78C90-3C59-C4B8-D8DD-7A87D2759D6D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FB47D95-C870-3CA9-F1EA-A21C8FF41644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98BDF5D-0FCA-369D-3F97-A372BBFE82E6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6115DA5-9B69-D11A-F6E4-C9E5A898DD56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A23CE80-C058-B803-9532-8EC2E39C3870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5166E1F1-238B-910C-D167-1C188F2A3E52}"/>
              </a:ext>
            </a:extLst>
          </p:cNvPr>
          <p:cNvSpPr/>
          <p:nvPr/>
        </p:nvSpPr>
        <p:spPr>
          <a:xfrm flipH="1">
            <a:off x="8228595" y="5020754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CC9259B7-EEDE-F526-839E-1A5A89FF92A6}"/>
              </a:ext>
            </a:extLst>
          </p:cNvPr>
          <p:cNvSpPr/>
          <p:nvPr/>
        </p:nvSpPr>
        <p:spPr>
          <a:xfrm>
            <a:off x="7282167" y="5023187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093F4E5-A517-2CB6-8C8D-4FBCA8438F18}"/>
              </a:ext>
            </a:extLst>
          </p:cNvPr>
          <p:cNvSpPr/>
          <p:nvPr/>
        </p:nvSpPr>
        <p:spPr>
          <a:xfrm>
            <a:off x="8038392" y="4540257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7374096-A6C3-AF01-8250-A20DF4C07600}"/>
              </a:ext>
            </a:extLst>
          </p:cNvPr>
          <p:cNvSpPr/>
          <p:nvPr/>
        </p:nvSpPr>
        <p:spPr>
          <a:xfrm>
            <a:off x="7710872" y="3655879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A487D9C-DEC1-2F90-7E7B-72202EB8B43A}"/>
              </a:ext>
            </a:extLst>
          </p:cNvPr>
          <p:cNvGrpSpPr/>
          <p:nvPr/>
        </p:nvGrpSpPr>
        <p:grpSpPr>
          <a:xfrm>
            <a:off x="7762047" y="4546963"/>
            <a:ext cx="631874" cy="503488"/>
            <a:chOff x="5198211" y="3413816"/>
            <a:chExt cx="307830" cy="260468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4CFE7CC-32EF-D8A0-705F-8A82C05B9B5A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D357E35-02A8-7ED7-D219-01D99945F4D1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7775CE6-DFE6-29FA-25B3-1739C9E02929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65E3F-6AEC-6082-4B25-D01D266D0A8D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3FD735A-9FF4-9356-642B-AB375F24A92C}"/>
              </a:ext>
            </a:extLst>
          </p:cNvPr>
          <p:cNvCxnSpPr>
            <a:cxnSpLocks/>
          </p:cNvCxnSpPr>
          <p:nvPr/>
        </p:nvCxnSpPr>
        <p:spPr>
          <a:xfrm flipH="1">
            <a:off x="7859925" y="5524548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C8F07AF-2335-6F4F-EA84-0FC4BD92DA1C}"/>
              </a:ext>
            </a:extLst>
          </p:cNvPr>
          <p:cNvCxnSpPr>
            <a:cxnSpLocks/>
          </p:cNvCxnSpPr>
          <p:nvPr/>
        </p:nvCxnSpPr>
        <p:spPr>
          <a:xfrm flipH="1">
            <a:off x="7903973" y="5529435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FB772A21-01B9-1EBA-0D94-4F560B86D31B}"/>
              </a:ext>
            </a:extLst>
          </p:cNvPr>
          <p:cNvSpPr/>
          <p:nvPr/>
        </p:nvSpPr>
        <p:spPr>
          <a:xfrm>
            <a:off x="7807971" y="3741890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1D199E92-C4F3-D257-8E97-B00CC1B22777}"/>
              </a:ext>
            </a:extLst>
          </p:cNvPr>
          <p:cNvSpPr/>
          <p:nvPr/>
        </p:nvSpPr>
        <p:spPr>
          <a:xfrm>
            <a:off x="2419136" y="4058669"/>
            <a:ext cx="5511969" cy="197841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11969" h="1978415">
                <a:moveTo>
                  <a:pt x="33957" y="0"/>
                </a:moveTo>
                <a:cubicBezTo>
                  <a:pt x="-188002" y="1848373"/>
                  <a:pt x="718360" y="1863753"/>
                  <a:pt x="1581727" y="1954634"/>
                </a:cubicBezTo>
                <a:cubicBezTo>
                  <a:pt x="2445094" y="2045515"/>
                  <a:pt x="3978531" y="1859559"/>
                  <a:pt x="5511969" y="1673603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0F0E1D14-330C-D750-6597-97B72716FB3A}"/>
              </a:ext>
            </a:extLst>
          </p:cNvPr>
          <p:cNvSpPr/>
          <p:nvPr/>
        </p:nvSpPr>
        <p:spPr>
          <a:xfrm>
            <a:off x="2810163" y="4077712"/>
            <a:ext cx="5246777" cy="1572891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318" h="1553059">
                <a:moveTo>
                  <a:pt x="0" y="175046"/>
                </a:moveTo>
                <a:cubicBezTo>
                  <a:pt x="314587" y="72980"/>
                  <a:pt x="465768" y="-18041"/>
                  <a:pt x="973123" y="3072"/>
                </a:cubicBezTo>
                <a:cubicBezTo>
                  <a:pt x="1480478" y="24185"/>
                  <a:pt x="2461792" y="48659"/>
                  <a:pt x="3044128" y="301727"/>
                </a:cubicBezTo>
                <a:cubicBezTo>
                  <a:pt x="3626464" y="554795"/>
                  <a:pt x="3886200" y="1397042"/>
                  <a:pt x="4467138" y="1521479"/>
                </a:cubicBezTo>
                <a:cubicBezTo>
                  <a:pt x="5048076" y="1645916"/>
                  <a:pt x="5298697" y="1380264"/>
                  <a:pt x="5549318" y="111461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AF0C16C-6DEE-AAB8-78FD-7090D864A9A3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4105986-EB63-3FF0-80C0-6AD6443E1701}"/>
              </a:ext>
            </a:extLst>
          </p:cNvPr>
          <p:cNvSpPr/>
          <p:nvPr/>
        </p:nvSpPr>
        <p:spPr>
          <a:xfrm>
            <a:off x="2421096" y="3945437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A78E10DA-8FF0-1C3E-ABC0-5C89FCDB1B71}"/>
              </a:ext>
            </a:extLst>
          </p:cNvPr>
          <p:cNvSpPr/>
          <p:nvPr/>
        </p:nvSpPr>
        <p:spPr>
          <a:xfrm>
            <a:off x="7996787" y="5106025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A29D122-B0EF-C987-8B26-E86077D8D680}"/>
              </a:ext>
            </a:extLst>
          </p:cNvPr>
          <p:cNvCxnSpPr>
            <a:cxnSpLocks/>
          </p:cNvCxnSpPr>
          <p:nvPr/>
        </p:nvCxnSpPr>
        <p:spPr>
          <a:xfrm>
            <a:off x="8045665" y="5153066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B1E09AC8-AEAD-9497-0A1E-D63E5BDDBACC}"/>
              </a:ext>
            </a:extLst>
          </p:cNvPr>
          <p:cNvSpPr/>
          <p:nvPr/>
        </p:nvSpPr>
        <p:spPr>
          <a:xfrm>
            <a:off x="7710872" y="5590628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79CD16-5E5D-DD39-0FB9-CADE223BC9E9}"/>
              </a:ext>
            </a:extLst>
          </p:cNvPr>
          <p:cNvSpPr/>
          <p:nvPr/>
        </p:nvSpPr>
        <p:spPr>
          <a:xfrm>
            <a:off x="2713746" y="5056529"/>
            <a:ext cx="125834" cy="125834"/>
          </a:xfrm>
          <a:prstGeom prst="ellipse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C733536-0A29-2A52-48C6-AE82670B7919}"/>
              </a:ext>
            </a:extLst>
          </p:cNvPr>
          <p:cNvSpPr/>
          <p:nvPr/>
        </p:nvSpPr>
        <p:spPr>
          <a:xfrm>
            <a:off x="2806117" y="5167618"/>
            <a:ext cx="1937857" cy="450992"/>
          </a:xfrm>
          <a:custGeom>
            <a:avLst/>
            <a:gdLst>
              <a:gd name="connsiteX0" fmla="*/ 0 w 1937857"/>
              <a:gd name="connsiteY0" fmla="*/ 0 h 450992"/>
              <a:gd name="connsiteX1" fmla="*/ 721454 w 1937857"/>
              <a:gd name="connsiteY1" fmla="*/ 436228 h 450992"/>
              <a:gd name="connsiteX2" fmla="*/ 1937857 w 1937857"/>
              <a:gd name="connsiteY2" fmla="*/ 306199 h 4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7857" h="450992">
                <a:moveTo>
                  <a:pt x="0" y="0"/>
                </a:moveTo>
                <a:cubicBezTo>
                  <a:pt x="199239" y="192597"/>
                  <a:pt x="398478" y="385195"/>
                  <a:pt x="721454" y="436228"/>
                </a:cubicBezTo>
                <a:cubicBezTo>
                  <a:pt x="1044430" y="487261"/>
                  <a:pt x="1491143" y="396730"/>
                  <a:pt x="1937857" y="306199"/>
                </a:cubicBezTo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CE0146-D2D7-4DF6-04DB-FCF83BC01F94}"/>
              </a:ext>
            </a:extLst>
          </p:cNvPr>
          <p:cNvGrpSpPr/>
          <p:nvPr/>
        </p:nvGrpSpPr>
        <p:grpSpPr>
          <a:xfrm rot="18737801">
            <a:off x="4626354" y="5220204"/>
            <a:ext cx="550143" cy="184758"/>
            <a:chOff x="7629989" y="5236460"/>
            <a:chExt cx="1027147" cy="34495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6B64DE-2EF3-E215-D106-0E51C205EC8A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582618E-04E0-F91E-2663-A4CFC60B756D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38D9A8-02E4-4F28-FC47-0D165DE341BA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B2B2C8-CE57-E2CA-F516-45C6C3151A62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DF261DF-4BAB-1DB1-1441-EDFCE11D6D6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699DB3B-DDFF-27B8-A447-E2E64D979CA0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8E48E03-8D64-9210-0CF3-CFD6B551D649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06FB41-D8C6-81E1-EB35-2B11D1A0F9F1}"/>
              </a:ext>
            </a:extLst>
          </p:cNvPr>
          <p:cNvSpPr txBox="1"/>
          <p:nvPr/>
        </p:nvSpPr>
        <p:spPr>
          <a:xfrm>
            <a:off x="5049236" y="5238297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Pull-Down</a:t>
            </a:r>
            <a:b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50k</a:t>
            </a:r>
            <a:r>
              <a:rPr lang="el-GR" b="1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endParaRPr lang="LID4096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2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F8082F4-13B2-8256-FDEA-DA88676AC2E8}"/>
              </a:ext>
            </a:extLst>
          </p:cNvPr>
          <p:cNvGrpSpPr/>
          <p:nvPr/>
        </p:nvGrpSpPr>
        <p:grpSpPr>
          <a:xfrm rot="16200000">
            <a:off x="5132942" y="1196045"/>
            <a:ext cx="3095687" cy="4122891"/>
            <a:chOff x="436296" y="-930261"/>
            <a:chExt cx="5353797" cy="71302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469C786-BC8F-4117-1A32-205D74059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9BFF40-EED7-3C05-9B73-6BD5832668B0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910CB19-3E95-CC1D-82B6-66D211C12B74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D782DAE-D84A-CA9E-7BC1-EE341BF00EF2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B4B1301-09C3-2902-A270-BD57429252D8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F928F0A-965B-399A-5AAA-A82E97B1CC25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FC227F7-7325-EE5B-6B81-D41CE46D2351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8132BC3-B266-BED5-4577-9AE61E65DF1D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4A0C4D5-070C-0148-12ED-6233219E4C7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17D544C-9E1F-2951-67CA-ED48EBA7990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642BB8E-22FF-6CA4-9B7F-175A4D97DE93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63129FA-D786-B3AC-F23B-819FF487088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0FC5B43-3F99-F55D-D00A-8961F9AA81C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0EF7A50-921A-09C5-BB3C-A53A129565DA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6667A77-173D-7E04-1751-CF5CBBAAB91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B755EB2-6C76-365F-AD34-B7B958379FC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7868740-9B05-0F22-3A30-C9CB6C1FA9DE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F596F93-9711-BB08-8798-4A0FD2D5E9F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0AFF69A-7345-4D08-3E7D-59AD6E81644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D119CDC-FFE1-B708-0F76-1D34E79413D5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12C7A69-F277-8C11-5578-A07CE67069C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6CF0C04-A067-6A5E-D29A-8256C576BE6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12E7DE-4198-1250-80E9-F3A6B419FA48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18D1F7A-B6E6-DA0B-07E2-080449D1670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39B05E9-7784-9C04-378D-D4D0373499F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F6AE392-8228-0093-075C-24E64E0DFAE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16AF10A-ECCF-0F72-380A-419F31D5949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502163A-3E85-B16F-355F-388C8A5D88B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CBCB206-A5E4-CE03-166F-D165E540A083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FE4D87C-92B3-0E8C-0692-6E14C786A17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7160624-E0A2-9AD8-29BE-EAC16B87798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9B8D3DD-4C74-F6D4-C62E-41EC259D0968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359CAF1-AAD4-119A-7C2F-703DAC95545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EA4240E-0DF9-B399-8A65-C1EA91CFF85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D88880D-7F22-5CAE-EA3B-99511E421529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4336190-BC4D-405D-1B16-FB6CDD2D6C4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3540CF2-E46D-2947-2831-08ADF48CED6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A30532F-5CA5-5C59-5A5B-AAC7B510327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58138B-E7C6-69F5-CE6B-CAD1DA50AFDF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07D72F3-E6C9-8870-5CB1-9E7A826E0EB8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F8BBB2C-B4F5-28A6-2283-554526EDBD70}"/>
                </a:ext>
              </a:extLst>
            </p:cNvPr>
            <p:cNvSpPr txBox="1"/>
            <p:nvPr/>
          </p:nvSpPr>
          <p:spPr>
            <a:xfrm rot="5400000">
              <a:off x="4223665" y="2665490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94CA0FF-679C-288E-C357-45771E12E92C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BBDF92-7557-ABC0-6AFB-18ADAC5A9C1A}"/>
                </a:ext>
              </a:extLst>
            </p:cNvPr>
            <p:cNvSpPr txBox="1"/>
            <p:nvPr/>
          </p:nvSpPr>
          <p:spPr>
            <a:xfrm rot="5400000">
              <a:off x="2260453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923B8B8-5A9B-FDBA-F851-882A7443ABF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720" y="1482461"/>
              <a:ext cx="482544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63B4A67-8817-3A13-F8EC-9BC15111AF44}"/>
                </a:ext>
              </a:extLst>
            </p:cNvPr>
            <p:cNvSpPr txBox="1"/>
            <p:nvPr/>
          </p:nvSpPr>
          <p:spPr>
            <a:xfrm rot="5400000">
              <a:off x="2862370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0E0536-1A25-564F-28ED-E15F1BE73541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7169EB5-FC9C-0358-A405-D0CEB63AB505}"/>
                </a:ext>
              </a:extLst>
            </p:cNvPr>
            <p:cNvSpPr txBox="1"/>
            <p:nvPr/>
          </p:nvSpPr>
          <p:spPr>
            <a:xfrm rot="5400000">
              <a:off x="3312119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5BB12B-208D-A716-20B2-2B7F2FC9F03D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F1B4C09-68C8-42A4-1279-73F66930945A}"/>
                </a:ext>
              </a:extLst>
            </p:cNvPr>
            <p:cNvSpPr txBox="1"/>
            <p:nvPr/>
          </p:nvSpPr>
          <p:spPr>
            <a:xfrm rot="5400000">
              <a:off x="3763235" y="2630526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2AD893-D220-F98A-733C-8ECE1E56B347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47ED62-6EBD-D4CA-B169-CEC92A29D5A8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E1FDA4C-38DF-A9F9-1B0E-6DAEB1DB6C47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698F3B-BD5B-7BCB-89B5-8D66A3FB8AF2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88DEC89-C654-7B5A-9EFC-7B80C0A11E8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A9E8599-D402-5FED-1E09-80C7508D4E72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C0C7F4B-C7EC-A548-E908-95233C05BA6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5894B54-8A10-9456-3E21-D9F584DDE3DD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2B633B1-CCFB-A970-0AE9-BE21D4EBC5CB}"/>
              </a:ext>
            </a:extLst>
          </p:cNvPr>
          <p:cNvGrpSpPr/>
          <p:nvPr/>
        </p:nvGrpSpPr>
        <p:grpSpPr>
          <a:xfrm>
            <a:off x="1688174" y="1185213"/>
            <a:ext cx="1086251" cy="2080948"/>
            <a:chOff x="1688174" y="1407516"/>
            <a:chExt cx="1086251" cy="208094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7EDE98-8826-958E-38CF-2D58683E4758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274764-BFCF-EEE0-C925-BC554736E562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C145260-0D98-92F5-68DA-48DD0A9AFB06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A9FABF9-7D79-9959-4DB5-54450124494C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1398B83-8B62-82D6-6139-11AFCD7B8359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BB72376-84CD-B0D6-B73B-389ACD62102D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DDDD71B-B320-7AC7-CBFB-C565EAF473C1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7DBF7D-2B3C-3630-D2AE-D215F192324D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D7804C6-C558-9287-2CBE-FC99D0CE2132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DE56F05-4925-D358-EDF5-42634B6972CF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2E55E4B-6E24-E208-6004-47D44134B948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BE438E5E-8D88-54B6-05BF-C9D5E34C92F8}"/>
              </a:ext>
            </a:extLst>
          </p:cNvPr>
          <p:cNvSpPr txBox="1"/>
          <p:nvPr/>
        </p:nvSpPr>
        <p:spPr>
          <a:xfrm>
            <a:off x="2283427" y="523924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62FF127-84FC-D9E6-E1CB-A12446211972}"/>
              </a:ext>
            </a:extLst>
          </p:cNvPr>
          <p:cNvSpPr txBox="1"/>
          <p:nvPr/>
        </p:nvSpPr>
        <p:spPr>
          <a:xfrm>
            <a:off x="2285107" y="5126404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8323F3-5136-29DA-142A-163C1E17F081}"/>
              </a:ext>
            </a:extLst>
          </p:cNvPr>
          <p:cNvSpPr txBox="1"/>
          <p:nvPr/>
        </p:nvSpPr>
        <p:spPr>
          <a:xfrm>
            <a:off x="2298013" y="3404516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84E07E7-C61A-5B39-02FC-4291185C2573}"/>
              </a:ext>
            </a:extLst>
          </p:cNvPr>
          <p:cNvSpPr/>
          <p:nvPr/>
        </p:nvSpPr>
        <p:spPr>
          <a:xfrm rot="16200000">
            <a:off x="906454" y="4190483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AFCE9C1-CC0D-A7CB-7F28-C0CEC5BF5DC8}"/>
              </a:ext>
            </a:extLst>
          </p:cNvPr>
          <p:cNvCxnSpPr>
            <a:cxnSpLocks/>
          </p:cNvCxnSpPr>
          <p:nvPr/>
        </p:nvCxnSpPr>
        <p:spPr>
          <a:xfrm>
            <a:off x="2117382" y="5362355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D4BFD52-25AB-726F-CB35-547F419BD2F9}"/>
              </a:ext>
            </a:extLst>
          </p:cNvPr>
          <p:cNvCxnSpPr>
            <a:cxnSpLocks/>
          </p:cNvCxnSpPr>
          <p:nvPr/>
        </p:nvCxnSpPr>
        <p:spPr>
          <a:xfrm>
            <a:off x="2117382" y="525459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28DEA1B-EADA-8DB2-CFE5-0828EFAD594E}"/>
              </a:ext>
            </a:extLst>
          </p:cNvPr>
          <p:cNvCxnSpPr>
            <a:cxnSpLocks/>
          </p:cNvCxnSpPr>
          <p:nvPr/>
        </p:nvCxnSpPr>
        <p:spPr>
          <a:xfrm>
            <a:off x="2117382" y="513295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36F7D67-D919-EF46-0EC1-D385B7BBA175}"/>
              </a:ext>
            </a:extLst>
          </p:cNvPr>
          <p:cNvSpPr txBox="1"/>
          <p:nvPr/>
        </p:nvSpPr>
        <p:spPr>
          <a:xfrm rot="16200000">
            <a:off x="1994885" y="453732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932A8F4-64AE-0AA5-0CFA-93572FCDD780}"/>
              </a:ext>
            </a:extLst>
          </p:cNvPr>
          <p:cNvSpPr txBox="1"/>
          <p:nvPr/>
        </p:nvSpPr>
        <p:spPr>
          <a:xfrm rot="16200000">
            <a:off x="1970578" y="353542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9E92BE0-6FE9-C605-27D6-C7A6E4C033F2}"/>
              </a:ext>
            </a:extLst>
          </p:cNvPr>
          <p:cNvSpPr txBox="1"/>
          <p:nvPr/>
        </p:nvSpPr>
        <p:spPr>
          <a:xfrm>
            <a:off x="2283427" y="499777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AEB311B-DB55-77FA-45CC-0308CBA61568}"/>
              </a:ext>
            </a:extLst>
          </p:cNvPr>
          <p:cNvCxnSpPr>
            <a:cxnSpLocks/>
          </p:cNvCxnSpPr>
          <p:nvPr/>
        </p:nvCxnSpPr>
        <p:spPr>
          <a:xfrm>
            <a:off x="2119251" y="3527626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6D6C172-D85C-4ECF-44D9-0588C65F72CC}"/>
              </a:ext>
            </a:extLst>
          </p:cNvPr>
          <p:cNvCxnSpPr>
            <a:cxnSpLocks/>
          </p:cNvCxnSpPr>
          <p:nvPr/>
        </p:nvCxnSpPr>
        <p:spPr>
          <a:xfrm>
            <a:off x="2615526" y="5120566"/>
            <a:ext cx="167124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D66C6E8-E2BC-6371-F29B-9893642586A0}"/>
              </a:ext>
            </a:extLst>
          </p:cNvPr>
          <p:cNvCxnSpPr>
            <a:cxnSpLocks/>
          </p:cNvCxnSpPr>
          <p:nvPr/>
        </p:nvCxnSpPr>
        <p:spPr>
          <a:xfrm>
            <a:off x="2628735" y="2887544"/>
            <a:ext cx="166806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67DA01C-F0AF-F870-FE3F-A88971F22A5F}"/>
              </a:ext>
            </a:extLst>
          </p:cNvPr>
          <p:cNvCxnSpPr>
            <a:cxnSpLocks/>
          </p:cNvCxnSpPr>
          <p:nvPr/>
        </p:nvCxnSpPr>
        <p:spPr>
          <a:xfrm>
            <a:off x="4286774" y="3587330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02676A93-689A-59EF-7D1F-B36D6F8C45CE}"/>
              </a:ext>
            </a:extLst>
          </p:cNvPr>
          <p:cNvSpPr/>
          <p:nvPr/>
        </p:nvSpPr>
        <p:spPr>
          <a:xfrm>
            <a:off x="4504142" y="3300661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5FB4488-FFD1-D6E9-9A98-4AA5D6320868}"/>
              </a:ext>
            </a:extLst>
          </p:cNvPr>
          <p:cNvSpPr/>
          <p:nvPr/>
        </p:nvSpPr>
        <p:spPr>
          <a:xfrm>
            <a:off x="4238529" y="3077464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81EE57F-CFEF-D21F-55DD-C86FFBEF190F}"/>
              </a:ext>
            </a:extLst>
          </p:cNvPr>
          <p:cNvSpPr/>
          <p:nvPr/>
        </p:nvSpPr>
        <p:spPr>
          <a:xfrm>
            <a:off x="4242274" y="3517762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301CFBA-EDB6-A80C-4200-C208B3EF0778}"/>
              </a:ext>
            </a:extLst>
          </p:cNvPr>
          <p:cNvCxnSpPr>
            <a:cxnSpLocks/>
          </p:cNvCxnSpPr>
          <p:nvPr/>
        </p:nvCxnSpPr>
        <p:spPr>
          <a:xfrm flipH="1">
            <a:off x="4246270" y="3355189"/>
            <a:ext cx="267050" cy="10514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CF5AB28-C777-2F69-F533-B1878C1223F8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4292366" y="2873035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1C741AD-7931-9343-1E87-15DA526B11F9}"/>
              </a:ext>
            </a:extLst>
          </p:cNvPr>
          <p:cNvSpPr txBox="1"/>
          <p:nvPr/>
        </p:nvSpPr>
        <p:spPr>
          <a:xfrm>
            <a:off x="4501198" y="3047764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/>
              <a:t>CFGLR</a:t>
            </a:r>
            <a:endParaRPr lang="LID4096" sz="1100" b="1"/>
          </a:p>
        </p:txBody>
      </p:sp>
    </p:spTree>
    <p:extLst>
      <p:ext uri="{BB962C8B-B14F-4D97-AF65-F5344CB8AC3E}">
        <p14:creationId xmlns:p14="http://schemas.microsoft.com/office/powerpoint/2010/main" val="24554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5F4A-81BF-D4B8-C2DF-05CA4391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1DA76D7-EB56-3E31-E21C-6CBB223B04E1}"/>
              </a:ext>
            </a:extLst>
          </p:cNvPr>
          <p:cNvSpPr/>
          <p:nvPr/>
        </p:nvSpPr>
        <p:spPr>
          <a:xfrm>
            <a:off x="4987111" y="3765233"/>
            <a:ext cx="767923" cy="626403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  <a:gd name="connsiteX0" fmla="*/ 714019 w 714019"/>
              <a:gd name="connsiteY0" fmla="*/ 666335 h 1119390"/>
              <a:gd name="connsiteX1" fmla="*/ 407821 w 714019"/>
              <a:gd name="connsiteY1" fmla="*/ 1110951 h 1119390"/>
              <a:gd name="connsiteX2" fmla="*/ 0 w 714019"/>
              <a:gd name="connsiteY2" fmla="*/ 4612 h 1119390"/>
              <a:gd name="connsiteX0" fmla="*/ 714019 w 714019"/>
              <a:gd name="connsiteY0" fmla="*/ 678526 h 698698"/>
              <a:gd name="connsiteX1" fmla="*/ 545177 w 714019"/>
              <a:gd name="connsiteY1" fmla="*/ 122404 h 698698"/>
              <a:gd name="connsiteX2" fmla="*/ 0 w 714019"/>
              <a:gd name="connsiteY2" fmla="*/ 16803 h 698698"/>
              <a:gd name="connsiteX0" fmla="*/ 714019 w 714019"/>
              <a:gd name="connsiteY0" fmla="*/ 678526 h 710485"/>
              <a:gd name="connsiteX1" fmla="*/ 545177 w 714019"/>
              <a:gd name="connsiteY1" fmla="*/ 122404 h 710485"/>
              <a:gd name="connsiteX2" fmla="*/ 0 w 714019"/>
              <a:gd name="connsiteY2" fmla="*/ 16803 h 710485"/>
              <a:gd name="connsiteX0" fmla="*/ 714019 w 714019"/>
              <a:gd name="connsiteY0" fmla="*/ 695765 h 727724"/>
              <a:gd name="connsiteX1" fmla="*/ 545177 w 714019"/>
              <a:gd name="connsiteY1" fmla="*/ 139643 h 727724"/>
              <a:gd name="connsiteX2" fmla="*/ 0 w 714019"/>
              <a:gd name="connsiteY2" fmla="*/ 34042 h 727724"/>
              <a:gd name="connsiteX0" fmla="*/ 714019 w 714019"/>
              <a:gd name="connsiteY0" fmla="*/ 681680 h 722795"/>
              <a:gd name="connsiteX1" fmla="*/ 502008 w 714019"/>
              <a:gd name="connsiteY1" fmla="*/ 262915 h 722795"/>
              <a:gd name="connsiteX2" fmla="*/ 0 w 714019"/>
              <a:gd name="connsiteY2" fmla="*/ 19957 h 722795"/>
              <a:gd name="connsiteX0" fmla="*/ 714019 w 714019"/>
              <a:gd name="connsiteY0" fmla="*/ 661723 h 661723"/>
              <a:gd name="connsiteX1" fmla="*/ 0 w 714019"/>
              <a:gd name="connsiteY1" fmla="*/ 0 h 661723"/>
              <a:gd name="connsiteX0" fmla="*/ 714019 w 752110"/>
              <a:gd name="connsiteY0" fmla="*/ 661723 h 661723"/>
              <a:gd name="connsiteX1" fmla="*/ 0 w 752110"/>
              <a:gd name="connsiteY1" fmla="*/ 0 h 661723"/>
              <a:gd name="connsiteX0" fmla="*/ 710095 w 748364"/>
              <a:gd name="connsiteY0" fmla="*/ 602856 h 602856"/>
              <a:gd name="connsiteX1" fmla="*/ 0 w 748364"/>
              <a:gd name="connsiteY1" fmla="*/ 0 h 602856"/>
              <a:gd name="connsiteX0" fmla="*/ 710095 w 753097"/>
              <a:gd name="connsiteY0" fmla="*/ 602856 h 602856"/>
              <a:gd name="connsiteX1" fmla="*/ 0 w 753097"/>
              <a:gd name="connsiteY1" fmla="*/ 0 h 602856"/>
              <a:gd name="connsiteX0" fmla="*/ 725793 w 767923"/>
              <a:gd name="connsiteY0" fmla="*/ 626403 h 626403"/>
              <a:gd name="connsiteX1" fmla="*/ 0 w 767923"/>
              <a:gd name="connsiteY1" fmla="*/ 0 h 626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7923" h="626403">
                <a:moveTo>
                  <a:pt x="725793" y="626403"/>
                </a:moveTo>
                <a:cubicBezTo>
                  <a:pt x="931251" y="84023"/>
                  <a:pt x="336117" y="118538"/>
                  <a:pt x="0" y="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CA971A-4CAA-38F7-8E1A-7A581EB5DB0D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D020F53-9F68-EFF3-3F1C-E8B21C37B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0BE7212-46AB-6586-C7F9-D98F2B5FF66C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32770AE-8292-92A8-06AD-FD0B5EE3620D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0178C1-6100-00C5-C4D1-3001BE0C36F2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EF4979-9DE3-258B-7F79-3F02EAF675CF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9AA7FB-2B88-E929-55D4-89F251FB8D0D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ED9507-D18A-BB80-C313-DE7FCFB06C13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FA2CA8D-7F48-FBD1-A811-9BFF6CC2D5F1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EFDB9D-0A97-D3C1-DC44-5B3D308C29A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3A33F70-2A3B-CD6D-250D-38A268EFDB0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61671AB-8339-633F-A473-5189654DF510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9C3CF50-8B4D-6958-EF3F-2379081C905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B3E0D04-D0E3-924B-EDF5-3BD01FF00D6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D3C5111-4B6F-AB46-9487-CA23167B02CC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BC472A7-3B0C-63A4-1C34-032759F9437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ABE0402-6E20-B71F-26D3-8261F4DDEF4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FD33CAF-A40D-D40B-E5D8-13A2FC8F9F6D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88D6D2E-3F01-C847-43A4-F904BF11965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A78C3C6-25DE-E638-9FC8-70F05EB2777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1D066D0-BA3A-0E5C-5BAE-73BC1DDA3A04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20D048B-529A-39AD-777A-ECF149AD024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E463ECFE-BBE0-18E2-5F67-53339C41097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ED3E0DD-F2DD-71EE-3A69-09BC5686B74B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18029B5-54C1-B461-C2F2-AC93355A57A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2D6D155D-081B-4227-CA2F-26C67602320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3BA2E65-51A8-234E-3880-BF8009FE1519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6C1B914-868E-49DA-6FD7-32DA6A90B4B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06E8A6E-364E-ACBA-5DC2-F9BBB7E0CEB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795067F-DB4B-5C26-9BAD-343EB5B54792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BD5FDC9-4AF6-4C7F-03CB-0B668822FCF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64BF110-1105-A3A8-BF62-39D315A19EF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97E06CB-AFE8-F1D5-BE74-CADDCAF4FEA3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0848982-76E4-08BF-B7DA-859DE7F7E18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C360FC9-D31E-C3B9-48CC-147F14EB100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764AA61-FE23-6E08-08C5-B9AE9D1CA3EA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86E1823-8C69-1E17-9709-05034D93240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55FD7A0E-BC48-6162-1A9C-0B8EA39CB1D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5082FAB-F6FA-285A-4DC1-0C1227F2626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F738FA5-B976-6582-9DB9-77F66983414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132EA34-46ED-8C02-0122-7E6E8A021E5F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D7FD87C-9D8D-7E79-1625-138E34A32B06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607696B-0979-EA4D-AE86-5310F49076BA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8A0C1B1-F0A1-90EC-8AA7-BC35563A3C84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1137B35-75F8-008E-8C86-E6AB4E68494A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2195632-7E12-66DA-2428-9938A999C6D2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0A0C0CF-A2C5-85DC-4A7E-6FFFDE6EA83A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FA74EF0-039E-B160-9432-9F8898E0AC0B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D00EF96-E62E-470D-B82F-44ED97AA0745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E3E168B-0EAB-321E-148A-8B1DCB59236C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ED24348-2F15-52D4-1057-B2782CFC8266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614A13D-5F3F-5438-FE23-0A3FF238F6EF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AA01CFA-FF9A-9143-42AD-F36FFD468EA0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6B848A6-91C9-48AE-C0CF-8C22B5ED4A09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241A1E2-8092-3251-89B8-E8E5DBC781D8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942B9C7-51B0-E89A-2E1A-D890CCE65213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7104E90-CA9C-182D-A22E-EC7FB95CAA44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4B01729-FD12-81E7-FB98-20DEEF9521E2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BCC36E89-31FF-A170-31FD-160D58E9A124}"/>
              </a:ext>
            </a:extLst>
          </p:cNvPr>
          <p:cNvSpPr/>
          <p:nvPr/>
        </p:nvSpPr>
        <p:spPr>
          <a:xfrm flipH="1">
            <a:off x="8228595" y="5020754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18C6095A-62F5-E784-2F09-B5963A0518BF}"/>
              </a:ext>
            </a:extLst>
          </p:cNvPr>
          <p:cNvSpPr/>
          <p:nvPr/>
        </p:nvSpPr>
        <p:spPr>
          <a:xfrm>
            <a:off x="7282167" y="5023187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8245BB1-73C9-1D5D-3817-E0132964BDE2}"/>
              </a:ext>
            </a:extLst>
          </p:cNvPr>
          <p:cNvSpPr/>
          <p:nvPr/>
        </p:nvSpPr>
        <p:spPr>
          <a:xfrm>
            <a:off x="8038392" y="4540257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D5EC4701-5D85-61A2-7078-5BBD295BF6E0}"/>
              </a:ext>
            </a:extLst>
          </p:cNvPr>
          <p:cNvSpPr/>
          <p:nvPr/>
        </p:nvSpPr>
        <p:spPr>
          <a:xfrm>
            <a:off x="7710872" y="3655879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22D81E1-9858-7BE6-51D8-472CF16D4B94}"/>
              </a:ext>
            </a:extLst>
          </p:cNvPr>
          <p:cNvGrpSpPr/>
          <p:nvPr/>
        </p:nvGrpSpPr>
        <p:grpSpPr>
          <a:xfrm>
            <a:off x="7762047" y="4546963"/>
            <a:ext cx="631874" cy="503488"/>
            <a:chOff x="5198211" y="3413816"/>
            <a:chExt cx="307830" cy="260468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64C2182-F878-4862-9BC9-A9BA512A93FA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9DABCC5-B1AB-FD6D-B3EA-256908E12D40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A871E9F-70C2-CC18-7B28-63E70BD0343B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A12AA80-5C89-C64B-CAE5-AD34C94CE2A7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94D4234-4E22-84E3-0308-46CAB205D77C}"/>
              </a:ext>
            </a:extLst>
          </p:cNvPr>
          <p:cNvCxnSpPr>
            <a:cxnSpLocks/>
          </p:cNvCxnSpPr>
          <p:nvPr/>
        </p:nvCxnSpPr>
        <p:spPr>
          <a:xfrm flipH="1">
            <a:off x="7859925" y="5524548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D9C2ED7-5E9E-405D-E250-3BBD7F447850}"/>
              </a:ext>
            </a:extLst>
          </p:cNvPr>
          <p:cNvCxnSpPr>
            <a:cxnSpLocks/>
          </p:cNvCxnSpPr>
          <p:nvPr/>
        </p:nvCxnSpPr>
        <p:spPr>
          <a:xfrm flipH="1">
            <a:off x="7903973" y="5529435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99318FA7-BF5F-9CC0-40E4-894FB578A607}"/>
              </a:ext>
            </a:extLst>
          </p:cNvPr>
          <p:cNvSpPr/>
          <p:nvPr/>
        </p:nvSpPr>
        <p:spPr>
          <a:xfrm>
            <a:off x="7807971" y="3741890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4B597FD3-068A-3514-2545-43AA3A80DF56}"/>
              </a:ext>
            </a:extLst>
          </p:cNvPr>
          <p:cNvSpPr/>
          <p:nvPr/>
        </p:nvSpPr>
        <p:spPr>
          <a:xfrm>
            <a:off x="2769505" y="5200690"/>
            <a:ext cx="5161601" cy="108418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1601" h="1084185">
                <a:moveTo>
                  <a:pt x="17169" y="0"/>
                </a:moveTo>
                <a:cubicBezTo>
                  <a:pt x="-204790" y="1848373"/>
                  <a:pt x="1784724" y="784525"/>
                  <a:pt x="2557828" y="734125"/>
                </a:cubicBezTo>
                <a:cubicBezTo>
                  <a:pt x="3476138" y="593463"/>
                  <a:pt x="3628163" y="717540"/>
                  <a:pt x="5161601" y="531584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AE85112A-FCDC-519D-B518-28BCBF55C2A3}"/>
              </a:ext>
            </a:extLst>
          </p:cNvPr>
          <p:cNvSpPr/>
          <p:nvPr/>
        </p:nvSpPr>
        <p:spPr>
          <a:xfrm>
            <a:off x="2810163" y="4077712"/>
            <a:ext cx="5246777" cy="1572891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318" h="1553059">
                <a:moveTo>
                  <a:pt x="0" y="175046"/>
                </a:moveTo>
                <a:cubicBezTo>
                  <a:pt x="314587" y="72980"/>
                  <a:pt x="465768" y="-18041"/>
                  <a:pt x="973123" y="3072"/>
                </a:cubicBezTo>
                <a:cubicBezTo>
                  <a:pt x="1480478" y="24185"/>
                  <a:pt x="2461792" y="48659"/>
                  <a:pt x="3044128" y="301727"/>
                </a:cubicBezTo>
                <a:cubicBezTo>
                  <a:pt x="3626464" y="554795"/>
                  <a:pt x="3886200" y="1397042"/>
                  <a:pt x="4467138" y="1521479"/>
                </a:cubicBezTo>
                <a:cubicBezTo>
                  <a:pt x="5048076" y="1645916"/>
                  <a:pt x="5298697" y="1380264"/>
                  <a:pt x="5549318" y="111461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CD25A51-FC9B-ABB4-119D-8D654A412362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D2947DE5-1BF8-E3F2-34FC-9A52CB623DFD}"/>
              </a:ext>
            </a:extLst>
          </p:cNvPr>
          <p:cNvSpPr/>
          <p:nvPr/>
        </p:nvSpPr>
        <p:spPr>
          <a:xfrm>
            <a:off x="2715330" y="5067496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81F4D26C-89D1-7EED-1CA2-D6B058B1C9D7}"/>
              </a:ext>
            </a:extLst>
          </p:cNvPr>
          <p:cNvSpPr/>
          <p:nvPr/>
        </p:nvSpPr>
        <p:spPr>
          <a:xfrm>
            <a:off x="7996787" y="5106025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F177202-826E-2158-3755-E6222FF93EEE}"/>
              </a:ext>
            </a:extLst>
          </p:cNvPr>
          <p:cNvCxnSpPr>
            <a:cxnSpLocks/>
          </p:cNvCxnSpPr>
          <p:nvPr/>
        </p:nvCxnSpPr>
        <p:spPr>
          <a:xfrm>
            <a:off x="8045665" y="5153066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8CB491BC-34CA-8964-7DD7-1060C4A944B6}"/>
              </a:ext>
            </a:extLst>
          </p:cNvPr>
          <p:cNvSpPr/>
          <p:nvPr/>
        </p:nvSpPr>
        <p:spPr>
          <a:xfrm>
            <a:off x="7710872" y="5590628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20BA7C-5D21-6A70-6F03-1833BF5A9312}"/>
              </a:ext>
            </a:extLst>
          </p:cNvPr>
          <p:cNvSpPr/>
          <p:nvPr/>
        </p:nvSpPr>
        <p:spPr>
          <a:xfrm>
            <a:off x="2426042" y="3930598"/>
            <a:ext cx="125834" cy="125834"/>
          </a:xfrm>
          <a:prstGeom prst="ellipse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A2770AB-1BB6-1298-DB6C-AEAFC32BB0D9}"/>
              </a:ext>
            </a:extLst>
          </p:cNvPr>
          <p:cNvSpPr/>
          <p:nvPr/>
        </p:nvSpPr>
        <p:spPr>
          <a:xfrm flipV="1">
            <a:off x="2537408" y="3422557"/>
            <a:ext cx="1937857" cy="517425"/>
          </a:xfrm>
          <a:custGeom>
            <a:avLst/>
            <a:gdLst>
              <a:gd name="connsiteX0" fmla="*/ 0 w 1937857"/>
              <a:gd name="connsiteY0" fmla="*/ 0 h 450992"/>
              <a:gd name="connsiteX1" fmla="*/ 721454 w 1937857"/>
              <a:gd name="connsiteY1" fmla="*/ 436228 h 450992"/>
              <a:gd name="connsiteX2" fmla="*/ 1937857 w 1937857"/>
              <a:gd name="connsiteY2" fmla="*/ 306199 h 4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7857" h="450992">
                <a:moveTo>
                  <a:pt x="0" y="0"/>
                </a:moveTo>
                <a:cubicBezTo>
                  <a:pt x="199239" y="192597"/>
                  <a:pt x="398478" y="385195"/>
                  <a:pt x="721454" y="436228"/>
                </a:cubicBezTo>
                <a:cubicBezTo>
                  <a:pt x="1044430" y="487261"/>
                  <a:pt x="1491143" y="396730"/>
                  <a:pt x="1937857" y="306199"/>
                </a:cubicBezTo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F224AB-C418-9A5F-9BCE-C86821F4489B}"/>
              </a:ext>
            </a:extLst>
          </p:cNvPr>
          <p:cNvGrpSpPr/>
          <p:nvPr/>
        </p:nvGrpSpPr>
        <p:grpSpPr>
          <a:xfrm rot="995861">
            <a:off x="4449208" y="3596413"/>
            <a:ext cx="550143" cy="184758"/>
            <a:chOff x="7629989" y="5236460"/>
            <a:chExt cx="1027147" cy="34495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0F4D404-0EFC-340E-FC90-18EB42D942B6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31192E8-8CF7-4BB8-0960-3D59D4A9E85A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A1F32B-0045-636B-EFE9-733DFC8683EC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B6E139-BC19-4382-4535-00078EE9CACB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F71EE4-8683-2F34-7E78-3AF781244FA7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88088A-AD51-2597-A960-8EDF86032399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B8F4DE-9466-FDE5-4618-C75154FF96ED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9EFF9E9-D8E3-79A4-364C-46C081C2EA5E}"/>
              </a:ext>
            </a:extLst>
          </p:cNvPr>
          <p:cNvSpPr txBox="1"/>
          <p:nvPr/>
        </p:nvSpPr>
        <p:spPr>
          <a:xfrm>
            <a:off x="4934922" y="3061895"/>
            <a:ext cx="1056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Pull-Up </a:t>
            </a:r>
            <a:b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50k</a:t>
            </a:r>
            <a:r>
              <a:rPr lang="el-GR" b="1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endParaRPr lang="LID4096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048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51FC-79D9-0A10-F6A7-6F37162D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2DB248-9273-51D7-4FE2-EECCF86F5FC8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E85913-9B26-EEE5-6627-9FB3FD455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1FB8AD5-B239-7967-9A4E-B064C31BACE6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C46CDD8-9DAA-6F5E-1C48-B2AC1CE25685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93E3A6-6B5D-CA2F-FF55-2C7967CCA474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FC3B93E-C9FB-11B1-6BD7-7974ABD74BE6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C33747-8E26-5748-A8F3-B10868E01C04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6F9B9C-638B-BA60-7F60-5E2B9E2C3D64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FB885A5-885D-A777-9C52-D2CF062FDDB4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F0F24D5-8780-F33F-7124-7904E621BDC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BD487C0-2327-D056-CC24-925527A0396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EA1323B-AB40-9434-2D16-859D6362ED0E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2CD12F6-B5A1-DFFA-040C-DC72A40E4D5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66A8017-8723-10C3-5D02-0577177E699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DBFCC96-B1D6-0A7E-6896-84BE2BBA1C64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90F3D75-ACBB-4A67-0103-FE3A34F493D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61B2953B-741A-15EE-AA91-D2C93171C90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37F31E3-1B25-6385-2C01-3BDC3E8E3BC3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7BD3468-123B-AEEA-E634-5E8A2924740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36AE36D-8653-5D10-280A-3911193F34D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5E98B23-BB61-1FB7-573C-6A07F5A9E5E5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E4B68D7-1A4F-8B0F-C02C-67F3344B61F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60B7338-D241-3E57-8429-8C6BEB0B885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3688047-EB9F-7EE2-13B4-F3E9BA47B6EB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7EA80692-8ED7-37A7-A25E-CBD235DE957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B4F63F2-4174-1A06-2AB2-C5133CFE7F8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BFA3223-4382-1D18-50DD-898069196D5D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9AF42EB8-C727-E572-0AC0-5ACA9D61F25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8DB1A78-3DF1-98E7-B1D4-FCA12CD8C11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8925E14-E4E8-65E2-59A9-211927D5C488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36343761-A1D3-1F06-7EE7-22E06211B67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04E0D04-A67E-0D36-87D9-3529039DE75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2BEFB35-8285-5A89-F741-B0838269A55A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260DA22-EC55-3FCA-4BA2-85296D7CFF0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021844B-2023-FDC8-E5F4-05F4B4E8645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1CE79D3-A8A3-5194-B85E-DA1F0DBC60A7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8EE1B4B-3D8A-870F-35B9-3DD18D9153D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1BF388-33DD-10EF-34CF-A7C19627E8C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A62D321-C0E4-B530-5472-4B1177CBC07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032C499-D2A5-52D1-980F-04D5A9417247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0C416B4-1E95-039A-5C55-980C507B97F1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0CDA536-C4A7-6FC1-7075-42632F340FA0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8BE9539-04D4-FF6E-1473-1B8730F101B9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5EB7C68-6C5A-3CA5-D15B-C2646AB948DA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944702A-F5BF-F604-A209-F954C3F3EA4A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772E565-139A-9933-8D04-44F5A0A07CBF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BAB38B5-5A5E-5630-B4C4-8D0F162F0765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E5972-4428-5B99-CF89-3E857F858D28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3136B7F-DAE9-60E9-8078-508E8C2233D8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4EB1B85-0DD2-0C1C-7941-F103EBEBE078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16882A1-9F37-BC06-39E5-30DC14862AAC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1EEC11C-011F-8E68-6964-59CE4A946283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F76CDBD-21AE-562D-41DD-AAFF67866035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0DD7F33-7034-76C1-E7CB-D16A2956D138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E43E30C8-262B-BBCE-EFC8-D1C882FE49A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85E2EAA-2116-8987-475F-D340AE37BF45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301E13F-A07E-A031-901F-AFA1BBCAE5F8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4DAB4AB-0998-E290-7DD2-FF8F8F5C069D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CB739F2A-A857-BD50-D580-1684948FDD5F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B7FC3CB-6DE2-3F93-5DDF-2357621B114C}"/>
              </a:ext>
            </a:extLst>
          </p:cNvPr>
          <p:cNvSpPr/>
          <p:nvPr/>
        </p:nvSpPr>
        <p:spPr>
          <a:xfrm>
            <a:off x="2421096" y="3945437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1C41C4-3046-DC8C-5374-47C970FC6ACF}"/>
              </a:ext>
            </a:extLst>
          </p:cNvPr>
          <p:cNvSpPr/>
          <p:nvPr/>
        </p:nvSpPr>
        <p:spPr>
          <a:xfrm>
            <a:off x="2713746" y="5056529"/>
            <a:ext cx="125834" cy="125834"/>
          </a:xfrm>
          <a:prstGeom prst="ellipse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DD716B-67C4-A79B-48B0-1FB11279E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438" y="2759564"/>
            <a:ext cx="2562225" cy="2924175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A7CA2E-34D5-6249-8039-DAF4442687FA}"/>
              </a:ext>
            </a:extLst>
          </p:cNvPr>
          <p:cNvSpPr/>
          <p:nvPr/>
        </p:nvSpPr>
        <p:spPr>
          <a:xfrm>
            <a:off x="8138637" y="4920467"/>
            <a:ext cx="781795" cy="749482"/>
          </a:xfrm>
          <a:custGeom>
            <a:avLst/>
            <a:gdLst>
              <a:gd name="connsiteX0" fmla="*/ 0 w 1937857"/>
              <a:gd name="connsiteY0" fmla="*/ 0 h 450992"/>
              <a:gd name="connsiteX1" fmla="*/ 721454 w 1937857"/>
              <a:gd name="connsiteY1" fmla="*/ 436228 h 450992"/>
              <a:gd name="connsiteX2" fmla="*/ 1937857 w 1937857"/>
              <a:gd name="connsiteY2" fmla="*/ 306199 h 450992"/>
              <a:gd name="connsiteX0" fmla="*/ 0 w 5324669"/>
              <a:gd name="connsiteY0" fmla="*/ 266773 h 703001"/>
              <a:gd name="connsiteX1" fmla="*/ 721454 w 5324669"/>
              <a:gd name="connsiteY1" fmla="*/ 703001 h 703001"/>
              <a:gd name="connsiteX2" fmla="*/ 5324669 w 5324669"/>
              <a:gd name="connsiteY2" fmla="*/ 0 h 703001"/>
              <a:gd name="connsiteX0" fmla="*/ 0 w 5324669"/>
              <a:gd name="connsiteY0" fmla="*/ 266773 h 1118995"/>
              <a:gd name="connsiteX1" fmla="*/ 2683686 w 5324669"/>
              <a:gd name="connsiteY1" fmla="*/ 1118995 h 1118995"/>
              <a:gd name="connsiteX2" fmla="*/ 5324669 w 5324669"/>
              <a:gd name="connsiteY2" fmla="*/ 0 h 1118995"/>
              <a:gd name="connsiteX0" fmla="*/ 0 w 3162290"/>
              <a:gd name="connsiteY0" fmla="*/ 0 h 852222"/>
              <a:gd name="connsiteX1" fmla="*/ 2683686 w 3162290"/>
              <a:gd name="connsiteY1" fmla="*/ 852222 h 852222"/>
              <a:gd name="connsiteX2" fmla="*/ 3162290 w 3162290"/>
              <a:gd name="connsiteY2" fmla="*/ 836001 h 852222"/>
              <a:gd name="connsiteX0" fmla="*/ 0 w 5332519"/>
              <a:gd name="connsiteY0" fmla="*/ 247151 h 1099373"/>
              <a:gd name="connsiteX1" fmla="*/ 2683686 w 5332519"/>
              <a:gd name="connsiteY1" fmla="*/ 1099373 h 1099373"/>
              <a:gd name="connsiteX2" fmla="*/ 5332519 w 5332519"/>
              <a:gd name="connsiteY2" fmla="*/ 0 h 1099373"/>
              <a:gd name="connsiteX0" fmla="*/ 0 w 5332519"/>
              <a:gd name="connsiteY0" fmla="*/ 247151 h 1099373"/>
              <a:gd name="connsiteX1" fmla="*/ 2683686 w 5332519"/>
              <a:gd name="connsiteY1" fmla="*/ 1099373 h 1099373"/>
              <a:gd name="connsiteX2" fmla="*/ 5332519 w 5332519"/>
              <a:gd name="connsiteY2" fmla="*/ 0 h 1099373"/>
              <a:gd name="connsiteX0" fmla="*/ 0 w 5332519"/>
              <a:gd name="connsiteY0" fmla="*/ 247151 h 1131999"/>
              <a:gd name="connsiteX1" fmla="*/ 2683686 w 5332519"/>
              <a:gd name="connsiteY1" fmla="*/ 1099373 h 1131999"/>
              <a:gd name="connsiteX2" fmla="*/ 5332519 w 5332519"/>
              <a:gd name="connsiteY2" fmla="*/ 0 h 1131999"/>
              <a:gd name="connsiteX0" fmla="*/ 0 w 5332519"/>
              <a:gd name="connsiteY0" fmla="*/ 247151 h 1131999"/>
              <a:gd name="connsiteX1" fmla="*/ 2683686 w 5332519"/>
              <a:gd name="connsiteY1" fmla="*/ 1099373 h 1131999"/>
              <a:gd name="connsiteX2" fmla="*/ 5332519 w 5332519"/>
              <a:gd name="connsiteY2" fmla="*/ 0 h 1131999"/>
              <a:gd name="connsiteX0" fmla="*/ 0 w 5332519"/>
              <a:gd name="connsiteY0" fmla="*/ 247151 h 247151"/>
              <a:gd name="connsiteX1" fmla="*/ 5332519 w 5332519"/>
              <a:gd name="connsiteY1" fmla="*/ 0 h 247151"/>
              <a:gd name="connsiteX0" fmla="*/ 781795 w 781795"/>
              <a:gd name="connsiteY0" fmla="*/ 749482 h 749482"/>
              <a:gd name="connsiteX1" fmla="*/ 0 w 781795"/>
              <a:gd name="connsiteY1" fmla="*/ 0 h 749482"/>
              <a:gd name="connsiteX0" fmla="*/ 781795 w 781795"/>
              <a:gd name="connsiteY0" fmla="*/ 749482 h 749482"/>
              <a:gd name="connsiteX1" fmla="*/ 0 w 781795"/>
              <a:gd name="connsiteY1" fmla="*/ 0 h 749482"/>
              <a:gd name="connsiteX0" fmla="*/ 781795 w 781795"/>
              <a:gd name="connsiteY0" fmla="*/ 749482 h 749482"/>
              <a:gd name="connsiteX1" fmla="*/ 0 w 781795"/>
              <a:gd name="connsiteY1" fmla="*/ 0 h 74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1795" h="749482">
                <a:moveTo>
                  <a:pt x="781795" y="749482"/>
                </a:moveTo>
                <a:cubicBezTo>
                  <a:pt x="717420" y="244565"/>
                  <a:pt x="480368" y="30057"/>
                  <a:pt x="0" y="0"/>
                </a:cubicBezTo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BDCA6D6-C7C2-5F6F-A66F-A6D5FB5F6619}"/>
              </a:ext>
            </a:extLst>
          </p:cNvPr>
          <p:cNvSpPr/>
          <p:nvPr/>
        </p:nvSpPr>
        <p:spPr>
          <a:xfrm>
            <a:off x="4913720" y="3207059"/>
            <a:ext cx="937419" cy="1431188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0 w 5478012"/>
              <a:gd name="connsiteY0" fmla="*/ 69928 h 2048343"/>
              <a:gd name="connsiteX1" fmla="*/ 1547770 w 5478012"/>
              <a:gd name="connsiteY1" fmla="*/ 2024562 h 2048343"/>
              <a:gd name="connsiteX2" fmla="*/ 5478012 w 5478012"/>
              <a:gd name="connsiteY2" fmla="*/ 1743531 h 2048343"/>
              <a:gd name="connsiteX0" fmla="*/ 0 w 5478012"/>
              <a:gd name="connsiteY0" fmla="*/ 273697 h 1960393"/>
              <a:gd name="connsiteX1" fmla="*/ 2450397 w 5478012"/>
              <a:gd name="connsiteY1" fmla="*/ 187610 h 1960393"/>
              <a:gd name="connsiteX2" fmla="*/ 5478012 w 5478012"/>
              <a:gd name="connsiteY2" fmla="*/ 1947300 h 1960393"/>
              <a:gd name="connsiteX0" fmla="*/ 0 w 5478012"/>
              <a:gd name="connsiteY0" fmla="*/ 361202 h 2047898"/>
              <a:gd name="connsiteX1" fmla="*/ 2450397 w 5478012"/>
              <a:gd name="connsiteY1" fmla="*/ 275115 h 2047898"/>
              <a:gd name="connsiteX2" fmla="*/ 5478012 w 5478012"/>
              <a:gd name="connsiteY2" fmla="*/ 2034805 h 2047898"/>
              <a:gd name="connsiteX0" fmla="*/ 0 w 5478012"/>
              <a:gd name="connsiteY0" fmla="*/ 361202 h 2049923"/>
              <a:gd name="connsiteX1" fmla="*/ 2450397 w 5478012"/>
              <a:gd name="connsiteY1" fmla="*/ 275115 h 2049923"/>
              <a:gd name="connsiteX2" fmla="*/ 5478012 w 5478012"/>
              <a:gd name="connsiteY2" fmla="*/ 2034805 h 2049923"/>
              <a:gd name="connsiteX0" fmla="*/ 0 w 3398046"/>
              <a:gd name="connsiteY0" fmla="*/ 361202 h 969674"/>
              <a:gd name="connsiteX1" fmla="*/ 2450397 w 3398046"/>
              <a:gd name="connsiteY1" fmla="*/ 275115 h 969674"/>
              <a:gd name="connsiteX2" fmla="*/ 3398046 w 3398046"/>
              <a:gd name="connsiteY2" fmla="*/ 928106 h 969674"/>
              <a:gd name="connsiteX0" fmla="*/ 0 w 3398046"/>
              <a:gd name="connsiteY0" fmla="*/ 434293 h 1035815"/>
              <a:gd name="connsiteX1" fmla="*/ 2191382 w 3398046"/>
              <a:gd name="connsiteY1" fmla="*/ 218698 h 1035815"/>
              <a:gd name="connsiteX2" fmla="*/ 3398046 w 3398046"/>
              <a:gd name="connsiteY2" fmla="*/ 1001197 h 1035815"/>
              <a:gd name="connsiteX0" fmla="*/ 0 w 3398046"/>
              <a:gd name="connsiteY0" fmla="*/ 353251 h 954773"/>
              <a:gd name="connsiteX1" fmla="*/ 2191382 w 3398046"/>
              <a:gd name="connsiteY1" fmla="*/ 137656 h 954773"/>
              <a:gd name="connsiteX2" fmla="*/ 3398046 w 3398046"/>
              <a:gd name="connsiteY2" fmla="*/ 920155 h 954773"/>
              <a:gd name="connsiteX0" fmla="*/ 0 w 3398046"/>
              <a:gd name="connsiteY0" fmla="*/ 353251 h 951828"/>
              <a:gd name="connsiteX1" fmla="*/ 2191382 w 3398046"/>
              <a:gd name="connsiteY1" fmla="*/ 137656 h 951828"/>
              <a:gd name="connsiteX2" fmla="*/ 3398046 w 3398046"/>
              <a:gd name="connsiteY2" fmla="*/ 920155 h 951828"/>
              <a:gd name="connsiteX0" fmla="*/ 0 w 3398046"/>
              <a:gd name="connsiteY0" fmla="*/ 0 h 566904"/>
              <a:gd name="connsiteX1" fmla="*/ 3398046 w 3398046"/>
              <a:gd name="connsiteY1" fmla="*/ 566904 h 566904"/>
              <a:gd name="connsiteX0" fmla="*/ 0 w 792203"/>
              <a:gd name="connsiteY0" fmla="*/ 0 h 2034653"/>
              <a:gd name="connsiteX1" fmla="*/ 792203 w 792203"/>
              <a:gd name="connsiteY1" fmla="*/ 2034653 h 2034653"/>
              <a:gd name="connsiteX0" fmla="*/ 10 w 792213"/>
              <a:gd name="connsiteY0" fmla="*/ 0 h 2034653"/>
              <a:gd name="connsiteX1" fmla="*/ 792213 w 792213"/>
              <a:gd name="connsiteY1" fmla="*/ 2034653 h 2034653"/>
              <a:gd name="connsiteX0" fmla="*/ 15 w 792218"/>
              <a:gd name="connsiteY0" fmla="*/ 0 h 2038695"/>
              <a:gd name="connsiteX1" fmla="*/ 792218 w 792218"/>
              <a:gd name="connsiteY1" fmla="*/ 2034653 h 2038695"/>
              <a:gd name="connsiteX0" fmla="*/ 11 w 937419"/>
              <a:gd name="connsiteY0" fmla="*/ 0 h 1431188"/>
              <a:gd name="connsiteX1" fmla="*/ 937419 w 937419"/>
              <a:gd name="connsiteY1" fmla="*/ 1418512 h 143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419" h="1431188">
                <a:moveTo>
                  <a:pt x="11" y="0"/>
                </a:moveTo>
                <a:cubicBezTo>
                  <a:pt x="-2784" y="1321830"/>
                  <a:pt x="520297" y="1485942"/>
                  <a:pt x="937419" y="1418512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B921240-D242-CA9E-B865-0E58ED09C708}"/>
              </a:ext>
            </a:extLst>
          </p:cNvPr>
          <p:cNvSpPr/>
          <p:nvPr/>
        </p:nvSpPr>
        <p:spPr>
          <a:xfrm>
            <a:off x="2809033" y="4224397"/>
            <a:ext cx="3500389" cy="1085811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  <a:gd name="connsiteX0" fmla="*/ 2903870 w 2903870"/>
              <a:gd name="connsiteY0" fmla="*/ 174420 h 632056"/>
              <a:gd name="connsiteX1" fmla="*/ 2597672 w 2903870"/>
              <a:gd name="connsiteY1" fmla="*/ 619036 h 632056"/>
              <a:gd name="connsiteX2" fmla="*/ 0 w 2903870"/>
              <a:gd name="connsiteY2" fmla="*/ 7180 h 632056"/>
              <a:gd name="connsiteX0" fmla="*/ 2903870 w 2903870"/>
              <a:gd name="connsiteY0" fmla="*/ 167276 h 626236"/>
              <a:gd name="connsiteX1" fmla="*/ 2597672 w 2903870"/>
              <a:gd name="connsiteY1" fmla="*/ 611892 h 626236"/>
              <a:gd name="connsiteX2" fmla="*/ 0 w 2903870"/>
              <a:gd name="connsiteY2" fmla="*/ 36 h 626236"/>
              <a:gd name="connsiteX0" fmla="*/ 2903870 w 2903870"/>
              <a:gd name="connsiteY0" fmla="*/ 216392 h 671834"/>
              <a:gd name="connsiteX1" fmla="*/ 2597672 w 2903870"/>
              <a:gd name="connsiteY1" fmla="*/ 661008 h 671834"/>
              <a:gd name="connsiteX2" fmla="*/ 0 w 2903870"/>
              <a:gd name="connsiteY2" fmla="*/ 49152 h 671834"/>
              <a:gd name="connsiteX0" fmla="*/ 3500389 w 3500389"/>
              <a:gd name="connsiteY0" fmla="*/ 1052303 h 1076763"/>
              <a:gd name="connsiteX1" fmla="*/ 2597672 w 3500389"/>
              <a:gd name="connsiteY1" fmla="*/ 661008 h 1076763"/>
              <a:gd name="connsiteX2" fmla="*/ 0 w 3500389"/>
              <a:gd name="connsiteY2" fmla="*/ 49152 h 1076763"/>
              <a:gd name="connsiteX0" fmla="*/ 3500389 w 3500389"/>
              <a:gd name="connsiteY0" fmla="*/ 1044459 h 1079139"/>
              <a:gd name="connsiteX1" fmla="*/ 1624405 w 3500389"/>
              <a:gd name="connsiteY1" fmla="*/ 880783 h 1079139"/>
              <a:gd name="connsiteX2" fmla="*/ 0 w 3500389"/>
              <a:gd name="connsiteY2" fmla="*/ 41308 h 1079139"/>
              <a:gd name="connsiteX0" fmla="*/ 3500389 w 3500389"/>
              <a:gd name="connsiteY0" fmla="*/ 1044459 h 1102143"/>
              <a:gd name="connsiteX1" fmla="*/ 1624405 w 3500389"/>
              <a:gd name="connsiteY1" fmla="*/ 880783 h 1102143"/>
              <a:gd name="connsiteX2" fmla="*/ 0 w 3500389"/>
              <a:gd name="connsiteY2" fmla="*/ 41308 h 1102143"/>
              <a:gd name="connsiteX0" fmla="*/ 3500389 w 3500389"/>
              <a:gd name="connsiteY0" fmla="*/ 1056292 h 1113976"/>
              <a:gd name="connsiteX1" fmla="*/ 1624405 w 3500389"/>
              <a:gd name="connsiteY1" fmla="*/ 892616 h 1113976"/>
              <a:gd name="connsiteX2" fmla="*/ 0 w 3500389"/>
              <a:gd name="connsiteY2" fmla="*/ 53141 h 1113976"/>
              <a:gd name="connsiteX0" fmla="*/ 3500389 w 3500389"/>
              <a:gd name="connsiteY0" fmla="*/ 1056292 h 1138952"/>
              <a:gd name="connsiteX1" fmla="*/ 1624405 w 3500389"/>
              <a:gd name="connsiteY1" fmla="*/ 892616 h 1138952"/>
              <a:gd name="connsiteX2" fmla="*/ 0 w 3500389"/>
              <a:gd name="connsiteY2" fmla="*/ 53141 h 1138952"/>
              <a:gd name="connsiteX0" fmla="*/ 3500389 w 3500389"/>
              <a:gd name="connsiteY0" fmla="*/ 1003151 h 1085811"/>
              <a:gd name="connsiteX1" fmla="*/ 1624405 w 3500389"/>
              <a:gd name="connsiteY1" fmla="*/ 839475 h 1085811"/>
              <a:gd name="connsiteX2" fmla="*/ 0 w 3500389"/>
              <a:gd name="connsiteY2" fmla="*/ 0 h 1085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0389" h="1085811">
                <a:moveTo>
                  <a:pt x="3500389" y="1003151"/>
                </a:moveTo>
                <a:cubicBezTo>
                  <a:pt x="3402867" y="1162541"/>
                  <a:pt x="2018121" y="1082539"/>
                  <a:pt x="1624405" y="839475"/>
                </a:cubicBezTo>
                <a:cubicBezTo>
                  <a:pt x="1246387" y="631731"/>
                  <a:pt x="795869" y="5832"/>
                  <a:pt x="0" y="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6F8B5D-B707-636B-250B-C924948B2F53}"/>
              </a:ext>
            </a:extLst>
          </p:cNvPr>
          <p:cNvSpPr txBox="1"/>
          <p:nvPr/>
        </p:nvSpPr>
        <p:spPr>
          <a:xfrm>
            <a:off x="4709978" y="2960838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3.3V</a:t>
            </a:r>
            <a:endParaRPr lang="LID4096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B8701-8BEB-4375-C8B2-40F4B3B048E5}"/>
              </a:ext>
            </a:extLst>
          </p:cNvPr>
          <p:cNvSpPr txBox="1"/>
          <p:nvPr/>
        </p:nvSpPr>
        <p:spPr>
          <a:xfrm>
            <a:off x="8529534" y="5602932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GND</a:t>
            </a:r>
            <a:endParaRPr lang="LID4096" sz="1000" b="1" dirty="0"/>
          </a:p>
        </p:txBody>
      </p:sp>
    </p:spTree>
    <p:extLst>
      <p:ext uri="{BB962C8B-B14F-4D97-AF65-F5344CB8AC3E}">
        <p14:creationId xmlns:p14="http://schemas.microsoft.com/office/powerpoint/2010/main" val="136949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62B6-3F2E-D7BC-3C52-F3000E7E1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42015-7712-8A36-0361-B8238991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82920" y="2456027"/>
            <a:ext cx="3095687" cy="16029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3B6D2F-3524-88B7-57C2-AD98C6525472}"/>
              </a:ext>
            </a:extLst>
          </p:cNvPr>
          <p:cNvSpPr/>
          <p:nvPr/>
        </p:nvSpPr>
        <p:spPr>
          <a:xfrm rot="16200000">
            <a:off x="6642630" y="2761885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6B321D1-C8C9-2062-FBD1-C410949186CC}"/>
              </a:ext>
            </a:extLst>
          </p:cNvPr>
          <p:cNvSpPr/>
          <p:nvPr/>
        </p:nvSpPr>
        <p:spPr>
          <a:xfrm rot="16200000">
            <a:off x="6106744" y="305709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E8251FF-2645-3DE5-B56B-1B11B34FA54E}"/>
              </a:ext>
            </a:extLst>
          </p:cNvPr>
          <p:cNvSpPr/>
          <p:nvPr/>
        </p:nvSpPr>
        <p:spPr>
          <a:xfrm rot="16200000">
            <a:off x="7607006" y="365851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C296098-9BB4-7D0E-22DA-60064B5A8726}"/>
              </a:ext>
            </a:extLst>
          </p:cNvPr>
          <p:cNvSpPr/>
          <p:nvPr/>
        </p:nvSpPr>
        <p:spPr>
          <a:xfrm rot="16200000">
            <a:off x="6653095" y="258123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055D13-E447-34CF-3318-4B9F28CFE9A2}"/>
              </a:ext>
            </a:extLst>
          </p:cNvPr>
          <p:cNvSpPr/>
          <p:nvPr/>
        </p:nvSpPr>
        <p:spPr>
          <a:xfrm rot="16200000">
            <a:off x="6736122" y="266261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699A5BB-65AD-BD0A-D06D-85CCF7785569}"/>
              </a:ext>
            </a:extLst>
          </p:cNvPr>
          <p:cNvSpPr/>
          <p:nvPr/>
        </p:nvSpPr>
        <p:spPr>
          <a:xfrm rot="16200000">
            <a:off x="7823178" y="294556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3EE5EC-C24C-201D-621B-0E4FE90E08AE}"/>
              </a:ext>
            </a:extLst>
          </p:cNvPr>
          <p:cNvGrpSpPr/>
          <p:nvPr/>
        </p:nvGrpSpPr>
        <p:grpSpPr>
          <a:xfrm rot="16200000">
            <a:off x="7466563" y="2498072"/>
            <a:ext cx="121167" cy="90875"/>
            <a:chOff x="6669881" y="4393406"/>
            <a:chExt cx="209550" cy="15716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C9670D1-BE85-F07E-2096-8CA3B67A307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C2FACEA-092E-AEAC-B58E-CA8DA825616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32B294-FB24-7F32-6313-E661503576C6}"/>
              </a:ext>
            </a:extLst>
          </p:cNvPr>
          <p:cNvGrpSpPr/>
          <p:nvPr/>
        </p:nvGrpSpPr>
        <p:grpSpPr>
          <a:xfrm rot="16200000">
            <a:off x="7484463" y="2755552"/>
            <a:ext cx="121167" cy="90875"/>
            <a:chOff x="6669881" y="4393406"/>
            <a:chExt cx="209550" cy="15716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D65CF3C-8186-D760-BF3C-0A3654FF58F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0400F4C-F21A-8BB0-CA5D-F6FB48A293B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A4E9F1-8200-89C8-901C-313459420D86}"/>
              </a:ext>
            </a:extLst>
          </p:cNvPr>
          <p:cNvGrpSpPr/>
          <p:nvPr/>
        </p:nvGrpSpPr>
        <p:grpSpPr>
          <a:xfrm rot="16200000">
            <a:off x="7502362" y="3013031"/>
            <a:ext cx="121167" cy="90875"/>
            <a:chOff x="6669881" y="4393406"/>
            <a:chExt cx="209550" cy="15716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22C483E-436C-3852-5C24-9E14F4CB329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37373B8-72D9-BDA1-BA4A-E312A22D33E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960793-E303-3280-234C-21BEF3E3F1D8}"/>
              </a:ext>
            </a:extLst>
          </p:cNvPr>
          <p:cNvGrpSpPr/>
          <p:nvPr/>
        </p:nvGrpSpPr>
        <p:grpSpPr>
          <a:xfrm rot="16200000">
            <a:off x="7509246" y="3302868"/>
            <a:ext cx="121167" cy="90875"/>
            <a:chOff x="6669881" y="4393406"/>
            <a:chExt cx="209550" cy="15716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820DA66-D1C6-87B6-D208-D0BF343F4B5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E4BF32C-B5A6-C820-84DB-42B3E2DA78D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DA39EC-53A8-7281-100B-C486FCB8DAA5}"/>
              </a:ext>
            </a:extLst>
          </p:cNvPr>
          <p:cNvGrpSpPr/>
          <p:nvPr/>
        </p:nvGrpSpPr>
        <p:grpSpPr>
          <a:xfrm rot="16200000">
            <a:off x="7520651" y="3595592"/>
            <a:ext cx="121167" cy="90875"/>
            <a:chOff x="6669881" y="4393406"/>
            <a:chExt cx="209550" cy="15716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4A5A627-841C-3437-F0F2-A532C23F978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4653F1E-F7C6-801E-125B-571DA056E1D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FA65CD-6A89-1ADC-6130-7BC67033F9BD}"/>
              </a:ext>
            </a:extLst>
          </p:cNvPr>
          <p:cNvGrpSpPr/>
          <p:nvPr/>
        </p:nvGrpSpPr>
        <p:grpSpPr>
          <a:xfrm rot="16200000">
            <a:off x="7756098" y="3602477"/>
            <a:ext cx="121167" cy="90875"/>
            <a:chOff x="6669881" y="4393406"/>
            <a:chExt cx="209550" cy="15716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B4A3E3A-1729-2BAA-60B6-EBA4D6B43FE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AC030BC-878F-6B4A-3108-94E4BF1B93D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8AFAC0-8611-E50A-8D2C-B7EE5978208C}"/>
              </a:ext>
            </a:extLst>
          </p:cNvPr>
          <p:cNvGrpSpPr/>
          <p:nvPr/>
        </p:nvGrpSpPr>
        <p:grpSpPr>
          <a:xfrm rot="16200000">
            <a:off x="7747837" y="3304246"/>
            <a:ext cx="121167" cy="90875"/>
            <a:chOff x="6669881" y="4393406"/>
            <a:chExt cx="209550" cy="15716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81F8B1F-3FDE-ACB0-6540-4E5F4D234F1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C5CF67B-9478-CAC3-1CA4-7AD8C3C0444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3AE848-6404-28C2-0037-F4921AB9FE85}"/>
              </a:ext>
            </a:extLst>
          </p:cNvPr>
          <p:cNvGrpSpPr/>
          <p:nvPr/>
        </p:nvGrpSpPr>
        <p:grpSpPr>
          <a:xfrm rot="16200000">
            <a:off x="7744096" y="3008902"/>
            <a:ext cx="121167" cy="90875"/>
            <a:chOff x="6669881" y="4393406"/>
            <a:chExt cx="209550" cy="15716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4B58354-E067-45C5-CCFE-24872611671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11C0F38-3A73-E278-0678-023E72AB5EE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A464B4-D2BC-C710-5877-6A31364E8CA9}"/>
              </a:ext>
            </a:extLst>
          </p:cNvPr>
          <p:cNvGrpSpPr/>
          <p:nvPr/>
        </p:nvGrpSpPr>
        <p:grpSpPr>
          <a:xfrm rot="16200000">
            <a:off x="7747419" y="2737654"/>
            <a:ext cx="121167" cy="90875"/>
            <a:chOff x="6669881" y="4393406"/>
            <a:chExt cx="209550" cy="157163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C26D7A1-DFE6-743A-A7D9-6E303C1C337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DE448DD-8DE7-177F-9F18-5A00D26FBD6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D586BA-A664-5229-03A2-D592213D3B5C}"/>
              </a:ext>
            </a:extLst>
          </p:cNvPr>
          <p:cNvGrpSpPr/>
          <p:nvPr/>
        </p:nvGrpSpPr>
        <p:grpSpPr>
          <a:xfrm rot="16200000">
            <a:off x="7741342" y="2481554"/>
            <a:ext cx="121167" cy="90875"/>
            <a:chOff x="6669881" y="4393406"/>
            <a:chExt cx="209550" cy="15716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4658FAB-C6DB-52BF-0948-3BA23E0042F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A9283EA-89B0-B6D6-7CF9-4693CC06120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3BE149-054F-AF37-D5E1-21B78277B559}"/>
              </a:ext>
            </a:extLst>
          </p:cNvPr>
          <p:cNvCxnSpPr>
            <a:cxnSpLocks/>
          </p:cNvCxnSpPr>
          <p:nvPr/>
        </p:nvCxnSpPr>
        <p:spPr>
          <a:xfrm flipV="1">
            <a:off x="7932296" y="3663331"/>
            <a:ext cx="580208" cy="109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22A563B-B655-5579-6C42-6C2DCCCBF5C9}"/>
              </a:ext>
            </a:extLst>
          </p:cNvPr>
          <p:cNvSpPr txBox="1"/>
          <p:nvPr/>
        </p:nvSpPr>
        <p:spPr>
          <a:xfrm>
            <a:off x="8281849" y="346968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GND</a:t>
            </a:r>
            <a:endParaRPr lang="LID4096" sz="1000"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4F7AFD5-EBC7-7CD6-39FB-51AEDBA7B055}"/>
              </a:ext>
            </a:extLst>
          </p:cNvPr>
          <p:cNvCxnSpPr>
            <a:cxnSpLocks/>
          </p:cNvCxnSpPr>
          <p:nvPr/>
        </p:nvCxnSpPr>
        <p:spPr>
          <a:xfrm rot="16200000">
            <a:off x="6917833" y="2059475"/>
            <a:ext cx="15915" cy="96746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D02DBC-2586-6BFF-3DE8-95C83492545A}"/>
              </a:ext>
            </a:extLst>
          </p:cNvPr>
          <p:cNvSpPr txBox="1"/>
          <p:nvPr/>
        </p:nvSpPr>
        <p:spPr>
          <a:xfrm>
            <a:off x="6601824" y="227250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F14D2B-CBF0-9476-4A91-22CF4C8F3546}"/>
              </a:ext>
            </a:extLst>
          </p:cNvPr>
          <p:cNvCxnSpPr>
            <a:cxnSpLocks/>
          </p:cNvCxnSpPr>
          <p:nvPr/>
        </p:nvCxnSpPr>
        <p:spPr>
          <a:xfrm rot="16200000">
            <a:off x="6962816" y="322362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0FF64C-2C0F-0BFF-53A1-41CFA50411CA}"/>
              </a:ext>
            </a:extLst>
          </p:cNvPr>
          <p:cNvSpPr txBox="1"/>
          <p:nvPr/>
        </p:nvSpPr>
        <p:spPr>
          <a:xfrm>
            <a:off x="6597637" y="342371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805AAC-9DEB-EEB7-275C-669470115559}"/>
              </a:ext>
            </a:extLst>
          </p:cNvPr>
          <p:cNvCxnSpPr>
            <a:cxnSpLocks/>
          </p:cNvCxnSpPr>
          <p:nvPr/>
        </p:nvCxnSpPr>
        <p:spPr>
          <a:xfrm>
            <a:off x="5886695" y="3360850"/>
            <a:ext cx="152282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F1E63F9-FE71-AF68-5479-FC98B479CE50}"/>
              </a:ext>
            </a:extLst>
          </p:cNvPr>
          <p:cNvSpPr txBox="1"/>
          <p:nvPr/>
        </p:nvSpPr>
        <p:spPr>
          <a:xfrm>
            <a:off x="6597637" y="3075670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147722-861D-0EC3-0BC0-8ECD176C33ED}"/>
              </a:ext>
            </a:extLst>
          </p:cNvPr>
          <p:cNvCxnSpPr>
            <a:cxnSpLocks/>
          </p:cNvCxnSpPr>
          <p:nvPr/>
        </p:nvCxnSpPr>
        <p:spPr>
          <a:xfrm rot="16200000">
            <a:off x="6962816" y="261388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106A464-6B98-A71D-E518-56B67CC7A3F5}"/>
              </a:ext>
            </a:extLst>
          </p:cNvPr>
          <p:cNvSpPr txBox="1"/>
          <p:nvPr/>
        </p:nvSpPr>
        <p:spPr>
          <a:xfrm>
            <a:off x="6597637" y="281561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916525-5A8B-D410-6388-1CCF36ECC60B}"/>
              </a:ext>
            </a:extLst>
          </p:cNvPr>
          <p:cNvCxnSpPr>
            <a:cxnSpLocks/>
          </p:cNvCxnSpPr>
          <p:nvPr/>
        </p:nvCxnSpPr>
        <p:spPr>
          <a:xfrm rot="16200000">
            <a:off x="6954667" y="2351216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CEA8702-C417-5CA2-26D6-F3E4D9E4414E}"/>
              </a:ext>
            </a:extLst>
          </p:cNvPr>
          <p:cNvSpPr txBox="1"/>
          <p:nvPr/>
        </p:nvSpPr>
        <p:spPr>
          <a:xfrm>
            <a:off x="6597637" y="2554770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A25EE9-A41C-2698-CACE-37BD31C7102F}"/>
              </a:ext>
            </a:extLst>
          </p:cNvPr>
          <p:cNvCxnSpPr>
            <a:cxnSpLocks/>
          </p:cNvCxnSpPr>
          <p:nvPr/>
        </p:nvCxnSpPr>
        <p:spPr>
          <a:xfrm rot="16200000">
            <a:off x="8135561" y="3134853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90D93CC-C607-A66E-714B-077279C2E3CF}"/>
              </a:ext>
            </a:extLst>
          </p:cNvPr>
          <p:cNvSpPr txBox="1"/>
          <p:nvPr/>
        </p:nvSpPr>
        <p:spPr>
          <a:xfrm>
            <a:off x="8312075" y="3178569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bit1</a:t>
            </a:r>
            <a:endParaRPr lang="LID4096" sz="1000" b="1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A80CF0-B00E-A27E-A473-A130073BCECB}"/>
              </a:ext>
            </a:extLst>
          </p:cNvPr>
          <p:cNvCxnSpPr>
            <a:cxnSpLocks/>
          </p:cNvCxnSpPr>
          <p:nvPr/>
        </p:nvCxnSpPr>
        <p:spPr>
          <a:xfrm rot="16200000">
            <a:off x="8134389" y="2836455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3959199-F16E-E857-4140-BE4D9F51581F}"/>
              </a:ext>
            </a:extLst>
          </p:cNvPr>
          <p:cNvSpPr txBox="1"/>
          <p:nvPr/>
        </p:nvSpPr>
        <p:spPr>
          <a:xfrm>
            <a:off x="8310903" y="288017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bit3</a:t>
            </a:r>
            <a:endParaRPr lang="LID4096" sz="1000" b="1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52AA72-C702-7ED1-9228-4A2423EE55EE}"/>
              </a:ext>
            </a:extLst>
          </p:cNvPr>
          <p:cNvCxnSpPr>
            <a:cxnSpLocks/>
          </p:cNvCxnSpPr>
          <p:nvPr/>
        </p:nvCxnSpPr>
        <p:spPr>
          <a:xfrm rot="16200000">
            <a:off x="8134975" y="2557493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C5F299F-CE7D-9187-9C5A-D2BB8EFA18FD}"/>
              </a:ext>
            </a:extLst>
          </p:cNvPr>
          <p:cNvSpPr txBox="1"/>
          <p:nvPr/>
        </p:nvSpPr>
        <p:spPr>
          <a:xfrm>
            <a:off x="8311490" y="2601209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bit5</a:t>
            </a:r>
            <a:endParaRPr lang="LID4096" sz="10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602430E-7AE5-287D-B63F-BA707998DE96}"/>
              </a:ext>
            </a:extLst>
          </p:cNvPr>
          <p:cNvCxnSpPr>
            <a:cxnSpLocks/>
          </p:cNvCxnSpPr>
          <p:nvPr/>
        </p:nvCxnSpPr>
        <p:spPr>
          <a:xfrm rot="16200000">
            <a:off x="8134389" y="2295469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BF340B3-0C0C-B98B-4677-69A41994C866}"/>
              </a:ext>
            </a:extLst>
          </p:cNvPr>
          <p:cNvSpPr txBox="1"/>
          <p:nvPr/>
        </p:nvSpPr>
        <p:spPr>
          <a:xfrm>
            <a:off x="8310903" y="233918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bit7</a:t>
            </a:r>
            <a:endParaRPr lang="LID4096" sz="1000" b="1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85508A5-C7B4-D6A1-6C7E-8A58C4B5739F}"/>
              </a:ext>
            </a:extLst>
          </p:cNvPr>
          <p:cNvGrpSpPr/>
          <p:nvPr/>
        </p:nvGrpSpPr>
        <p:grpSpPr>
          <a:xfrm>
            <a:off x="1688174" y="1185213"/>
            <a:ext cx="1086251" cy="2080948"/>
            <a:chOff x="1688174" y="1407516"/>
            <a:chExt cx="1086251" cy="208094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9E46BF5-23CD-CCDF-FD00-84B3D62B0743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D0F4F2A-2AC0-41D4-B158-BDCF952EB442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83D6F8E-0CBD-92B0-AC17-9352E4ADFF49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1824725-75ED-4EB1-BE62-0C74269F6FC2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73B7C9E-D399-C5BC-6E4B-88EA33153565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AAB8238-10C2-1B06-CC67-838AB87BEACE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4E05FC8-E77D-F140-8DE5-69D35EE46754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F146F89-9C71-54EE-4133-5C65B8DBFD03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D1A538-5544-6F2F-B1E2-8E53E37F1E17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C4051A2-174B-B0D7-B8F1-8FA1F6646CB1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6222D79-37F5-CA0A-0B1C-6DFCAC24A4D9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C7DD5B6-81BC-33E5-7A36-46660D11CBAA}"/>
              </a:ext>
            </a:extLst>
          </p:cNvPr>
          <p:cNvSpPr txBox="1"/>
          <p:nvPr/>
        </p:nvSpPr>
        <p:spPr>
          <a:xfrm>
            <a:off x="2283427" y="523924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16556EF-831A-CDFB-638A-8857597CEC95}"/>
              </a:ext>
            </a:extLst>
          </p:cNvPr>
          <p:cNvSpPr txBox="1"/>
          <p:nvPr/>
        </p:nvSpPr>
        <p:spPr>
          <a:xfrm>
            <a:off x="2285107" y="5126404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8CE9827-8349-1C6E-7243-E7627CAEAEAB}"/>
              </a:ext>
            </a:extLst>
          </p:cNvPr>
          <p:cNvSpPr txBox="1"/>
          <p:nvPr/>
        </p:nvSpPr>
        <p:spPr>
          <a:xfrm>
            <a:off x="2298013" y="3404516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B9C918A-7667-5A68-C17E-635B08EEC4B2}"/>
              </a:ext>
            </a:extLst>
          </p:cNvPr>
          <p:cNvSpPr/>
          <p:nvPr/>
        </p:nvSpPr>
        <p:spPr>
          <a:xfrm rot="16200000">
            <a:off x="906454" y="4190483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ADF635C-95A0-DF07-078F-D495FD11358D}"/>
              </a:ext>
            </a:extLst>
          </p:cNvPr>
          <p:cNvCxnSpPr>
            <a:cxnSpLocks/>
          </p:cNvCxnSpPr>
          <p:nvPr/>
        </p:nvCxnSpPr>
        <p:spPr>
          <a:xfrm>
            <a:off x="2117382" y="5362355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D4288A2-6E92-1E63-3D59-65C794EE7D97}"/>
              </a:ext>
            </a:extLst>
          </p:cNvPr>
          <p:cNvCxnSpPr>
            <a:cxnSpLocks/>
          </p:cNvCxnSpPr>
          <p:nvPr/>
        </p:nvCxnSpPr>
        <p:spPr>
          <a:xfrm>
            <a:off x="2117382" y="525459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68889CC-795D-00CB-35D0-718E05D7D85C}"/>
              </a:ext>
            </a:extLst>
          </p:cNvPr>
          <p:cNvCxnSpPr>
            <a:cxnSpLocks/>
          </p:cNvCxnSpPr>
          <p:nvPr/>
        </p:nvCxnSpPr>
        <p:spPr>
          <a:xfrm>
            <a:off x="2117382" y="513295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92596C26-AAB9-C383-CBAA-D376624FA8DD}"/>
              </a:ext>
            </a:extLst>
          </p:cNvPr>
          <p:cNvSpPr txBox="1"/>
          <p:nvPr/>
        </p:nvSpPr>
        <p:spPr>
          <a:xfrm rot="16200000">
            <a:off x="1994885" y="453732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2DA06BD-F4EA-3C69-3E63-1C12D6960AA0}"/>
              </a:ext>
            </a:extLst>
          </p:cNvPr>
          <p:cNvSpPr txBox="1"/>
          <p:nvPr/>
        </p:nvSpPr>
        <p:spPr>
          <a:xfrm rot="16200000">
            <a:off x="1970578" y="353542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27BD39D-9910-AF15-F4BD-B23A3E45AAED}"/>
              </a:ext>
            </a:extLst>
          </p:cNvPr>
          <p:cNvSpPr txBox="1"/>
          <p:nvPr/>
        </p:nvSpPr>
        <p:spPr>
          <a:xfrm>
            <a:off x="2283427" y="499777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8AD88E3-E896-11F2-1FE9-4A70906CD942}"/>
              </a:ext>
            </a:extLst>
          </p:cNvPr>
          <p:cNvCxnSpPr>
            <a:cxnSpLocks/>
          </p:cNvCxnSpPr>
          <p:nvPr/>
        </p:nvCxnSpPr>
        <p:spPr>
          <a:xfrm>
            <a:off x="2119251" y="3527626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03DC66F-CDDC-FA78-C075-03FF824E1271}"/>
              </a:ext>
            </a:extLst>
          </p:cNvPr>
          <p:cNvCxnSpPr>
            <a:cxnSpLocks/>
          </p:cNvCxnSpPr>
          <p:nvPr/>
        </p:nvCxnSpPr>
        <p:spPr>
          <a:xfrm>
            <a:off x="2615526" y="5120566"/>
            <a:ext cx="293592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0724FCD-8F8C-7EC0-0CD7-ADE654E98BD4}"/>
              </a:ext>
            </a:extLst>
          </p:cNvPr>
          <p:cNvCxnSpPr>
            <a:cxnSpLocks/>
          </p:cNvCxnSpPr>
          <p:nvPr/>
        </p:nvCxnSpPr>
        <p:spPr>
          <a:xfrm>
            <a:off x="2628735" y="2887544"/>
            <a:ext cx="292271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D3CBB69-4552-AE52-BA7B-E90FA947E8E2}"/>
              </a:ext>
            </a:extLst>
          </p:cNvPr>
          <p:cNvCxnSpPr>
            <a:cxnSpLocks/>
          </p:cNvCxnSpPr>
          <p:nvPr/>
        </p:nvCxnSpPr>
        <p:spPr>
          <a:xfrm>
            <a:off x="5551452" y="3600160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5CF8F268-7706-3953-9B66-473A577AB5BB}"/>
              </a:ext>
            </a:extLst>
          </p:cNvPr>
          <p:cNvSpPr/>
          <p:nvPr/>
        </p:nvSpPr>
        <p:spPr>
          <a:xfrm>
            <a:off x="5768820" y="3313491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721AA4B-29E8-1D1B-475F-EDC7D2F40194}"/>
              </a:ext>
            </a:extLst>
          </p:cNvPr>
          <p:cNvSpPr/>
          <p:nvPr/>
        </p:nvSpPr>
        <p:spPr>
          <a:xfrm>
            <a:off x="5503207" y="3090294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F25BA36-704C-3DA3-37FD-E43A41B405A5}"/>
              </a:ext>
            </a:extLst>
          </p:cNvPr>
          <p:cNvSpPr/>
          <p:nvPr/>
        </p:nvSpPr>
        <p:spPr>
          <a:xfrm>
            <a:off x="5506952" y="3530592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1D7D6548-220E-B9FF-6BFA-485ADA89D491}"/>
              </a:ext>
            </a:extLst>
          </p:cNvPr>
          <p:cNvCxnSpPr>
            <a:cxnSpLocks/>
            <a:endCxn id="120" idx="5"/>
          </p:cNvCxnSpPr>
          <p:nvPr/>
        </p:nvCxnSpPr>
        <p:spPr>
          <a:xfrm flipH="1" flipV="1">
            <a:off x="5596293" y="3183380"/>
            <a:ext cx="181705" cy="18463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CFB479E-B4C8-6A78-84C1-77A8584C5FD7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5557044" y="2885865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A096BC9-C9BC-46D6-F014-3B7A8AC792AA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4049432" y="2880172"/>
            <a:ext cx="0" cy="921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BE764DA6-2DD2-1241-388C-7DF0386C5833}"/>
              </a:ext>
            </a:extLst>
          </p:cNvPr>
          <p:cNvSpPr/>
          <p:nvPr/>
        </p:nvSpPr>
        <p:spPr>
          <a:xfrm>
            <a:off x="3958579" y="3801315"/>
            <a:ext cx="181705" cy="3734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D62BE2-4B58-0097-FA7D-5E594EB1DE97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4049432" y="4174799"/>
            <a:ext cx="0" cy="9581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81F69849-8605-C025-525A-9565CD4B14EF}"/>
              </a:ext>
            </a:extLst>
          </p:cNvPr>
          <p:cNvSpPr txBox="1"/>
          <p:nvPr/>
        </p:nvSpPr>
        <p:spPr>
          <a:xfrm>
            <a:off x="4170271" y="3585120"/>
            <a:ext cx="1164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b="1"/>
              <a:t>Pull Up or </a:t>
            </a:r>
          </a:p>
          <a:p>
            <a:r>
              <a:rPr lang="sv-SE" sz="1600" b="1"/>
              <a:t>Pull Down </a:t>
            </a:r>
          </a:p>
          <a:p>
            <a:r>
              <a:rPr lang="sv-SE" sz="1600" b="1"/>
              <a:t>Resistor</a:t>
            </a:r>
            <a:endParaRPr lang="LID4096" sz="1600" b="1" dirty="0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67A64D18-CA3A-5692-5142-B7451993624C}"/>
              </a:ext>
            </a:extLst>
          </p:cNvPr>
          <p:cNvSpPr/>
          <p:nvPr/>
        </p:nvSpPr>
        <p:spPr>
          <a:xfrm flipH="1">
            <a:off x="10513642" y="3481888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B15EC2DE-B8B9-D86D-ED3B-E95FDDDC312C}"/>
              </a:ext>
            </a:extLst>
          </p:cNvPr>
          <p:cNvSpPr/>
          <p:nvPr/>
        </p:nvSpPr>
        <p:spPr>
          <a:xfrm>
            <a:off x="9567214" y="3484321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67370B7-C94D-C767-17EA-152E2A08E5C7}"/>
              </a:ext>
            </a:extLst>
          </p:cNvPr>
          <p:cNvSpPr/>
          <p:nvPr/>
        </p:nvSpPr>
        <p:spPr>
          <a:xfrm>
            <a:off x="10323439" y="3001391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70E479ED-6631-DFF7-73B3-4E5AA0C14D38}"/>
              </a:ext>
            </a:extLst>
          </p:cNvPr>
          <p:cNvSpPr/>
          <p:nvPr/>
        </p:nvSpPr>
        <p:spPr>
          <a:xfrm>
            <a:off x="9995919" y="2117013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AE059D5-0AB6-EC65-46BC-7506736B7AE9}"/>
              </a:ext>
            </a:extLst>
          </p:cNvPr>
          <p:cNvGrpSpPr/>
          <p:nvPr/>
        </p:nvGrpSpPr>
        <p:grpSpPr>
          <a:xfrm>
            <a:off x="10047094" y="3008097"/>
            <a:ext cx="631874" cy="503488"/>
            <a:chOff x="5198211" y="3413816"/>
            <a:chExt cx="307830" cy="260468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07233B7-E052-952A-A51D-FBBBF5876302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707B46B-5E0A-4E17-7CAE-41F4BAA8604F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D9DB2B9-1EA9-598C-B1E8-583C8F39012A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77C77F4-D06F-ED7F-8207-B75A762EC1DD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7B90413-9CC6-2D7D-7DED-99BCC53D04B1}"/>
              </a:ext>
            </a:extLst>
          </p:cNvPr>
          <p:cNvCxnSpPr>
            <a:cxnSpLocks/>
          </p:cNvCxnSpPr>
          <p:nvPr/>
        </p:nvCxnSpPr>
        <p:spPr>
          <a:xfrm flipH="1">
            <a:off x="10144972" y="3985682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A5FBC56-9C1D-D3D6-221C-6792E98D7C1A}"/>
              </a:ext>
            </a:extLst>
          </p:cNvPr>
          <p:cNvCxnSpPr>
            <a:cxnSpLocks/>
          </p:cNvCxnSpPr>
          <p:nvPr/>
        </p:nvCxnSpPr>
        <p:spPr>
          <a:xfrm flipH="1">
            <a:off x="10189020" y="3990569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7B22EADF-714A-B002-B53B-451E2A4B4A2F}"/>
              </a:ext>
            </a:extLst>
          </p:cNvPr>
          <p:cNvSpPr/>
          <p:nvPr/>
        </p:nvSpPr>
        <p:spPr>
          <a:xfrm>
            <a:off x="10093018" y="2203024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99D775C-FC1C-02A7-FE17-452268E544EE}"/>
              </a:ext>
            </a:extLst>
          </p:cNvPr>
          <p:cNvCxnSpPr>
            <a:cxnSpLocks/>
          </p:cNvCxnSpPr>
          <p:nvPr/>
        </p:nvCxnSpPr>
        <p:spPr>
          <a:xfrm>
            <a:off x="10330712" y="3614200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6FAF2AC7-ED32-CD56-C98F-CA03C3E3C923}"/>
              </a:ext>
            </a:extLst>
          </p:cNvPr>
          <p:cNvSpPr/>
          <p:nvPr/>
        </p:nvSpPr>
        <p:spPr>
          <a:xfrm>
            <a:off x="7518317" y="326100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CE612970-2B5F-07B6-C051-14CE51EDFC50}"/>
              </a:ext>
            </a:extLst>
          </p:cNvPr>
          <p:cNvSpPr/>
          <p:nvPr/>
        </p:nvSpPr>
        <p:spPr>
          <a:xfrm>
            <a:off x="7633834" y="3233291"/>
            <a:ext cx="2662967" cy="735584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4465492 w 4629070"/>
              <a:gd name="connsiteY0" fmla="*/ 6513 h 2846514"/>
              <a:gd name="connsiteX1" fmla="*/ 52875 w 4629070"/>
              <a:gd name="connsiteY1" fmla="*/ 1296527 h 2846514"/>
              <a:gd name="connsiteX2" fmla="*/ 2123880 w 4629070"/>
              <a:gd name="connsiteY2" fmla="*/ 1595182 h 2846514"/>
              <a:gd name="connsiteX3" fmla="*/ 3546890 w 4629070"/>
              <a:gd name="connsiteY3" fmla="*/ 2814934 h 2846514"/>
              <a:gd name="connsiteX4" fmla="*/ 4629070 w 4629070"/>
              <a:gd name="connsiteY4" fmla="*/ 2408068 h 2846514"/>
              <a:gd name="connsiteX0" fmla="*/ 2412093 w 3812362"/>
              <a:gd name="connsiteY0" fmla="*/ 7737 h 2847738"/>
              <a:gd name="connsiteX1" fmla="*/ 3744561 w 3812362"/>
              <a:gd name="connsiteY1" fmla="*/ 1107237 h 2847738"/>
              <a:gd name="connsiteX2" fmla="*/ 70481 w 3812362"/>
              <a:gd name="connsiteY2" fmla="*/ 1596406 h 2847738"/>
              <a:gd name="connsiteX3" fmla="*/ 1493491 w 3812362"/>
              <a:gd name="connsiteY3" fmla="*/ 2816158 h 2847738"/>
              <a:gd name="connsiteX4" fmla="*/ 2575671 w 3812362"/>
              <a:gd name="connsiteY4" fmla="*/ 2409292 h 2847738"/>
              <a:gd name="connsiteX0" fmla="*/ 918602 w 2264801"/>
              <a:gd name="connsiteY0" fmla="*/ 9618 h 2849619"/>
              <a:gd name="connsiteX1" fmla="*/ 2251070 w 2264801"/>
              <a:gd name="connsiteY1" fmla="*/ 1109118 h 2849619"/>
              <a:gd name="connsiteX2" fmla="*/ 0 w 2264801"/>
              <a:gd name="connsiteY2" fmla="*/ 2818039 h 2849619"/>
              <a:gd name="connsiteX3" fmla="*/ 1082180 w 2264801"/>
              <a:gd name="connsiteY3" fmla="*/ 2411173 h 2849619"/>
              <a:gd name="connsiteX0" fmla="*/ 0 w 1333041"/>
              <a:gd name="connsiteY0" fmla="*/ 8900 h 2410455"/>
              <a:gd name="connsiteX1" fmla="*/ 1332468 w 1333041"/>
              <a:gd name="connsiteY1" fmla="*/ 1108400 h 2410455"/>
              <a:gd name="connsiteX2" fmla="*/ 163578 w 1333041"/>
              <a:gd name="connsiteY2" fmla="*/ 2410455 h 2410455"/>
              <a:gd name="connsiteX0" fmla="*/ 0 w 2569618"/>
              <a:gd name="connsiteY0" fmla="*/ 7115 h 1144669"/>
              <a:gd name="connsiteX1" fmla="*/ 1332468 w 2569618"/>
              <a:gd name="connsiteY1" fmla="*/ 1106615 h 1144669"/>
              <a:gd name="connsiteX2" fmla="*/ 2532592 w 2569618"/>
              <a:gd name="connsiteY2" fmla="*/ 1054364 h 1144669"/>
              <a:gd name="connsiteX0" fmla="*/ 0 w 2532592"/>
              <a:gd name="connsiteY0" fmla="*/ 7115 h 1207188"/>
              <a:gd name="connsiteX1" fmla="*/ 1332468 w 2532592"/>
              <a:gd name="connsiteY1" fmla="*/ 1106615 h 1207188"/>
              <a:gd name="connsiteX2" fmla="*/ 2532592 w 2532592"/>
              <a:gd name="connsiteY2" fmla="*/ 1054364 h 1207188"/>
              <a:gd name="connsiteX0" fmla="*/ 0 w 2532592"/>
              <a:gd name="connsiteY0" fmla="*/ 6958 h 1223478"/>
              <a:gd name="connsiteX1" fmla="*/ 1217123 w 2532592"/>
              <a:gd name="connsiteY1" fmla="*/ 1131308 h 1223478"/>
              <a:gd name="connsiteX2" fmla="*/ 2532592 w 2532592"/>
              <a:gd name="connsiteY2" fmla="*/ 1054207 h 1223478"/>
              <a:gd name="connsiteX0" fmla="*/ 0 w 2816518"/>
              <a:gd name="connsiteY0" fmla="*/ 11191 h 681250"/>
              <a:gd name="connsiteX1" fmla="*/ 1501049 w 2816518"/>
              <a:gd name="connsiteY1" fmla="*/ 626123 h 681250"/>
              <a:gd name="connsiteX2" fmla="*/ 2816518 w 2816518"/>
              <a:gd name="connsiteY2" fmla="*/ 549022 h 681250"/>
              <a:gd name="connsiteX0" fmla="*/ 0 w 2816518"/>
              <a:gd name="connsiteY0" fmla="*/ 56251 h 726310"/>
              <a:gd name="connsiteX1" fmla="*/ 1501049 w 2816518"/>
              <a:gd name="connsiteY1" fmla="*/ 671183 h 726310"/>
              <a:gd name="connsiteX2" fmla="*/ 2816518 w 2816518"/>
              <a:gd name="connsiteY2" fmla="*/ 594082 h 726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6518" h="726310">
                <a:moveTo>
                  <a:pt x="0" y="56251"/>
                </a:moveTo>
                <a:cubicBezTo>
                  <a:pt x="673931" y="-215620"/>
                  <a:pt x="1031629" y="581545"/>
                  <a:pt x="1501049" y="671183"/>
                </a:cubicBezTo>
                <a:cubicBezTo>
                  <a:pt x="1970469" y="760821"/>
                  <a:pt x="2199383" y="745265"/>
                  <a:pt x="2816518" y="594082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547E00B-3DF4-C51F-FFF9-8EC4DE91DADB}"/>
              </a:ext>
            </a:extLst>
          </p:cNvPr>
          <p:cNvSpPr/>
          <p:nvPr/>
        </p:nvSpPr>
        <p:spPr>
          <a:xfrm>
            <a:off x="7475897" y="244197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39339470-A7C9-C9A6-877F-FD712C8A738E}"/>
              </a:ext>
            </a:extLst>
          </p:cNvPr>
          <p:cNvSpPr/>
          <p:nvPr/>
        </p:nvSpPr>
        <p:spPr>
          <a:xfrm>
            <a:off x="7520044" y="2586401"/>
            <a:ext cx="2697062" cy="1681679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0 w 5478012"/>
              <a:gd name="connsiteY0" fmla="*/ 0 h 1673603"/>
              <a:gd name="connsiteX1" fmla="*/ 5478012 w 5478012"/>
              <a:gd name="connsiteY1" fmla="*/ 1673603 h 1673603"/>
              <a:gd name="connsiteX0" fmla="*/ 0 w 411062"/>
              <a:gd name="connsiteY0" fmla="*/ 0 h 3145871"/>
              <a:gd name="connsiteX1" fmla="*/ 411062 w 411062"/>
              <a:gd name="connsiteY1" fmla="*/ 3145871 h 3145871"/>
              <a:gd name="connsiteX0" fmla="*/ 0 w 2697062"/>
              <a:gd name="connsiteY0" fmla="*/ 0 h 1661020"/>
              <a:gd name="connsiteX1" fmla="*/ 2697062 w 2697062"/>
              <a:gd name="connsiteY1" fmla="*/ 1661020 h 1661020"/>
              <a:gd name="connsiteX0" fmla="*/ 0 w 2697062"/>
              <a:gd name="connsiteY0" fmla="*/ 0 h 1669972"/>
              <a:gd name="connsiteX1" fmla="*/ 2697062 w 2697062"/>
              <a:gd name="connsiteY1" fmla="*/ 1661020 h 1669972"/>
              <a:gd name="connsiteX0" fmla="*/ 0 w 2697062"/>
              <a:gd name="connsiteY0" fmla="*/ 0 h 1681679"/>
              <a:gd name="connsiteX1" fmla="*/ 2697062 w 2697062"/>
              <a:gd name="connsiteY1" fmla="*/ 1661020 h 1681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062" h="1681679">
                <a:moveTo>
                  <a:pt x="0" y="0"/>
                </a:moveTo>
                <a:cubicBezTo>
                  <a:pt x="123040" y="1350627"/>
                  <a:pt x="1147894" y="1786856"/>
                  <a:pt x="2697062" y="1661020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7F2FF52B-7A70-4848-A049-2D2CD090777F}"/>
              </a:ext>
            </a:extLst>
          </p:cNvPr>
          <p:cNvSpPr/>
          <p:nvPr/>
        </p:nvSpPr>
        <p:spPr>
          <a:xfrm>
            <a:off x="9995919" y="4051762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C4152541-307F-7F0B-B787-51662DF73477}"/>
              </a:ext>
            </a:extLst>
          </p:cNvPr>
          <p:cNvSpPr/>
          <p:nvPr/>
        </p:nvSpPr>
        <p:spPr>
          <a:xfrm>
            <a:off x="10281834" y="3567159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133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9C17FE8-7F78-5DD5-33BF-1C099AF3096F}"/>
              </a:ext>
            </a:extLst>
          </p:cNvPr>
          <p:cNvGrpSpPr/>
          <p:nvPr/>
        </p:nvGrpSpPr>
        <p:grpSpPr>
          <a:xfrm>
            <a:off x="8146258" y="2295653"/>
            <a:ext cx="2669370" cy="1907729"/>
            <a:chOff x="9519713" y="2988597"/>
            <a:chExt cx="1319935" cy="9433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115F952-2CCE-4E95-1C79-3AF53CDF0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7597D89-DE3E-5959-E8E6-80C86126F276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59BDF1-77BD-3AB7-2F5E-A02ADF962770}"/>
              </a:ext>
            </a:extLst>
          </p:cNvPr>
          <p:cNvGrpSpPr/>
          <p:nvPr/>
        </p:nvGrpSpPr>
        <p:grpSpPr>
          <a:xfrm rot="16200000">
            <a:off x="388732" y="2608367"/>
            <a:ext cx="3095687" cy="2470259"/>
            <a:chOff x="436296" y="1927862"/>
            <a:chExt cx="5353797" cy="427215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B1C5195-3ABF-B358-EA40-6878B8FD0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0A8D8B-F612-EE5F-18C0-498BFD8D5250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95C6DB-2979-5B00-620F-24EF88E62620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59A0651-38C6-824E-A04E-5A19AE5E5ABB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73D3CD5-7ED4-E154-4C13-F29763C906FD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920B9CD-1FAB-5404-8F59-E1A0E2A319CC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93BB75-01BA-2325-F262-8342B3CA6E96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47DD3E-ED11-480D-F66C-92E90262A2F2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22EEB09-764C-8A7B-6441-967E8EFE464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09AF6C7-C966-72E1-8933-FBC739C9C6F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B232F96-F198-E3AD-2860-CB4BD1D0D410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BC052BB-C4D4-7C50-2C68-1464C4B2E3E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979B241-C394-1D5A-B3DF-88FF843FCEE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84AAB3C-C6CB-33E5-CFEE-E06AC14723E7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004C9D2-C39C-EAF1-2633-ACA0C6D313D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7DBF793-7F5A-CB36-1D99-3910E2BD440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34B67FA-EF25-6057-0798-FDE5E8FCD77C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51203B2-24C1-E415-D5E1-A1C9419DAEE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0B7E27E-48CB-B014-6211-B268F3B5036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CDDDEB8-4E18-6B9C-1540-EF516F18D3A1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D91B85F-042A-AFC9-F3FD-0CF25A367DD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9F303D33-616F-E46A-4B2F-897195ACA7C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9486BE0-7DD2-DD4B-07F4-509DF1EE6927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C233ABC-0393-F688-32EF-55AB02CDD14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F6D12EF-09F8-B62B-FD10-AD810AE9DAD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F06D425-D451-F685-75EB-815564D570F7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CDAFDAC-BA77-84D4-B361-62961BC8BF7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089A23C-1D96-C0F3-D7D6-F0DA6AEDF1A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D240F28-6DC1-5CB1-5ECB-8478A479F215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22BF035-7295-0288-B729-41EA6BAD03D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6E10A1D-624B-38C4-3260-7730D35B7C2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5560C8C-57E8-8ACE-B4B8-6B9996F82F77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25287A2-7259-2E2C-6FBF-68CDA73AD3D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39E7456-6D72-8420-1DAD-2541FBCDB07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E342F34-9530-2538-BA63-852B0F5922B6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9E54346-B3DC-EDBD-25D6-1D65F79B614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D8E024C-4B54-A681-D720-FA3C312CCEC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71C835A-B4F6-54D2-DEC8-ACF2D2582DD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0C1EA6-8DC5-FF89-7F50-0EF86303DCF5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7C7C7BD-17BD-D328-A429-2E7C1F0252EC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AB6829-7193-2248-1008-8B294C8A8430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005E067-EE7E-9D82-26EC-F04F249C73B2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D668D86-7D06-160A-8BC2-77DA30F0A389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1DD49AD-29CB-65B1-005C-10A2616AEA64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4D8BB4-A41E-3C9B-F5AD-1D5E62E026CA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7B3272F-60B4-EF33-6D32-12E5B3FE21C8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8115BC-F4A5-12D9-2086-B1E13FB0DC4D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2E261CE-5A23-B168-90F7-63D2242AD890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8F9FB4-BBB6-1840-892E-53E39737884D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977C4CD-42D0-EBBF-7A26-6084981A098C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B463086-8E83-168C-46B9-33FF56AFC7DD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D55BA48-FB0C-AE5B-8247-66439E05246E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193CA7D-47DE-E478-5BF4-03FE38E80B01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C591724-241F-2682-1F96-BA22A6A7474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DCC573D-166C-B467-C834-DAD05C14B947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74F2E92-0407-BAF0-4E22-BA6C3856A05D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5B05144-B299-CAAE-798D-4F057E9AE083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32C147C4-2968-4F8C-30AB-7A5DBEE3F25A}"/>
              </a:ext>
            </a:extLst>
          </p:cNvPr>
          <p:cNvSpPr/>
          <p:nvPr/>
        </p:nvSpPr>
        <p:spPr>
          <a:xfrm>
            <a:off x="1923394" y="3031896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8675ACC-EF41-5E08-EAB3-79D273853821}"/>
              </a:ext>
            </a:extLst>
          </p:cNvPr>
          <p:cNvSpPr/>
          <p:nvPr/>
        </p:nvSpPr>
        <p:spPr>
          <a:xfrm>
            <a:off x="2191188" y="3271599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D51EF86-F413-FB58-686F-E36A7EBCBE90}"/>
              </a:ext>
            </a:extLst>
          </p:cNvPr>
          <p:cNvSpPr/>
          <p:nvPr/>
        </p:nvSpPr>
        <p:spPr>
          <a:xfrm>
            <a:off x="2178267" y="3551919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21AC88C3-8DE8-6E7B-D3E4-1BFC75850FD6}"/>
              </a:ext>
            </a:extLst>
          </p:cNvPr>
          <p:cNvSpPr/>
          <p:nvPr/>
        </p:nvSpPr>
        <p:spPr>
          <a:xfrm>
            <a:off x="2305477" y="3272998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CE39F39-6BA4-43C4-6AEB-A8B02EA0431D}"/>
              </a:ext>
            </a:extLst>
          </p:cNvPr>
          <p:cNvSpPr/>
          <p:nvPr/>
        </p:nvSpPr>
        <p:spPr>
          <a:xfrm>
            <a:off x="2301233" y="3550453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ED4A558-DE4F-879E-31BD-BB225DD207C3}"/>
              </a:ext>
            </a:extLst>
          </p:cNvPr>
          <p:cNvSpPr/>
          <p:nvPr/>
        </p:nvSpPr>
        <p:spPr>
          <a:xfrm>
            <a:off x="2039536" y="2714068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3423E7-B825-5523-92A5-CE63292A2048}"/>
              </a:ext>
            </a:extLst>
          </p:cNvPr>
          <p:cNvGrpSpPr/>
          <p:nvPr/>
        </p:nvGrpSpPr>
        <p:grpSpPr>
          <a:xfrm rot="1056694">
            <a:off x="6633002" y="3707090"/>
            <a:ext cx="550143" cy="184758"/>
            <a:chOff x="7629989" y="5236460"/>
            <a:chExt cx="1027147" cy="34495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DE8C7C5-2868-9103-B652-B3D3D776FA40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A8375A8-6D4C-47B4-CDA9-02741C6F44CC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021DD4-CD60-0CD3-389D-F9A185E63B41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2C3E78-6B1A-2E65-FE7A-10F1781216A6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588F406-090A-FA09-E03F-81E9CAECB8B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9FEE5-B152-4D19-C60D-75ADFAE293E6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C012CD-081A-FDA3-E1FB-5D3697310AD0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4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74526D22-06C8-2E4E-F512-9E78B948FBBD}"/>
              </a:ext>
            </a:extLst>
          </p:cNvPr>
          <p:cNvSpPr/>
          <p:nvPr/>
        </p:nvSpPr>
        <p:spPr>
          <a:xfrm>
            <a:off x="4500694" y="1765883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EC6D9724-AB13-BA0E-5CFB-7E042055F8F8}"/>
              </a:ext>
            </a:extLst>
          </p:cNvPr>
          <p:cNvSpPr/>
          <p:nvPr/>
        </p:nvSpPr>
        <p:spPr>
          <a:xfrm>
            <a:off x="4739780" y="2030136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68C335C7-0C21-CB0D-13A9-06F43C142043}"/>
              </a:ext>
            </a:extLst>
          </p:cNvPr>
          <p:cNvSpPr/>
          <p:nvPr/>
        </p:nvSpPr>
        <p:spPr>
          <a:xfrm>
            <a:off x="4815281" y="2034330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82AFB5AB-0106-7110-5992-738A57BB5715}"/>
              </a:ext>
            </a:extLst>
          </p:cNvPr>
          <p:cNvSpPr/>
          <p:nvPr/>
        </p:nvSpPr>
        <p:spPr>
          <a:xfrm>
            <a:off x="4878198" y="2034330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0BC56AC-D755-D2A7-A39B-B923D079F3EA}"/>
              </a:ext>
            </a:extLst>
          </p:cNvPr>
          <p:cNvSpPr/>
          <p:nvPr/>
        </p:nvSpPr>
        <p:spPr>
          <a:xfrm>
            <a:off x="4949505" y="2034330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D74F6C49-FEF9-4506-D109-6ADDA894FE22}"/>
              </a:ext>
            </a:extLst>
          </p:cNvPr>
          <p:cNvSpPr/>
          <p:nvPr/>
        </p:nvSpPr>
        <p:spPr>
          <a:xfrm>
            <a:off x="5738070" y="2034330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DC9A794C-1788-F991-CACD-65DA3EE96C4F}"/>
              </a:ext>
            </a:extLst>
          </p:cNvPr>
          <p:cNvSpPr/>
          <p:nvPr/>
        </p:nvSpPr>
        <p:spPr>
          <a:xfrm>
            <a:off x="5641596" y="2021747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8CDDD48D-8A76-51CB-DD86-EA74BE6618B3}"/>
              </a:ext>
            </a:extLst>
          </p:cNvPr>
          <p:cNvSpPr/>
          <p:nvPr/>
        </p:nvSpPr>
        <p:spPr>
          <a:xfrm>
            <a:off x="5452806" y="2026782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AC88CF1-CB2E-4EAD-5DBB-E539CAF214CB}"/>
              </a:ext>
            </a:extLst>
          </p:cNvPr>
          <p:cNvSpPr/>
          <p:nvPr/>
        </p:nvSpPr>
        <p:spPr>
          <a:xfrm>
            <a:off x="5134062" y="2030136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210B64-E7FF-980F-D847-94A305D66606}"/>
              </a:ext>
            </a:extLst>
          </p:cNvPr>
          <p:cNvGrpSpPr/>
          <p:nvPr/>
        </p:nvGrpSpPr>
        <p:grpSpPr>
          <a:xfrm>
            <a:off x="4999845" y="2435128"/>
            <a:ext cx="255090" cy="255090"/>
            <a:chOff x="2766747" y="2052494"/>
            <a:chExt cx="255090" cy="25509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725D4D4-7761-4C49-55A6-CFD08D24FD1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CB20A7-4E57-2DFE-CD27-7764764CD49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9DD0036-C0E5-6217-EED8-2027741334B4}"/>
              </a:ext>
            </a:extLst>
          </p:cNvPr>
          <p:cNvGrpSpPr/>
          <p:nvPr/>
        </p:nvGrpSpPr>
        <p:grpSpPr>
          <a:xfrm>
            <a:off x="5320566" y="2435128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64C30A7-E731-5662-D2BF-65D9F5B571D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102AF5A-73F2-BE42-C3D3-D59C50257E5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0B40E38-2F42-7D4B-A3CD-EFB77050CD33}"/>
              </a:ext>
            </a:extLst>
          </p:cNvPr>
          <p:cNvGrpSpPr/>
          <p:nvPr/>
        </p:nvGrpSpPr>
        <p:grpSpPr>
          <a:xfrm>
            <a:off x="5641287" y="2435128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57F04C48-2E18-4033-AB02-E5DBEDCE831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FD6F392-515C-020B-367D-86534AD400C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A4C7333-D0BD-F86D-7201-0318F7009E5C}"/>
              </a:ext>
            </a:extLst>
          </p:cNvPr>
          <p:cNvGrpSpPr/>
          <p:nvPr/>
        </p:nvGrpSpPr>
        <p:grpSpPr>
          <a:xfrm>
            <a:off x="5962008" y="2435128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593EEB8-B127-6CEE-0BA4-AA0FD8CEDC6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946E12B-240B-A26D-C581-33DF1CCAEAC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959F99E-C144-9397-AC78-847C91D54A1B}"/>
              </a:ext>
            </a:extLst>
          </p:cNvPr>
          <p:cNvGrpSpPr/>
          <p:nvPr/>
        </p:nvGrpSpPr>
        <p:grpSpPr>
          <a:xfrm>
            <a:off x="4999845" y="2755850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6F35B398-7623-4EA2-A4D9-B21AEDF3D69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3451F78-1B80-9323-C817-0DCFE4452C5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73539B4-8A73-BE63-A0BF-F68C15B2682E}"/>
              </a:ext>
            </a:extLst>
          </p:cNvPr>
          <p:cNvGrpSpPr/>
          <p:nvPr/>
        </p:nvGrpSpPr>
        <p:grpSpPr>
          <a:xfrm>
            <a:off x="5320566" y="2755850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1B95BA81-1C43-A078-83B9-975A9A199D8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C58AF42-A050-35CE-6EBB-942939FC25F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C82D72D-B985-9D47-B4AE-AD0C35E4A5AF}"/>
              </a:ext>
            </a:extLst>
          </p:cNvPr>
          <p:cNvGrpSpPr/>
          <p:nvPr/>
        </p:nvGrpSpPr>
        <p:grpSpPr>
          <a:xfrm>
            <a:off x="5641287" y="2755850"/>
            <a:ext cx="255090" cy="255090"/>
            <a:chOff x="2766747" y="2052494"/>
            <a:chExt cx="255090" cy="25509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00C4B026-E1A7-9358-D2A1-4E62A7F2140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8CB7B65-21F3-D6F1-9971-82D7CAB573A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349CA0-6975-CD1D-1DAF-949D9C474FFF}"/>
              </a:ext>
            </a:extLst>
          </p:cNvPr>
          <p:cNvGrpSpPr/>
          <p:nvPr/>
        </p:nvGrpSpPr>
        <p:grpSpPr>
          <a:xfrm>
            <a:off x="5962008" y="2755850"/>
            <a:ext cx="255090" cy="255090"/>
            <a:chOff x="2766747" y="2052494"/>
            <a:chExt cx="255090" cy="255090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3E1C92F9-6339-256E-DD8F-7BE4A189386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FDF2BE5-86E0-39C9-1890-8B056BC3505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E29687-DA1B-2F17-175A-F70097D11415}"/>
              </a:ext>
            </a:extLst>
          </p:cNvPr>
          <p:cNvGrpSpPr/>
          <p:nvPr/>
        </p:nvGrpSpPr>
        <p:grpSpPr>
          <a:xfrm>
            <a:off x="4999845" y="3076572"/>
            <a:ext cx="255090" cy="255090"/>
            <a:chOff x="2766747" y="2052494"/>
            <a:chExt cx="255090" cy="255090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A10E1DF-4B4F-2171-509C-92B15A15A7D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2DD9BF9-F5C3-F496-FB6A-DB6FE1EF846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6C720CA-95FB-C76F-A3CC-41777D25F54E}"/>
              </a:ext>
            </a:extLst>
          </p:cNvPr>
          <p:cNvGrpSpPr/>
          <p:nvPr/>
        </p:nvGrpSpPr>
        <p:grpSpPr>
          <a:xfrm>
            <a:off x="5320566" y="3076572"/>
            <a:ext cx="255090" cy="255090"/>
            <a:chOff x="2766747" y="2052494"/>
            <a:chExt cx="255090" cy="255090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9B67930-AE79-FEE5-7A50-D34E6CB9A71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344C0D2-17B8-E31D-95A2-3FB62B7E301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6E99D23-8617-6C2E-FA39-AC00E7915684}"/>
              </a:ext>
            </a:extLst>
          </p:cNvPr>
          <p:cNvGrpSpPr/>
          <p:nvPr/>
        </p:nvGrpSpPr>
        <p:grpSpPr>
          <a:xfrm>
            <a:off x="5641287" y="3076572"/>
            <a:ext cx="255090" cy="255090"/>
            <a:chOff x="2766747" y="2052494"/>
            <a:chExt cx="255090" cy="255090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9BC6D7D-238F-7107-7DDD-757317BCC99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58A07EF-EC64-F211-0714-264D68B6B6A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17CAAC-806C-5196-54C5-73EE55A04766}"/>
              </a:ext>
            </a:extLst>
          </p:cNvPr>
          <p:cNvGrpSpPr/>
          <p:nvPr/>
        </p:nvGrpSpPr>
        <p:grpSpPr>
          <a:xfrm>
            <a:off x="5962008" y="3076572"/>
            <a:ext cx="255090" cy="255090"/>
            <a:chOff x="2766747" y="2052494"/>
            <a:chExt cx="255090" cy="255090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FE56BB75-9DDB-AE28-1E19-9A14B5112C1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01F83A1-9F13-0A1F-8EB4-B23117A0AB6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A8FE919-3C1B-F18E-E9DE-5F20436E1E96}"/>
              </a:ext>
            </a:extLst>
          </p:cNvPr>
          <p:cNvGrpSpPr/>
          <p:nvPr/>
        </p:nvGrpSpPr>
        <p:grpSpPr>
          <a:xfrm>
            <a:off x="4999845" y="3397294"/>
            <a:ext cx="255090" cy="255090"/>
            <a:chOff x="2766747" y="2052494"/>
            <a:chExt cx="255090" cy="255090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6D07268-2573-4744-5844-57F702D4130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942B78B-B987-5432-1D0A-7D167079E6E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445C733-4273-E025-C6BA-14B38948A5FC}"/>
              </a:ext>
            </a:extLst>
          </p:cNvPr>
          <p:cNvGrpSpPr/>
          <p:nvPr/>
        </p:nvGrpSpPr>
        <p:grpSpPr>
          <a:xfrm>
            <a:off x="5320566" y="3397294"/>
            <a:ext cx="255090" cy="255090"/>
            <a:chOff x="2766747" y="2052494"/>
            <a:chExt cx="255090" cy="255090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19CE0947-50B6-4173-3DEF-465DF69B45F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6E42B50-2CB8-0B06-AD17-5AC4012EC67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0E152C6-7A8C-256E-4AF2-7F710DE50CBD}"/>
              </a:ext>
            </a:extLst>
          </p:cNvPr>
          <p:cNvGrpSpPr/>
          <p:nvPr/>
        </p:nvGrpSpPr>
        <p:grpSpPr>
          <a:xfrm>
            <a:off x="5641287" y="3397294"/>
            <a:ext cx="255090" cy="255090"/>
            <a:chOff x="2766747" y="2052494"/>
            <a:chExt cx="255090" cy="255090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6D6F2356-1B2A-002A-4ED7-2A5DC543914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2F23ED8-8D88-9570-8345-EF8496D8D10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B0CA521-FEBD-7472-5A7A-2CF7C8E6078B}"/>
              </a:ext>
            </a:extLst>
          </p:cNvPr>
          <p:cNvGrpSpPr/>
          <p:nvPr/>
        </p:nvGrpSpPr>
        <p:grpSpPr>
          <a:xfrm>
            <a:off x="5962008" y="3397294"/>
            <a:ext cx="255090" cy="255090"/>
            <a:chOff x="2766747" y="2052494"/>
            <a:chExt cx="255090" cy="255090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9792C276-8885-0AC6-3E8D-4AED130557C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DFF9E28E-8327-27CA-76ED-5576556A760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DD1FBFA-CAD4-B996-12AC-F6A25C5D8A4A}"/>
              </a:ext>
            </a:extLst>
          </p:cNvPr>
          <p:cNvGrpSpPr/>
          <p:nvPr/>
        </p:nvGrpSpPr>
        <p:grpSpPr>
          <a:xfrm>
            <a:off x="5192705" y="1963023"/>
            <a:ext cx="815362" cy="138419"/>
            <a:chOff x="5146646" y="1950440"/>
            <a:chExt cx="815362" cy="138419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64A5285A-2364-60E9-2A7B-9F3DBB3BEC40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8D2A142-4D4D-2306-44D1-7B4FCF1251D4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104A7E8-3FAE-DCEE-0C79-B15005DFED9B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99F4F34-64E1-1CCE-F913-876CFC487350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0251A8D-8D0D-B1D6-B8AD-99CA05D11636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2BEF77C-2DCC-DF20-6438-F30FC83BDE94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5980F16-C36B-2275-AA05-95432A693FFF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C40B2BB-1783-ECE3-992D-48043DF8BD1C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03B67E5-BAA5-CBA9-3F16-8DF5D86E607B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2DE8E5C9-46A7-3B6E-3826-A847E1374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24" y="1833600"/>
            <a:ext cx="1797439" cy="199956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0A6B31FB-CF2B-F0E1-993D-CC38C8F39E6D}"/>
              </a:ext>
            </a:extLst>
          </p:cNvPr>
          <p:cNvSpPr txBox="1"/>
          <p:nvPr/>
        </p:nvSpPr>
        <p:spPr>
          <a:xfrm>
            <a:off x="4945605" y="1800187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9690506-D1B1-1B54-0DC5-C95B21BD35D1}"/>
              </a:ext>
            </a:extLst>
          </p:cNvPr>
          <p:cNvSpPr txBox="1"/>
          <p:nvPr/>
        </p:nvSpPr>
        <p:spPr>
          <a:xfrm>
            <a:off x="4931142" y="256743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E7C5BF0-58D5-0E5D-065A-2BC5895B1F86}"/>
              </a:ext>
            </a:extLst>
          </p:cNvPr>
          <p:cNvSpPr txBox="1"/>
          <p:nvPr/>
        </p:nvSpPr>
        <p:spPr>
          <a:xfrm>
            <a:off x="5253199" y="256850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95114EC-04AB-158D-461D-F43AC5E7A281}"/>
              </a:ext>
            </a:extLst>
          </p:cNvPr>
          <p:cNvSpPr txBox="1"/>
          <p:nvPr/>
        </p:nvSpPr>
        <p:spPr>
          <a:xfrm>
            <a:off x="5575256" y="2569568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8D10BE-1AE9-7DD2-64B2-9300F87BF4B0}"/>
              </a:ext>
            </a:extLst>
          </p:cNvPr>
          <p:cNvSpPr txBox="1"/>
          <p:nvPr/>
        </p:nvSpPr>
        <p:spPr>
          <a:xfrm>
            <a:off x="5897313" y="257063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A7D5C87-31C2-8CEA-B36F-78771803B04B}"/>
              </a:ext>
            </a:extLst>
          </p:cNvPr>
          <p:cNvSpPr txBox="1"/>
          <p:nvPr/>
        </p:nvSpPr>
        <p:spPr>
          <a:xfrm>
            <a:off x="4931142" y="286991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D47AD36-E932-E5FC-82F0-2E168509E94C}"/>
              </a:ext>
            </a:extLst>
          </p:cNvPr>
          <p:cNvSpPr txBox="1"/>
          <p:nvPr/>
        </p:nvSpPr>
        <p:spPr>
          <a:xfrm>
            <a:off x="5253199" y="287097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C8486C2-053D-17FF-C83B-3321C0B652A8}"/>
              </a:ext>
            </a:extLst>
          </p:cNvPr>
          <p:cNvSpPr txBox="1"/>
          <p:nvPr/>
        </p:nvSpPr>
        <p:spPr>
          <a:xfrm>
            <a:off x="5575256" y="287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3D0996-FBDF-58FE-B6AC-A0748FD93327}"/>
              </a:ext>
            </a:extLst>
          </p:cNvPr>
          <p:cNvSpPr txBox="1"/>
          <p:nvPr/>
        </p:nvSpPr>
        <p:spPr>
          <a:xfrm>
            <a:off x="5897313" y="2873108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FBC4DF2-6033-331B-52B4-62A7A218E020}"/>
              </a:ext>
            </a:extLst>
          </p:cNvPr>
          <p:cNvSpPr txBox="1"/>
          <p:nvPr/>
        </p:nvSpPr>
        <p:spPr>
          <a:xfrm>
            <a:off x="4930206" y="319550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DD04E1B-25AA-5D15-6AB3-91701743D89A}"/>
              </a:ext>
            </a:extLst>
          </p:cNvPr>
          <p:cNvSpPr txBox="1"/>
          <p:nvPr/>
        </p:nvSpPr>
        <p:spPr>
          <a:xfrm>
            <a:off x="5252263" y="319657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75860C7-C4D5-D939-49D0-49E93E3DDA40}"/>
              </a:ext>
            </a:extLst>
          </p:cNvPr>
          <p:cNvSpPr txBox="1"/>
          <p:nvPr/>
        </p:nvSpPr>
        <p:spPr>
          <a:xfrm>
            <a:off x="5574320" y="3197638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5B47EA5-B079-00E8-99E9-052263F60E36}"/>
              </a:ext>
            </a:extLst>
          </p:cNvPr>
          <p:cNvSpPr txBox="1"/>
          <p:nvPr/>
        </p:nvSpPr>
        <p:spPr>
          <a:xfrm>
            <a:off x="5896377" y="3198704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0CDF4E5-BBFC-34EC-AB65-25980D2CB112}"/>
              </a:ext>
            </a:extLst>
          </p:cNvPr>
          <p:cNvSpPr txBox="1"/>
          <p:nvPr/>
        </p:nvSpPr>
        <p:spPr>
          <a:xfrm>
            <a:off x="4929270" y="3521102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9C8382D-C520-EB4E-0939-C2DBDD8020DC}"/>
              </a:ext>
            </a:extLst>
          </p:cNvPr>
          <p:cNvSpPr txBox="1"/>
          <p:nvPr/>
        </p:nvSpPr>
        <p:spPr>
          <a:xfrm>
            <a:off x="5251327" y="3522168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475AE46-9038-F624-8C22-2C43A5F342B9}"/>
              </a:ext>
            </a:extLst>
          </p:cNvPr>
          <p:cNvSpPr txBox="1"/>
          <p:nvPr/>
        </p:nvSpPr>
        <p:spPr>
          <a:xfrm>
            <a:off x="5573384" y="3523234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DD37F8F-DBEE-0E2A-F05C-BD5BAEE4376E}"/>
              </a:ext>
            </a:extLst>
          </p:cNvPr>
          <p:cNvSpPr txBox="1"/>
          <p:nvPr/>
        </p:nvSpPr>
        <p:spPr>
          <a:xfrm>
            <a:off x="5895441" y="3524300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</p:spTree>
    <p:extLst>
      <p:ext uri="{BB962C8B-B14F-4D97-AF65-F5344CB8AC3E}">
        <p14:creationId xmlns:p14="http://schemas.microsoft.com/office/powerpoint/2010/main" val="194169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monitor with a screen&#10;&#10;AI-generated content may be incorrect.">
            <a:extLst>
              <a:ext uri="{FF2B5EF4-FFF2-40B4-BE49-F238E27FC236}">
                <a16:creationId xmlns:a16="http://schemas.microsoft.com/office/drawing/2014/main" id="{1D2593C7-EDF5-274E-6FE3-B54BB4FC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773" y="-396595"/>
            <a:ext cx="10551751" cy="765118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AED0D6-1CDF-A3A4-4784-76EB5BCA8DC6}"/>
              </a:ext>
            </a:extLst>
          </p:cNvPr>
          <p:cNvGrpSpPr/>
          <p:nvPr/>
        </p:nvGrpSpPr>
        <p:grpSpPr>
          <a:xfrm>
            <a:off x="8180018" y="1272869"/>
            <a:ext cx="2613152" cy="2576185"/>
            <a:chOff x="7282215" y="1160746"/>
            <a:chExt cx="2613152" cy="25761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5D0CD1E-180D-560C-9148-8ED1E599D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2216" y="1560428"/>
              <a:ext cx="2613151" cy="217650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EF0CB0-08C2-4BB4-9048-F7386D7BF69D}"/>
                </a:ext>
              </a:extLst>
            </p:cNvPr>
            <p:cNvSpPr/>
            <p:nvPr/>
          </p:nvSpPr>
          <p:spPr>
            <a:xfrm>
              <a:off x="7282215" y="1202499"/>
              <a:ext cx="2613151" cy="3579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D37AF2-50B9-4642-B678-20C9C97B668B}"/>
                </a:ext>
              </a:extLst>
            </p:cNvPr>
            <p:cNvSpPr txBox="1"/>
            <p:nvPr/>
          </p:nvSpPr>
          <p:spPr>
            <a:xfrm>
              <a:off x="7552288" y="1160746"/>
              <a:ext cx="2073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>
                  <a:solidFill>
                    <a:schemeClr val="bg1"/>
                  </a:solidFill>
                </a:rPr>
                <a:t>Visual Studio Code</a:t>
              </a:r>
              <a:endParaRPr lang="LID4096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6CAB061-61C8-0467-764E-B1839BF4DBE1}"/>
              </a:ext>
            </a:extLst>
          </p:cNvPr>
          <p:cNvSpPr/>
          <p:nvPr/>
        </p:nvSpPr>
        <p:spPr>
          <a:xfrm>
            <a:off x="5777109" y="1579757"/>
            <a:ext cx="1500618" cy="3579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613DB-BB50-0DED-940C-CE9A8956B064}"/>
              </a:ext>
            </a:extLst>
          </p:cNvPr>
          <p:cNvSpPr txBox="1"/>
          <p:nvPr/>
        </p:nvSpPr>
        <p:spPr>
          <a:xfrm>
            <a:off x="5930398" y="1574056"/>
            <a:ext cx="119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bg1"/>
                </a:solidFill>
              </a:rPr>
              <a:t>SimServer</a:t>
            </a:r>
            <a:endParaRPr lang="LID4096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3FAAF6-0AD0-7044-AB2F-738064A14F48}"/>
              </a:ext>
            </a:extLst>
          </p:cNvPr>
          <p:cNvSpPr/>
          <p:nvPr/>
        </p:nvSpPr>
        <p:spPr>
          <a:xfrm>
            <a:off x="5777109" y="3101670"/>
            <a:ext cx="1500618" cy="3579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C88923-A9E3-C54E-335E-0696F308F3DC}"/>
              </a:ext>
            </a:extLst>
          </p:cNvPr>
          <p:cNvSpPr txBox="1"/>
          <p:nvPr/>
        </p:nvSpPr>
        <p:spPr>
          <a:xfrm>
            <a:off x="5963801" y="3107371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bg1"/>
                </a:solidFill>
              </a:rPr>
              <a:t>OpenOCD</a:t>
            </a:r>
            <a:endParaRPr lang="LID4096">
              <a:solidFill>
                <a:schemeClr val="bg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492D0D-A5B8-F012-B887-7E0685452B91}"/>
              </a:ext>
            </a:extLst>
          </p:cNvPr>
          <p:cNvSpPr/>
          <p:nvPr/>
        </p:nvSpPr>
        <p:spPr>
          <a:xfrm>
            <a:off x="6442658" y="1982676"/>
            <a:ext cx="1661786" cy="1077239"/>
          </a:xfrm>
          <a:custGeom>
            <a:avLst/>
            <a:gdLst>
              <a:gd name="connsiteX0" fmla="*/ 1515649 w 1661786"/>
              <a:gd name="connsiteY0" fmla="*/ 396658 h 1077239"/>
              <a:gd name="connsiteX1" fmla="*/ 392482 w 1661786"/>
              <a:gd name="connsiteY1" fmla="*/ 405009 h 1077239"/>
              <a:gd name="connsiteX2" fmla="*/ 329852 w 1661786"/>
              <a:gd name="connsiteY2" fmla="*/ 409184 h 1077239"/>
              <a:gd name="connsiteX3" fmla="*/ 283923 w 1661786"/>
              <a:gd name="connsiteY3" fmla="*/ 396658 h 1077239"/>
              <a:gd name="connsiteX4" fmla="*/ 242170 w 1661786"/>
              <a:gd name="connsiteY4" fmla="*/ 354905 h 1077239"/>
              <a:gd name="connsiteX5" fmla="*/ 225468 w 1661786"/>
              <a:gd name="connsiteY5" fmla="*/ 338203 h 1077239"/>
              <a:gd name="connsiteX6" fmla="*/ 221293 w 1661786"/>
              <a:gd name="connsiteY6" fmla="*/ 296450 h 1077239"/>
              <a:gd name="connsiteX7" fmla="*/ 208767 w 1661786"/>
              <a:gd name="connsiteY7" fmla="*/ 187891 h 1077239"/>
              <a:gd name="connsiteX8" fmla="*/ 271397 w 1661786"/>
              <a:gd name="connsiteY8" fmla="*/ 187891 h 1077239"/>
              <a:gd name="connsiteX9" fmla="*/ 133611 w 1661786"/>
              <a:gd name="connsiteY9" fmla="*/ 0 h 1077239"/>
              <a:gd name="connsiteX10" fmla="*/ 0 w 1661786"/>
              <a:gd name="connsiteY10" fmla="*/ 192066 h 1077239"/>
              <a:gd name="connsiteX11" fmla="*/ 79331 w 1661786"/>
              <a:gd name="connsiteY11" fmla="*/ 200417 h 1077239"/>
              <a:gd name="connsiteX12" fmla="*/ 83507 w 1661786"/>
              <a:gd name="connsiteY12" fmla="*/ 864296 h 1077239"/>
              <a:gd name="connsiteX13" fmla="*/ 8350 w 1661786"/>
              <a:gd name="connsiteY13" fmla="*/ 864296 h 1077239"/>
              <a:gd name="connsiteX14" fmla="*/ 133611 w 1661786"/>
              <a:gd name="connsiteY14" fmla="*/ 1077239 h 1077239"/>
              <a:gd name="connsiteX15" fmla="*/ 283923 w 1661786"/>
              <a:gd name="connsiteY15" fmla="*/ 847595 h 1077239"/>
              <a:gd name="connsiteX16" fmla="*/ 212942 w 1661786"/>
              <a:gd name="connsiteY16" fmla="*/ 839244 h 1077239"/>
              <a:gd name="connsiteX17" fmla="*/ 221293 w 1661786"/>
              <a:gd name="connsiteY17" fmla="*/ 626302 h 1077239"/>
              <a:gd name="connsiteX18" fmla="*/ 242170 w 1661786"/>
              <a:gd name="connsiteY18" fmla="*/ 572022 h 1077239"/>
              <a:gd name="connsiteX19" fmla="*/ 250520 w 1661786"/>
              <a:gd name="connsiteY19" fmla="*/ 559496 h 1077239"/>
              <a:gd name="connsiteX20" fmla="*/ 279748 w 1661786"/>
              <a:gd name="connsiteY20" fmla="*/ 551146 h 1077239"/>
              <a:gd name="connsiteX21" fmla="*/ 300624 w 1661786"/>
              <a:gd name="connsiteY21" fmla="*/ 534444 h 1077239"/>
              <a:gd name="connsiteX22" fmla="*/ 1507298 w 1661786"/>
              <a:gd name="connsiteY22" fmla="*/ 530269 h 1077239"/>
              <a:gd name="connsiteX23" fmla="*/ 1507298 w 1661786"/>
              <a:gd name="connsiteY23" fmla="*/ 597074 h 1077239"/>
              <a:gd name="connsiteX24" fmla="*/ 1661786 w 1661786"/>
              <a:gd name="connsiteY24" fmla="*/ 459288 h 1077239"/>
              <a:gd name="connsiteX25" fmla="*/ 1519824 w 1661786"/>
              <a:gd name="connsiteY25" fmla="*/ 321502 h 1077239"/>
              <a:gd name="connsiteX26" fmla="*/ 1515649 w 1661786"/>
              <a:gd name="connsiteY26" fmla="*/ 396658 h 107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61786" h="1077239">
                <a:moveTo>
                  <a:pt x="1515649" y="396658"/>
                </a:moveTo>
                <a:lnTo>
                  <a:pt x="392482" y="405009"/>
                </a:lnTo>
                <a:lnTo>
                  <a:pt x="329852" y="409184"/>
                </a:lnTo>
                <a:cubicBezTo>
                  <a:pt x="314542" y="405009"/>
                  <a:pt x="298657" y="402552"/>
                  <a:pt x="283923" y="396658"/>
                </a:cubicBezTo>
                <a:cubicBezTo>
                  <a:pt x="268913" y="390654"/>
                  <a:pt x="249705" y="363193"/>
                  <a:pt x="242170" y="354905"/>
                </a:cubicBezTo>
                <a:cubicBezTo>
                  <a:pt x="236874" y="349079"/>
                  <a:pt x="231035" y="343770"/>
                  <a:pt x="225468" y="338203"/>
                </a:cubicBezTo>
                <a:cubicBezTo>
                  <a:pt x="219268" y="313401"/>
                  <a:pt x="221293" y="327240"/>
                  <a:pt x="221293" y="296450"/>
                </a:cubicBezTo>
                <a:lnTo>
                  <a:pt x="208767" y="187891"/>
                </a:lnTo>
                <a:lnTo>
                  <a:pt x="271397" y="187891"/>
                </a:lnTo>
                <a:lnTo>
                  <a:pt x="133611" y="0"/>
                </a:lnTo>
                <a:lnTo>
                  <a:pt x="0" y="192066"/>
                </a:lnTo>
                <a:lnTo>
                  <a:pt x="79331" y="200417"/>
                </a:lnTo>
                <a:lnTo>
                  <a:pt x="83507" y="864296"/>
                </a:lnTo>
                <a:lnTo>
                  <a:pt x="8350" y="864296"/>
                </a:lnTo>
                <a:lnTo>
                  <a:pt x="133611" y="1077239"/>
                </a:lnTo>
                <a:lnTo>
                  <a:pt x="283923" y="847595"/>
                </a:lnTo>
                <a:lnTo>
                  <a:pt x="212942" y="839244"/>
                </a:lnTo>
                <a:lnTo>
                  <a:pt x="221293" y="626302"/>
                </a:lnTo>
                <a:cubicBezTo>
                  <a:pt x="227718" y="562049"/>
                  <a:pt x="213503" y="600689"/>
                  <a:pt x="242170" y="572022"/>
                </a:cubicBezTo>
                <a:cubicBezTo>
                  <a:pt x="245718" y="568474"/>
                  <a:pt x="246133" y="561933"/>
                  <a:pt x="250520" y="559496"/>
                </a:cubicBezTo>
                <a:cubicBezTo>
                  <a:pt x="259377" y="554575"/>
                  <a:pt x="279748" y="551146"/>
                  <a:pt x="279748" y="551146"/>
                </a:cubicBezTo>
                <a:lnTo>
                  <a:pt x="300624" y="534444"/>
                </a:lnTo>
                <a:lnTo>
                  <a:pt x="1507298" y="530269"/>
                </a:lnTo>
                <a:lnTo>
                  <a:pt x="1507298" y="597074"/>
                </a:lnTo>
                <a:lnTo>
                  <a:pt x="1661786" y="459288"/>
                </a:lnTo>
                <a:lnTo>
                  <a:pt x="1519824" y="321502"/>
                </a:lnTo>
                <a:lnTo>
                  <a:pt x="1515649" y="39665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56BA7C-063C-2253-ACCB-CFF87676C1C9}"/>
              </a:ext>
            </a:extLst>
          </p:cNvPr>
          <p:cNvSpPr txBox="1"/>
          <p:nvPr/>
        </p:nvSpPr>
        <p:spPr>
          <a:xfrm>
            <a:off x="7129381" y="2514469"/>
            <a:ext cx="654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1"/>
              <a:t>GDB</a:t>
            </a:r>
            <a:endParaRPr lang="LID4096" b="1"/>
          </a:p>
        </p:txBody>
      </p:sp>
      <p:pic>
        <p:nvPicPr>
          <p:cNvPr id="2" name="Picture 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3A5E27BC-F675-43F5-129B-599A01567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55629">
            <a:off x="-981567" y="1524913"/>
            <a:ext cx="5236475" cy="26334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005A6B-BACD-4DA2-55F8-BB76E985FDB7}"/>
              </a:ext>
            </a:extLst>
          </p:cNvPr>
          <p:cNvSpPr/>
          <p:nvPr/>
        </p:nvSpPr>
        <p:spPr>
          <a:xfrm rot="21297984">
            <a:off x="1417466" y="5467349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7C8FD6-BE29-28AB-BD3F-9EE86338778B}"/>
              </a:ext>
            </a:extLst>
          </p:cNvPr>
          <p:cNvSpPr/>
          <p:nvPr/>
        </p:nvSpPr>
        <p:spPr>
          <a:xfrm rot="5104477">
            <a:off x="5441779" y="5467348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38379B-58F9-CF60-56E2-C0429EE9F865}"/>
              </a:ext>
            </a:extLst>
          </p:cNvPr>
          <p:cNvSpPr/>
          <p:nvPr/>
        </p:nvSpPr>
        <p:spPr>
          <a:xfrm>
            <a:off x="1614488" y="5729288"/>
            <a:ext cx="3738562" cy="928749"/>
          </a:xfrm>
          <a:custGeom>
            <a:avLst/>
            <a:gdLst>
              <a:gd name="connsiteX0" fmla="*/ 3738562 w 3738562"/>
              <a:gd name="connsiteY0" fmla="*/ 0 h 928749"/>
              <a:gd name="connsiteX1" fmla="*/ 2976562 w 3738562"/>
              <a:gd name="connsiteY1" fmla="*/ 233362 h 928749"/>
              <a:gd name="connsiteX2" fmla="*/ 2376487 w 3738562"/>
              <a:gd name="connsiteY2" fmla="*/ 776287 h 928749"/>
              <a:gd name="connsiteX3" fmla="*/ 452437 w 3738562"/>
              <a:gd name="connsiteY3" fmla="*/ 890587 h 928749"/>
              <a:gd name="connsiteX4" fmla="*/ 0 w 3738562"/>
              <a:gd name="connsiteY4" fmla="*/ 204787 h 9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8562" h="928749">
                <a:moveTo>
                  <a:pt x="3738562" y="0"/>
                </a:moveTo>
                <a:cubicBezTo>
                  <a:pt x="3471068" y="51990"/>
                  <a:pt x="3203574" y="103981"/>
                  <a:pt x="2976562" y="233362"/>
                </a:cubicBezTo>
                <a:cubicBezTo>
                  <a:pt x="2749549" y="362743"/>
                  <a:pt x="2797174" y="666750"/>
                  <a:pt x="2376487" y="776287"/>
                </a:cubicBezTo>
                <a:cubicBezTo>
                  <a:pt x="1955800" y="885824"/>
                  <a:pt x="848518" y="985837"/>
                  <a:pt x="452437" y="890587"/>
                </a:cubicBezTo>
                <a:cubicBezTo>
                  <a:pt x="56356" y="795337"/>
                  <a:pt x="28178" y="500062"/>
                  <a:pt x="0" y="204787"/>
                </a:cubicBezTo>
              </a:path>
            </a:pathLst>
          </a:cu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085515-92E2-ABBC-FA58-82302DF4FEBD}"/>
              </a:ext>
            </a:extLst>
          </p:cNvPr>
          <p:cNvSpPr txBox="1"/>
          <p:nvPr/>
        </p:nvSpPr>
        <p:spPr>
          <a:xfrm>
            <a:off x="2933618" y="6157782"/>
            <a:ext cx="654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1"/>
              <a:t>USB</a:t>
            </a:r>
            <a:endParaRPr lang="LID4096" b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05F7DDA-7E2A-D2C0-0DC4-C31F34F5F780}"/>
              </a:ext>
            </a:extLst>
          </p:cNvPr>
          <p:cNvSpPr/>
          <p:nvPr/>
        </p:nvSpPr>
        <p:spPr>
          <a:xfrm>
            <a:off x="5777110" y="3429000"/>
            <a:ext cx="1002028" cy="2286000"/>
          </a:xfrm>
          <a:custGeom>
            <a:avLst/>
            <a:gdLst>
              <a:gd name="csX0" fmla="*/ 988111 w 1002028"/>
              <a:gd name="csY0" fmla="*/ 0 h 2286000"/>
              <a:gd name="csX1" fmla="*/ 1002028 w 1002028"/>
              <a:gd name="csY1" fmla="*/ 2286000 h 2286000"/>
              <a:gd name="csX2" fmla="*/ 480973 w 1002028"/>
              <a:gd name="csY2" fmla="*/ 2286000 h 2286000"/>
              <a:gd name="csX3" fmla="*/ 0 w 1002028"/>
              <a:gd name="csY3" fmla="*/ 2286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2028" h="2286000" extrusionOk="0">
                <a:moveTo>
                  <a:pt x="988111" y="0"/>
                </a:moveTo>
                <a:cubicBezTo>
                  <a:pt x="875903" y="689927"/>
                  <a:pt x="872854" y="1570740"/>
                  <a:pt x="1002028" y="2286000"/>
                </a:cubicBezTo>
                <a:cubicBezTo>
                  <a:pt x="843718" y="2289375"/>
                  <a:pt x="618777" y="2308925"/>
                  <a:pt x="480973" y="2286000"/>
                </a:cubicBezTo>
                <a:cubicBezTo>
                  <a:pt x="343170" y="2263075"/>
                  <a:pt x="203417" y="2267719"/>
                  <a:pt x="0" y="2286000"/>
                </a:cubicBezTo>
              </a:path>
            </a:pathLst>
          </a:custGeom>
          <a:noFill/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  <a:tailEnd type="triangle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014413 w 1028700"/>
                      <a:gd name="connsiteY0" fmla="*/ 0 h 2266950"/>
                      <a:gd name="connsiteX1" fmla="*/ 1028700 w 1028700"/>
                      <a:gd name="connsiteY1" fmla="*/ 2266950 h 2266950"/>
                      <a:gd name="connsiteX2" fmla="*/ 0 w 1028700"/>
                      <a:gd name="connsiteY2" fmla="*/ 2266950 h 2266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028700" h="2266950">
                        <a:moveTo>
                          <a:pt x="1014413" y="0"/>
                        </a:moveTo>
                        <a:cubicBezTo>
                          <a:pt x="1019175" y="755650"/>
                          <a:pt x="1023938" y="1511300"/>
                          <a:pt x="1028700" y="2266950"/>
                        </a:cubicBezTo>
                        <a:lnTo>
                          <a:pt x="0" y="226695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DB00B6-4599-5596-F859-AEB8A3E7A52A}"/>
              </a:ext>
            </a:extLst>
          </p:cNvPr>
          <p:cNvSpPr/>
          <p:nvPr/>
        </p:nvSpPr>
        <p:spPr>
          <a:xfrm>
            <a:off x="1299842" y="4259190"/>
            <a:ext cx="719137" cy="571500"/>
          </a:xfrm>
          <a:custGeom>
            <a:avLst/>
            <a:gdLst>
              <a:gd name="csX0" fmla="*/ 0 w 719137"/>
              <a:gd name="csY0" fmla="*/ 285750 h 571500"/>
              <a:gd name="csX1" fmla="*/ 359569 w 719137"/>
              <a:gd name="csY1" fmla="*/ 0 h 571500"/>
              <a:gd name="csX2" fmla="*/ 719138 w 719137"/>
              <a:gd name="csY2" fmla="*/ 285750 h 571500"/>
              <a:gd name="csX3" fmla="*/ 359569 w 719137"/>
              <a:gd name="csY3" fmla="*/ 571500 h 571500"/>
              <a:gd name="csX4" fmla="*/ 0 w 719137"/>
              <a:gd name="csY4" fmla="*/ 28575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9137" h="571500" extrusionOk="0">
                <a:moveTo>
                  <a:pt x="0" y="285750"/>
                </a:moveTo>
                <a:cubicBezTo>
                  <a:pt x="-31536" y="108483"/>
                  <a:pt x="127854" y="12435"/>
                  <a:pt x="359569" y="0"/>
                </a:cubicBezTo>
                <a:cubicBezTo>
                  <a:pt x="589629" y="6626"/>
                  <a:pt x="708730" y="128266"/>
                  <a:pt x="719138" y="285750"/>
                </a:cubicBezTo>
                <a:cubicBezTo>
                  <a:pt x="703379" y="458954"/>
                  <a:pt x="553603" y="596650"/>
                  <a:pt x="359569" y="571500"/>
                </a:cubicBezTo>
                <a:cubicBezTo>
                  <a:pt x="121253" y="549762"/>
                  <a:pt x="42108" y="463684"/>
                  <a:pt x="0" y="285750"/>
                </a:cubicBezTo>
                <a:close/>
              </a:path>
            </a:pathLst>
          </a:custGeom>
          <a:noFill/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5FFCD8-ECA8-B7B3-D5A6-032CF74BE934}"/>
              </a:ext>
            </a:extLst>
          </p:cNvPr>
          <p:cNvCxnSpPr>
            <a:stCxn id="19" idx="4"/>
          </p:cNvCxnSpPr>
          <p:nvPr/>
        </p:nvCxnSpPr>
        <p:spPr>
          <a:xfrm flipH="1">
            <a:off x="1552575" y="4830690"/>
            <a:ext cx="106836" cy="479498"/>
          </a:xfrm>
          <a:prstGeom prst="straightConnector1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F94CDD-9912-B373-38B8-417B03BCC49F}"/>
              </a:ext>
            </a:extLst>
          </p:cNvPr>
          <p:cNvCxnSpPr>
            <a:stCxn id="19" idx="6"/>
          </p:cNvCxnSpPr>
          <p:nvPr/>
        </p:nvCxnSpPr>
        <p:spPr>
          <a:xfrm>
            <a:off x="2018979" y="4544940"/>
            <a:ext cx="2338709" cy="27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8C8EA2-0B37-B038-924F-1D23F68494B3}"/>
              </a:ext>
            </a:extLst>
          </p:cNvPr>
          <p:cNvSpPr txBox="1"/>
          <p:nvPr/>
        </p:nvSpPr>
        <p:spPr>
          <a:xfrm>
            <a:off x="3148265" y="4264223"/>
            <a:ext cx="1311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Debug Module</a:t>
            </a:r>
            <a:endParaRPr lang="LID4096" sz="14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BE49DA1-9FC4-6CF9-2056-5C6B1AC5F15D}"/>
              </a:ext>
            </a:extLst>
          </p:cNvPr>
          <p:cNvSpPr/>
          <p:nvPr/>
        </p:nvSpPr>
        <p:spPr>
          <a:xfrm>
            <a:off x="1704975" y="2157413"/>
            <a:ext cx="285750" cy="2238375"/>
          </a:xfrm>
          <a:custGeom>
            <a:avLst/>
            <a:gdLst>
              <a:gd name="connsiteX0" fmla="*/ 28575 w 285750"/>
              <a:gd name="connsiteY0" fmla="*/ 2238375 h 2238375"/>
              <a:gd name="connsiteX1" fmla="*/ 0 w 285750"/>
              <a:gd name="connsiteY1" fmla="*/ 1914525 h 2238375"/>
              <a:gd name="connsiteX2" fmla="*/ 285750 w 285750"/>
              <a:gd name="connsiteY2" fmla="*/ 1866900 h 2238375"/>
              <a:gd name="connsiteX3" fmla="*/ 133350 w 285750"/>
              <a:gd name="connsiteY3" fmla="*/ 0 h 223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2238375">
                <a:moveTo>
                  <a:pt x="28575" y="2238375"/>
                </a:moveTo>
                <a:lnTo>
                  <a:pt x="0" y="1914525"/>
                </a:lnTo>
                <a:lnTo>
                  <a:pt x="285750" y="1866900"/>
                </a:lnTo>
                <a:lnTo>
                  <a:pt x="133350" y="0"/>
                </a:ln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E2B4B5B-621F-3870-4FA0-6EE9450271E6}"/>
              </a:ext>
            </a:extLst>
          </p:cNvPr>
          <p:cNvSpPr/>
          <p:nvPr/>
        </p:nvSpPr>
        <p:spPr>
          <a:xfrm>
            <a:off x="1752637" y="2179736"/>
            <a:ext cx="285750" cy="2238375"/>
          </a:xfrm>
          <a:custGeom>
            <a:avLst/>
            <a:gdLst>
              <a:gd name="connsiteX0" fmla="*/ 28575 w 285750"/>
              <a:gd name="connsiteY0" fmla="*/ 2238375 h 2238375"/>
              <a:gd name="connsiteX1" fmla="*/ 0 w 285750"/>
              <a:gd name="connsiteY1" fmla="*/ 1914525 h 2238375"/>
              <a:gd name="connsiteX2" fmla="*/ 285750 w 285750"/>
              <a:gd name="connsiteY2" fmla="*/ 1866900 h 2238375"/>
              <a:gd name="connsiteX3" fmla="*/ 133350 w 285750"/>
              <a:gd name="connsiteY3" fmla="*/ 0 h 223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2238375">
                <a:moveTo>
                  <a:pt x="28575" y="2238375"/>
                </a:moveTo>
                <a:lnTo>
                  <a:pt x="0" y="1914525"/>
                </a:lnTo>
                <a:lnTo>
                  <a:pt x="285750" y="1866900"/>
                </a:lnTo>
                <a:lnTo>
                  <a:pt x="133350" y="0"/>
                </a:ln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BF3509-FBE2-6F34-3082-E53AE734A046}"/>
              </a:ext>
            </a:extLst>
          </p:cNvPr>
          <p:cNvCxnSpPr/>
          <p:nvPr/>
        </p:nvCxnSpPr>
        <p:spPr>
          <a:xfrm>
            <a:off x="2018979" y="3088140"/>
            <a:ext cx="2338709" cy="27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6955F-F40B-BF88-95F7-9E5F38E99A83}"/>
              </a:ext>
            </a:extLst>
          </p:cNvPr>
          <p:cNvSpPr txBox="1"/>
          <p:nvPr/>
        </p:nvSpPr>
        <p:spPr>
          <a:xfrm>
            <a:off x="3148265" y="2841651"/>
            <a:ext cx="568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SWD</a:t>
            </a:r>
            <a:endParaRPr lang="LID4096" sz="14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7E5EFC-1914-2115-4E2F-4F004E3DCC0D}"/>
              </a:ext>
            </a:extLst>
          </p:cNvPr>
          <p:cNvCxnSpPr/>
          <p:nvPr/>
        </p:nvCxnSpPr>
        <p:spPr>
          <a:xfrm>
            <a:off x="2018979" y="2031635"/>
            <a:ext cx="2338709" cy="27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9559D69-BEA9-EA38-375F-BE3C84157E92}"/>
              </a:ext>
            </a:extLst>
          </p:cNvPr>
          <p:cNvSpPr txBox="1"/>
          <p:nvPr/>
        </p:nvSpPr>
        <p:spPr>
          <a:xfrm>
            <a:off x="3035773" y="1758722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CH32V307</a:t>
            </a:r>
            <a:endParaRPr lang="LID4096" sz="1400"/>
          </a:p>
        </p:txBody>
      </p:sp>
    </p:spTree>
    <p:extLst>
      <p:ext uri="{BB962C8B-B14F-4D97-AF65-F5344CB8AC3E}">
        <p14:creationId xmlns:p14="http://schemas.microsoft.com/office/powerpoint/2010/main" val="2824514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00F39-E3EA-2319-FCF0-A5259625F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26" y="1290339"/>
            <a:ext cx="6782747" cy="427732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AA449EB-AD25-35FB-81D0-753839167D14}"/>
              </a:ext>
            </a:extLst>
          </p:cNvPr>
          <p:cNvSpPr/>
          <p:nvPr/>
        </p:nvSpPr>
        <p:spPr>
          <a:xfrm>
            <a:off x="5057456" y="4959278"/>
            <a:ext cx="600396" cy="479498"/>
          </a:xfrm>
          <a:custGeom>
            <a:avLst/>
            <a:gdLst>
              <a:gd name="csX0" fmla="*/ 0 w 600396"/>
              <a:gd name="csY0" fmla="*/ 239749 h 479498"/>
              <a:gd name="csX1" fmla="*/ 300198 w 600396"/>
              <a:gd name="csY1" fmla="*/ 0 h 479498"/>
              <a:gd name="csX2" fmla="*/ 600396 w 600396"/>
              <a:gd name="csY2" fmla="*/ 239749 h 479498"/>
              <a:gd name="csX3" fmla="*/ 300198 w 600396"/>
              <a:gd name="csY3" fmla="*/ 479498 h 479498"/>
              <a:gd name="csX4" fmla="*/ 0 w 600396"/>
              <a:gd name="csY4" fmla="*/ 239749 h 4794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0396" h="479498" extrusionOk="0">
                <a:moveTo>
                  <a:pt x="0" y="239749"/>
                </a:moveTo>
                <a:cubicBezTo>
                  <a:pt x="-38787" y="83414"/>
                  <a:pt x="122344" y="4526"/>
                  <a:pt x="300198" y="0"/>
                </a:cubicBezTo>
                <a:cubicBezTo>
                  <a:pt x="477641" y="2452"/>
                  <a:pt x="577215" y="108076"/>
                  <a:pt x="600396" y="239749"/>
                </a:cubicBezTo>
                <a:cubicBezTo>
                  <a:pt x="585336" y="386866"/>
                  <a:pt x="463106" y="495455"/>
                  <a:pt x="300198" y="479498"/>
                </a:cubicBezTo>
                <a:cubicBezTo>
                  <a:pt x="106836" y="464416"/>
                  <a:pt x="8728" y="376329"/>
                  <a:pt x="0" y="239749"/>
                </a:cubicBezTo>
                <a:close/>
              </a:path>
            </a:pathLst>
          </a:custGeom>
          <a:noFill/>
          <a:ln w="6350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F65A421-835D-C2A8-C77D-8BAEF2ADEA9F}"/>
              </a:ext>
            </a:extLst>
          </p:cNvPr>
          <p:cNvSpPr/>
          <p:nvPr/>
        </p:nvSpPr>
        <p:spPr>
          <a:xfrm>
            <a:off x="5431631" y="2085976"/>
            <a:ext cx="319087" cy="295275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7947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 descr="A group of musical notes&#10;&#10;AI-generated content may be incorrect.">
            <a:extLst>
              <a:ext uri="{FF2B5EF4-FFF2-40B4-BE49-F238E27FC236}">
                <a16:creationId xmlns:a16="http://schemas.microsoft.com/office/drawing/2014/main" id="{38C2F777-90A6-5CD7-B133-59EC6549A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56" y="1791923"/>
            <a:ext cx="948486" cy="728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1A752E-B277-A5EA-B025-153BA263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10953">
            <a:off x="6313992" y="1780184"/>
            <a:ext cx="4414969" cy="401403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BAE2F93-E660-13CA-2CD8-A5760AB92E88}"/>
              </a:ext>
            </a:extLst>
          </p:cNvPr>
          <p:cNvGrpSpPr/>
          <p:nvPr/>
        </p:nvGrpSpPr>
        <p:grpSpPr>
          <a:xfrm>
            <a:off x="8643938" y="1938340"/>
            <a:ext cx="150018" cy="1495422"/>
            <a:chOff x="8643938" y="1938340"/>
            <a:chExt cx="150018" cy="149542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E0BC85-9A66-1ADE-E040-0A8B27D26E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38340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22B20A53-6E6D-7B8B-CAC7-C8F448F3B279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69BF20-3EBB-CAE6-52BC-51CB9F031351}"/>
              </a:ext>
            </a:extLst>
          </p:cNvPr>
          <p:cNvGrpSpPr/>
          <p:nvPr/>
        </p:nvGrpSpPr>
        <p:grpSpPr>
          <a:xfrm>
            <a:off x="8793956" y="1938340"/>
            <a:ext cx="150018" cy="1490660"/>
            <a:chOff x="8643938" y="1943102"/>
            <a:chExt cx="150018" cy="149066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351CDB-91F9-611F-A5C9-9D40E15F4E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Block Arc 26">
              <a:extLst>
                <a:ext uri="{FF2B5EF4-FFF2-40B4-BE49-F238E27FC236}">
                  <a16:creationId xmlns:a16="http://schemas.microsoft.com/office/drawing/2014/main" id="{4981F632-7A19-AF74-BD5D-B91FC47F75C1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79B96A-D2DA-BB5F-5ADA-1E763BC56B2E}"/>
              </a:ext>
            </a:extLst>
          </p:cNvPr>
          <p:cNvGrpSpPr/>
          <p:nvPr/>
        </p:nvGrpSpPr>
        <p:grpSpPr>
          <a:xfrm>
            <a:off x="8930281" y="1938340"/>
            <a:ext cx="150018" cy="1490660"/>
            <a:chOff x="8643938" y="1943102"/>
            <a:chExt cx="150018" cy="149066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D3D7D61-9974-8740-3647-ADBA10782B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33B48933-B3F8-DCBB-A23A-8FE9E57005E9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F7E0FE-C3BB-FBE6-6067-B1675CB39D0C}"/>
              </a:ext>
            </a:extLst>
          </p:cNvPr>
          <p:cNvGrpSpPr/>
          <p:nvPr/>
        </p:nvGrpSpPr>
        <p:grpSpPr>
          <a:xfrm>
            <a:off x="9082681" y="1938340"/>
            <a:ext cx="150018" cy="1490660"/>
            <a:chOff x="8643938" y="1943102"/>
            <a:chExt cx="150018" cy="149066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869966-7825-7311-457A-B79E8B5F1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9BE00BC3-AB6B-3B49-3F0E-DFCFDC8342B9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7EE566-1B84-57B7-1328-0DAA0850E47F}"/>
              </a:ext>
            </a:extLst>
          </p:cNvPr>
          <p:cNvGrpSpPr/>
          <p:nvPr/>
        </p:nvGrpSpPr>
        <p:grpSpPr>
          <a:xfrm>
            <a:off x="9227938" y="1938340"/>
            <a:ext cx="150018" cy="1490660"/>
            <a:chOff x="8643938" y="1943102"/>
            <a:chExt cx="150018" cy="149066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D5D0919-9025-54C7-E513-42E10EA10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130B3053-303B-8EC3-20DD-A4AE71FB8C23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D6C1C4-8F70-0988-C0FF-CB318A3C9B2E}"/>
              </a:ext>
            </a:extLst>
          </p:cNvPr>
          <p:cNvGrpSpPr/>
          <p:nvPr/>
        </p:nvGrpSpPr>
        <p:grpSpPr>
          <a:xfrm>
            <a:off x="9366052" y="1938340"/>
            <a:ext cx="150018" cy="1490660"/>
            <a:chOff x="8643938" y="1943102"/>
            <a:chExt cx="150018" cy="149066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E44A36-7D38-D899-3D00-DD5AD96B2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Block Arc 38">
              <a:extLst>
                <a:ext uri="{FF2B5EF4-FFF2-40B4-BE49-F238E27FC236}">
                  <a16:creationId xmlns:a16="http://schemas.microsoft.com/office/drawing/2014/main" id="{D34C3FEF-0C26-0757-65F0-B4F48B01255A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78F8F7B-9DA4-D235-B2A4-CA2F782B4342}"/>
              </a:ext>
            </a:extLst>
          </p:cNvPr>
          <p:cNvGrpSpPr/>
          <p:nvPr/>
        </p:nvGrpSpPr>
        <p:grpSpPr>
          <a:xfrm>
            <a:off x="9504166" y="1938340"/>
            <a:ext cx="150018" cy="1490660"/>
            <a:chOff x="8643938" y="1943102"/>
            <a:chExt cx="150018" cy="149066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75231C-C5FD-CCBA-DF41-35487AFC2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Block Arc 41">
              <a:extLst>
                <a:ext uri="{FF2B5EF4-FFF2-40B4-BE49-F238E27FC236}">
                  <a16:creationId xmlns:a16="http://schemas.microsoft.com/office/drawing/2014/main" id="{6BD78166-DC0E-922F-2CAF-2A235362DAA1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6B5B7EA-6A98-58A9-8CB7-FAD5FFAED7D7}"/>
              </a:ext>
            </a:extLst>
          </p:cNvPr>
          <p:cNvGrpSpPr/>
          <p:nvPr/>
        </p:nvGrpSpPr>
        <p:grpSpPr>
          <a:xfrm>
            <a:off x="9639899" y="1938340"/>
            <a:ext cx="150018" cy="1490660"/>
            <a:chOff x="8643938" y="1943102"/>
            <a:chExt cx="150018" cy="149066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2801F-F094-48FB-A4C3-620499B5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Block Arc 44">
              <a:extLst>
                <a:ext uri="{FF2B5EF4-FFF2-40B4-BE49-F238E27FC236}">
                  <a16:creationId xmlns:a16="http://schemas.microsoft.com/office/drawing/2014/main" id="{9A7F9235-EB4F-52D5-9295-6B1EC157DA86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sp>
        <p:nvSpPr>
          <p:cNvPr id="51" name="Arrow: Bent 50">
            <a:extLst>
              <a:ext uri="{FF2B5EF4-FFF2-40B4-BE49-F238E27FC236}">
                <a16:creationId xmlns:a16="http://schemas.microsoft.com/office/drawing/2014/main" id="{EF297460-2C9F-0705-A707-9A3248CC8E2E}"/>
              </a:ext>
            </a:extLst>
          </p:cNvPr>
          <p:cNvSpPr/>
          <p:nvPr/>
        </p:nvSpPr>
        <p:spPr>
          <a:xfrm rot="10800000">
            <a:off x="8554194" y="3709988"/>
            <a:ext cx="673744" cy="228594"/>
          </a:xfrm>
          <a:prstGeom prst="bentArrow">
            <a:avLst>
              <a:gd name="adj1" fmla="val 40626"/>
              <a:gd name="adj2" fmla="val 25000"/>
              <a:gd name="adj3" fmla="val 25000"/>
              <a:gd name="adj4" fmla="val 43750"/>
            </a:avLst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5118EF1-8C4D-9EE5-1DCC-60856E0B75DE}"/>
              </a:ext>
            </a:extLst>
          </p:cNvPr>
          <p:cNvSpPr/>
          <p:nvPr/>
        </p:nvSpPr>
        <p:spPr>
          <a:xfrm>
            <a:off x="8710613" y="4160044"/>
            <a:ext cx="57150" cy="159544"/>
          </a:xfrm>
          <a:custGeom>
            <a:avLst/>
            <a:gdLst>
              <a:gd name="csX0" fmla="*/ 21431 w 57150"/>
              <a:gd name="csY0" fmla="*/ 159544 h 159544"/>
              <a:gd name="csX1" fmla="*/ 0 w 57150"/>
              <a:gd name="csY1" fmla="*/ 26194 h 159544"/>
              <a:gd name="csX2" fmla="*/ 45243 w 57150"/>
              <a:gd name="csY2" fmla="*/ 0 h 159544"/>
              <a:gd name="csX3" fmla="*/ 57150 w 57150"/>
              <a:gd name="csY3" fmla="*/ 14287 h 159544"/>
              <a:gd name="csX4" fmla="*/ 21431 w 57150"/>
              <a:gd name="csY4" fmla="*/ 159544 h 1595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0" h="159544">
                <a:moveTo>
                  <a:pt x="21431" y="159544"/>
                </a:moveTo>
                <a:lnTo>
                  <a:pt x="0" y="26194"/>
                </a:lnTo>
                <a:lnTo>
                  <a:pt x="45243" y="0"/>
                </a:lnTo>
                <a:lnTo>
                  <a:pt x="57150" y="14287"/>
                </a:lnTo>
                <a:lnTo>
                  <a:pt x="21431" y="15954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EFC8DB1-BEF4-1041-4573-2A7EC7CBBFF2}"/>
              </a:ext>
            </a:extLst>
          </p:cNvPr>
          <p:cNvSpPr/>
          <p:nvPr/>
        </p:nvSpPr>
        <p:spPr>
          <a:xfrm>
            <a:off x="8335779" y="3383926"/>
            <a:ext cx="62890" cy="165086"/>
          </a:xfrm>
          <a:custGeom>
            <a:avLst/>
            <a:gdLst>
              <a:gd name="csX0" fmla="*/ 0 w 247650"/>
              <a:gd name="csY0" fmla="*/ 566738 h 650081"/>
              <a:gd name="csX1" fmla="*/ 26194 w 247650"/>
              <a:gd name="csY1" fmla="*/ 123825 h 650081"/>
              <a:gd name="csX2" fmla="*/ 188119 w 247650"/>
              <a:gd name="csY2" fmla="*/ 0 h 650081"/>
              <a:gd name="csX3" fmla="*/ 247650 w 247650"/>
              <a:gd name="csY3" fmla="*/ 64294 h 650081"/>
              <a:gd name="csX4" fmla="*/ 216694 w 247650"/>
              <a:gd name="csY4" fmla="*/ 566738 h 650081"/>
              <a:gd name="csX5" fmla="*/ 111919 w 247650"/>
              <a:gd name="csY5" fmla="*/ 650081 h 650081"/>
              <a:gd name="csX6" fmla="*/ 0 w 247650"/>
              <a:gd name="csY6" fmla="*/ 566738 h 650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7650" h="650081">
                <a:moveTo>
                  <a:pt x="0" y="566738"/>
                </a:moveTo>
                <a:lnTo>
                  <a:pt x="26194" y="123825"/>
                </a:lnTo>
                <a:lnTo>
                  <a:pt x="188119" y="0"/>
                </a:lnTo>
                <a:lnTo>
                  <a:pt x="247650" y="64294"/>
                </a:lnTo>
                <a:lnTo>
                  <a:pt x="216694" y="566738"/>
                </a:lnTo>
                <a:lnTo>
                  <a:pt x="111919" y="650081"/>
                </a:lnTo>
                <a:lnTo>
                  <a:pt x="0" y="566738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4AFEA-CC2C-DA5F-831A-64E75C165CF9}"/>
              </a:ext>
            </a:extLst>
          </p:cNvPr>
          <p:cNvSpPr txBox="1"/>
          <p:nvPr/>
        </p:nvSpPr>
        <p:spPr>
          <a:xfrm>
            <a:off x="8586471" y="165896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48A413-23A9-0A01-7252-92E7CEEB4D09}"/>
              </a:ext>
            </a:extLst>
          </p:cNvPr>
          <p:cNvSpPr txBox="1"/>
          <p:nvPr/>
        </p:nvSpPr>
        <p:spPr>
          <a:xfrm>
            <a:off x="8727718" y="166172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4CD036-B369-884C-7A5A-E00A2DAC0CB0}"/>
              </a:ext>
            </a:extLst>
          </p:cNvPr>
          <p:cNvSpPr txBox="1"/>
          <p:nvPr/>
        </p:nvSpPr>
        <p:spPr>
          <a:xfrm>
            <a:off x="8873567" y="165896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</a:t>
            </a:r>
            <a:endParaRPr lang="LID4096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EF3B86-35DD-EE34-6672-EB3616035899}"/>
              </a:ext>
            </a:extLst>
          </p:cNvPr>
          <p:cNvSpPr txBox="1"/>
          <p:nvPr/>
        </p:nvSpPr>
        <p:spPr>
          <a:xfrm>
            <a:off x="9019416" y="165619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7E8470-2F21-8205-3F89-9CE40808DC5B}"/>
              </a:ext>
            </a:extLst>
          </p:cNvPr>
          <p:cNvSpPr txBox="1"/>
          <p:nvPr/>
        </p:nvSpPr>
        <p:spPr>
          <a:xfrm>
            <a:off x="9165265" y="1653424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25ACFF-2FBF-83AA-4A48-424AA249CE5B}"/>
              </a:ext>
            </a:extLst>
          </p:cNvPr>
          <p:cNvSpPr txBox="1"/>
          <p:nvPr/>
        </p:nvSpPr>
        <p:spPr>
          <a:xfrm>
            <a:off x="9311114" y="165065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FDA983-4731-4C9F-4B39-B8013E0755D1}"/>
              </a:ext>
            </a:extLst>
          </p:cNvPr>
          <p:cNvSpPr txBox="1"/>
          <p:nvPr/>
        </p:nvSpPr>
        <p:spPr>
          <a:xfrm>
            <a:off x="9456963" y="164788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2FEEEF-36A3-C0A2-6E98-938EDCD8540F}"/>
              </a:ext>
            </a:extLst>
          </p:cNvPr>
          <p:cNvSpPr txBox="1"/>
          <p:nvPr/>
        </p:nvSpPr>
        <p:spPr>
          <a:xfrm>
            <a:off x="9602812" y="164512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1C3C485-A387-4269-C8DA-E0731CF1A26B}"/>
              </a:ext>
            </a:extLst>
          </p:cNvPr>
          <p:cNvGrpSpPr/>
          <p:nvPr/>
        </p:nvGrpSpPr>
        <p:grpSpPr>
          <a:xfrm>
            <a:off x="2172838" y="2546506"/>
            <a:ext cx="3516236" cy="1773082"/>
            <a:chOff x="4729163" y="4518492"/>
            <a:chExt cx="3226290" cy="16268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5392F3A-1E17-62A2-97C9-4E967A1A35A9}"/>
                </a:ext>
              </a:extLst>
            </p:cNvPr>
            <p:cNvSpPr/>
            <p:nvPr/>
          </p:nvSpPr>
          <p:spPr>
            <a:xfrm>
              <a:off x="4769586" y="4518492"/>
              <a:ext cx="3148591" cy="1626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001FA18-959A-2EC2-9EEE-645ED1D26CF9}"/>
                </a:ext>
              </a:extLst>
            </p:cNvPr>
            <p:cNvGrpSpPr/>
            <p:nvPr/>
          </p:nvGrpSpPr>
          <p:grpSpPr>
            <a:xfrm>
              <a:off x="4729163" y="4518492"/>
              <a:ext cx="3226290" cy="1626875"/>
              <a:chOff x="4729163" y="4518492"/>
              <a:chExt cx="3226290" cy="1626875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51B2B88-577D-EE77-9371-8BA9D62969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5388" y="4695825"/>
                <a:ext cx="0" cy="126487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06C116A-298E-FFF9-6D3B-E85FBB48CF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5375" y="5886450"/>
                <a:ext cx="278606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9949FF-28E1-D9DB-9E41-E36D6E8163C5}"/>
                  </a:ext>
                </a:extLst>
              </p:cNvPr>
              <p:cNvSpPr txBox="1"/>
              <p:nvPr/>
            </p:nvSpPr>
            <p:spPr>
              <a:xfrm>
                <a:off x="4769586" y="4518492"/>
                <a:ext cx="398886" cy="169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 dirty="0" err="1"/>
                  <a:t>Voltage</a:t>
                </a:r>
                <a:endParaRPr lang="LID4096" sz="60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D34C8F-2315-3818-8614-400FDFB09196}"/>
                  </a:ext>
                </a:extLst>
              </p:cNvPr>
              <p:cNvSpPr txBox="1"/>
              <p:nvPr/>
            </p:nvSpPr>
            <p:spPr>
              <a:xfrm>
                <a:off x="7638933" y="5794117"/>
                <a:ext cx="316520" cy="169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 dirty="0" err="1"/>
                  <a:t>Time</a:t>
                </a:r>
                <a:endParaRPr lang="LID4096" sz="600" dirty="0"/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D3AAF4B-AD1B-1D86-E9B2-014CD9D33B0B}"/>
                  </a:ext>
                </a:extLst>
              </p:cNvPr>
              <p:cNvGrpSpPr/>
              <p:nvPr/>
            </p:nvGrpSpPr>
            <p:grpSpPr>
              <a:xfrm>
                <a:off x="5005388" y="4972992"/>
                <a:ext cx="2271714" cy="925502"/>
                <a:chOff x="5005388" y="4972992"/>
                <a:chExt cx="2271714" cy="925502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9DB4780C-490C-F4C3-91E2-12B7941E81B4}"/>
                    </a:ext>
                  </a:extLst>
                </p:cNvPr>
                <p:cNvCxnSpPr/>
                <p:nvPr/>
              </p:nvCxnSpPr>
              <p:spPr>
                <a:xfrm>
                  <a:off x="5005388" y="4987279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529A04B-CDFE-3613-B771-E140C3C004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1138" y="4987279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326504DF-DEC1-8C23-80E7-3EC4797E8D4E}"/>
                    </a:ext>
                  </a:extLst>
                </p:cNvPr>
                <p:cNvCxnSpPr/>
                <p:nvPr/>
              </p:nvCxnSpPr>
              <p:spPr>
                <a:xfrm>
                  <a:off x="5291138" y="5887391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1BE30D31-28E0-B849-5627-D6017AFC12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6888" y="4987278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5522398A-FEC7-4E4F-31FE-1B415AB801D9}"/>
                    </a:ext>
                  </a:extLst>
                </p:cNvPr>
                <p:cNvCxnSpPr/>
                <p:nvPr/>
              </p:nvCxnSpPr>
              <p:spPr>
                <a:xfrm>
                  <a:off x="5572126" y="4982517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1B5410DF-A011-73E6-7376-ED1AC84F60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57876" y="4982517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D0E4A31-C8F3-B3FE-D09B-3F4F12EDDDDD}"/>
                    </a:ext>
                  </a:extLst>
                </p:cNvPr>
                <p:cNvCxnSpPr/>
                <p:nvPr/>
              </p:nvCxnSpPr>
              <p:spPr>
                <a:xfrm>
                  <a:off x="5857876" y="5882629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A3679916-7345-0BDD-E433-E20DB9A77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3626" y="4982516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B3175DBA-0C29-7F49-9D63-4DECE287DCD4}"/>
                    </a:ext>
                  </a:extLst>
                </p:cNvPr>
                <p:cNvCxnSpPr/>
                <p:nvPr/>
              </p:nvCxnSpPr>
              <p:spPr>
                <a:xfrm>
                  <a:off x="6138864" y="4977755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EC15C8F-E8DF-7D4E-6A46-0911DCD86B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4614" y="4977755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B77008A2-0450-2150-E0BD-406053AC024D}"/>
                    </a:ext>
                  </a:extLst>
                </p:cNvPr>
                <p:cNvCxnSpPr/>
                <p:nvPr/>
              </p:nvCxnSpPr>
              <p:spPr>
                <a:xfrm>
                  <a:off x="6424614" y="5877867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5EBA2956-68A6-3520-8D33-F7B6151083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10364" y="4977754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EA83E7EC-D7B4-7186-EE02-EDB09180786D}"/>
                    </a:ext>
                  </a:extLst>
                </p:cNvPr>
                <p:cNvCxnSpPr/>
                <p:nvPr/>
              </p:nvCxnSpPr>
              <p:spPr>
                <a:xfrm>
                  <a:off x="6705602" y="4972993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C0176090-B2A8-829B-6988-0BE558D196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91352" y="4972993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6437E15-D395-D6F6-A8C6-938AFB314D4C}"/>
                    </a:ext>
                  </a:extLst>
                </p:cNvPr>
                <p:cNvCxnSpPr/>
                <p:nvPr/>
              </p:nvCxnSpPr>
              <p:spPr>
                <a:xfrm>
                  <a:off x="6991352" y="5873105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4140867-9E92-0F41-AC55-D5383BB13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77102" y="4972992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56AC6AB-C177-1BD8-7785-30B0294D9C90}"/>
                  </a:ext>
                </a:extLst>
              </p:cNvPr>
              <p:cNvSpPr txBox="1"/>
              <p:nvPr/>
            </p:nvSpPr>
            <p:spPr>
              <a:xfrm>
                <a:off x="5105402" y="5960701"/>
                <a:ext cx="35298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/>
                  <a:t>~4ms</a:t>
                </a:r>
                <a:endParaRPr lang="LID4096" sz="60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87BE928-795D-8DE2-2DC9-58217E2C88BD}"/>
                  </a:ext>
                </a:extLst>
              </p:cNvPr>
              <p:cNvSpPr txBox="1"/>
              <p:nvPr/>
            </p:nvSpPr>
            <p:spPr>
              <a:xfrm>
                <a:off x="4729163" y="4885421"/>
                <a:ext cx="32412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/>
                  <a:t>3.2V</a:t>
                </a:r>
                <a:endParaRPr lang="LID4096" sz="600"/>
              </a:p>
            </p:txBody>
          </p:sp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D983E65-2DCE-481C-88AF-03C32E997E7E}"/>
                </a:ext>
              </a:extLst>
            </p:cNvPr>
            <p:cNvCxnSpPr/>
            <p:nvPr/>
          </p:nvCxnSpPr>
          <p:spPr>
            <a:xfrm>
              <a:off x="5005388" y="5935313"/>
              <a:ext cx="56673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Arrow: Curved Down 92">
            <a:extLst>
              <a:ext uri="{FF2B5EF4-FFF2-40B4-BE49-F238E27FC236}">
                <a16:creationId xmlns:a16="http://schemas.microsoft.com/office/drawing/2014/main" id="{2ECADFD1-15CF-5811-7D0F-C11A0E5431C4}"/>
              </a:ext>
            </a:extLst>
          </p:cNvPr>
          <p:cNvSpPr/>
          <p:nvPr/>
        </p:nvSpPr>
        <p:spPr>
          <a:xfrm rot="212501" flipV="1">
            <a:off x="3949730" y="4248431"/>
            <a:ext cx="3767917" cy="668778"/>
          </a:xfrm>
          <a:prstGeom prst="curved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4" name="Block Arc 93">
            <a:extLst>
              <a:ext uri="{FF2B5EF4-FFF2-40B4-BE49-F238E27FC236}">
                <a16:creationId xmlns:a16="http://schemas.microsoft.com/office/drawing/2014/main" id="{D4357CFA-4619-F38B-3DB8-0AE917A160FB}"/>
              </a:ext>
            </a:extLst>
          </p:cNvPr>
          <p:cNvSpPr/>
          <p:nvPr/>
        </p:nvSpPr>
        <p:spPr>
          <a:xfrm rot="19698217">
            <a:off x="6226605" y="2759528"/>
            <a:ext cx="1143767" cy="776287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5" name="Block Arc 94">
            <a:extLst>
              <a:ext uri="{FF2B5EF4-FFF2-40B4-BE49-F238E27FC236}">
                <a16:creationId xmlns:a16="http://schemas.microsoft.com/office/drawing/2014/main" id="{707A451C-AACF-317C-E1CB-C6781C00B79D}"/>
              </a:ext>
            </a:extLst>
          </p:cNvPr>
          <p:cNvSpPr/>
          <p:nvPr/>
        </p:nvSpPr>
        <p:spPr>
          <a:xfrm rot="19698217">
            <a:off x="6424108" y="2914491"/>
            <a:ext cx="823769" cy="559101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6" name="Block Arc 95">
            <a:extLst>
              <a:ext uri="{FF2B5EF4-FFF2-40B4-BE49-F238E27FC236}">
                <a16:creationId xmlns:a16="http://schemas.microsoft.com/office/drawing/2014/main" id="{4A0379B9-7F0A-5C74-8C5B-DC56D34FEBC1}"/>
              </a:ext>
            </a:extLst>
          </p:cNvPr>
          <p:cNvSpPr/>
          <p:nvPr/>
        </p:nvSpPr>
        <p:spPr>
          <a:xfrm rot="19698217">
            <a:off x="6622793" y="3049538"/>
            <a:ext cx="486238" cy="330015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DB4C7BF-BCD3-60B7-34C7-86E068D27D91}"/>
              </a:ext>
            </a:extLst>
          </p:cNvPr>
          <p:cNvSpPr txBox="1"/>
          <p:nvPr/>
        </p:nvSpPr>
        <p:spPr>
          <a:xfrm>
            <a:off x="4229860" y="4963558"/>
            <a:ext cx="2228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gency FB" panose="020B0503020202020204" pitchFamily="34" charset="0"/>
              </a:rPr>
              <a:t>261.1 Hz Square Wave</a:t>
            </a:r>
            <a:endParaRPr lang="LID4096" sz="2400" dirty="0">
              <a:latin typeface="Agency FB" panose="020B0503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C475FED-B520-76A1-E831-E7752CC87D1F}"/>
              </a:ext>
            </a:extLst>
          </p:cNvPr>
          <p:cNvSpPr txBox="1"/>
          <p:nvPr/>
        </p:nvSpPr>
        <p:spPr>
          <a:xfrm rot="20097917">
            <a:off x="5830450" y="1990959"/>
            <a:ext cx="808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cript MT Bold" panose="03040602040607080904" pitchFamily="66" charset="0"/>
              </a:rPr>
              <a:t>middle</a:t>
            </a:r>
          </a:p>
          <a:p>
            <a:pPr algn="ctr"/>
            <a:r>
              <a:rPr lang="en-US" dirty="0">
                <a:latin typeface="Script MT Bold" panose="03040602040607080904" pitchFamily="66" charset="0"/>
              </a:rPr>
              <a:t> C</a:t>
            </a:r>
            <a:endParaRPr lang="LID4096" dirty="0">
              <a:latin typeface="Script MT Bold" panose="030406020406070809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7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80FAA9-A24C-C468-3EC4-7DB868E7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100922" y="2083300"/>
            <a:ext cx="2583575" cy="249318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6EE29-2F5A-812D-EA9A-4F717999981A}"/>
              </a:ext>
            </a:extLst>
          </p:cNvPr>
          <p:cNvSpPr txBox="1"/>
          <p:nvPr/>
        </p:nvSpPr>
        <p:spPr>
          <a:xfrm>
            <a:off x="2547629" y="2484582"/>
            <a:ext cx="1005108" cy="8458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600"/>
              <a:t>CPU</a:t>
            </a:r>
          </a:p>
          <a:p>
            <a:pPr algn="ctr"/>
            <a:r>
              <a:rPr lang="en-US" sz="500"/>
              <a:t>Qingke V4</a:t>
            </a:r>
            <a:endParaRPr lang="LID4096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B6941-7883-BA95-2956-4543D7A08387}"/>
              </a:ext>
            </a:extLst>
          </p:cNvPr>
          <p:cNvSpPr txBox="1"/>
          <p:nvPr/>
        </p:nvSpPr>
        <p:spPr>
          <a:xfrm>
            <a:off x="3554546" y="3843120"/>
            <a:ext cx="673132" cy="323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EXTI</a:t>
            </a:r>
            <a:br>
              <a:rPr lang="en-US" sz="1000"/>
            </a:br>
            <a:r>
              <a:rPr lang="en-US" sz="500"/>
              <a:t>(GPIO Interrupts)</a:t>
            </a:r>
            <a:endParaRPr lang="LID4096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88216-66CB-4345-02D8-38B63C47FB18}"/>
              </a:ext>
            </a:extLst>
          </p:cNvPr>
          <p:cNvSpPr txBox="1"/>
          <p:nvPr/>
        </p:nvSpPr>
        <p:spPr>
          <a:xfrm>
            <a:off x="3007453" y="3032605"/>
            <a:ext cx="487960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PFIC</a:t>
            </a:r>
            <a:endParaRPr lang="LID4096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1B074-C575-9C5D-5147-E78EC26CF6DE}"/>
              </a:ext>
            </a:extLst>
          </p:cNvPr>
          <p:cNvSpPr txBox="1"/>
          <p:nvPr/>
        </p:nvSpPr>
        <p:spPr>
          <a:xfrm rot="16200000">
            <a:off x="2471897" y="2966624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SysTick</a:t>
            </a:r>
            <a:endParaRPr lang="LID4096" sz="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E0544E-D789-7ABF-C059-1013ECAD8BDB}"/>
              </a:ext>
            </a:extLst>
          </p:cNvPr>
          <p:cNvSpPr txBox="1"/>
          <p:nvPr/>
        </p:nvSpPr>
        <p:spPr>
          <a:xfrm rot="16200000">
            <a:off x="3893492" y="3376315"/>
            <a:ext cx="42215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USB</a:t>
            </a:r>
            <a:endParaRPr lang="LID4096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B76B3-89F1-4C1D-29A7-158B6448534F}"/>
              </a:ext>
            </a:extLst>
          </p:cNvPr>
          <p:cNvSpPr txBox="1"/>
          <p:nvPr/>
        </p:nvSpPr>
        <p:spPr>
          <a:xfrm rot="16200000">
            <a:off x="3893492" y="2763826"/>
            <a:ext cx="42215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ETH</a:t>
            </a:r>
            <a:endParaRPr lang="LID4096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533F6-2D85-A4E7-5879-DB283E3A97A0}"/>
              </a:ext>
            </a:extLst>
          </p:cNvPr>
          <p:cNvSpPr txBox="1"/>
          <p:nvPr/>
        </p:nvSpPr>
        <p:spPr>
          <a:xfrm>
            <a:off x="2547629" y="3503285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TIMER6</a:t>
            </a:r>
            <a:endParaRPr lang="LID4096" sz="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33CD7-5E6B-0A76-D69E-6CF4CF0BAA43}"/>
              </a:ext>
            </a:extLst>
          </p:cNvPr>
          <p:cNvSpPr txBox="1"/>
          <p:nvPr/>
        </p:nvSpPr>
        <p:spPr>
          <a:xfrm>
            <a:off x="2547629" y="3750787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TIMER7</a:t>
            </a:r>
            <a:endParaRPr lang="LID4096" sz="6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AA77620-B14B-E634-D00E-58386B5F1859}"/>
              </a:ext>
            </a:extLst>
          </p:cNvPr>
          <p:cNvCxnSpPr>
            <a:stCxn id="16" idx="3"/>
          </p:cNvCxnSpPr>
          <p:nvPr/>
        </p:nvCxnSpPr>
        <p:spPr>
          <a:xfrm flipV="1">
            <a:off x="2987367" y="3250406"/>
            <a:ext cx="108258" cy="345212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2C28D66-0A91-C64C-D83E-81285C459FD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987367" y="3250406"/>
            <a:ext cx="179696" cy="592714"/>
          </a:xfrm>
          <a:prstGeom prst="bentConnector2">
            <a:avLst/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35E5DD6-AC53-33A4-AB50-CD4DF3BA26DA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3243264" y="3252789"/>
            <a:ext cx="311283" cy="751915"/>
          </a:xfrm>
          <a:prstGeom prst="bentConnector2">
            <a:avLst/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CB9ACF9-7EC1-D72E-6C2F-BDEA9BA7F19A}"/>
              </a:ext>
            </a:extLst>
          </p:cNvPr>
          <p:cNvCxnSpPr>
            <a:cxnSpLocks/>
            <a:stCxn id="14" idx="0"/>
          </p:cNvCxnSpPr>
          <p:nvPr/>
        </p:nvCxnSpPr>
        <p:spPr>
          <a:xfrm rot="10800000">
            <a:off x="3495675" y="3219450"/>
            <a:ext cx="485782" cy="2799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FCDA21D-8743-5B7C-4B47-7B57B0E6811C}"/>
              </a:ext>
            </a:extLst>
          </p:cNvPr>
          <p:cNvCxnSpPr>
            <a:cxnSpLocks/>
            <a:stCxn id="15" idx="0"/>
            <a:endCxn id="12" idx="3"/>
          </p:cNvCxnSpPr>
          <p:nvPr/>
        </p:nvCxnSpPr>
        <p:spPr>
          <a:xfrm rot="10800000" flipV="1">
            <a:off x="3495413" y="2886936"/>
            <a:ext cx="486044" cy="268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7A7BCD2-1043-D58D-BBAE-0641B7702119}"/>
              </a:ext>
            </a:extLst>
          </p:cNvPr>
          <p:cNvCxnSpPr>
            <a:cxnSpLocks/>
            <a:stCxn id="13" idx="2"/>
            <a:endCxn id="12" idx="1"/>
          </p:cNvCxnSpPr>
          <p:nvPr/>
        </p:nvCxnSpPr>
        <p:spPr>
          <a:xfrm>
            <a:off x="2784099" y="3058957"/>
            <a:ext cx="223354" cy="967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0281281-E864-3EF0-9227-4D051F97F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508" y="1917882"/>
            <a:ext cx="6799385" cy="282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9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A5F216-7911-D4E9-8D51-0125B0F8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485" y="2812732"/>
            <a:ext cx="5596066" cy="10373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97C682F-2DE7-F536-6371-E6DE9413A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8" y="2391646"/>
            <a:ext cx="1954823" cy="187952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82F8D00-11C4-E14F-A59D-A46E70AEA722}"/>
              </a:ext>
            </a:extLst>
          </p:cNvPr>
          <p:cNvSpPr/>
          <p:nvPr/>
        </p:nvSpPr>
        <p:spPr>
          <a:xfrm>
            <a:off x="2562675" y="3266321"/>
            <a:ext cx="5525644" cy="144037"/>
          </a:xfrm>
          <a:prstGeom prst="rect">
            <a:avLst/>
          </a:prstGeom>
          <a:solidFill>
            <a:schemeClr val="accent2">
              <a:lumMod val="75000"/>
              <a:alpha val="33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CAC7D2-5EAA-CA59-D12B-A37A8024C2B4}"/>
              </a:ext>
            </a:extLst>
          </p:cNvPr>
          <p:cNvSpPr/>
          <p:nvPr/>
        </p:nvSpPr>
        <p:spPr>
          <a:xfrm>
            <a:off x="2564082" y="3418721"/>
            <a:ext cx="5525644" cy="144037"/>
          </a:xfrm>
          <a:prstGeom prst="rect">
            <a:avLst/>
          </a:prstGeom>
          <a:solidFill>
            <a:schemeClr val="accent6">
              <a:lumMod val="75000"/>
              <a:alpha val="3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FCDF1E-78A2-2726-A0A8-BA1F06CB5B12}"/>
              </a:ext>
            </a:extLst>
          </p:cNvPr>
          <p:cNvSpPr txBox="1"/>
          <p:nvPr/>
        </p:nvSpPr>
        <p:spPr>
          <a:xfrm>
            <a:off x="8243959" y="1644058"/>
            <a:ext cx="2849111" cy="13635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__attribute__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"machine"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Interrupt_Handler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BD5B913-C381-F90F-19B7-18B4A1DDA19B}"/>
              </a:ext>
            </a:extLst>
          </p:cNvPr>
          <p:cNvSpPr/>
          <p:nvPr/>
        </p:nvSpPr>
        <p:spPr>
          <a:xfrm>
            <a:off x="6149130" y="1992460"/>
            <a:ext cx="2051109" cy="1275051"/>
          </a:xfrm>
          <a:custGeom>
            <a:avLst/>
            <a:gdLst>
              <a:gd name="csX0" fmla="*/ 0 w 1199626"/>
              <a:gd name="csY0" fmla="*/ 1082180 h 1082180"/>
              <a:gd name="csX1" fmla="*/ 322976 w 1199626"/>
              <a:gd name="csY1" fmla="*/ 209725 h 1082180"/>
              <a:gd name="csX2" fmla="*/ 1199626 w 1199626"/>
              <a:gd name="csY2" fmla="*/ 0 h 1082180"/>
              <a:gd name="csX0" fmla="*/ 0 w 2051109"/>
              <a:gd name="csY0" fmla="*/ 1270932 h 1270932"/>
              <a:gd name="csX1" fmla="*/ 322976 w 2051109"/>
              <a:gd name="csY1" fmla="*/ 398477 h 1270932"/>
              <a:gd name="csX2" fmla="*/ 2051109 w 2051109"/>
              <a:gd name="csY2" fmla="*/ 0 h 1270932"/>
              <a:gd name="csX0" fmla="*/ 0 w 2051109"/>
              <a:gd name="csY0" fmla="*/ 1275051 h 1275051"/>
              <a:gd name="csX1" fmla="*/ 322976 w 2051109"/>
              <a:gd name="csY1" fmla="*/ 402596 h 1275051"/>
              <a:gd name="csX2" fmla="*/ 2051109 w 2051109"/>
              <a:gd name="csY2" fmla="*/ 4119 h 12750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51109" h="1275051">
                <a:moveTo>
                  <a:pt x="0" y="1275051"/>
                </a:moveTo>
                <a:cubicBezTo>
                  <a:pt x="61519" y="929005"/>
                  <a:pt x="123038" y="582959"/>
                  <a:pt x="322976" y="402596"/>
                </a:cubicBezTo>
                <a:cubicBezTo>
                  <a:pt x="522914" y="222233"/>
                  <a:pt x="1276525" y="-35729"/>
                  <a:pt x="2051109" y="4119"/>
                </a:cubicBezTo>
              </a:path>
            </a:pathLst>
          </a:custGeom>
          <a:noFill/>
          <a:ln w="635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8FA132-A679-4420-9109-5D83D4726056}"/>
              </a:ext>
            </a:extLst>
          </p:cNvPr>
          <p:cNvSpPr txBox="1"/>
          <p:nvPr/>
        </p:nvSpPr>
        <p:spPr>
          <a:xfrm>
            <a:off x="5741708" y="1773872"/>
            <a:ext cx="1704313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latin typeface="+mj-lt"/>
              </a:rPr>
              <a:t>mode 0: </a:t>
            </a:r>
          </a:p>
          <a:p>
            <a:r>
              <a:rPr lang="en-GB">
                <a:latin typeface="Consolas" panose="020B0609020204030204" pitchFamily="49" charset="0"/>
              </a:rPr>
              <a:t>pc = address</a:t>
            </a:r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E77FBD-D9F3-E428-AA90-C15919A5FADA}"/>
              </a:ext>
            </a:extLst>
          </p:cNvPr>
          <p:cNvSpPr/>
          <p:nvPr/>
        </p:nvSpPr>
        <p:spPr>
          <a:xfrm>
            <a:off x="3231157" y="3547963"/>
            <a:ext cx="1707161" cy="1774751"/>
          </a:xfrm>
          <a:custGeom>
            <a:avLst/>
            <a:gdLst>
              <a:gd name="csX0" fmla="*/ 0 w 1199626"/>
              <a:gd name="csY0" fmla="*/ 1082180 h 1082180"/>
              <a:gd name="csX1" fmla="*/ 322976 w 1199626"/>
              <a:gd name="csY1" fmla="*/ 209725 h 1082180"/>
              <a:gd name="csX2" fmla="*/ 1199626 w 1199626"/>
              <a:gd name="csY2" fmla="*/ 0 h 1082180"/>
              <a:gd name="csX0" fmla="*/ 0 w 1421935"/>
              <a:gd name="csY0" fmla="*/ 56753 h 903857"/>
              <a:gd name="csX1" fmla="*/ 545285 w 1421935"/>
              <a:gd name="csY1" fmla="*/ 887263 h 903857"/>
              <a:gd name="csX2" fmla="*/ 1421935 w 1421935"/>
              <a:gd name="csY2" fmla="*/ 677538 h 903857"/>
              <a:gd name="csX0" fmla="*/ 0 w 1421935"/>
              <a:gd name="csY0" fmla="*/ 0 h 872637"/>
              <a:gd name="csX1" fmla="*/ 545285 w 1421935"/>
              <a:gd name="csY1" fmla="*/ 830510 h 872637"/>
              <a:gd name="csX2" fmla="*/ 1421935 w 1421935"/>
              <a:gd name="csY2" fmla="*/ 620785 h 872637"/>
              <a:gd name="csX0" fmla="*/ 0 w 1421935"/>
              <a:gd name="csY0" fmla="*/ 0 h 963973"/>
              <a:gd name="csX1" fmla="*/ 545285 w 1421935"/>
              <a:gd name="csY1" fmla="*/ 830510 h 963973"/>
              <a:gd name="csX2" fmla="*/ 1421935 w 1421935"/>
              <a:gd name="csY2" fmla="*/ 620785 h 963973"/>
              <a:gd name="csX0" fmla="*/ 0 w 1421935"/>
              <a:gd name="csY0" fmla="*/ 0 h 2100598"/>
              <a:gd name="csX1" fmla="*/ 692092 w 1421935"/>
              <a:gd name="csY1" fmla="*/ 2080470 h 2100598"/>
              <a:gd name="csX2" fmla="*/ 1421935 w 1421935"/>
              <a:gd name="csY2" fmla="*/ 620785 h 2100598"/>
              <a:gd name="csX0" fmla="*/ 0 w 1707161"/>
              <a:gd name="csY0" fmla="*/ 0 h 2100598"/>
              <a:gd name="csX1" fmla="*/ 692092 w 1707161"/>
              <a:gd name="csY1" fmla="*/ 2080470 h 2100598"/>
              <a:gd name="csX2" fmla="*/ 1707161 w 1707161"/>
              <a:gd name="csY2" fmla="*/ 1774272 h 2100598"/>
              <a:gd name="csX0" fmla="*/ 0 w 1707161"/>
              <a:gd name="csY0" fmla="*/ 0 h 1774818"/>
              <a:gd name="csX1" fmla="*/ 440423 w 1707161"/>
              <a:gd name="csY1" fmla="*/ 1681993 h 1774818"/>
              <a:gd name="csX2" fmla="*/ 1707161 w 1707161"/>
              <a:gd name="csY2" fmla="*/ 1774272 h 1774818"/>
              <a:gd name="csX0" fmla="*/ 0 w 1707161"/>
              <a:gd name="csY0" fmla="*/ 0 h 1775381"/>
              <a:gd name="csX1" fmla="*/ 440423 w 1707161"/>
              <a:gd name="csY1" fmla="*/ 1681993 h 1775381"/>
              <a:gd name="csX2" fmla="*/ 1707161 w 1707161"/>
              <a:gd name="csY2" fmla="*/ 1774272 h 1775381"/>
              <a:gd name="csX0" fmla="*/ 0 w 1707161"/>
              <a:gd name="csY0" fmla="*/ 0 h 1775381"/>
              <a:gd name="csX1" fmla="*/ 440423 w 1707161"/>
              <a:gd name="csY1" fmla="*/ 1681993 h 1775381"/>
              <a:gd name="csX2" fmla="*/ 1707161 w 1707161"/>
              <a:gd name="csY2" fmla="*/ 1774272 h 1775381"/>
              <a:gd name="csX0" fmla="*/ 0 w 1707161"/>
              <a:gd name="csY0" fmla="*/ 0 h 1775880"/>
              <a:gd name="csX1" fmla="*/ 440423 w 1707161"/>
              <a:gd name="csY1" fmla="*/ 1681993 h 1775880"/>
              <a:gd name="csX2" fmla="*/ 1707161 w 1707161"/>
              <a:gd name="csY2" fmla="*/ 1774272 h 1775880"/>
              <a:gd name="csX0" fmla="*/ 0 w 1707161"/>
              <a:gd name="csY0" fmla="*/ 0 h 1774751"/>
              <a:gd name="csX1" fmla="*/ 440423 w 1707161"/>
              <a:gd name="csY1" fmla="*/ 1681993 h 1774751"/>
              <a:gd name="csX2" fmla="*/ 1707161 w 1707161"/>
              <a:gd name="csY2" fmla="*/ 1774272 h 1774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07161" h="1774751">
                <a:moveTo>
                  <a:pt x="0" y="0"/>
                </a:moveTo>
                <a:cubicBezTo>
                  <a:pt x="137020" y="1201723"/>
                  <a:pt x="60122" y="1652631"/>
                  <a:pt x="440423" y="1681993"/>
                </a:cubicBezTo>
                <a:cubicBezTo>
                  <a:pt x="1055616" y="1459686"/>
                  <a:pt x="1368805" y="1788953"/>
                  <a:pt x="1707161" y="1774272"/>
                </a:cubicBezTo>
              </a:path>
            </a:pathLst>
          </a:custGeom>
          <a:noFill/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D4680A-CE37-FEA2-970A-CCFD326B07DD}"/>
              </a:ext>
            </a:extLst>
          </p:cNvPr>
          <p:cNvSpPr txBox="1"/>
          <p:nvPr/>
        </p:nvSpPr>
        <p:spPr>
          <a:xfrm>
            <a:off x="1824605" y="4308643"/>
            <a:ext cx="2999539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latin typeface="+mj-lt"/>
              </a:rPr>
              <a:t>mode 1:</a:t>
            </a:r>
          </a:p>
          <a:p>
            <a:r>
              <a:rPr lang="en-GB">
                <a:latin typeface="Consolas" panose="020B0609020204030204" pitchFamily="49" charset="0"/>
              </a:rPr>
              <a:t>pc = address</a:t>
            </a:r>
            <a:r>
              <a:rPr lang="en-GB"/>
              <a:t> + </a:t>
            </a:r>
            <a:r>
              <a:rPr lang="en-GB">
                <a:latin typeface="Consolas" panose="020B0609020204030204" pitchFamily="49" charset="0"/>
              </a:rPr>
              <a:t>mcause</a:t>
            </a:r>
            <a:r>
              <a:rPr lang="en-GB"/>
              <a:t> x 4</a:t>
            </a:r>
            <a:endParaRPr lang="LID4096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9FA26BC-874A-32B5-FBBE-7A628F4F13BF}"/>
              </a:ext>
            </a:extLst>
          </p:cNvPr>
          <p:cNvSpPr/>
          <p:nvPr/>
        </p:nvSpPr>
        <p:spPr>
          <a:xfrm>
            <a:off x="1107347" y="2014251"/>
            <a:ext cx="1858297" cy="804449"/>
          </a:xfrm>
          <a:custGeom>
            <a:avLst/>
            <a:gdLst>
              <a:gd name="csX0" fmla="*/ 0 w 1832994"/>
              <a:gd name="csY0" fmla="*/ 0 h 427838"/>
              <a:gd name="csX1" fmla="*/ 1832994 w 1832994"/>
              <a:gd name="csY1" fmla="*/ 427838 h 427838"/>
              <a:gd name="csX0" fmla="*/ 0 w 1858161"/>
              <a:gd name="csY0" fmla="*/ 0 h 423644"/>
              <a:gd name="csX1" fmla="*/ 1858161 w 1858161"/>
              <a:gd name="csY1" fmla="*/ 423644 h 423644"/>
              <a:gd name="csX0" fmla="*/ 0 w 1858356"/>
              <a:gd name="csY0" fmla="*/ 0 h 423644"/>
              <a:gd name="csX1" fmla="*/ 1858161 w 1858356"/>
              <a:gd name="csY1" fmla="*/ 423644 h 423644"/>
              <a:gd name="csX0" fmla="*/ 0 w 1858297"/>
              <a:gd name="csY0" fmla="*/ 380805 h 804449"/>
              <a:gd name="csX1" fmla="*/ 1858161 w 1858297"/>
              <a:gd name="csY1" fmla="*/ 804449 h 80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8297" h="804449">
                <a:moveTo>
                  <a:pt x="0" y="380805"/>
                </a:moveTo>
                <a:cubicBezTo>
                  <a:pt x="74103" y="-430130"/>
                  <a:pt x="1876338" y="218618"/>
                  <a:pt x="1858161" y="804449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1EA0A9-FD6B-6059-F42D-E692E2623342}"/>
              </a:ext>
            </a:extLst>
          </p:cNvPr>
          <p:cNvSpPr txBox="1"/>
          <p:nvPr/>
        </p:nvSpPr>
        <p:spPr>
          <a:xfrm>
            <a:off x="1400710" y="1620859"/>
            <a:ext cx="3927807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>
                <a:latin typeface="+mj-lt"/>
              </a:rPr>
              <a:t>When an interrupt occurs, the processor</a:t>
            </a:r>
            <a:br>
              <a:rPr lang="en-GB">
                <a:latin typeface="+mj-lt"/>
              </a:rPr>
            </a:br>
            <a:r>
              <a:rPr lang="en-GB">
                <a:latin typeface="+mj-lt"/>
              </a:rPr>
              <a:t>checks </a:t>
            </a:r>
            <a:r>
              <a:rPr lang="en-GB" b="1">
                <a:latin typeface="Consolas" panose="020B0609020204030204" pitchFamily="49" charset="0"/>
              </a:rPr>
              <a:t>mtvec</a:t>
            </a:r>
            <a:r>
              <a:rPr lang="en-GB">
                <a:latin typeface="+mj-lt"/>
              </a:rPr>
              <a:t> to see where to jump</a:t>
            </a:r>
            <a:endParaRPr lang="LID4096"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62632C-6344-EEFE-6DBA-0298D0378F0F}"/>
              </a:ext>
            </a:extLst>
          </p:cNvPr>
          <p:cNvSpPr txBox="1"/>
          <p:nvPr/>
        </p:nvSpPr>
        <p:spPr>
          <a:xfrm>
            <a:off x="8773863" y="3885316"/>
            <a:ext cx="2849111" cy="13635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__attribute__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"machine"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SysTick_Handler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ACC3523-14C0-9FDB-534F-367A7BB81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163" y="4271172"/>
            <a:ext cx="2901194" cy="1170047"/>
          </a:xfrm>
          <a:prstGeom prst="rect">
            <a:avLst/>
          </a:prstGeom>
        </p:spPr>
      </p:pic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52AACA5-2E97-B6D8-3D81-9B9A16AC0812}"/>
              </a:ext>
            </a:extLst>
          </p:cNvPr>
          <p:cNvSpPr/>
          <p:nvPr/>
        </p:nvSpPr>
        <p:spPr>
          <a:xfrm>
            <a:off x="7789178" y="4215406"/>
            <a:ext cx="973123" cy="1166132"/>
          </a:xfrm>
          <a:custGeom>
            <a:avLst/>
            <a:gdLst>
              <a:gd name="csX0" fmla="*/ 0 w 973123"/>
              <a:gd name="csY0" fmla="*/ 1166070 h 1166070"/>
              <a:gd name="csX1" fmla="*/ 478172 w 973123"/>
              <a:gd name="csY1" fmla="*/ 562062 h 1166070"/>
              <a:gd name="csX2" fmla="*/ 973123 w 973123"/>
              <a:gd name="csY2" fmla="*/ 0 h 1166070"/>
              <a:gd name="csX0" fmla="*/ 0 w 973123"/>
              <a:gd name="csY0" fmla="*/ 1166070 h 1166070"/>
              <a:gd name="csX1" fmla="*/ 478172 w 973123"/>
              <a:gd name="csY1" fmla="*/ 562062 h 1166070"/>
              <a:gd name="csX2" fmla="*/ 973123 w 973123"/>
              <a:gd name="csY2" fmla="*/ 0 h 1166070"/>
              <a:gd name="csX0" fmla="*/ 0 w 973123"/>
              <a:gd name="csY0" fmla="*/ 1166070 h 1166070"/>
              <a:gd name="csX1" fmla="*/ 478172 w 973123"/>
              <a:gd name="csY1" fmla="*/ 562062 h 1166070"/>
              <a:gd name="csX2" fmla="*/ 973123 w 973123"/>
              <a:gd name="csY2" fmla="*/ 0 h 1166070"/>
              <a:gd name="csX0" fmla="*/ 0 w 973123"/>
              <a:gd name="csY0" fmla="*/ 1166070 h 1166070"/>
              <a:gd name="csX1" fmla="*/ 973123 w 973123"/>
              <a:gd name="csY1" fmla="*/ 0 h 1166070"/>
              <a:gd name="csX0" fmla="*/ 0 w 973123"/>
              <a:gd name="csY0" fmla="*/ 1166070 h 1166070"/>
              <a:gd name="csX1" fmla="*/ 973123 w 973123"/>
              <a:gd name="csY1" fmla="*/ 0 h 1166070"/>
              <a:gd name="csX0" fmla="*/ 0 w 973123"/>
              <a:gd name="csY0" fmla="*/ 1166132 h 1166132"/>
              <a:gd name="csX1" fmla="*/ 973123 w 973123"/>
              <a:gd name="csY1" fmla="*/ 62 h 1166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73123" h="1166132">
                <a:moveTo>
                  <a:pt x="0" y="1166132"/>
                </a:moveTo>
                <a:cubicBezTo>
                  <a:pt x="399875" y="1142363"/>
                  <a:pt x="409663" y="-9725"/>
                  <a:pt x="973123" y="62"/>
                </a:cubicBezTo>
              </a:path>
            </a:pathLst>
          </a:custGeom>
          <a:noFill/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1565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4AB169E2-4967-5A36-E7C8-9C906194F735}"/>
              </a:ext>
            </a:extLst>
          </p:cNvPr>
          <p:cNvCxnSpPr/>
          <p:nvPr/>
        </p:nvCxnSpPr>
        <p:spPr>
          <a:xfrm flipH="1">
            <a:off x="4861420" y="2931952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AB86D361-A11C-2DA4-C4E1-08AA435338DF}"/>
              </a:ext>
            </a:extLst>
          </p:cNvPr>
          <p:cNvCxnSpPr/>
          <p:nvPr/>
        </p:nvCxnSpPr>
        <p:spPr>
          <a:xfrm flipH="1">
            <a:off x="4861420" y="3084024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935DC8E3-73C8-91F2-6421-73A587643826}"/>
              </a:ext>
            </a:extLst>
          </p:cNvPr>
          <p:cNvCxnSpPr/>
          <p:nvPr/>
        </p:nvCxnSpPr>
        <p:spPr>
          <a:xfrm flipH="1">
            <a:off x="4861420" y="3236096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FAD79CBD-1E41-4A7C-F174-B60F433F9ADD}"/>
              </a:ext>
            </a:extLst>
          </p:cNvPr>
          <p:cNvCxnSpPr/>
          <p:nvPr/>
        </p:nvCxnSpPr>
        <p:spPr>
          <a:xfrm flipH="1">
            <a:off x="4861420" y="3400750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7627626A-084B-4C55-6F1E-1CBE10758701}"/>
              </a:ext>
            </a:extLst>
          </p:cNvPr>
          <p:cNvCxnSpPr/>
          <p:nvPr/>
        </p:nvCxnSpPr>
        <p:spPr>
          <a:xfrm flipH="1">
            <a:off x="4861420" y="3565404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D973B4D-4AA8-0E20-D182-FA908FFD8BBA}"/>
              </a:ext>
            </a:extLst>
          </p:cNvPr>
          <p:cNvCxnSpPr/>
          <p:nvPr/>
        </p:nvCxnSpPr>
        <p:spPr>
          <a:xfrm flipH="1">
            <a:off x="4861420" y="3730058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016F15AD-D31F-0ECA-1232-CE421F1F01D6}"/>
              </a:ext>
            </a:extLst>
          </p:cNvPr>
          <p:cNvCxnSpPr/>
          <p:nvPr/>
        </p:nvCxnSpPr>
        <p:spPr>
          <a:xfrm flipH="1">
            <a:off x="4861420" y="3886324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8BF84A2B-0716-73D2-B509-58674D8E9B13}"/>
              </a:ext>
            </a:extLst>
          </p:cNvPr>
          <p:cNvSpPr/>
          <p:nvPr/>
        </p:nvSpPr>
        <p:spPr>
          <a:xfrm>
            <a:off x="6883167" y="2118220"/>
            <a:ext cx="1405156" cy="813732"/>
          </a:xfrm>
          <a:custGeom>
            <a:avLst/>
            <a:gdLst>
              <a:gd name="csX0" fmla="*/ 1405156 w 1405156"/>
              <a:gd name="csY0" fmla="*/ 0 h 813732"/>
              <a:gd name="csX1" fmla="*/ 608202 w 1405156"/>
              <a:gd name="csY1" fmla="*/ 0 h 813732"/>
              <a:gd name="csX2" fmla="*/ 457200 w 1405156"/>
              <a:gd name="csY2" fmla="*/ 0 h 813732"/>
              <a:gd name="csX3" fmla="*/ 339754 w 1405156"/>
              <a:gd name="csY3" fmla="*/ 0 h 813732"/>
              <a:gd name="csX4" fmla="*/ 339754 w 1405156"/>
              <a:gd name="csY4" fmla="*/ 813732 h 813732"/>
              <a:gd name="csX5" fmla="*/ 0 w 1405156"/>
              <a:gd name="csY5" fmla="*/ 813732 h 813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405156" h="813732">
                <a:moveTo>
                  <a:pt x="1405156" y="0"/>
                </a:moveTo>
                <a:lnTo>
                  <a:pt x="608202" y="0"/>
                </a:lnTo>
                <a:lnTo>
                  <a:pt x="457200" y="0"/>
                </a:lnTo>
                <a:lnTo>
                  <a:pt x="339754" y="0"/>
                </a:lnTo>
                <a:lnTo>
                  <a:pt x="339754" y="813732"/>
                </a:lnTo>
                <a:lnTo>
                  <a:pt x="0" y="813732"/>
                </a:lnTo>
              </a:path>
            </a:pathLst>
          </a:custGeom>
          <a:noFill/>
          <a:ln w="508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Arrow: Down 151">
            <a:extLst>
              <a:ext uri="{FF2B5EF4-FFF2-40B4-BE49-F238E27FC236}">
                <a16:creationId xmlns:a16="http://schemas.microsoft.com/office/drawing/2014/main" id="{19B63BA4-B12C-7F3B-7FC9-C21C5A1F56C3}"/>
              </a:ext>
            </a:extLst>
          </p:cNvPr>
          <p:cNvSpPr/>
          <p:nvPr/>
        </p:nvSpPr>
        <p:spPr>
          <a:xfrm>
            <a:off x="5697055" y="102360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9864450-BCB8-BFD4-AB8C-800B3493BF83}"/>
              </a:ext>
            </a:extLst>
          </p:cNvPr>
          <p:cNvSpPr txBox="1"/>
          <p:nvPr/>
        </p:nvSpPr>
        <p:spPr>
          <a:xfrm rot="5400000">
            <a:off x="5690803" y="14365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54" name="Arrow: Down 153">
            <a:extLst>
              <a:ext uri="{FF2B5EF4-FFF2-40B4-BE49-F238E27FC236}">
                <a16:creationId xmlns:a16="http://schemas.microsoft.com/office/drawing/2014/main" id="{F695FCDA-0FE2-F40E-99C5-A60E89640C5F}"/>
              </a:ext>
            </a:extLst>
          </p:cNvPr>
          <p:cNvSpPr/>
          <p:nvPr/>
        </p:nvSpPr>
        <p:spPr>
          <a:xfrm>
            <a:off x="5046398" y="102360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0846213-75F2-EAE6-9DD5-D99444C3BCA3}"/>
              </a:ext>
            </a:extLst>
          </p:cNvPr>
          <p:cNvSpPr txBox="1"/>
          <p:nvPr/>
        </p:nvSpPr>
        <p:spPr>
          <a:xfrm rot="5400000">
            <a:off x="5040146" y="14365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B94595E6-86E2-CC84-1E32-7A8FB28C778C}"/>
              </a:ext>
            </a:extLst>
          </p:cNvPr>
          <p:cNvSpPr/>
          <p:nvPr/>
        </p:nvSpPr>
        <p:spPr>
          <a:xfrm>
            <a:off x="4457398" y="1038219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1067391-37FA-D5D8-9D18-B642F2BF15AE}"/>
              </a:ext>
            </a:extLst>
          </p:cNvPr>
          <p:cNvSpPr txBox="1"/>
          <p:nvPr/>
        </p:nvSpPr>
        <p:spPr>
          <a:xfrm rot="5400000">
            <a:off x="4451146" y="145118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58" name="Arrow: Down 157">
            <a:extLst>
              <a:ext uri="{FF2B5EF4-FFF2-40B4-BE49-F238E27FC236}">
                <a16:creationId xmlns:a16="http://schemas.microsoft.com/office/drawing/2014/main" id="{390030C6-E93C-CE80-67EC-ECA7A38781AB}"/>
              </a:ext>
            </a:extLst>
          </p:cNvPr>
          <p:cNvSpPr/>
          <p:nvPr/>
        </p:nvSpPr>
        <p:spPr>
          <a:xfrm>
            <a:off x="3868398" y="1052830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09522CC-01C6-1381-B693-566EDF94AA10}"/>
              </a:ext>
            </a:extLst>
          </p:cNvPr>
          <p:cNvSpPr txBox="1"/>
          <p:nvPr/>
        </p:nvSpPr>
        <p:spPr>
          <a:xfrm rot="5400000">
            <a:off x="3862146" y="146579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33" name="Arrow: Down 132">
            <a:extLst>
              <a:ext uri="{FF2B5EF4-FFF2-40B4-BE49-F238E27FC236}">
                <a16:creationId xmlns:a16="http://schemas.microsoft.com/office/drawing/2014/main" id="{5DC1E168-EEA6-0742-7106-2B0F37DBCD36}"/>
              </a:ext>
            </a:extLst>
          </p:cNvPr>
          <p:cNvSpPr/>
          <p:nvPr/>
        </p:nvSpPr>
        <p:spPr>
          <a:xfrm>
            <a:off x="6512821" y="1038219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646D326F-2921-F52A-3883-53C50F23D7A2}"/>
              </a:ext>
            </a:extLst>
          </p:cNvPr>
          <p:cNvSpPr/>
          <p:nvPr/>
        </p:nvSpPr>
        <p:spPr>
          <a:xfrm>
            <a:off x="7145603" y="1016361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E2B5BA8-3C63-A2C0-5C59-7DBD7B358617}"/>
              </a:ext>
            </a:extLst>
          </p:cNvPr>
          <p:cNvSpPr/>
          <p:nvPr/>
        </p:nvSpPr>
        <p:spPr>
          <a:xfrm>
            <a:off x="9125099" y="5341960"/>
            <a:ext cx="863289" cy="63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6AB416-F0F2-0146-68D9-E6AE02B1ED7D}"/>
              </a:ext>
            </a:extLst>
          </p:cNvPr>
          <p:cNvSpPr/>
          <p:nvPr/>
        </p:nvSpPr>
        <p:spPr>
          <a:xfrm>
            <a:off x="9131417" y="1697302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47E8E-419C-FDB8-88B0-9C5A6F20390C}"/>
              </a:ext>
            </a:extLst>
          </p:cNvPr>
          <p:cNvSpPr txBox="1"/>
          <p:nvPr/>
        </p:nvSpPr>
        <p:spPr>
          <a:xfrm>
            <a:off x="9596840" y="1990413"/>
            <a:ext cx="39786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78A9C0-323E-218B-9E94-C0279638B156}"/>
              </a:ext>
            </a:extLst>
          </p:cNvPr>
          <p:cNvCxnSpPr>
            <a:cxnSpLocks/>
          </p:cNvCxnSpPr>
          <p:nvPr/>
        </p:nvCxnSpPr>
        <p:spPr>
          <a:xfrm>
            <a:off x="9201728" y="2098137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F3C8213-0F1D-C6BB-C2A4-B985EEB15038}"/>
              </a:ext>
            </a:extLst>
          </p:cNvPr>
          <p:cNvSpPr/>
          <p:nvPr/>
        </p:nvSpPr>
        <p:spPr>
          <a:xfrm>
            <a:off x="9556997" y="2053419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5F6A7-A9A9-66CC-D4A1-91A8801BE2A6}"/>
              </a:ext>
            </a:extLst>
          </p:cNvPr>
          <p:cNvSpPr txBox="1"/>
          <p:nvPr/>
        </p:nvSpPr>
        <p:spPr>
          <a:xfrm>
            <a:off x="9596840" y="212963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14425A-8AD3-61AD-5182-BC6A0869B6A5}"/>
              </a:ext>
            </a:extLst>
          </p:cNvPr>
          <p:cNvCxnSpPr>
            <a:cxnSpLocks/>
          </p:cNvCxnSpPr>
          <p:nvPr/>
        </p:nvCxnSpPr>
        <p:spPr>
          <a:xfrm>
            <a:off x="9201728" y="2237362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BB85D4D-8D0C-D15F-4DB7-793EE01A6D6C}"/>
              </a:ext>
            </a:extLst>
          </p:cNvPr>
          <p:cNvSpPr/>
          <p:nvPr/>
        </p:nvSpPr>
        <p:spPr>
          <a:xfrm>
            <a:off x="9556997" y="2192644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C6584-8305-BD77-BEC7-3D374954AFA5}"/>
              </a:ext>
            </a:extLst>
          </p:cNvPr>
          <p:cNvSpPr txBox="1"/>
          <p:nvPr/>
        </p:nvSpPr>
        <p:spPr>
          <a:xfrm>
            <a:off x="9596840" y="226886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38EFB6-6C17-BEF5-268A-433EA8ACF716}"/>
              </a:ext>
            </a:extLst>
          </p:cNvPr>
          <p:cNvCxnSpPr>
            <a:cxnSpLocks/>
          </p:cNvCxnSpPr>
          <p:nvPr/>
        </p:nvCxnSpPr>
        <p:spPr>
          <a:xfrm>
            <a:off x="9201728" y="2376587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02AB5C9-3597-ED1A-B7FC-2D2955DE852E}"/>
              </a:ext>
            </a:extLst>
          </p:cNvPr>
          <p:cNvSpPr/>
          <p:nvPr/>
        </p:nvSpPr>
        <p:spPr>
          <a:xfrm>
            <a:off x="9556997" y="2331869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AEA7A-10CA-550C-74A8-C7044FFD12C3}"/>
              </a:ext>
            </a:extLst>
          </p:cNvPr>
          <p:cNvSpPr txBox="1"/>
          <p:nvPr/>
        </p:nvSpPr>
        <p:spPr>
          <a:xfrm>
            <a:off x="9596840" y="240808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C3893F-6359-AE69-8524-BBEF2DF82124}"/>
              </a:ext>
            </a:extLst>
          </p:cNvPr>
          <p:cNvCxnSpPr>
            <a:cxnSpLocks/>
          </p:cNvCxnSpPr>
          <p:nvPr/>
        </p:nvCxnSpPr>
        <p:spPr>
          <a:xfrm>
            <a:off x="9201728" y="2515812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44A8383-399D-A3CE-6773-825FE236D57F}"/>
              </a:ext>
            </a:extLst>
          </p:cNvPr>
          <p:cNvSpPr/>
          <p:nvPr/>
        </p:nvSpPr>
        <p:spPr>
          <a:xfrm>
            <a:off x="9556997" y="2471094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2FD8DB-3ABD-9CDD-68B6-B67CF702AD89}"/>
              </a:ext>
            </a:extLst>
          </p:cNvPr>
          <p:cNvSpPr txBox="1"/>
          <p:nvPr/>
        </p:nvSpPr>
        <p:spPr>
          <a:xfrm>
            <a:off x="9596840" y="254731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05471B-69B0-C367-D842-D5941F9E9263}"/>
              </a:ext>
            </a:extLst>
          </p:cNvPr>
          <p:cNvCxnSpPr>
            <a:cxnSpLocks/>
          </p:cNvCxnSpPr>
          <p:nvPr/>
        </p:nvCxnSpPr>
        <p:spPr>
          <a:xfrm>
            <a:off x="9201728" y="2655037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AAFDB20-C562-6670-F4DD-C122101160BD}"/>
              </a:ext>
            </a:extLst>
          </p:cNvPr>
          <p:cNvSpPr/>
          <p:nvPr/>
        </p:nvSpPr>
        <p:spPr>
          <a:xfrm>
            <a:off x="9556997" y="2610319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8A52EA-F7A6-2845-35B1-97BEB825C05D}"/>
              </a:ext>
            </a:extLst>
          </p:cNvPr>
          <p:cNvSpPr txBox="1"/>
          <p:nvPr/>
        </p:nvSpPr>
        <p:spPr>
          <a:xfrm>
            <a:off x="9596840" y="268653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6CDE59-29DE-1BDA-461E-78795B6087AE}"/>
              </a:ext>
            </a:extLst>
          </p:cNvPr>
          <p:cNvCxnSpPr>
            <a:cxnSpLocks/>
          </p:cNvCxnSpPr>
          <p:nvPr/>
        </p:nvCxnSpPr>
        <p:spPr>
          <a:xfrm>
            <a:off x="9201728" y="2794262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B8D5DC9-AA92-E9B1-84DE-B97453B50369}"/>
              </a:ext>
            </a:extLst>
          </p:cNvPr>
          <p:cNvSpPr/>
          <p:nvPr/>
        </p:nvSpPr>
        <p:spPr>
          <a:xfrm>
            <a:off x="9556997" y="2749544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83057-287F-18B7-72D5-7A3842FAEB5E}"/>
              </a:ext>
            </a:extLst>
          </p:cNvPr>
          <p:cNvSpPr txBox="1"/>
          <p:nvPr/>
        </p:nvSpPr>
        <p:spPr>
          <a:xfrm>
            <a:off x="9596840" y="282576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4B86F0-8F7D-9B9E-23AE-D6B1E2351E7F}"/>
              </a:ext>
            </a:extLst>
          </p:cNvPr>
          <p:cNvCxnSpPr>
            <a:cxnSpLocks/>
          </p:cNvCxnSpPr>
          <p:nvPr/>
        </p:nvCxnSpPr>
        <p:spPr>
          <a:xfrm>
            <a:off x="9201728" y="2933487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51C145E-7238-2A8E-842E-320B5F2A8DAF}"/>
              </a:ext>
            </a:extLst>
          </p:cNvPr>
          <p:cNvSpPr/>
          <p:nvPr/>
        </p:nvSpPr>
        <p:spPr>
          <a:xfrm>
            <a:off x="9556997" y="2888769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761BD4-CB03-EEF7-84D0-1E87030F3E88}"/>
              </a:ext>
            </a:extLst>
          </p:cNvPr>
          <p:cNvSpPr txBox="1"/>
          <p:nvPr/>
        </p:nvSpPr>
        <p:spPr>
          <a:xfrm>
            <a:off x="9596840" y="296498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912B40-C072-83A3-26A2-08EED1C6071B}"/>
              </a:ext>
            </a:extLst>
          </p:cNvPr>
          <p:cNvCxnSpPr>
            <a:cxnSpLocks/>
          </p:cNvCxnSpPr>
          <p:nvPr/>
        </p:nvCxnSpPr>
        <p:spPr>
          <a:xfrm>
            <a:off x="9201728" y="3072712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E32B9DF0-5C65-BBF8-80D6-393B3ED90A9D}"/>
              </a:ext>
            </a:extLst>
          </p:cNvPr>
          <p:cNvSpPr/>
          <p:nvPr/>
        </p:nvSpPr>
        <p:spPr>
          <a:xfrm>
            <a:off x="9556997" y="3027994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BF5F9A-1951-255A-A96D-95544EA8E923}"/>
              </a:ext>
            </a:extLst>
          </p:cNvPr>
          <p:cNvSpPr txBox="1"/>
          <p:nvPr/>
        </p:nvSpPr>
        <p:spPr>
          <a:xfrm rot="5400000">
            <a:off x="9445765" y="30902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859DB4-B687-36A3-F866-73D858CBA788}"/>
              </a:ext>
            </a:extLst>
          </p:cNvPr>
          <p:cNvSpPr txBox="1"/>
          <p:nvPr/>
        </p:nvSpPr>
        <p:spPr>
          <a:xfrm>
            <a:off x="9178596" y="1697302"/>
            <a:ext cx="7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D</a:t>
            </a:r>
            <a:endParaRPr lang="LID409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A23619-1E12-F7B2-3A9B-F23426B27156}"/>
              </a:ext>
            </a:extLst>
          </p:cNvPr>
          <p:cNvSpPr/>
          <p:nvPr/>
        </p:nvSpPr>
        <p:spPr>
          <a:xfrm>
            <a:off x="9131417" y="3521890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62E4A7-846B-2E3F-3CF5-F39A75248AE6}"/>
              </a:ext>
            </a:extLst>
          </p:cNvPr>
          <p:cNvSpPr txBox="1"/>
          <p:nvPr/>
        </p:nvSpPr>
        <p:spPr>
          <a:xfrm>
            <a:off x="9596840" y="381500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A33522-A746-66D4-58D2-D6CE102A0DBD}"/>
              </a:ext>
            </a:extLst>
          </p:cNvPr>
          <p:cNvCxnSpPr>
            <a:cxnSpLocks/>
          </p:cNvCxnSpPr>
          <p:nvPr/>
        </p:nvCxnSpPr>
        <p:spPr>
          <a:xfrm>
            <a:off x="9201728" y="3922725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A655C14-1B7F-AE9B-CA05-8148414E68C2}"/>
              </a:ext>
            </a:extLst>
          </p:cNvPr>
          <p:cNvSpPr/>
          <p:nvPr/>
        </p:nvSpPr>
        <p:spPr>
          <a:xfrm>
            <a:off x="9556997" y="3878007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F84069-A32C-745C-89D6-F6A2E4C5E195}"/>
              </a:ext>
            </a:extLst>
          </p:cNvPr>
          <p:cNvSpPr txBox="1"/>
          <p:nvPr/>
        </p:nvSpPr>
        <p:spPr>
          <a:xfrm>
            <a:off x="9596840" y="395422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B77175-57B0-6282-F5B6-5A7A204B4295}"/>
              </a:ext>
            </a:extLst>
          </p:cNvPr>
          <p:cNvCxnSpPr>
            <a:cxnSpLocks/>
          </p:cNvCxnSpPr>
          <p:nvPr/>
        </p:nvCxnSpPr>
        <p:spPr>
          <a:xfrm>
            <a:off x="9201728" y="4061950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69F48F4-E016-CB95-0ED8-FFCAB19CA738}"/>
              </a:ext>
            </a:extLst>
          </p:cNvPr>
          <p:cNvSpPr/>
          <p:nvPr/>
        </p:nvSpPr>
        <p:spPr>
          <a:xfrm>
            <a:off x="9556997" y="4017232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D17F69-22CB-355D-EB50-DD4D1EAA0B7B}"/>
              </a:ext>
            </a:extLst>
          </p:cNvPr>
          <p:cNvSpPr txBox="1"/>
          <p:nvPr/>
        </p:nvSpPr>
        <p:spPr>
          <a:xfrm>
            <a:off x="9596840" y="409345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F50F705-CB53-3216-1E95-4512F927C006}"/>
              </a:ext>
            </a:extLst>
          </p:cNvPr>
          <p:cNvCxnSpPr>
            <a:cxnSpLocks/>
          </p:cNvCxnSpPr>
          <p:nvPr/>
        </p:nvCxnSpPr>
        <p:spPr>
          <a:xfrm>
            <a:off x="9201728" y="4201175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74FFFB72-1E46-4211-5573-7885E5640F4C}"/>
              </a:ext>
            </a:extLst>
          </p:cNvPr>
          <p:cNvSpPr/>
          <p:nvPr/>
        </p:nvSpPr>
        <p:spPr>
          <a:xfrm>
            <a:off x="9556997" y="4156457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9ADDE4-FF60-1A2E-C13D-FAA28614FCC3}"/>
              </a:ext>
            </a:extLst>
          </p:cNvPr>
          <p:cNvSpPr txBox="1"/>
          <p:nvPr/>
        </p:nvSpPr>
        <p:spPr>
          <a:xfrm>
            <a:off x="9596840" y="423267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A56EF8-6024-F7D9-2285-6756BBA1ECBA}"/>
              </a:ext>
            </a:extLst>
          </p:cNvPr>
          <p:cNvCxnSpPr>
            <a:cxnSpLocks/>
          </p:cNvCxnSpPr>
          <p:nvPr/>
        </p:nvCxnSpPr>
        <p:spPr>
          <a:xfrm>
            <a:off x="9201728" y="4340400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6B969FE-63B1-4F7D-D84C-6C951346475D}"/>
              </a:ext>
            </a:extLst>
          </p:cNvPr>
          <p:cNvSpPr/>
          <p:nvPr/>
        </p:nvSpPr>
        <p:spPr>
          <a:xfrm>
            <a:off x="9556997" y="4295682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C69A24-76DA-8D4B-11C9-9E5D8E9DAA02}"/>
              </a:ext>
            </a:extLst>
          </p:cNvPr>
          <p:cNvSpPr txBox="1"/>
          <p:nvPr/>
        </p:nvSpPr>
        <p:spPr>
          <a:xfrm>
            <a:off x="9596840" y="437190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BD63696-97A3-BDAF-01EE-834A74B523B6}"/>
              </a:ext>
            </a:extLst>
          </p:cNvPr>
          <p:cNvCxnSpPr>
            <a:cxnSpLocks/>
          </p:cNvCxnSpPr>
          <p:nvPr/>
        </p:nvCxnSpPr>
        <p:spPr>
          <a:xfrm>
            <a:off x="9201728" y="4479625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75F395E8-00CA-8CD2-4C1F-AB4170EE4419}"/>
              </a:ext>
            </a:extLst>
          </p:cNvPr>
          <p:cNvSpPr/>
          <p:nvPr/>
        </p:nvSpPr>
        <p:spPr>
          <a:xfrm>
            <a:off x="9556997" y="4434907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E15A28-24C5-9618-891E-7D0BCA77FABE}"/>
              </a:ext>
            </a:extLst>
          </p:cNvPr>
          <p:cNvSpPr txBox="1"/>
          <p:nvPr/>
        </p:nvSpPr>
        <p:spPr>
          <a:xfrm>
            <a:off x="9596840" y="451112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B1DA306-9A4F-B8CC-878B-68B728667401}"/>
              </a:ext>
            </a:extLst>
          </p:cNvPr>
          <p:cNvCxnSpPr>
            <a:cxnSpLocks/>
          </p:cNvCxnSpPr>
          <p:nvPr/>
        </p:nvCxnSpPr>
        <p:spPr>
          <a:xfrm>
            <a:off x="9201728" y="4618850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74F8D662-ADC4-DD8D-C82E-00D4DC3A7B46}"/>
              </a:ext>
            </a:extLst>
          </p:cNvPr>
          <p:cNvSpPr/>
          <p:nvPr/>
        </p:nvSpPr>
        <p:spPr>
          <a:xfrm>
            <a:off x="9556997" y="4574132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FA2EBB-6A29-371A-BA44-E818401DD9A1}"/>
              </a:ext>
            </a:extLst>
          </p:cNvPr>
          <p:cNvSpPr txBox="1"/>
          <p:nvPr/>
        </p:nvSpPr>
        <p:spPr>
          <a:xfrm>
            <a:off x="9596840" y="465035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B27275-9952-F678-6842-671C15B7A13B}"/>
              </a:ext>
            </a:extLst>
          </p:cNvPr>
          <p:cNvCxnSpPr>
            <a:cxnSpLocks/>
          </p:cNvCxnSpPr>
          <p:nvPr/>
        </p:nvCxnSpPr>
        <p:spPr>
          <a:xfrm>
            <a:off x="9201728" y="4758075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8855D7C8-0EAF-E571-C3DC-C1B7354633A3}"/>
              </a:ext>
            </a:extLst>
          </p:cNvPr>
          <p:cNvSpPr/>
          <p:nvPr/>
        </p:nvSpPr>
        <p:spPr>
          <a:xfrm>
            <a:off x="9556997" y="4713357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CBC59C-C073-CACA-DF06-2C799AAE1028}"/>
              </a:ext>
            </a:extLst>
          </p:cNvPr>
          <p:cNvSpPr txBox="1"/>
          <p:nvPr/>
        </p:nvSpPr>
        <p:spPr>
          <a:xfrm>
            <a:off x="9596840" y="478957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5DEFF1B-692D-C2A1-DCF3-12FFF365930A}"/>
              </a:ext>
            </a:extLst>
          </p:cNvPr>
          <p:cNvCxnSpPr>
            <a:cxnSpLocks/>
          </p:cNvCxnSpPr>
          <p:nvPr/>
        </p:nvCxnSpPr>
        <p:spPr>
          <a:xfrm>
            <a:off x="9201728" y="4897300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8A908447-DD74-0879-01C5-84928E03207E}"/>
              </a:ext>
            </a:extLst>
          </p:cNvPr>
          <p:cNvSpPr/>
          <p:nvPr/>
        </p:nvSpPr>
        <p:spPr>
          <a:xfrm>
            <a:off x="9556997" y="4852582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95B213-5A7C-FF4A-1D65-442F65C221C7}"/>
              </a:ext>
            </a:extLst>
          </p:cNvPr>
          <p:cNvSpPr txBox="1"/>
          <p:nvPr/>
        </p:nvSpPr>
        <p:spPr>
          <a:xfrm rot="5400000">
            <a:off x="9445765" y="49148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469C73-3423-226E-0C9D-4D0CDEC21797}"/>
              </a:ext>
            </a:extLst>
          </p:cNvPr>
          <p:cNvSpPr txBox="1"/>
          <p:nvPr/>
        </p:nvSpPr>
        <p:spPr>
          <a:xfrm>
            <a:off x="9178596" y="3521890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E</a:t>
            </a:r>
            <a:endParaRPr lang="LID4096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496391B-C9F0-6A53-9F67-C72760F28F26}"/>
              </a:ext>
            </a:extLst>
          </p:cNvPr>
          <p:cNvSpPr/>
          <p:nvPr/>
        </p:nvSpPr>
        <p:spPr>
          <a:xfrm>
            <a:off x="8695189" y="2181138"/>
            <a:ext cx="465589" cy="1744910"/>
          </a:xfrm>
          <a:custGeom>
            <a:avLst/>
            <a:gdLst>
              <a:gd name="csX0" fmla="*/ 465589 w 465589"/>
              <a:gd name="csY0" fmla="*/ 1744910 h 1744910"/>
              <a:gd name="csX1" fmla="*/ 268448 w 465589"/>
              <a:gd name="csY1" fmla="*/ 1744910 h 1744910"/>
              <a:gd name="csX2" fmla="*/ 268448 w 465589"/>
              <a:gd name="csY2" fmla="*/ 0 h 1744910"/>
              <a:gd name="csX3" fmla="*/ 0 w 465589"/>
              <a:gd name="csY3" fmla="*/ 0 h 1744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5589" h="1744910">
                <a:moveTo>
                  <a:pt x="465589" y="1744910"/>
                </a:moveTo>
                <a:lnTo>
                  <a:pt x="268448" y="1744910"/>
                </a:lnTo>
                <a:lnTo>
                  <a:pt x="268448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98099A7-1E41-F5AD-30E4-A80613DDC5FB}"/>
              </a:ext>
            </a:extLst>
          </p:cNvPr>
          <p:cNvCxnSpPr/>
          <p:nvPr/>
        </p:nvCxnSpPr>
        <p:spPr>
          <a:xfrm flipH="1">
            <a:off x="8695189" y="2098135"/>
            <a:ext cx="4655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FB4AC83-7379-AAA8-B0D5-388CE57DE471}"/>
              </a:ext>
            </a:extLst>
          </p:cNvPr>
          <p:cNvSpPr txBox="1"/>
          <p:nvPr/>
        </p:nvSpPr>
        <p:spPr>
          <a:xfrm>
            <a:off x="9178596" y="5362033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F</a:t>
            </a:r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3FAE1DB-EA51-80B9-BFAB-13A1DE6F03AD}"/>
              </a:ext>
            </a:extLst>
          </p:cNvPr>
          <p:cNvSpPr/>
          <p:nvPr/>
        </p:nvSpPr>
        <p:spPr>
          <a:xfrm>
            <a:off x="8615823" y="2265029"/>
            <a:ext cx="544955" cy="3483610"/>
          </a:xfrm>
          <a:custGeom>
            <a:avLst/>
            <a:gdLst>
              <a:gd name="csX0" fmla="*/ 453006 w 453006"/>
              <a:gd name="csY0" fmla="*/ 3632433 h 3632433"/>
              <a:gd name="csX1" fmla="*/ 192947 w 453006"/>
              <a:gd name="csY1" fmla="*/ 3632433 h 3632433"/>
              <a:gd name="csX2" fmla="*/ 192947 w 453006"/>
              <a:gd name="csY2" fmla="*/ 0 h 3632433"/>
              <a:gd name="csX3" fmla="*/ 0 w 453006"/>
              <a:gd name="csY3" fmla="*/ 0 h 36324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3006" h="3632433">
                <a:moveTo>
                  <a:pt x="453006" y="3632433"/>
                </a:moveTo>
                <a:lnTo>
                  <a:pt x="192947" y="3632433"/>
                </a:lnTo>
                <a:lnTo>
                  <a:pt x="192947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1C853AE-B8FC-A7F1-BEA0-A3CDA7D32A95}"/>
              </a:ext>
            </a:extLst>
          </p:cNvPr>
          <p:cNvSpPr/>
          <p:nvPr/>
        </p:nvSpPr>
        <p:spPr>
          <a:xfrm>
            <a:off x="9131417" y="1292783"/>
            <a:ext cx="863289" cy="31879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DEA7A9-965F-71F3-C3FB-DD40ABE1E267}"/>
              </a:ext>
            </a:extLst>
          </p:cNvPr>
          <p:cNvSpPr txBox="1"/>
          <p:nvPr/>
        </p:nvSpPr>
        <p:spPr>
          <a:xfrm rot="5400000">
            <a:off x="9445765" y="127285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0413473-CFD1-E975-F181-72041814606E}"/>
              </a:ext>
            </a:extLst>
          </p:cNvPr>
          <p:cNvSpPr txBox="1"/>
          <p:nvPr/>
        </p:nvSpPr>
        <p:spPr>
          <a:xfrm>
            <a:off x="9596840" y="5640914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7CD2180-B497-DCBA-537D-456D5D87AAA1}"/>
              </a:ext>
            </a:extLst>
          </p:cNvPr>
          <p:cNvCxnSpPr>
            <a:cxnSpLocks/>
          </p:cNvCxnSpPr>
          <p:nvPr/>
        </p:nvCxnSpPr>
        <p:spPr>
          <a:xfrm>
            <a:off x="9201728" y="5748638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5D77B111-691C-4429-AD53-B817915715CA}"/>
              </a:ext>
            </a:extLst>
          </p:cNvPr>
          <p:cNvSpPr/>
          <p:nvPr/>
        </p:nvSpPr>
        <p:spPr>
          <a:xfrm>
            <a:off x="9556997" y="5703920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6CD0094-FBE6-EE80-54D2-F8C620EDB65F}"/>
              </a:ext>
            </a:extLst>
          </p:cNvPr>
          <p:cNvCxnSpPr/>
          <p:nvPr/>
        </p:nvCxnSpPr>
        <p:spPr>
          <a:xfrm>
            <a:off x="9005582" y="1170264"/>
            <a:ext cx="0" cy="52703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96E2EA81-D1CB-1D7F-ABC4-8170AA312C6B}"/>
              </a:ext>
            </a:extLst>
          </p:cNvPr>
          <p:cNvSpPr/>
          <p:nvPr/>
        </p:nvSpPr>
        <p:spPr>
          <a:xfrm>
            <a:off x="8703578" y="1681993"/>
            <a:ext cx="297809" cy="322976"/>
          </a:xfrm>
          <a:custGeom>
            <a:avLst/>
            <a:gdLst>
              <a:gd name="csX0" fmla="*/ 297809 w 297809"/>
              <a:gd name="csY0" fmla="*/ 0 h 322976"/>
              <a:gd name="csX1" fmla="*/ 297809 w 297809"/>
              <a:gd name="csY1" fmla="*/ 322976 h 322976"/>
              <a:gd name="csX2" fmla="*/ 0 w 297809"/>
              <a:gd name="csY2" fmla="*/ 322976 h 322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7809" h="322976">
                <a:moveTo>
                  <a:pt x="297809" y="0"/>
                </a:moveTo>
                <a:lnTo>
                  <a:pt x="297809" y="322976"/>
                </a:lnTo>
                <a:lnTo>
                  <a:pt x="0" y="322976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Arrow: Down 109">
            <a:extLst>
              <a:ext uri="{FF2B5EF4-FFF2-40B4-BE49-F238E27FC236}">
                <a16:creationId xmlns:a16="http://schemas.microsoft.com/office/drawing/2014/main" id="{E864AA7D-9ED9-3540-2B29-2B68B2F3D950}"/>
              </a:ext>
            </a:extLst>
          </p:cNvPr>
          <p:cNvSpPr/>
          <p:nvPr/>
        </p:nvSpPr>
        <p:spPr>
          <a:xfrm>
            <a:off x="8347046" y="1069597"/>
            <a:ext cx="268777" cy="69209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568C696-80B5-4426-B1B7-416F73F78B2A}"/>
              </a:ext>
            </a:extLst>
          </p:cNvPr>
          <p:cNvSpPr/>
          <p:nvPr/>
        </p:nvSpPr>
        <p:spPr>
          <a:xfrm>
            <a:off x="8179267" y="759203"/>
            <a:ext cx="616590" cy="3229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0D546BD-F764-BF44-BE41-32D1198A1ADA}"/>
              </a:ext>
            </a:extLst>
          </p:cNvPr>
          <p:cNvSpPr txBox="1"/>
          <p:nvPr/>
        </p:nvSpPr>
        <p:spPr>
          <a:xfrm>
            <a:off x="8206358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EXTI0</a:t>
            </a:r>
            <a:endParaRPr lang="LID4096" sz="1200"/>
          </a:p>
        </p:txBody>
      </p:sp>
      <p:sp>
        <p:nvSpPr>
          <p:cNvPr id="115" name="Arrow: Down 114">
            <a:extLst>
              <a:ext uri="{FF2B5EF4-FFF2-40B4-BE49-F238E27FC236}">
                <a16:creationId xmlns:a16="http://schemas.microsoft.com/office/drawing/2014/main" id="{8456C524-1C7D-E572-230C-1BB7AEAE24A2}"/>
              </a:ext>
            </a:extLst>
          </p:cNvPr>
          <p:cNvSpPr/>
          <p:nvPr/>
        </p:nvSpPr>
        <p:spPr>
          <a:xfrm>
            <a:off x="7734603" y="1069596"/>
            <a:ext cx="268777" cy="1553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FB61EFF-6B7C-1205-24D6-E848B4C97463}"/>
              </a:ext>
            </a:extLst>
          </p:cNvPr>
          <p:cNvGrpSpPr/>
          <p:nvPr/>
        </p:nvGrpSpPr>
        <p:grpSpPr>
          <a:xfrm>
            <a:off x="7566824" y="759203"/>
            <a:ext cx="616590" cy="322976"/>
            <a:chOff x="7566824" y="759203"/>
            <a:chExt cx="616590" cy="322976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D7287EC-FF48-CD90-5B24-1AED4CA98816}"/>
                </a:ext>
              </a:extLst>
            </p:cNvPr>
            <p:cNvSpPr/>
            <p:nvPr/>
          </p:nvSpPr>
          <p:spPr>
            <a:xfrm>
              <a:off x="7566824" y="759203"/>
              <a:ext cx="616590" cy="32297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A6B359B-E25A-0AA7-45F5-3E9066FEAEC1}"/>
                </a:ext>
              </a:extLst>
            </p:cNvPr>
            <p:cNvSpPr txBox="1"/>
            <p:nvPr/>
          </p:nvSpPr>
          <p:spPr>
            <a:xfrm>
              <a:off x="7593915" y="792598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EXTI1</a:t>
              </a:r>
              <a:endParaRPr lang="LID4096" sz="1200"/>
            </a:p>
          </p:txBody>
        </p:sp>
      </p:grp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C5C41AA5-B70A-E14F-56BC-F20D20B19BFE}"/>
              </a:ext>
            </a:extLst>
          </p:cNvPr>
          <p:cNvSpPr/>
          <p:nvPr/>
        </p:nvSpPr>
        <p:spPr>
          <a:xfrm>
            <a:off x="7664093" y="2497932"/>
            <a:ext cx="432137" cy="960539"/>
          </a:xfrm>
          <a:custGeom>
            <a:avLst/>
            <a:gdLst>
              <a:gd name="csX0" fmla="*/ 213919 w 213919"/>
              <a:gd name="csY0" fmla="*/ 0 h 960539"/>
              <a:gd name="csX1" fmla="*/ 0 w 213919"/>
              <a:gd name="csY1" fmla="*/ 213919 h 960539"/>
              <a:gd name="csX2" fmla="*/ 0 w 213919"/>
              <a:gd name="csY2" fmla="*/ 759203 h 960539"/>
              <a:gd name="csX3" fmla="*/ 201336 w 213919"/>
              <a:gd name="csY3" fmla="*/ 960539 h 960539"/>
              <a:gd name="csX4" fmla="*/ 213919 w 213919"/>
              <a:gd name="csY4" fmla="*/ 0 h 960539"/>
              <a:gd name="csX0" fmla="*/ 213919 w 215874"/>
              <a:gd name="csY0" fmla="*/ 0 h 960539"/>
              <a:gd name="csX1" fmla="*/ 0 w 215874"/>
              <a:gd name="csY1" fmla="*/ 213919 h 960539"/>
              <a:gd name="csX2" fmla="*/ 0 w 215874"/>
              <a:gd name="csY2" fmla="*/ 759203 h 960539"/>
              <a:gd name="csX3" fmla="*/ 215874 w 215874"/>
              <a:gd name="csY3" fmla="*/ 960539 h 960539"/>
              <a:gd name="csX4" fmla="*/ 213919 w 215874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72"/>
              <a:gd name="csY0" fmla="*/ 0 h 960539"/>
              <a:gd name="csX1" fmla="*/ 0 w 213972"/>
              <a:gd name="csY1" fmla="*/ 213919 h 960539"/>
              <a:gd name="csX2" fmla="*/ 0 w 213972"/>
              <a:gd name="csY2" fmla="*/ 759203 h 960539"/>
              <a:gd name="csX3" fmla="*/ 209644 w 213972"/>
              <a:gd name="csY3" fmla="*/ 960539 h 960539"/>
              <a:gd name="csX4" fmla="*/ 213919 w 213972"/>
              <a:gd name="csY4" fmla="*/ 0 h 960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972" h="960539">
                <a:moveTo>
                  <a:pt x="213919" y="0"/>
                </a:moveTo>
                <a:lnTo>
                  <a:pt x="0" y="213919"/>
                </a:lnTo>
                <a:lnTo>
                  <a:pt x="0" y="759203"/>
                </a:lnTo>
                <a:lnTo>
                  <a:pt x="209644" y="960539"/>
                </a:lnTo>
                <a:cubicBezTo>
                  <a:pt x="208992" y="640359"/>
                  <a:pt x="214571" y="320180"/>
                  <a:pt x="21391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715E714E-5EAB-9297-7A52-C3D49D8DBFD4}"/>
              </a:ext>
            </a:extLst>
          </p:cNvPr>
          <p:cNvSpPr/>
          <p:nvPr/>
        </p:nvSpPr>
        <p:spPr>
          <a:xfrm>
            <a:off x="8268487" y="1648439"/>
            <a:ext cx="432137" cy="960539"/>
          </a:xfrm>
          <a:custGeom>
            <a:avLst/>
            <a:gdLst>
              <a:gd name="csX0" fmla="*/ 213919 w 213919"/>
              <a:gd name="csY0" fmla="*/ 0 h 960539"/>
              <a:gd name="csX1" fmla="*/ 0 w 213919"/>
              <a:gd name="csY1" fmla="*/ 213919 h 960539"/>
              <a:gd name="csX2" fmla="*/ 0 w 213919"/>
              <a:gd name="csY2" fmla="*/ 759203 h 960539"/>
              <a:gd name="csX3" fmla="*/ 201336 w 213919"/>
              <a:gd name="csY3" fmla="*/ 960539 h 960539"/>
              <a:gd name="csX4" fmla="*/ 213919 w 213919"/>
              <a:gd name="csY4" fmla="*/ 0 h 960539"/>
              <a:gd name="csX0" fmla="*/ 213919 w 215874"/>
              <a:gd name="csY0" fmla="*/ 0 h 960539"/>
              <a:gd name="csX1" fmla="*/ 0 w 215874"/>
              <a:gd name="csY1" fmla="*/ 213919 h 960539"/>
              <a:gd name="csX2" fmla="*/ 0 w 215874"/>
              <a:gd name="csY2" fmla="*/ 759203 h 960539"/>
              <a:gd name="csX3" fmla="*/ 215874 w 215874"/>
              <a:gd name="csY3" fmla="*/ 960539 h 960539"/>
              <a:gd name="csX4" fmla="*/ 213919 w 215874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72"/>
              <a:gd name="csY0" fmla="*/ 0 h 960539"/>
              <a:gd name="csX1" fmla="*/ 0 w 213972"/>
              <a:gd name="csY1" fmla="*/ 213919 h 960539"/>
              <a:gd name="csX2" fmla="*/ 0 w 213972"/>
              <a:gd name="csY2" fmla="*/ 759203 h 960539"/>
              <a:gd name="csX3" fmla="*/ 209644 w 213972"/>
              <a:gd name="csY3" fmla="*/ 960539 h 960539"/>
              <a:gd name="csX4" fmla="*/ 213919 w 213972"/>
              <a:gd name="csY4" fmla="*/ 0 h 960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972" h="960539">
                <a:moveTo>
                  <a:pt x="213919" y="0"/>
                </a:moveTo>
                <a:lnTo>
                  <a:pt x="0" y="213919"/>
                </a:lnTo>
                <a:lnTo>
                  <a:pt x="0" y="759203"/>
                </a:lnTo>
                <a:lnTo>
                  <a:pt x="209644" y="960539"/>
                </a:lnTo>
                <a:cubicBezTo>
                  <a:pt x="208992" y="640359"/>
                  <a:pt x="214571" y="320180"/>
                  <a:pt x="21391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7C4C416-969B-DD2E-92D0-3F6045933197}"/>
              </a:ext>
            </a:extLst>
          </p:cNvPr>
          <p:cNvSpPr/>
          <p:nvPr/>
        </p:nvSpPr>
        <p:spPr>
          <a:xfrm>
            <a:off x="8103765" y="2231472"/>
            <a:ext cx="1052818" cy="595618"/>
          </a:xfrm>
          <a:custGeom>
            <a:avLst/>
            <a:gdLst>
              <a:gd name="csX0" fmla="*/ 1052818 w 1052818"/>
              <a:gd name="csY0" fmla="*/ 0 h 595618"/>
              <a:gd name="csX1" fmla="*/ 952151 w 1052818"/>
              <a:gd name="csY1" fmla="*/ 0 h 595618"/>
              <a:gd name="csX2" fmla="*/ 952151 w 1052818"/>
              <a:gd name="csY2" fmla="*/ 595618 h 595618"/>
              <a:gd name="csX3" fmla="*/ 0 w 1052818"/>
              <a:gd name="csY3" fmla="*/ 595618 h 595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595618">
                <a:moveTo>
                  <a:pt x="1052818" y="0"/>
                </a:moveTo>
                <a:lnTo>
                  <a:pt x="952151" y="0"/>
                </a:lnTo>
                <a:lnTo>
                  <a:pt x="952151" y="595618"/>
                </a:lnTo>
                <a:lnTo>
                  <a:pt x="0" y="595618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DFDF4FF-5EE1-F27D-109C-AC4587BBCD87}"/>
              </a:ext>
            </a:extLst>
          </p:cNvPr>
          <p:cNvCxnSpPr/>
          <p:nvPr/>
        </p:nvCxnSpPr>
        <p:spPr>
          <a:xfrm>
            <a:off x="8912604" y="1181415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5CB6921A-F8D8-4E1E-F80E-43706A994A64}"/>
              </a:ext>
            </a:extLst>
          </p:cNvPr>
          <p:cNvSpPr/>
          <p:nvPr/>
        </p:nvSpPr>
        <p:spPr>
          <a:xfrm>
            <a:off x="8107960" y="1711354"/>
            <a:ext cx="805343" cy="1019263"/>
          </a:xfrm>
          <a:custGeom>
            <a:avLst/>
            <a:gdLst>
              <a:gd name="csX0" fmla="*/ 805343 w 805343"/>
              <a:gd name="csY0" fmla="*/ 0 h 1019263"/>
              <a:gd name="csX1" fmla="*/ 805343 w 805343"/>
              <a:gd name="csY1" fmla="*/ 1019263 h 1019263"/>
              <a:gd name="csX2" fmla="*/ 0 w 805343"/>
              <a:gd name="csY2" fmla="*/ 1019263 h 1019263"/>
              <a:gd name="csX3" fmla="*/ 0 w 805343"/>
              <a:gd name="csY3" fmla="*/ 1002485 h 10192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05343" h="1019263">
                <a:moveTo>
                  <a:pt x="805343" y="0"/>
                </a:moveTo>
                <a:lnTo>
                  <a:pt x="805343" y="1019263"/>
                </a:lnTo>
                <a:lnTo>
                  <a:pt x="0" y="1019263"/>
                </a:lnTo>
                <a:lnTo>
                  <a:pt x="0" y="1002485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332FE6B-14A5-259E-AFF7-F9140F846B09}"/>
              </a:ext>
            </a:extLst>
          </p:cNvPr>
          <p:cNvSpPr/>
          <p:nvPr/>
        </p:nvSpPr>
        <p:spPr>
          <a:xfrm>
            <a:off x="8095376" y="2936147"/>
            <a:ext cx="1065402" cy="1124125"/>
          </a:xfrm>
          <a:custGeom>
            <a:avLst/>
            <a:gdLst>
              <a:gd name="csX0" fmla="*/ 1052818 w 1052818"/>
              <a:gd name="csY0" fmla="*/ 1124125 h 1124125"/>
              <a:gd name="csX1" fmla="*/ 637563 w 1052818"/>
              <a:gd name="csY1" fmla="*/ 1124125 h 1124125"/>
              <a:gd name="csX2" fmla="*/ 637563 w 1052818"/>
              <a:gd name="csY2" fmla="*/ 0 h 1124125"/>
              <a:gd name="csX3" fmla="*/ 0 w 1052818"/>
              <a:gd name="csY3" fmla="*/ 0 h 1124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1124125">
                <a:moveTo>
                  <a:pt x="1052818" y="1124125"/>
                </a:moveTo>
                <a:lnTo>
                  <a:pt x="637563" y="1124125"/>
                </a:lnTo>
                <a:lnTo>
                  <a:pt x="637563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25BE1FF-E345-9E63-0D3D-7EA61C04C525}"/>
              </a:ext>
            </a:extLst>
          </p:cNvPr>
          <p:cNvCxnSpPr/>
          <p:nvPr/>
        </p:nvCxnSpPr>
        <p:spPr>
          <a:xfrm>
            <a:off x="8615823" y="5362033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E6D848DA-3BEC-8698-E55B-1D7FDCF75D92}"/>
              </a:ext>
            </a:extLst>
          </p:cNvPr>
          <p:cNvSpPr/>
          <p:nvPr/>
        </p:nvSpPr>
        <p:spPr>
          <a:xfrm>
            <a:off x="8095376" y="3061982"/>
            <a:ext cx="524312" cy="2294389"/>
          </a:xfrm>
          <a:custGeom>
            <a:avLst/>
            <a:gdLst>
              <a:gd name="csX0" fmla="*/ 524312 w 524312"/>
              <a:gd name="csY0" fmla="*/ 2294389 h 2294389"/>
              <a:gd name="csX1" fmla="*/ 524312 w 524312"/>
              <a:gd name="csY1" fmla="*/ 4194 h 2294389"/>
              <a:gd name="csX2" fmla="*/ 0 w 524312"/>
              <a:gd name="csY2" fmla="*/ 4194 h 2294389"/>
              <a:gd name="csX3" fmla="*/ 0 w 524312"/>
              <a:gd name="csY3" fmla="*/ 0 h 2294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4312" h="2294389">
                <a:moveTo>
                  <a:pt x="524312" y="2294389"/>
                </a:moveTo>
                <a:lnTo>
                  <a:pt x="524312" y="4194"/>
                </a:lnTo>
                <a:lnTo>
                  <a:pt x="0" y="419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32B6FB9-2AB6-2990-65B7-798FA8AFFBAA}"/>
              </a:ext>
            </a:extLst>
          </p:cNvPr>
          <p:cNvSpPr/>
          <p:nvPr/>
        </p:nvSpPr>
        <p:spPr>
          <a:xfrm>
            <a:off x="6955826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3283BA6-F8E6-F755-BDCC-BEC9E325DE42}"/>
              </a:ext>
            </a:extLst>
          </p:cNvPr>
          <p:cNvSpPr txBox="1"/>
          <p:nvPr/>
        </p:nvSpPr>
        <p:spPr>
          <a:xfrm>
            <a:off x="6982917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EXTI2</a:t>
            </a:r>
            <a:endParaRPr lang="LID4096" sz="12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E46A415-FEFC-5871-C8A1-4C3C8298EABF}"/>
              </a:ext>
            </a:extLst>
          </p:cNvPr>
          <p:cNvSpPr/>
          <p:nvPr/>
        </p:nvSpPr>
        <p:spPr>
          <a:xfrm>
            <a:off x="6344828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D1D9F99-8E77-2F0E-7382-5AA9363D1EC9}"/>
              </a:ext>
            </a:extLst>
          </p:cNvPr>
          <p:cNvSpPr txBox="1"/>
          <p:nvPr/>
        </p:nvSpPr>
        <p:spPr>
          <a:xfrm>
            <a:off x="6371919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EXTI3</a:t>
            </a:r>
            <a:endParaRPr lang="LID4096" sz="120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98EECA2-219F-1E69-A40D-503BCF58D499}"/>
              </a:ext>
            </a:extLst>
          </p:cNvPr>
          <p:cNvSpPr txBox="1"/>
          <p:nvPr/>
        </p:nvSpPr>
        <p:spPr>
          <a:xfrm rot="5400000">
            <a:off x="7146340" y="142691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E0C4F0B-7CD3-36B5-E0BF-BF83989BE2BD}"/>
              </a:ext>
            </a:extLst>
          </p:cNvPr>
          <p:cNvSpPr txBox="1"/>
          <p:nvPr/>
        </p:nvSpPr>
        <p:spPr>
          <a:xfrm rot="5400000">
            <a:off x="6506569" y="145118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33BC0A1-04E2-FFD7-13B8-5D3C853CF2B5}"/>
              </a:ext>
            </a:extLst>
          </p:cNvPr>
          <p:cNvSpPr/>
          <p:nvPr/>
        </p:nvSpPr>
        <p:spPr>
          <a:xfrm>
            <a:off x="6346272" y="599813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DB63C9-C46D-0FBF-C158-94CFA2048670}"/>
              </a:ext>
            </a:extLst>
          </p:cNvPr>
          <p:cNvSpPr txBox="1"/>
          <p:nvPr/>
        </p:nvSpPr>
        <p:spPr>
          <a:xfrm>
            <a:off x="7064325" y="563344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AFIO_EXTICR1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720D8AC-AB95-AD64-E71C-B10EB01B8456}"/>
              </a:ext>
            </a:extLst>
          </p:cNvPr>
          <p:cNvSpPr/>
          <p:nvPr/>
        </p:nvSpPr>
        <p:spPr>
          <a:xfrm>
            <a:off x="5532226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BADF9F3-6D96-D8B7-4F19-DF63CC7C92F0}"/>
              </a:ext>
            </a:extLst>
          </p:cNvPr>
          <p:cNvSpPr txBox="1"/>
          <p:nvPr/>
        </p:nvSpPr>
        <p:spPr>
          <a:xfrm>
            <a:off x="5559317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EXTI4</a:t>
            </a:r>
            <a:endParaRPr lang="LID4096" sz="120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AC7A561-A4ED-A570-2088-1FE261E9B84A}"/>
              </a:ext>
            </a:extLst>
          </p:cNvPr>
          <p:cNvSpPr/>
          <p:nvPr/>
        </p:nvSpPr>
        <p:spPr>
          <a:xfrm>
            <a:off x="4919783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259871A-BDAC-004E-CFB0-6D1E63CAA5A3}"/>
              </a:ext>
            </a:extLst>
          </p:cNvPr>
          <p:cNvSpPr txBox="1"/>
          <p:nvPr/>
        </p:nvSpPr>
        <p:spPr>
          <a:xfrm>
            <a:off x="4946874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EXTI5</a:t>
            </a:r>
            <a:endParaRPr lang="LID4096" sz="120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298C999-108E-561F-67E1-8999B4D38FB6}"/>
              </a:ext>
            </a:extLst>
          </p:cNvPr>
          <p:cNvSpPr/>
          <p:nvPr/>
        </p:nvSpPr>
        <p:spPr>
          <a:xfrm>
            <a:off x="4308785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503ADD2-5B56-97FA-32F4-5CC6E489852E}"/>
              </a:ext>
            </a:extLst>
          </p:cNvPr>
          <p:cNvSpPr txBox="1"/>
          <p:nvPr/>
        </p:nvSpPr>
        <p:spPr>
          <a:xfrm>
            <a:off x="4335876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EXTI6</a:t>
            </a:r>
            <a:endParaRPr lang="LID4096" sz="120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E1E65C4-684F-A032-10D1-18A21CD5D804}"/>
              </a:ext>
            </a:extLst>
          </p:cNvPr>
          <p:cNvSpPr/>
          <p:nvPr/>
        </p:nvSpPr>
        <p:spPr>
          <a:xfrm>
            <a:off x="3697787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1EC4CE7-A9F6-DFB7-332A-BE243BB69C9B}"/>
              </a:ext>
            </a:extLst>
          </p:cNvPr>
          <p:cNvSpPr txBox="1"/>
          <p:nvPr/>
        </p:nvSpPr>
        <p:spPr>
          <a:xfrm>
            <a:off x="3724878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EXTI7</a:t>
            </a:r>
            <a:endParaRPr lang="LID4096" sz="120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1076C78-737F-7F49-FAB5-0F1E5873782C}"/>
              </a:ext>
            </a:extLst>
          </p:cNvPr>
          <p:cNvSpPr/>
          <p:nvPr/>
        </p:nvSpPr>
        <p:spPr>
          <a:xfrm>
            <a:off x="3699231" y="599813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62B305C-BBFD-4545-20BB-90B334DF9A7F}"/>
              </a:ext>
            </a:extLst>
          </p:cNvPr>
          <p:cNvSpPr txBox="1"/>
          <p:nvPr/>
        </p:nvSpPr>
        <p:spPr>
          <a:xfrm>
            <a:off x="4417284" y="563344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AFIO_EXTICR2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AF184E2-20AA-B170-FE7F-90B15620CC96}"/>
              </a:ext>
            </a:extLst>
          </p:cNvPr>
          <p:cNvSpPr/>
          <p:nvPr/>
        </p:nvSpPr>
        <p:spPr>
          <a:xfrm>
            <a:off x="9102676" y="5791456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743DAA1-0CFC-E79D-BD46-0D4555290F1B}"/>
              </a:ext>
            </a:extLst>
          </p:cNvPr>
          <p:cNvSpPr/>
          <p:nvPr/>
        </p:nvSpPr>
        <p:spPr>
          <a:xfrm rot="10800000">
            <a:off x="9121112" y="1256897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A47297F-2B64-F88C-B982-ECCF4BF9AAB1}"/>
              </a:ext>
            </a:extLst>
          </p:cNvPr>
          <p:cNvSpPr/>
          <p:nvPr/>
        </p:nvSpPr>
        <p:spPr>
          <a:xfrm rot="5400000">
            <a:off x="4120347" y="-412671"/>
            <a:ext cx="1239500" cy="3109219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1720662-C1C0-120E-B247-8EA8F7E669CD}"/>
              </a:ext>
            </a:extLst>
          </p:cNvPr>
          <p:cNvSpPr txBox="1"/>
          <p:nvPr/>
        </p:nvSpPr>
        <p:spPr>
          <a:xfrm>
            <a:off x="5645792" y="2430226"/>
            <a:ext cx="1236729" cy="3064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262D9E4-33CC-3533-DD35-3896BDE3B501}"/>
              </a:ext>
            </a:extLst>
          </p:cNvPr>
          <p:cNvSpPr txBox="1"/>
          <p:nvPr/>
        </p:nvSpPr>
        <p:spPr>
          <a:xfrm>
            <a:off x="6283522" y="2806310"/>
            <a:ext cx="5933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  <a:br>
              <a:rPr lang="en-US" sz="1050"/>
            </a:br>
            <a:r>
              <a:rPr lang="en-US" sz="1050"/>
              <a:t>EXTI6</a:t>
            </a:r>
            <a:br>
              <a:rPr lang="en-US" sz="1050"/>
            </a:br>
            <a:r>
              <a:rPr lang="en-US" sz="1050"/>
              <a:t>EXTI7</a:t>
            </a:r>
            <a:br>
              <a:rPr lang="en-US" sz="1050"/>
            </a:br>
            <a:r>
              <a:rPr lang="en-US" sz="1050"/>
              <a:t>EXTI8</a:t>
            </a:r>
            <a:br>
              <a:rPr lang="en-US" sz="1050"/>
            </a:br>
            <a:r>
              <a:rPr lang="en-US" sz="1050"/>
              <a:t>EXTI9</a:t>
            </a:r>
            <a:br>
              <a:rPr lang="en-US" sz="1050"/>
            </a:br>
            <a:r>
              <a:rPr lang="en-US" sz="1050"/>
              <a:t>EXTI10</a:t>
            </a:r>
            <a:br>
              <a:rPr lang="en-US" sz="1050"/>
            </a:br>
            <a:r>
              <a:rPr lang="en-US" sz="1050"/>
              <a:t>EXTI11</a:t>
            </a:r>
            <a:br>
              <a:rPr lang="en-US" sz="1050"/>
            </a:br>
            <a:r>
              <a:rPr lang="en-US" sz="1050"/>
              <a:t>EXTI12</a:t>
            </a:r>
            <a:br>
              <a:rPr lang="en-US" sz="1050"/>
            </a:br>
            <a:r>
              <a:rPr lang="en-US" sz="1050"/>
              <a:t>EXTI13</a:t>
            </a:r>
            <a:br>
              <a:rPr lang="en-US" sz="1050"/>
            </a:br>
            <a:r>
              <a:rPr lang="en-US" sz="1050"/>
              <a:t>EXTI14</a:t>
            </a:r>
            <a:br>
              <a:rPr lang="en-US" sz="1050"/>
            </a:br>
            <a:r>
              <a:rPr lang="en-US" sz="1050"/>
              <a:t>EXTI15</a:t>
            </a:r>
            <a:endParaRPr lang="LID4096" sz="3600" dirty="0"/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EF23A0F4-856B-9FDB-9720-49850C4B0C66}"/>
              </a:ext>
            </a:extLst>
          </p:cNvPr>
          <p:cNvSpPr/>
          <p:nvPr/>
        </p:nvSpPr>
        <p:spPr>
          <a:xfrm>
            <a:off x="6891556" y="2986481"/>
            <a:ext cx="775982" cy="109057"/>
          </a:xfrm>
          <a:custGeom>
            <a:avLst/>
            <a:gdLst>
              <a:gd name="csX0" fmla="*/ 775982 w 775982"/>
              <a:gd name="csY0" fmla="*/ 0 h 109057"/>
              <a:gd name="csX1" fmla="*/ 515923 w 775982"/>
              <a:gd name="csY1" fmla="*/ 0 h 109057"/>
              <a:gd name="csX2" fmla="*/ 515923 w 775982"/>
              <a:gd name="csY2" fmla="*/ 109057 h 109057"/>
              <a:gd name="csX3" fmla="*/ 0 w 775982"/>
              <a:gd name="csY3" fmla="*/ 109057 h 109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5982" h="109057">
                <a:moveTo>
                  <a:pt x="775982" y="0"/>
                </a:moveTo>
                <a:lnTo>
                  <a:pt x="515923" y="0"/>
                </a:lnTo>
                <a:lnTo>
                  <a:pt x="515923" y="109057"/>
                </a:lnTo>
                <a:lnTo>
                  <a:pt x="0" y="109057"/>
                </a:lnTo>
              </a:path>
            </a:pathLst>
          </a:custGeom>
          <a:noFill/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9BD8044-74C1-BFBF-B94C-BDC7456062CD}"/>
              </a:ext>
            </a:extLst>
          </p:cNvPr>
          <p:cNvCxnSpPr/>
          <p:nvPr/>
        </p:nvCxnSpPr>
        <p:spPr>
          <a:xfrm flipH="1">
            <a:off x="6883167" y="3242345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1F0194E4-E947-A830-DF67-75E4474A48C1}"/>
              </a:ext>
            </a:extLst>
          </p:cNvPr>
          <p:cNvCxnSpPr/>
          <p:nvPr/>
        </p:nvCxnSpPr>
        <p:spPr>
          <a:xfrm flipH="1">
            <a:off x="6883167" y="339684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AA1D651-F024-8F32-982F-7D6264BCC877}"/>
              </a:ext>
            </a:extLst>
          </p:cNvPr>
          <p:cNvCxnSpPr/>
          <p:nvPr/>
        </p:nvCxnSpPr>
        <p:spPr>
          <a:xfrm flipH="1">
            <a:off x="6879996" y="3572313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E7BA20A-688B-DF0E-7A49-7477D66A9949}"/>
              </a:ext>
            </a:extLst>
          </p:cNvPr>
          <p:cNvCxnSpPr/>
          <p:nvPr/>
        </p:nvCxnSpPr>
        <p:spPr>
          <a:xfrm flipH="1">
            <a:off x="6879996" y="3733800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7E504A1-1DF4-051C-2668-FD570C851ED2}"/>
              </a:ext>
            </a:extLst>
          </p:cNvPr>
          <p:cNvCxnSpPr/>
          <p:nvPr/>
        </p:nvCxnSpPr>
        <p:spPr>
          <a:xfrm flipH="1">
            <a:off x="6879996" y="3892094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1135B20F-B911-A28E-CD55-0F740743A0C6}"/>
              </a:ext>
            </a:extLst>
          </p:cNvPr>
          <p:cNvCxnSpPr/>
          <p:nvPr/>
        </p:nvCxnSpPr>
        <p:spPr>
          <a:xfrm flipH="1">
            <a:off x="6879996" y="4055658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852A564-BA99-EB37-1FFF-78473EC4735F}"/>
              </a:ext>
            </a:extLst>
          </p:cNvPr>
          <p:cNvSpPr/>
          <p:nvPr/>
        </p:nvSpPr>
        <p:spPr>
          <a:xfrm>
            <a:off x="6891555" y="3521889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5520281-E2EC-1ABC-6A5C-7570C25F474A}"/>
              </a:ext>
            </a:extLst>
          </p:cNvPr>
          <p:cNvSpPr txBox="1"/>
          <p:nvPr/>
        </p:nvSpPr>
        <p:spPr>
          <a:xfrm>
            <a:off x="5637354" y="2806310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4635A66-49AD-6213-9D09-F3FFDAAE60BE}"/>
              </a:ext>
            </a:extLst>
          </p:cNvPr>
          <p:cNvSpPr txBox="1"/>
          <p:nvPr/>
        </p:nvSpPr>
        <p:spPr>
          <a:xfrm>
            <a:off x="2326205" y="2421302"/>
            <a:ext cx="2535215" cy="17615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US" sz="3600"/>
          </a:p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</p:spTree>
    <p:extLst>
      <p:ext uri="{BB962C8B-B14F-4D97-AF65-F5344CB8AC3E}">
        <p14:creationId xmlns:p14="http://schemas.microsoft.com/office/powerpoint/2010/main" val="2223377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C2883-2A07-222D-6A79-EBF46AB5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77">
            <a:extLst>
              <a:ext uri="{FF2B5EF4-FFF2-40B4-BE49-F238E27FC236}">
                <a16:creationId xmlns:a16="http://schemas.microsoft.com/office/drawing/2014/main" id="{884963E9-199C-ADB9-B643-EE89D804B0CE}"/>
              </a:ext>
            </a:extLst>
          </p:cNvPr>
          <p:cNvSpPr txBox="1"/>
          <p:nvPr/>
        </p:nvSpPr>
        <p:spPr>
          <a:xfrm>
            <a:off x="1543366" y="1403352"/>
            <a:ext cx="8286434" cy="2584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4BAEF93-039F-6588-F448-97FA919B3DB0}"/>
              </a:ext>
            </a:extLst>
          </p:cNvPr>
          <p:cNvSpPr txBox="1"/>
          <p:nvPr/>
        </p:nvSpPr>
        <p:spPr>
          <a:xfrm>
            <a:off x="9236473" y="2709943"/>
            <a:ext cx="593327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 b="1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</a:p>
          <a:p>
            <a:pPr algn="ctr"/>
            <a:r>
              <a:rPr lang="en-US" sz="1050"/>
              <a:t>...</a:t>
            </a:r>
            <a:endParaRPr lang="LID4096" sz="3600" dirty="0"/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E0248A2-DC9D-AD1A-EA17-587CC3D40201}"/>
              </a:ext>
            </a:extLst>
          </p:cNvPr>
          <p:cNvCxnSpPr/>
          <p:nvPr/>
        </p:nvCxnSpPr>
        <p:spPr>
          <a:xfrm flipH="1">
            <a:off x="9929678" y="2844615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700F0BA-55B9-28EC-6F33-89DECBA2C8F3}"/>
              </a:ext>
            </a:extLst>
          </p:cNvPr>
          <p:cNvCxnSpPr/>
          <p:nvPr/>
        </p:nvCxnSpPr>
        <p:spPr>
          <a:xfrm flipH="1">
            <a:off x="9929678" y="2999112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E6D3ABF-0C2A-F7CF-2910-6192FB7167CB}"/>
              </a:ext>
            </a:extLst>
          </p:cNvPr>
          <p:cNvCxnSpPr/>
          <p:nvPr/>
        </p:nvCxnSpPr>
        <p:spPr>
          <a:xfrm flipH="1">
            <a:off x="9926507" y="3174583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529D73CB-6783-5B82-4415-BD17B6E344E1}"/>
              </a:ext>
            </a:extLst>
          </p:cNvPr>
          <p:cNvCxnSpPr/>
          <p:nvPr/>
        </p:nvCxnSpPr>
        <p:spPr>
          <a:xfrm flipH="1">
            <a:off x="9926507" y="3336070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9FCBAFB-7C8A-8929-5F92-F4143383B59C}"/>
              </a:ext>
            </a:extLst>
          </p:cNvPr>
          <p:cNvCxnSpPr/>
          <p:nvPr/>
        </p:nvCxnSpPr>
        <p:spPr>
          <a:xfrm flipH="1">
            <a:off x="9926507" y="3494364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D5EB330-2DAC-3AF1-BDB3-6436C250F278}"/>
              </a:ext>
            </a:extLst>
          </p:cNvPr>
          <p:cNvCxnSpPr/>
          <p:nvPr/>
        </p:nvCxnSpPr>
        <p:spPr>
          <a:xfrm flipH="1">
            <a:off x="9926507" y="3657928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2E0D8318-5F8C-8BC0-676C-CCCBE3989F33}"/>
              </a:ext>
            </a:extLst>
          </p:cNvPr>
          <p:cNvSpPr/>
          <p:nvPr/>
        </p:nvSpPr>
        <p:spPr>
          <a:xfrm>
            <a:off x="9938066" y="3124159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BA76EB9-B7E9-C533-2522-66C775178F93}"/>
              </a:ext>
            </a:extLst>
          </p:cNvPr>
          <p:cNvSpPr txBox="1"/>
          <p:nvPr/>
        </p:nvSpPr>
        <p:spPr>
          <a:xfrm>
            <a:off x="1531807" y="2543827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0C41D13-87DC-E7DE-0044-D951AF0A9D91}"/>
              </a:ext>
            </a:extLst>
          </p:cNvPr>
          <p:cNvSpPr txBox="1"/>
          <p:nvPr/>
        </p:nvSpPr>
        <p:spPr>
          <a:xfrm rot="16200000">
            <a:off x="-560591" y="2385372"/>
            <a:ext cx="2584447" cy="6204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3AB1B-3D54-9E4F-4F3B-6880174C846F}"/>
              </a:ext>
            </a:extLst>
          </p:cNvPr>
          <p:cNvSpPr txBox="1"/>
          <p:nvPr/>
        </p:nvSpPr>
        <p:spPr>
          <a:xfrm>
            <a:off x="7079367" y="2841562"/>
            <a:ext cx="16762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/>
              <a:t>Edge Detection Circuit</a:t>
            </a:r>
            <a:endParaRPr lang="LID4096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3F26A1-5B9E-7791-586C-A4E3960395F8}"/>
              </a:ext>
            </a:extLst>
          </p:cNvPr>
          <p:cNvSpPr txBox="1"/>
          <p:nvPr/>
        </p:nvSpPr>
        <p:spPr>
          <a:xfrm>
            <a:off x="7965486" y="1862684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EXTI_FTENR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0D8C96-7CF2-B46A-3769-FD3E0892D118}"/>
              </a:ext>
            </a:extLst>
          </p:cNvPr>
          <p:cNvSpPr txBox="1"/>
          <p:nvPr/>
        </p:nvSpPr>
        <p:spPr>
          <a:xfrm>
            <a:off x="7965486" y="2108905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Falling trigger enable register</a:t>
            </a:r>
            <a:endParaRPr lang="LID4096" sz="8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E2AB2F-C49D-9160-6580-B7F19E75238A}"/>
              </a:ext>
            </a:extLst>
          </p:cNvPr>
          <p:cNvSpPr txBox="1"/>
          <p:nvPr/>
        </p:nvSpPr>
        <p:spPr>
          <a:xfrm>
            <a:off x="6945406" y="1859203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EXTI_RTENR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E041BF-E902-00D9-FC84-A49A13399C70}"/>
              </a:ext>
            </a:extLst>
          </p:cNvPr>
          <p:cNvSpPr txBox="1"/>
          <p:nvPr/>
        </p:nvSpPr>
        <p:spPr>
          <a:xfrm>
            <a:off x="6945406" y="2105424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Rising trigger enable register</a:t>
            </a:r>
            <a:endParaRPr lang="LID4096" sz="800" i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10774A-AA2F-6481-48E4-8EF7A6132EEC}"/>
              </a:ext>
            </a:extLst>
          </p:cNvPr>
          <p:cNvSpPr txBox="1"/>
          <p:nvPr/>
        </p:nvSpPr>
        <p:spPr>
          <a:xfrm>
            <a:off x="5764306" y="1857579"/>
            <a:ext cx="960519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EXTI_SWIEVR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CA803C-17F9-3CBA-75EE-CA033C55367A}"/>
              </a:ext>
            </a:extLst>
          </p:cNvPr>
          <p:cNvSpPr txBox="1"/>
          <p:nvPr/>
        </p:nvSpPr>
        <p:spPr>
          <a:xfrm>
            <a:off x="5764306" y="2103800"/>
            <a:ext cx="96051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Software Interrupt Event Register</a:t>
            </a:r>
            <a:endParaRPr lang="LID4096" sz="800" i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BAD2F6-7DEB-2CD5-CFFB-1110E600571A}"/>
              </a:ext>
            </a:extLst>
          </p:cNvPr>
          <p:cNvSpPr txBox="1"/>
          <p:nvPr/>
        </p:nvSpPr>
        <p:spPr>
          <a:xfrm>
            <a:off x="4337745" y="1856072"/>
            <a:ext cx="960519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EXTI_INTENR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B28D3E-08C1-588E-A256-876C3C8BB6B7}"/>
              </a:ext>
            </a:extLst>
          </p:cNvPr>
          <p:cNvSpPr txBox="1"/>
          <p:nvPr/>
        </p:nvSpPr>
        <p:spPr>
          <a:xfrm>
            <a:off x="4337745" y="2102293"/>
            <a:ext cx="96051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Interrupt Enable Register</a:t>
            </a:r>
            <a:endParaRPr lang="LID4096" sz="800" i="1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0307E1-A14A-BAE3-0EAC-22C3B2162C7A}"/>
              </a:ext>
            </a:extLst>
          </p:cNvPr>
          <p:cNvSpPr txBox="1"/>
          <p:nvPr/>
        </p:nvSpPr>
        <p:spPr>
          <a:xfrm>
            <a:off x="2596014" y="2539980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EXTI_INTFR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B623DAF-C296-8313-F0FD-62E61B61C995}"/>
              </a:ext>
            </a:extLst>
          </p:cNvPr>
          <p:cNvCxnSpPr>
            <a:cxnSpLocks/>
          </p:cNvCxnSpPr>
          <p:nvPr/>
        </p:nvCxnSpPr>
        <p:spPr>
          <a:xfrm flipH="1">
            <a:off x="8755595" y="2982305"/>
            <a:ext cx="547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F6C0CA2-8BFC-D7EC-C057-952BF2FFFAD3}"/>
              </a:ext>
            </a:extLst>
          </p:cNvPr>
          <p:cNvCxnSpPr>
            <a:cxnSpLocks/>
          </p:cNvCxnSpPr>
          <p:nvPr/>
        </p:nvCxnSpPr>
        <p:spPr>
          <a:xfrm flipV="1">
            <a:off x="8382000" y="2447459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828E8A0-6365-7168-8C2C-AD2DDA15299D}"/>
              </a:ext>
            </a:extLst>
          </p:cNvPr>
          <p:cNvCxnSpPr>
            <a:cxnSpLocks/>
          </p:cNvCxnSpPr>
          <p:nvPr/>
        </p:nvCxnSpPr>
        <p:spPr>
          <a:xfrm flipV="1">
            <a:off x="7411505" y="2438224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F7E6E6B-65F8-C0A7-3C06-975C6BE94C89}"/>
              </a:ext>
            </a:extLst>
          </p:cNvPr>
          <p:cNvCxnSpPr>
            <a:cxnSpLocks/>
          </p:cNvCxnSpPr>
          <p:nvPr/>
        </p:nvCxnSpPr>
        <p:spPr>
          <a:xfrm flipH="1">
            <a:off x="5834201" y="3022931"/>
            <a:ext cx="12451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C2F041DF-E966-09C3-51CB-55832E3B6E0A}"/>
              </a:ext>
            </a:extLst>
          </p:cNvPr>
          <p:cNvCxnSpPr>
            <a:stCxn id="71" idx="2"/>
          </p:cNvCxnSpPr>
          <p:nvPr/>
        </p:nvCxnSpPr>
        <p:spPr>
          <a:xfrm rot="5400000">
            <a:off x="5864792" y="2534875"/>
            <a:ext cx="349185" cy="41036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0C83828-AB37-8584-F8B1-1D0C95588733}"/>
              </a:ext>
            </a:extLst>
          </p:cNvPr>
          <p:cNvCxnSpPr>
            <a:stCxn id="73" idx="2"/>
            <a:endCxn id="76" idx="3"/>
          </p:cNvCxnSpPr>
          <p:nvPr/>
        </p:nvCxnSpPr>
        <p:spPr>
          <a:xfrm rot="5400000">
            <a:off x="4577976" y="2568398"/>
            <a:ext cx="367580" cy="11247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16151E9-A75C-540F-6B03-205BF3A800CC}"/>
              </a:ext>
            </a:extLst>
          </p:cNvPr>
          <p:cNvCxnSpPr>
            <a:cxnSpLocks/>
          </p:cNvCxnSpPr>
          <p:nvPr/>
        </p:nvCxnSpPr>
        <p:spPr>
          <a:xfrm flipH="1">
            <a:off x="4432301" y="2921331"/>
            <a:ext cx="1008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D7AAD6D-CCF8-0FA1-B9D5-9ADCA2354B4C}"/>
              </a:ext>
            </a:extLst>
          </p:cNvPr>
          <p:cNvSpPr txBox="1"/>
          <p:nvPr/>
        </p:nvSpPr>
        <p:spPr>
          <a:xfrm>
            <a:off x="4365368" y="2623761"/>
            <a:ext cx="34015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b="1"/>
              <a:t>&amp;</a:t>
            </a:r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54CE8-C92A-30AE-E8DE-51AF8F29D814}"/>
              </a:ext>
            </a:extLst>
          </p:cNvPr>
          <p:cNvSpPr txBox="1"/>
          <p:nvPr/>
        </p:nvSpPr>
        <p:spPr>
          <a:xfrm>
            <a:off x="5402673" y="2786201"/>
            <a:ext cx="4315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E" b="1"/>
              <a:t>≥</a:t>
            </a:r>
            <a:r>
              <a:rPr lang="en-GB"/>
              <a:t>1</a:t>
            </a:r>
            <a:endParaRPr lang="LID4096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9D27CAF-C57E-8A2F-40DE-BCE2435DBB07}"/>
              </a:ext>
            </a:extLst>
          </p:cNvPr>
          <p:cNvCxnSpPr/>
          <p:nvPr/>
        </p:nvCxnSpPr>
        <p:spPr>
          <a:xfrm flipH="1">
            <a:off x="1012153" y="2825565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B17B4534-828E-DA47-42C4-33CB30A65094}"/>
              </a:ext>
            </a:extLst>
          </p:cNvPr>
          <p:cNvCxnSpPr>
            <a:cxnSpLocks/>
          </p:cNvCxnSpPr>
          <p:nvPr/>
        </p:nvCxnSpPr>
        <p:spPr>
          <a:xfrm flipH="1">
            <a:off x="4110313" y="2728532"/>
            <a:ext cx="2550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762241E-B07A-3A5C-7489-7DDE4B4BB30A}"/>
              </a:ext>
            </a:extLst>
          </p:cNvPr>
          <p:cNvSpPr txBox="1"/>
          <p:nvPr/>
        </p:nvSpPr>
        <p:spPr>
          <a:xfrm>
            <a:off x="3720921" y="2623761"/>
            <a:ext cx="4315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E" b="1"/>
              <a:t>≥</a:t>
            </a:r>
            <a:r>
              <a:rPr lang="en-GB"/>
              <a:t>1</a:t>
            </a:r>
            <a:endParaRPr lang="LID4096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2BA23ED5-6C60-C28D-4DC7-EFBDB3CFB1DE}"/>
              </a:ext>
            </a:extLst>
          </p:cNvPr>
          <p:cNvSpPr/>
          <p:nvPr/>
        </p:nvSpPr>
        <p:spPr>
          <a:xfrm>
            <a:off x="2012950" y="2825750"/>
            <a:ext cx="577850" cy="0"/>
          </a:xfrm>
          <a:custGeom>
            <a:avLst/>
            <a:gdLst>
              <a:gd name="csX0" fmla="*/ 577850 w 577850"/>
              <a:gd name="csY0" fmla="*/ 0 h 0"/>
              <a:gd name="csX1" fmla="*/ 0 w 5778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7850">
                <a:moveTo>
                  <a:pt x="577850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EF34051E-F15C-8B6F-B23E-009155CC033D}"/>
              </a:ext>
            </a:extLst>
          </p:cNvPr>
          <p:cNvSpPr/>
          <p:nvPr/>
        </p:nvSpPr>
        <p:spPr>
          <a:xfrm>
            <a:off x="2451100" y="2832100"/>
            <a:ext cx="1835150" cy="488950"/>
          </a:xfrm>
          <a:custGeom>
            <a:avLst/>
            <a:gdLst>
              <a:gd name="csX0" fmla="*/ 0 w 1835150"/>
              <a:gd name="csY0" fmla="*/ 0 h 488950"/>
              <a:gd name="csX1" fmla="*/ 0 w 1835150"/>
              <a:gd name="csY1" fmla="*/ 488950 h 488950"/>
              <a:gd name="csX2" fmla="*/ 1835150 w 1835150"/>
              <a:gd name="csY2" fmla="*/ 488950 h 488950"/>
              <a:gd name="csX3" fmla="*/ 1835150 w 1835150"/>
              <a:gd name="csY3" fmla="*/ 82550 h 488950"/>
              <a:gd name="csX4" fmla="*/ 1708150 w 1835150"/>
              <a:gd name="csY4" fmla="*/ 82550 h 488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35150" h="488950">
                <a:moveTo>
                  <a:pt x="0" y="0"/>
                </a:moveTo>
                <a:lnTo>
                  <a:pt x="0" y="488950"/>
                </a:lnTo>
                <a:lnTo>
                  <a:pt x="1835150" y="488950"/>
                </a:lnTo>
                <a:lnTo>
                  <a:pt x="1835150" y="82550"/>
                </a:lnTo>
                <a:lnTo>
                  <a:pt x="1708150" y="8255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1DE2FA5-14A7-BFD8-DADE-B1740F133253}"/>
              </a:ext>
            </a:extLst>
          </p:cNvPr>
          <p:cNvCxnSpPr>
            <a:cxnSpLocks/>
            <a:stCxn id="160" idx="1"/>
          </p:cNvCxnSpPr>
          <p:nvPr/>
        </p:nvCxnSpPr>
        <p:spPr>
          <a:xfrm flipH="1">
            <a:off x="3486001" y="2808427"/>
            <a:ext cx="234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3B3AB9B-848C-5A0B-155C-A6386B3BCE8E}"/>
              </a:ext>
            </a:extLst>
          </p:cNvPr>
          <p:cNvSpPr txBox="1"/>
          <p:nvPr/>
        </p:nvSpPr>
        <p:spPr>
          <a:xfrm>
            <a:off x="2596014" y="2786201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Interrupt Flag Register</a:t>
            </a:r>
            <a:endParaRPr lang="LID4096" sz="800" i="1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44C66E2-CD71-45B1-963B-C7A613F5124B}"/>
              </a:ext>
            </a:extLst>
          </p:cNvPr>
          <p:cNvSpPr txBox="1"/>
          <p:nvPr/>
        </p:nvSpPr>
        <p:spPr>
          <a:xfrm>
            <a:off x="2596014" y="2078316"/>
            <a:ext cx="889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Only reset from software</a:t>
            </a:r>
            <a:endParaRPr lang="LID4096" sz="800" i="1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32216BC-C705-BAF0-D5AC-032C6AFC34E3}"/>
              </a:ext>
            </a:extLst>
          </p:cNvPr>
          <p:cNvCxnSpPr>
            <a:cxnSpLocks/>
          </p:cNvCxnSpPr>
          <p:nvPr/>
        </p:nvCxnSpPr>
        <p:spPr>
          <a:xfrm>
            <a:off x="3043287" y="2382977"/>
            <a:ext cx="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249AA789-6FBE-3AE6-56D9-459D4EBB37C0}"/>
              </a:ext>
            </a:extLst>
          </p:cNvPr>
          <p:cNvSpPr/>
          <p:nvPr/>
        </p:nvSpPr>
        <p:spPr>
          <a:xfrm>
            <a:off x="6724825" y="3146932"/>
            <a:ext cx="226503" cy="247475"/>
          </a:xfrm>
          <a:custGeom>
            <a:avLst/>
            <a:gdLst>
              <a:gd name="csX0" fmla="*/ 0 w 226503"/>
              <a:gd name="csY0" fmla="*/ 247475 h 247475"/>
              <a:gd name="csX1" fmla="*/ 83890 w 226503"/>
              <a:gd name="csY1" fmla="*/ 247475 h 247475"/>
              <a:gd name="csX2" fmla="*/ 83890 w 226503"/>
              <a:gd name="csY2" fmla="*/ 0 h 247475"/>
              <a:gd name="csX3" fmla="*/ 146808 w 226503"/>
              <a:gd name="csY3" fmla="*/ 0 h 247475"/>
              <a:gd name="csX4" fmla="*/ 146808 w 226503"/>
              <a:gd name="csY4" fmla="*/ 247475 h 247475"/>
              <a:gd name="csX5" fmla="*/ 226503 w 226503"/>
              <a:gd name="csY5" fmla="*/ 247475 h 247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26503" h="247475">
                <a:moveTo>
                  <a:pt x="0" y="247475"/>
                </a:moveTo>
                <a:lnTo>
                  <a:pt x="83890" y="247475"/>
                </a:lnTo>
                <a:lnTo>
                  <a:pt x="83890" y="0"/>
                </a:lnTo>
                <a:lnTo>
                  <a:pt x="146808" y="0"/>
                </a:lnTo>
                <a:lnTo>
                  <a:pt x="146808" y="247475"/>
                </a:lnTo>
                <a:lnTo>
                  <a:pt x="226503" y="247475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65EFA4C-3F21-6C3A-4CA2-A25351C1FCDC}"/>
              </a:ext>
            </a:extLst>
          </p:cNvPr>
          <p:cNvCxnSpPr>
            <a:cxnSpLocks/>
          </p:cNvCxnSpPr>
          <p:nvPr/>
        </p:nvCxnSpPr>
        <p:spPr>
          <a:xfrm flipH="1" flipV="1">
            <a:off x="6564395" y="3394102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4A229B1-0CAE-00BA-457E-4642169A344D}"/>
              </a:ext>
            </a:extLst>
          </p:cNvPr>
          <p:cNvCxnSpPr>
            <a:cxnSpLocks/>
          </p:cNvCxnSpPr>
          <p:nvPr/>
        </p:nvCxnSpPr>
        <p:spPr>
          <a:xfrm flipH="1" flipV="1">
            <a:off x="6969561" y="3394102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1AA9208C-A43D-5772-6087-AB93E41F3578}"/>
              </a:ext>
            </a:extLst>
          </p:cNvPr>
          <p:cNvSpPr txBox="1"/>
          <p:nvPr/>
        </p:nvSpPr>
        <p:spPr>
          <a:xfrm>
            <a:off x="6393082" y="3404942"/>
            <a:ext cx="88998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pulse</a:t>
            </a:r>
            <a:endParaRPr lang="LID4096" sz="800" i="1"/>
          </a:p>
        </p:txBody>
      </p:sp>
    </p:spTree>
    <p:extLst>
      <p:ext uri="{BB962C8B-B14F-4D97-AF65-F5344CB8AC3E}">
        <p14:creationId xmlns:p14="http://schemas.microsoft.com/office/powerpoint/2010/main" val="121957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1984B8F8-D6BE-7337-E495-FA46A16AD125}"/>
              </a:ext>
            </a:extLst>
          </p:cNvPr>
          <p:cNvSpPr/>
          <p:nvPr/>
        </p:nvSpPr>
        <p:spPr>
          <a:xfrm>
            <a:off x="210774" y="1865679"/>
            <a:ext cx="3544559" cy="2222382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2066945-E088-F431-F031-ABB297BB4D50}"/>
              </a:ext>
            </a:extLst>
          </p:cNvPr>
          <p:cNvGrpSpPr/>
          <p:nvPr/>
        </p:nvGrpSpPr>
        <p:grpSpPr>
          <a:xfrm>
            <a:off x="508449" y="2301009"/>
            <a:ext cx="2910688" cy="1344927"/>
            <a:chOff x="1212970" y="1316945"/>
            <a:chExt cx="2910688" cy="134492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8164A6-9C7C-74E6-18DF-769477AE0442}"/>
                </a:ext>
              </a:extLst>
            </p:cNvPr>
            <p:cNvSpPr txBox="1"/>
            <p:nvPr/>
          </p:nvSpPr>
          <p:spPr>
            <a:xfrm>
              <a:off x="1350991" y="1316945"/>
              <a:ext cx="26731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latin typeface="+mj-lt"/>
                </a:rPr>
                <a:t>EDA452 - Basic Computer </a:t>
              </a:r>
              <a:br>
                <a:rPr lang="en-GB">
                  <a:latin typeface="+mj-lt"/>
                </a:rPr>
              </a:br>
              <a:r>
                <a:rPr lang="en-GB">
                  <a:latin typeface="+mj-lt"/>
                </a:rPr>
                <a:t>Engineering</a:t>
              </a:r>
              <a:endParaRPr lang="LID4096">
                <a:latin typeface="+mj-lt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3BF73A9-CBF6-77E3-B102-78D92DAA2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970" y="1925129"/>
              <a:ext cx="754970" cy="3880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1E6C47D-4053-03FE-98EB-BB51C259E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0304" y="2198790"/>
              <a:ext cx="1024203" cy="46308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AFEAC48-A530-68A6-74DD-D21DBAFA3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0642" y="1708645"/>
              <a:ext cx="1563016" cy="79369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E29215A5-11B6-59DE-7CAE-A470002F55DD}"/>
              </a:ext>
            </a:extLst>
          </p:cNvPr>
          <p:cNvSpPr/>
          <p:nvPr/>
        </p:nvSpPr>
        <p:spPr>
          <a:xfrm>
            <a:off x="3258688" y="2120139"/>
            <a:ext cx="4669531" cy="334158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4DB4E-87F3-653A-72B5-C03D9179EDC7}"/>
              </a:ext>
            </a:extLst>
          </p:cNvPr>
          <p:cNvSpPr txBox="1"/>
          <p:nvPr/>
        </p:nvSpPr>
        <p:spPr>
          <a:xfrm>
            <a:off x="7794804" y="5092395"/>
            <a:ext cx="2879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EDA093 - Operating Systems</a:t>
            </a:r>
            <a:endParaRPr lang="LID4096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D96CF-2FD2-E4E1-D509-BD4B0F994065}"/>
              </a:ext>
            </a:extLst>
          </p:cNvPr>
          <p:cNvSpPr txBox="1"/>
          <p:nvPr/>
        </p:nvSpPr>
        <p:spPr>
          <a:xfrm>
            <a:off x="8434884" y="3085046"/>
            <a:ext cx="2917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EDA223 – Real Time Systems</a:t>
            </a:r>
            <a:endParaRPr lang="LID4096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7796B-1628-F13D-D1E8-96421B63A19F}"/>
              </a:ext>
            </a:extLst>
          </p:cNvPr>
          <p:cNvSpPr txBox="1"/>
          <p:nvPr/>
        </p:nvSpPr>
        <p:spPr>
          <a:xfrm>
            <a:off x="8491512" y="3608756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EDA322 - Digital Design</a:t>
            </a:r>
            <a:endParaRPr lang="LID4096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BA3EE-149B-7885-06B1-5FA3F15F56AA}"/>
              </a:ext>
            </a:extLst>
          </p:cNvPr>
          <p:cNvSpPr txBox="1"/>
          <p:nvPr/>
        </p:nvSpPr>
        <p:spPr>
          <a:xfrm>
            <a:off x="8434884" y="4150608"/>
            <a:ext cx="280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EDA234 - Digital Project Lab</a:t>
            </a:r>
            <a:endParaRPr lang="LID4096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5FB29C-A885-94C4-FEBF-654588A1BB69}"/>
              </a:ext>
            </a:extLst>
          </p:cNvPr>
          <p:cNvSpPr txBox="1"/>
          <p:nvPr/>
        </p:nvSpPr>
        <p:spPr>
          <a:xfrm>
            <a:off x="7886966" y="2262078"/>
            <a:ext cx="6096654" cy="2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>
                <a:latin typeface="+mj-lt"/>
              </a:rPr>
              <a:t>EDA333 - Computer system engineering</a:t>
            </a:r>
            <a:endParaRPr lang="en-GB" b="0">
              <a:effectLst/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B4686-9A2E-BF0C-C49E-AE6B63B85C66}"/>
              </a:ext>
            </a:extLst>
          </p:cNvPr>
          <p:cNvSpPr txBox="1"/>
          <p:nvPr/>
        </p:nvSpPr>
        <p:spPr>
          <a:xfrm>
            <a:off x="8129057" y="4668088"/>
            <a:ext cx="6096654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>
                <a:effectLst/>
                <a:latin typeface="+mj-lt"/>
              </a:rPr>
              <a:t>EDA244 - Computer communication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97074D-BA78-EBBC-D0F4-80E6C099974F}"/>
              </a:ext>
            </a:extLst>
          </p:cNvPr>
          <p:cNvSpPr txBox="1"/>
          <p:nvPr/>
        </p:nvSpPr>
        <p:spPr>
          <a:xfrm>
            <a:off x="8213904" y="2657897"/>
            <a:ext cx="6096654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>
                <a:effectLst/>
                <a:latin typeface="+mj-lt"/>
              </a:rPr>
              <a:t>DAT290 - Datatekniskt Projekt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78318A-F858-F892-6F8D-1FBB900274A1}"/>
              </a:ext>
            </a:extLst>
          </p:cNvPr>
          <p:cNvGrpSpPr/>
          <p:nvPr/>
        </p:nvGrpSpPr>
        <p:grpSpPr>
          <a:xfrm>
            <a:off x="4159534" y="2430331"/>
            <a:ext cx="3038966" cy="2640906"/>
            <a:chOff x="2038874" y="2388451"/>
            <a:chExt cx="2610976" cy="21725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379A04-62C7-32B7-D24B-D505E02D06B3}"/>
                </a:ext>
              </a:extLst>
            </p:cNvPr>
            <p:cNvSpPr txBox="1"/>
            <p:nvPr/>
          </p:nvSpPr>
          <p:spPr>
            <a:xfrm>
              <a:off x="2403207" y="2388451"/>
              <a:ext cx="1689164" cy="531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b="1">
                  <a:latin typeface="+mj-lt"/>
                </a:rPr>
                <a:t>Machine-Oriented</a:t>
              </a:r>
              <a:br>
                <a:rPr lang="sv-SE" b="1">
                  <a:latin typeface="+mj-lt"/>
                </a:rPr>
              </a:br>
              <a:r>
                <a:rPr lang="sv-SE" b="1">
                  <a:latin typeface="+mj-lt"/>
                </a:rPr>
                <a:t>Programming</a:t>
              </a:r>
              <a:endParaRPr lang="LID4096" b="1">
                <a:latin typeface="+mj-lt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E0FA440-6BA6-E19C-459C-654E7D71D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0437" y="3054085"/>
              <a:ext cx="1539413" cy="85469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634333-D60C-95C7-46CC-AAADD37BE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15271" y="3806335"/>
              <a:ext cx="1253758" cy="75467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B247271-E0CB-E11E-B739-9563BDCE2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38874" y="3429000"/>
              <a:ext cx="775633" cy="75467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2EB29ED-08E9-0747-7203-5314675944A2}"/>
              </a:ext>
            </a:extLst>
          </p:cNvPr>
          <p:cNvSpPr/>
          <p:nvPr/>
        </p:nvSpPr>
        <p:spPr>
          <a:xfrm rot="1232464">
            <a:off x="2846687" y="3500249"/>
            <a:ext cx="913721" cy="752250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45F9362-394B-BF44-371E-BA0A0AA3A7BE}"/>
              </a:ext>
            </a:extLst>
          </p:cNvPr>
          <p:cNvSpPr/>
          <p:nvPr/>
        </p:nvSpPr>
        <p:spPr>
          <a:xfrm rot="18709894">
            <a:off x="7563718" y="2456392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3670E39E-F009-5DFC-8FEA-523D3D238A99}"/>
              </a:ext>
            </a:extLst>
          </p:cNvPr>
          <p:cNvSpPr/>
          <p:nvPr/>
        </p:nvSpPr>
        <p:spPr>
          <a:xfrm rot="19511484">
            <a:off x="7879185" y="2741782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4D1D989-7285-F5B7-4A4B-C25756AC8B41}"/>
              </a:ext>
            </a:extLst>
          </p:cNvPr>
          <p:cNvSpPr/>
          <p:nvPr/>
        </p:nvSpPr>
        <p:spPr>
          <a:xfrm rot="20782777">
            <a:off x="8073496" y="3154031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B1DCA53-81E3-747D-8147-0708A54D3AF5}"/>
              </a:ext>
            </a:extLst>
          </p:cNvPr>
          <p:cNvSpPr/>
          <p:nvPr/>
        </p:nvSpPr>
        <p:spPr>
          <a:xfrm>
            <a:off x="8129057" y="3680497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F7EF99EC-AEA2-4520-B90E-249C85706E43}"/>
              </a:ext>
            </a:extLst>
          </p:cNvPr>
          <p:cNvSpPr/>
          <p:nvPr/>
        </p:nvSpPr>
        <p:spPr>
          <a:xfrm rot="957776">
            <a:off x="8049933" y="4137145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91FD02E0-470C-E815-8398-046B4FA3995F}"/>
              </a:ext>
            </a:extLst>
          </p:cNvPr>
          <p:cNvSpPr/>
          <p:nvPr/>
        </p:nvSpPr>
        <p:spPr>
          <a:xfrm rot="993586">
            <a:off x="7785919" y="4595312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6D0255BA-125C-5BD5-E572-28CABE8C57BF}"/>
              </a:ext>
            </a:extLst>
          </p:cNvPr>
          <p:cNvSpPr/>
          <p:nvPr/>
        </p:nvSpPr>
        <p:spPr>
          <a:xfrm rot="2333963">
            <a:off x="7470522" y="4964495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4335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D8D85-E627-9CB0-E824-9C11ADC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monitor with a screen&#10;&#10;AI-generated content may be incorrect.">
            <a:extLst>
              <a:ext uri="{FF2B5EF4-FFF2-40B4-BE49-F238E27FC236}">
                <a16:creationId xmlns:a16="http://schemas.microsoft.com/office/drawing/2014/main" id="{1D9E3846-4165-6578-D0C5-86132CD92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857" y="1112520"/>
            <a:ext cx="6925747" cy="5021934"/>
          </a:xfrm>
          <a:prstGeom prst="rect">
            <a:avLst/>
          </a:prstGeom>
        </p:spPr>
      </p:pic>
      <p:pic>
        <p:nvPicPr>
          <p:cNvPr id="2" name="Picture 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5CE7F36D-3E42-6A3E-C769-0A3556CE0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9597">
            <a:off x="1654952" y="2112262"/>
            <a:ext cx="5236475" cy="26334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AF9F0D-7170-59D5-1092-5B7BA386B313}"/>
              </a:ext>
            </a:extLst>
          </p:cNvPr>
          <p:cNvSpPr/>
          <p:nvPr/>
        </p:nvSpPr>
        <p:spPr>
          <a:xfrm rot="4703283">
            <a:off x="1287307" y="3440498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8066A4-6BE3-C9E4-EB6E-EE70D5F05B3F}"/>
              </a:ext>
            </a:extLst>
          </p:cNvPr>
          <p:cNvSpPr/>
          <p:nvPr/>
        </p:nvSpPr>
        <p:spPr>
          <a:xfrm rot="5104477">
            <a:off x="8280230" y="4394198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740971-76A7-41EF-A792-492C8B2053AB}"/>
              </a:ext>
            </a:extLst>
          </p:cNvPr>
          <p:cNvSpPr/>
          <p:nvPr/>
        </p:nvSpPr>
        <p:spPr>
          <a:xfrm>
            <a:off x="574139" y="3733800"/>
            <a:ext cx="7649111" cy="2213964"/>
          </a:xfrm>
          <a:custGeom>
            <a:avLst/>
            <a:gdLst>
              <a:gd name="csX0" fmla="*/ 418149 w 7415849"/>
              <a:gd name="csY0" fmla="*/ 0 h 2211221"/>
              <a:gd name="csX1" fmla="*/ 119699 w 7415849"/>
              <a:gd name="csY1" fmla="*/ 723900 h 2211221"/>
              <a:gd name="csX2" fmla="*/ 2164399 w 7415849"/>
              <a:gd name="csY2" fmla="*/ 2209800 h 2211221"/>
              <a:gd name="csX3" fmla="*/ 7415849 w 7415849"/>
              <a:gd name="csY3" fmla="*/ 939800 h 2211221"/>
              <a:gd name="csX0" fmla="*/ 486413 w 7484113"/>
              <a:gd name="csY0" fmla="*/ 0 h 2211221"/>
              <a:gd name="csX1" fmla="*/ 187963 w 7484113"/>
              <a:gd name="csY1" fmla="*/ 723900 h 2211221"/>
              <a:gd name="csX2" fmla="*/ 2232663 w 7484113"/>
              <a:gd name="csY2" fmla="*/ 2209800 h 2211221"/>
              <a:gd name="csX3" fmla="*/ 7484113 w 7484113"/>
              <a:gd name="csY3" fmla="*/ 939800 h 2211221"/>
              <a:gd name="csX0" fmla="*/ 651411 w 7649111"/>
              <a:gd name="csY0" fmla="*/ 0 h 2211221"/>
              <a:gd name="csX1" fmla="*/ 124361 w 7649111"/>
              <a:gd name="csY1" fmla="*/ 1181100 h 2211221"/>
              <a:gd name="csX2" fmla="*/ 2397661 w 7649111"/>
              <a:gd name="csY2" fmla="*/ 2209800 h 2211221"/>
              <a:gd name="csX3" fmla="*/ 7649111 w 7649111"/>
              <a:gd name="csY3" fmla="*/ 939800 h 2211221"/>
              <a:gd name="csX0" fmla="*/ 651411 w 7649111"/>
              <a:gd name="csY0" fmla="*/ 0 h 2210601"/>
              <a:gd name="csX1" fmla="*/ 124361 w 7649111"/>
              <a:gd name="csY1" fmla="*/ 1181100 h 2210601"/>
              <a:gd name="csX2" fmla="*/ 2397661 w 7649111"/>
              <a:gd name="csY2" fmla="*/ 2209800 h 2210601"/>
              <a:gd name="csX3" fmla="*/ 7649111 w 7649111"/>
              <a:gd name="csY3" fmla="*/ 939800 h 2210601"/>
              <a:gd name="csX0" fmla="*/ 651411 w 7649111"/>
              <a:gd name="csY0" fmla="*/ 0 h 2209800"/>
              <a:gd name="csX1" fmla="*/ 124361 w 7649111"/>
              <a:gd name="csY1" fmla="*/ 1181100 h 2209800"/>
              <a:gd name="csX2" fmla="*/ 2397661 w 7649111"/>
              <a:gd name="csY2" fmla="*/ 2209800 h 2209800"/>
              <a:gd name="csX3" fmla="*/ 7649111 w 7649111"/>
              <a:gd name="csY3" fmla="*/ 939800 h 2209800"/>
              <a:gd name="csX0" fmla="*/ 651411 w 7649111"/>
              <a:gd name="csY0" fmla="*/ 0 h 2213964"/>
              <a:gd name="csX1" fmla="*/ 124361 w 7649111"/>
              <a:gd name="csY1" fmla="*/ 1181100 h 2213964"/>
              <a:gd name="csX2" fmla="*/ 2397661 w 7649111"/>
              <a:gd name="csY2" fmla="*/ 2209800 h 2213964"/>
              <a:gd name="csX3" fmla="*/ 7649111 w 7649111"/>
              <a:gd name="csY3" fmla="*/ 939800 h 2213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49111" h="2213964">
                <a:moveTo>
                  <a:pt x="651411" y="0"/>
                </a:moveTo>
                <a:cubicBezTo>
                  <a:pt x="70915" y="171450"/>
                  <a:pt x="-166681" y="812800"/>
                  <a:pt x="124361" y="1181100"/>
                </a:cubicBezTo>
                <a:cubicBezTo>
                  <a:pt x="415403" y="1549400"/>
                  <a:pt x="1105436" y="2275417"/>
                  <a:pt x="2397661" y="2209800"/>
                </a:cubicBezTo>
                <a:cubicBezTo>
                  <a:pt x="3721636" y="2118783"/>
                  <a:pt x="4780498" y="1059391"/>
                  <a:pt x="7649111" y="939800"/>
                </a:cubicBezTo>
              </a:path>
            </a:pathLst>
          </a:cu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4F9E71-D46D-BA98-69E5-884A4F5D9B2C}"/>
              </a:ext>
            </a:extLst>
          </p:cNvPr>
          <p:cNvSpPr txBox="1"/>
          <p:nvPr/>
        </p:nvSpPr>
        <p:spPr>
          <a:xfrm rot="20924799">
            <a:off x="2398435" y="1789717"/>
            <a:ext cx="3187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MD307 – Development Board</a:t>
            </a:r>
            <a:endParaRPr lang="LID4096" b="1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8D90153-5B55-C775-B0E0-4EAF97B8989D}"/>
              </a:ext>
            </a:extLst>
          </p:cNvPr>
          <p:cNvSpPr/>
          <p:nvPr/>
        </p:nvSpPr>
        <p:spPr>
          <a:xfrm>
            <a:off x="4711700" y="2791726"/>
            <a:ext cx="1168400" cy="1117600"/>
          </a:xfrm>
          <a:custGeom>
            <a:avLst/>
            <a:gdLst>
              <a:gd name="csX0" fmla="*/ 0 w 1168400"/>
              <a:gd name="csY0" fmla="*/ 558800 h 1117600"/>
              <a:gd name="csX1" fmla="*/ 584200 w 1168400"/>
              <a:gd name="csY1" fmla="*/ 0 h 1117600"/>
              <a:gd name="csX2" fmla="*/ 1168400 w 1168400"/>
              <a:gd name="csY2" fmla="*/ 558800 h 1117600"/>
              <a:gd name="csX3" fmla="*/ 584200 w 1168400"/>
              <a:gd name="csY3" fmla="*/ 1117600 h 1117600"/>
              <a:gd name="csX4" fmla="*/ 0 w 11684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8400" h="1117600" extrusionOk="0">
                <a:moveTo>
                  <a:pt x="0" y="558800"/>
                </a:moveTo>
                <a:cubicBezTo>
                  <a:pt x="-51832" y="218212"/>
                  <a:pt x="218751" y="16065"/>
                  <a:pt x="584200" y="0"/>
                </a:cubicBezTo>
                <a:cubicBezTo>
                  <a:pt x="939790" y="6936"/>
                  <a:pt x="1082298" y="252921"/>
                  <a:pt x="1168400" y="558800"/>
                </a:cubicBezTo>
                <a:cubicBezTo>
                  <a:pt x="1150169" y="885220"/>
                  <a:pt x="891715" y="1201229"/>
                  <a:pt x="584200" y="1117600"/>
                </a:cubicBezTo>
                <a:cubicBezTo>
                  <a:pt x="209269" y="1088993"/>
                  <a:pt x="25792" y="879741"/>
                  <a:pt x="0" y="558800"/>
                </a:cubicBezTo>
                <a:close/>
              </a:path>
            </a:pathLst>
          </a:custGeom>
          <a:noFill/>
          <a:ln w="3810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2C350BB-BACC-7DFD-DE83-52552D522027}"/>
              </a:ext>
            </a:extLst>
          </p:cNvPr>
          <p:cNvSpPr/>
          <p:nvPr/>
        </p:nvSpPr>
        <p:spPr>
          <a:xfrm>
            <a:off x="1526631" y="3217087"/>
            <a:ext cx="1644650" cy="812800"/>
          </a:xfrm>
          <a:custGeom>
            <a:avLst/>
            <a:gdLst>
              <a:gd name="csX0" fmla="*/ 0 w 1644650"/>
              <a:gd name="csY0" fmla="*/ 406400 h 812800"/>
              <a:gd name="csX1" fmla="*/ 822325 w 1644650"/>
              <a:gd name="csY1" fmla="*/ 0 h 812800"/>
              <a:gd name="csX2" fmla="*/ 1644650 w 1644650"/>
              <a:gd name="csY2" fmla="*/ 406400 h 812800"/>
              <a:gd name="csX3" fmla="*/ 822325 w 1644650"/>
              <a:gd name="csY3" fmla="*/ 812800 h 812800"/>
              <a:gd name="csX4" fmla="*/ 0 w 1644650"/>
              <a:gd name="csY4" fmla="*/ 406400 h 81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44650" h="812800" extrusionOk="0">
                <a:moveTo>
                  <a:pt x="0" y="406400"/>
                </a:moveTo>
                <a:cubicBezTo>
                  <a:pt x="-68318" y="139811"/>
                  <a:pt x="254256" y="42753"/>
                  <a:pt x="822325" y="0"/>
                </a:cubicBezTo>
                <a:cubicBezTo>
                  <a:pt x="1324597" y="10129"/>
                  <a:pt x="1584983" y="183848"/>
                  <a:pt x="1644650" y="406400"/>
                </a:cubicBezTo>
                <a:cubicBezTo>
                  <a:pt x="1627390" y="647705"/>
                  <a:pt x="1257105" y="919908"/>
                  <a:pt x="822325" y="812800"/>
                </a:cubicBezTo>
                <a:cubicBezTo>
                  <a:pt x="358399" y="807456"/>
                  <a:pt x="35352" y="647741"/>
                  <a:pt x="0" y="406400"/>
                </a:cubicBezTo>
                <a:close/>
              </a:path>
            </a:pathLst>
          </a:custGeom>
          <a:noFill/>
          <a:ln w="3810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E592E4-EB0B-1E6D-17FD-7611F20A4E8B}"/>
              </a:ext>
            </a:extLst>
          </p:cNvPr>
          <p:cNvSpPr txBox="1"/>
          <p:nvPr/>
        </p:nvSpPr>
        <p:spPr>
          <a:xfrm>
            <a:off x="4761526" y="2227487"/>
            <a:ext cx="1214370" cy="461665"/>
          </a:xfrm>
          <a:prstGeom prst="rect">
            <a:avLst/>
          </a:prstGeom>
          <a:solidFill>
            <a:schemeClr val="tx1">
              <a:alpha val="7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CH32V307</a:t>
            </a:r>
            <a:br>
              <a:rPr lang="en-US" sz="1200" dirty="0">
                <a:solidFill>
                  <a:srgbClr val="FFC000"/>
                </a:solidFill>
              </a:rPr>
            </a:br>
            <a:r>
              <a:rPr lang="en-US" sz="1200" dirty="0">
                <a:solidFill>
                  <a:srgbClr val="FFC000"/>
                </a:solidFill>
              </a:rPr>
              <a:t>microcontroller</a:t>
            </a:r>
            <a:endParaRPr lang="LID4096" sz="1200" dirty="0">
              <a:solidFill>
                <a:srgbClr val="FFC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63D597-8935-0D14-F390-AE504BE121FF}"/>
              </a:ext>
            </a:extLst>
          </p:cNvPr>
          <p:cNvSpPr txBox="1"/>
          <p:nvPr/>
        </p:nvSpPr>
        <p:spPr>
          <a:xfrm>
            <a:off x="1657535" y="2677931"/>
            <a:ext cx="1247073" cy="461665"/>
          </a:xfrm>
          <a:prstGeom prst="rect">
            <a:avLst/>
          </a:prstGeom>
          <a:solidFill>
            <a:schemeClr val="tx1">
              <a:alpha val="7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Debug Interface</a:t>
            </a:r>
            <a:br>
              <a:rPr lang="en-US" sz="1200" dirty="0">
                <a:solidFill>
                  <a:srgbClr val="FFC000"/>
                </a:solidFill>
              </a:rPr>
            </a:br>
            <a:r>
              <a:rPr lang="en-US" sz="1200" dirty="0">
                <a:solidFill>
                  <a:srgbClr val="FFC000"/>
                </a:solidFill>
              </a:rPr>
              <a:t>with USB port</a:t>
            </a:r>
            <a:endParaRPr lang="LID4096" sz="1200" dirty="0">
              <a:solidFill>
                <a:srgbClr val="FFC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40CA11-68F6-DB26-B9B8-BF7BFAB78AE4}"/>
              </a:ext>
            </a:extLst>
          </p:cNvPr>
          <p:cNvSpPr/>
          <p:nvPr/>
        </p:nvSpPr>
        <p:spPr>
          <a:xfrm rot="20818475">
            <a:off x="2071927" y="4236522"/>
            <a:ext cx="4667816" cy="502624"/>
          </a:xfrm>
          <a:custGeom>
            <a:avLst/>
            <a:gdLst>
              <a:gd name="csX0" fmla="*/ 0 w 4667816"/>
              <a:gd name="csY0" fmla="*/ 251312 h 502624"/>
              <a:gd name="csX1" fmla="*/ 2333908 w 4667816"/>
              <a:gd name="csY1" fmla="*/ 0 h 502624"/>
              <a:gd name="csX2" fmla="*/ 4667816 w 4667816"/>
              <a:gd name="csY2" fmla="*/ 251312 h 502624"/>
              <a:gd name="csX3" fmla="*/ 2333908 w 4667816"/>
              <a:gd name="csY3" fmla="*/ 502624 h 502624"/>
              <a:gd name="csX4" fmla="*/ 0 w 4667816"/>
              <a:gd name="csY4" fmla="*/ 251312 h 502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667816" h="502624" extrusionOk="0">
                <a:moveTo>
                  <a:pt x="0" y="251312"/>
                </a:moveTo>
                <a:cubicBezTo>
                  <a:pt x="-237125" y="-33748"/>
                  <a:pt x="876297" y="63289"/>
                  <a:pt x="2333908" y="0"/>
                </a:cubicBezTo>
                <a:cubicBezTo>
                  <a:pt x="3661648" y="8159"/>
                  <a:pt x="4656121" y="112888"/>
                  <a:pt x="4667816" y="251312"/>
                </a:cubicBezTo>
                <a:cubicBezTo>
                  <a:pt x="4532583" y="522170"/>
                  <a:pt x="3609507" y="576596"/>
                  <a:pt x="2333908" y="502624"/>
                </a:cubicBezTo>
                <a:cubicBezTo>
                  <a:pt x="1015562" y="486558"/>
                  <a:pt x="30760" y="404806"/>
                  <a:pt x="0" y="251312"/>
                </a:cubicBezTo>
                <a:close/>
              </a:path>
            </a:pathLst>
          </a:custGeom>
          <a:noFill/>
          <a:ln w="3810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ADB385-6ED0-05A0-643A-BEB45D897664}"/>
              </a:ext>
            </a:extLst>
          </p:cNvPr>
          <p:cNvSpPr txBox="1"/>
          <p:nvPr/>
        </p:nvSpPr>
        <p:spPr>
          <a:xfrm>
            <a:off x="3482136" y="4822747"/>
            <a:ext cx="1292725" cy="461665"/>
          </a:xfrm>
          <a:prstGeom prst="rect">
            <a:avLst/>
          </a:prstGeom>
          <a:solidFill>
            <a:schemeClr val="tx1">
              <a:alpha val="7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General Purpose</a:t>
            </a:r>
            <a:br>
              <a:rPr lang="en-US" sz="1200" dirty="0">
                <a:solidFill>
                  <a:srgbClr val="FFC000"/>
                </a:solidFill>
              </a:rPr>
            </a:br>
            <a:r>
              <a:rPr lang="en-US" sz="1200" dirty="0">
                <a:solidFill>
                  <a:srgbClr val="FFC000"/>
                </a:solidFill>
              </a:rPr>
              <a:t>I/O pins</a:t>
            </a:r>
            <a:endParaRPr lang="LID4096" sz="1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38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0E1D92-CA2C-9792-B793-46620098CE57}"/>
              </a:ext>
            </a:extLst>
          </p:cNvPr>
          <p:cNvSpPr/>
          <p:nvPr/>
        </p:nvSpPr>
        <p:spPr>
          <a:xfrm>
            <a:off x="1993627" y="1440278"/>
            <a:ext cx="5635530" cy="24270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027274-D09F-2EEB-1929-6E78AB420FFC}"/>
              </a:ext>
            </a:extLst>
          </p:cNvPr>
          <p:cNvGrpSpPr/>
          <p:nvPr/>
        </p:nvGrpSpPr>
        <p:grpSpPr>
          <a:xfrm>
            <a:off x="1993627" y="1754697"/>
            <a:ext cx="5635530" cy="324375"/>
            <a:chOff x="1993627" y="1754697"/>
            <a:chExt cx="5635530" cy="324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ED98433-5BDD-7B0F-7039-8260673A96F3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B01F36-646E-E584-F14B-826DB363EEA6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E046C7-B9A3-B68B-D630-D77D8C1E722B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9BBCCB-4910-E27B-8DE0-A93D80604D73}"/>
              </a:ext>
            </a:extLst>
          </p:cNvPr>
          <p:cNvGrpSpPr/>
          <p:nvPr/>
        </p:nvGrpSpPr>
        <p:grpSpPr>
          <a:xfrm>
            <a:off x="1993627" y="2241259"/>
            <a:ext cx="5635530" cy="324375"/>
            <a:chOff x="1993627" y="1754697"/>
            <a:chExt cx="5635530" cy="32437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A1551F-F3F7-4704-B26A-B6A46B47E5BE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8C1452-5DC0-882F-F0F7-312CB3ACF12B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91DC227-8AEF-277B-86DF-BB8DB6E74CF0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8CF7D6-09D8-F72E-0AD6-E1D782F5075A}"/>
              </a:ext>
            </a:extLst>
          </p:cNvPr>
          <p:cNvGrpSpPr/>
          <p:nvPr/>
        </p:nvGrpSpPr>
        <p:grpSpPr>
          <a:xfrm>
            <a:off x="1993627" y="2727821"/>
            <a:ext cx="5635530" cy="324375"/>
            <a:chOff x="1993627" y="1754697"/>
            <a:chExt cx="5635530" cy="3243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C3146B-8909-651E-867A-A911A16FDEFE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4AA15D0-3D01-9E43-D757-99FB4837AEEA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B60028-50ED-5BFE-9D6B-D0BE78869CD5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484314-B9E6-8CFE-EBF9-7EED7FBC75E9}"/>
              </a:ext>
            </a:extLst>
          </p:cNvPr>
          <p:cNvGrpSpPr/>
          <p:nvPr/>
        </p:nvGrpSpPr>
        <p:grpSpPr>
          <a:xfrm>
            <a:off x="1993627" y="3214383"/>
            <a:ext cx="5635530" cy="324375"/>
            <a:chOff x="1993627" y="1754697"/>
            <a:chExt cx="5635530" cy="32437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9F0356C-AEEA-4010-3B4C-1CB7163822FC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D4A4263-F289-45FA-E395-AAE1C8CB504F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085CA1F-4944-D242-FC22-4C8D3F09730D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18F9CF0-0833-3DEE-9630-61E2873A5685}"/>
              </a:ext>
            </a:extLst>
          </p:cNvPr>
          <p:cNvSpPr txBox="1"/>
          <p:nvPr/>
        </p:nvSpPr>
        <p:spPr>
          <a:xfrm>
            <a:off x="1476883" y="1728027"/>
            <a:ext cx="4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RS</a:t>
            </a:r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72F22-9CBB-A71E-2901-F319B2E3F364}"/>
              </a:ext>
            </a:extLst>
          </p:cNvPr>
          <p:cNvSpPr txBox="1"/>
          <p:nvPr/>
        </p:nvSpPr>
        <p:spPr>
          <a:xfrm>
            <a:off x="1392992" y="2214589"/>
            <a:ext cx="96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R/W</a:t>
            </a:r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43773-16CE-E0D0-B5FE-5D9ECEDD8FED}"/>
              </a:ext>
            </a:extLst>
          </p:cNvPr>
          <p:cNvSpPr txBox="1"/>
          <p:nvPr/>
        </p:nvSpPr>
        <p:spPr>
          <a:xfrm>
            <a:off x="1683653" y="2714486"/>
            <a:ext cx="39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E</a:t>
            </a:r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8A7A3E-9080-A94F-22A3-52210A321A0F}"/>
              </a:ext>
            </a:extLst>
          </p:cNvPr>
          <p:cNvSpPr txBox="1"/>
          <p:nvPr/>
        </p:nvSpPr>
        <p:spPr>
          <a:xfrm>
            <a:off x="913316" y="3191905"/>
            <a:ext cx="15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DB0-DB7</a:t>
            </a:r>
            <a:endParaRPr lang="LID4096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6DF480-B2C2-6483-BD36-0A6C4E3F336D}"/>
              </a:ext>
            </a:extLst>
          </p:cNvPr>
          <p:cNvCxnSpPr>
            <a:cxnSpLocks/>
          </p:cNvCxnSpPr>
          <p:nvPr/>
        </p:nvCxnSpPr>
        <p:spPr>
          <a:xfrm>
            <a:off x="2453989" y="1440278"/>
            <a:ext cx="0" cy="1125356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A0AC9C-0FFC-8EE2-1308-10DD51AA3B9A}"/>
              </a:ext>
            </a:extLst>
          </p:cNvPr>
          <p:cNvCxnSpPr>
            <a:cxnSpLocks/>
          </p:cNvCxnSpPr>
          <p:nvPr/>
        </p:nvCxnSpPr>
        <p:spPr>
          <a:xfrm>
            <a:off x="2929365" y="1754697"/>
            <a:ext cx="0" cy="129749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0966356-E92E-C497-39CE-2AB40BD0E81E}"/>
              </a:ext>
            </a:extLst>
          </p:cNvPr>
          <p:cNvCxnSpPr>
            <a:cxnSpLocks/>
          </p:cNvCxnSpPr>
          <p:nvPr/>
        </p:nvCxnSpPr>
        <p:spPr>
          <a:xfrm>
            <a:off x="3559937" y="2241259"/>
            <a:ext cx="0" cy="129749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2B2E5F-A7B5-D1D6-1690-AA7347D24807}"/>
              </a:ext>
            </a:extLst>
          </p:cNvPr>
          <p:cNvCxnSpPr>
            <a:cxnSpLocks/>
          </p:cNvCxnSpPr>
          <p:nvPr/>
        </p:nvCxnSpPr>
        <p:spPr>
          <a:xfrm>
            <a:off x="4622542" y="1754697"/>
            <a:ext cx="0" cy="11353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B576B2-7788-37BB-1096-F97511494D73}"/>
              </a:ext>
            </a:extLst>
          </p:cNvPr>
          <p:cNvCxnSpPr>
            <a:cxnSpLocks/>
          </p:cNvCxnSpPr>
          <p:nvPr/>
        </p:nvCxnSpPr>
        <p:spPr>
          <a:xfrm>
            <a:off x="5685147" y="1440276"/>
            <a:ext cx="0" cy="2098482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4540922-2DA0-52C0-601D-2B6802660D47}"/>
              </a:ext>
            </a:extLst>
          </p:cNvPr>
          <p:cNvSpPr/>
          <p:nvPr/>
        </p:nvSpPr>
        <p:spPr>
          <a:xfrm>
            <a:off x="2399251" y="1749105"/>
            <a:ext cx="3334624" cy="327170"/>
          </a:xfrm>
          <a:custGeom>
            <a:avLst/>
            <a:gdLst>
              <a:gd name="csX0" fmla="*/ 0 w 3334624"/>
              <a:gd name="csY0" fmla="*/ 163585 h 327170"/>
              <a:gd name="csX1" fmla="*/ 58723 w 3334624"/>
              <a:gd name="csY1" fmla="*/ 4194 h 327170"/>
              <a:gd name="csX2" fmla="*/ 3284290 w 3334624"/>
              <a:gd name="csY2" fmla="*/ 0 h 327170"/>
              <a:gd name="csX3" fmla="*/ 3334624 w 3334624"/>
              <a:gd name="csY3" fmla="*/ 163585 h 327170"/>
              <a:gd name="csX4" fmla="*/ 3280096 w 3334624"/>
              <a:gd name="csY4" fmla="*/ 327170 h 327170"/>
              <a:gd name="csX5" fmla="*/ 54529 w 3334624"/>
              <a:gd name="csY5" fmla="*/ 318781 h 327170"/>
              <a:gd name="csX6" fmla="*/ 0 w 3334624"/>
              <a:gd name="csY6" fmla="*/ 163585 h 32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34624" h="327170">
                <a:moveTo>
                  <a:pt x="0" y="163585"/>
                </a:moveTo>
                <a:lnTo>
                  <a:pt x="58723" y="4194"/>
                </a:lnTo>
                <a:lnTo>
                  <a:pt x="3284290" y="0"/>
                </a:lnTo>
                <a:lnTo>
                  <a:pt x="3334624" y="163585"/>
                </a:lnTo>
                <a:lnTo>
                  <a:pt x="3280096" y="327170"/>
                </a:lnTo>
                <a:lnTo>
                  <a:pt x="54529" y="318781"/>
                </a:lnTo>
                <a:lnTo>
                  <a:pt x="0" y="16358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50117A-E0C8-6E37-75AD-9B5C67ECF60C}"/>
              </a:ext>
            </a:extLst>
          </p:cNvPr>
          <p:cNvCxnSpPr/>
          <p:nvPr/>
        </p:nvCxnSpPr>
        <p:spPr>
          <a:xfrm>
            <a:off x="1993627" y="2241259"/>
            <a:ext cx="4056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AB865D-F881-2E3B-0BA4-2F70D4236E20}"/>
              </a:ext>
            </a:extLst>
          </p:cNvPr>
          <p:cNvCxnSpPr>
            <a:cxnSpLocks/>
          </p:cNvCxnSpPr>
          <p:nvPr/>
        </p:nvCxnSpPr>
        <p:spPr>
          <a:xfrm>
            <a:off x="2399251" y="2238461"/>
            <a:ext cx="98082" cy="329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7F3782B-B1CA-D7F0-4E58-48447EDD38C3}"/>
              </a:ext>
            </a:extLst>
          </p:cNvPr>
          <p:cNvCxnSpPr>
            <a:cxnSpLocks/>
          </p:cNvCxnSpPr>
          <p:nvPr/>
        </p:nvCxnSpPr>
        <p:spPr>
          <a:xfrm>
            <a:off x="2491739" y="2561443"/>
            <a:ext cx="31446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794EF2-B5B4-B80E-4084-2A491E11B3BA}"/>
              </a:ext>
            </a:extLst>
          </p:cNvPr>
          <p:cNvCxnSpPr>
            <a:cxnSpLocks/>
          </p:cNvCxnSpPr>
          <p:nvPr/>
        </p:nvCxnSpPr>
        <p:spPr>
          <a:xfrm flipV="1">
            <a:off x="5636420" y="2238461"/>
            <a:ext cx="97455" cy="3271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286DBF6-23FF-EA68-52FD-5F0FB206BE5F}"/>
              </a:ext>
            </a:extLst>
          </p:cNvPr>
          <p:cNvCxnSpPr>
            <a:cxnSpLocks/>
          </p:cNvCxnSpPr>
          <p:nvPr/>
        </p:nvCxnSpPr>
        <p:spPr>
          <a:xfrm>
            <a:off x="5733875" y="2238465"/>
            <a:ext cx="10360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1C45FF6-751A-758E-2F56-C9A960C3730E}"/>
              </a:ext>
            </a:extLst>
          </p:cNvPr>
          <p:cNvCxnSpPr>
            <a:cxnSpLocks/>
          </p:cNvCxnSpPr>
          <p:nvPr/>
        </p:nvCxnSpPr>
        <p:spPr>
          <a:xfrm>
            <a:off x="1993627" y="3052196"/>
            <a:ext cx="904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E07008-152C-DB8F-2783-2D749EF27037}"/>
              </a:ext>
            </a:extLst>
          </p:cNvPr>
          <p:cNvCxnSpPr>
            <a:cxnSpLocks/>
          </p:cNvCxnSpPr>
          <p:nvPr/>
        </p:nvCxnSpPr>
        <p:spPr>
          <a:xfrm flipV="1">
            <a:off x="2891613" y="2714486"/>
            <a:ext cx="97455" cy="3475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9175F11-B6D1-CF56-1CFD-A6E03B3045AB}"/>
              </a:ext>
            </a:extLst>
          </p:cNvPr>
          <p:cNvCxnSpPr>
            <a:cxnSpLocks/>
          </p:cNvCxnSpPr>
          <p:nvPr/>
        </p:nvCxnSpPr>
        <p:spPr>
          <a:xfrm>
            <a:off x="2989068" y="2718682"/>
            <a:ext cx="1599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924D94-7F85-5F10-5FD4-295A2046C8EC}"/>
              </a:ext>
            </a:extLst>
          </p:cNvPr>
          <p:cNvCxnSpPr>
            <a:cxnSpLocks/>
          </p:cNvCxnSpPr>
          <p:nvPr/>
        </p:nvCxnSpPr>
        <p:spPr>
          <a:xfrm>
            <a:off x="4591208" y="2715163"/>
            <a:ext cx="98082" cy="329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99B4D63-DD29-2AB5-5E6C-8F80F1F58717}"/>
              </a:ext>
            </a:extLst>
          </p:cNvPr>
          <p:cNvCxnSpPr>
            <a:cxnSpLocks/>
          </p:cNvCxnSpPr>
          <p:nvPr/>
        </p:nvCxnSpPr>
        <p:spPr>
          <a:xfrm>
            <a:off x="4689290" y="3045133"/>
            <a:ext cx="2026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E5CE3B9-2A56-1322-839C-5EEF67CE4DC4}"/>
              </a:ext>
            </a:extLst>
          </p:cNvPr>
          <p:cNvSpPr/>
          <p:nvPr/>
        </p:nvSpPr>
        <p:spPr>
          <a:xfrm>
            <a:off x="3510793" y="3212983"/>
            <a:ext cx="2223082" cy="331366"/>
          </a:xfrm>
          <a:custGeom>
            <a:avLst/>
            <a:gdLst>
              <a:gd name="csX0" fmla="*/ 0 w 2223082"/>
              <a:gd name="csY0" fmla="*/ 167780 h 331366"/>
              <a:gd name="csX1" fmla="*/ 50334 w 2223082"/>
              <a:gd name="csY1" fmla="*/ 8389 h 331366"/>
              <a:gd name="csX2" fmla="*/ 2176943 w 2223082"/>
              <a:gd name="csY2" fmla="*/ 0 h 331366"/>
              <a:gd name="csX3" fmla="*/ 2223082 w 2223082"/>
              <a:gd name="csY3" fmla="*/ 163586 h 331366"/>
              <a:gd name="csX4" fmla="*/ 2164359 w 2223082"/>
              <a:gd name="csY4" fmla="*/ 331366 h 331366"/>
              <a:gd name="csX5" fmla="*/ 50334 w 2223082"/>
              <a:gd name="csY5" fmla="*/ 331366 h 331366"/>
              <a:gd name="csX6" fmla="*/ 0 w 2223082"/>
              <a:gd name="csY6" fmla="*/ 167780 h 331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23082" h="331366">
                <a:moveTo>
                  <a:pt x="0" y="167780"/>
                </a:moveTo>
                <a:lnTo>
                  <a:pt x="50334" y="8389"/>
                </a:lnTo>
                <a:lnTo>
                  <a:pt x="2176943" y="0"/>
                </a:lnTo>
                <a:lnTo>
                  <a:pt x="2223082" y="163586"/>
                </a:lnTo>
                <a:lnTo>
                  <a:pt x="2164359" y="331366"/>
                </a:lnTo>
                <a:lnTo>
                  <a:pt x="50334" y="331366"/>
                </a:lnTo>
                <a:lnTo>
                  <a:pt x="0" y="16778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6B02FD2-DBD6-E449-83A6-B3F12C7CF4CF}"/>
              </a:ext>
            </a:extLst>
          </p:cNvPr>
          <p:cNvCxnSpPr>
            <a:cxnSpLocks/>
          </p:cNvCxnSpPr>
          <p:nvPr/>
        </p:nvCxnSpPr>
        <p:spPr>
          <a:xfrm flipV="1">
            <a:off x="6708604" y="2723630"/>
            <a:ext cx="82491" cy="325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1BEE993-9A3B-412B-24A0-280DE8162F4C}"/>
              </a:ext>
            </a:extLst>
          </p:cNvPr>
          <p:cNvCxnSpPr>
            <a:cxnSpLocks/>
          </p:cNvCxnSpPr>
          <p:nvPr/>
        </p:nvCxnSpPr>
        <p:spPr>
          <a:xfrm>
            <a:off x="6769916" y="2729117"/>
            <a:ext cx="8592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DB2CC6B-7D4A-6AB7-C82D-4CF5EAF321D5}"/>
              </a:ext>
            </a:extLst>
          </p:cNvPr>
          <p:cNvCxnSpPr>
            <a:cxnSpLocks/>
          </p:cNvCxnSpPr>
          <p:nvPr/>
        </p:nvCxnSpPr>
        <p:spPr>
          <a:xfrm>
            <a:off x="6421772" y="1440276"/>
            <a:ext cx="0" cy="24270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236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78F4-F7D7-066A-FB6B-7AEDEA0A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116DA7-F6CF-45B2-CFC1-89A97410344C}"/>
              </a:ext>
            </a:extLst>
          </p:cNvPr>
          <p:cNvCxnSpPr/>
          <p:nvPr/>
        </p:nvCxnSpPr>
        <p:spPr>
          <a:xfrm>
            <a:off x="2590258" y="3552360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BE39920-DB58-DB19-9E9B-968C69E02C95}"/>
              </a:ext>
            </a:extLst>
          </p:cNvPr>
          <p:cNvSpPr/>
          <p:nvPr/>
        </p:nvSpPr>
        <p:spPr>
          <a:xfrm>
            <a:off x="4107424" y="3388772"/>
            <a:ext cx="2223082" cy="331366"/>
          </a:xfrm>
          <a:custGeom>
            <a:avLst/>
            <a:gdLst>
              <a:gd name="csX0" fmla="*/ 0 w 2223082"/>
              <a:gd name="csY0" fmla="*/ 167780 h 331366"/>
              <a:gd name="csX1" fmla="*/ 50334 w 2223082"/>
              <a:gd name="csY1" fmla="*/ 8389 h 331366"/>
              <a:gd name="csX2" fmla="*/ 2176943 w 2223082"/>
              <a:gd name="csY2" fmla="*/ 0 h 331366"/>
              <a:gd name="csX3" fmla="*/ 2223082 w 2223082"/>
              <a:gd name="csY3" fmla="*/ 163586 h 331366"/>
              <a:gd name="csX4" fmla="*/ 2164359 w 2223082"/>
              <a:gd name="csY4" fmla="*/ 331366 h 331366"/>
              <a:gd name="csX5" fmla="*/ 50334 w 2223082"/>
              <a:gd name="csY5" fmla="*/ 331366 h 331366"/>
              <a:gd name="csX6" fmla="*/ 0 w 2223082"/>
              <a:gd name="csY6" fmla="*/ 167780 h 331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23082" h="331366">
                <a:moveTo>
                  <a:pt x="0" y="167780"/>
                </a:moveTo>
                <a:lnTo>
                  <a:pt x="50334" y="8389"/>
                </a:lnTo>
                <a:lnTo>
                  <a:pt x="2176943" y="0"/>
                </a:lnTo>
                <a:lnTo>
                  <a:pt x="2223082" y="163586"/>
                </a:lnTo>
                <a:lnTo>
                  <a:pt x="2164359" y="331366"/>
                </a:lnTo>
                <a:lnTo>
                  <a:pt x="50334" y="331366"/>
                </a:lnTo>
                <a:lnTo>
                  <a:pt x="0" y="1677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8D1127-529B-F98E-4EA4-06FF785F3F12}"/>
              </a:ext>
            </a:extLst>
          </p:cNvPr>
          <p:cNvCxnSpPr/>
          <p:nvPr/>
        </p:nvCxnSpPr>
        <p:spPr>
          <a:xfrm>
            <a:off x="3050620" y="2627212"/>
            <a:ext cx="4753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13E08D-25C9-73CE-0B57-5E2185D6A833}"/>
              </a:ext>
            </a:extLst>
          </p:cNvPr>
          <p:cNvCxnSpPr/>
          <p:nvPr/>
        </p:nvCxnSpPr>
        <p:spPr>
          <a:xfrm>
            <a:off x="2590258" y="1837189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7E84B80-F92E-E593-60F0-8F4527339C26}"/>
              </a:ext>
            </a:extLst>
          </p:cNvPr>
          <p:cNvSpPr txBox="1"/>
          <p:nvPr/>
        </p:nvSpPr>
        <p:spPr>
          <a:xfrm>
            <a:off x="2073514" y="1648331"/>
            <a:ext cx="4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RS</a:t>
            </a:r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B5BC49-A696-4C45-E1A3-D6228418420A}"/>
              </a:ext>
            </a:extLst>
          </p:cNvPr>
          <p:cNvSpPr txBox="1"/>
          <p:nvPr/>
        </p:nvSpPr>
        <p:spPr>
          <a:xfrm>
            <a:off x="1989623" y="2134893"/>
            <a:ext cx="96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R/W</a:t>
            </a:r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E89367-4A78-EB5A-19E5-447B58D62879}"/>
              </a:ext>
            </a:extLst>
          </p:cNvPr>
          <p:cNvSpPr txBox="1"/>
          <p:nvPr/>
        </p:nvSpPr>
        <p:spPr>
          <a:xfrm>
            <a:off x="2280284" y="2890275"/>
            <a:ext cx="39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E</a:t>
            </a:r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BDE032-C245-C8D1-6B02-84CD563888B8}"/>
              </a:ext>
            </a:extLst>
          </p:cNvPr>
          <p:cNvSpPr txBox="1"/>
          <p:nvPr/>
        </p:nvSpPr>
        <p:spPr>
          <a:xfrm>
            <a:off x="1509947" y="3367694"/>
            <a:ext cx="15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DB0-DB7</a:t>
            </a:r>
            <a:endParaRPr lang="LID4096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B7E191-06F7-6656-1162-2D5C2AF309CE}"/>
              </a:ext>
            </a:extLst>
          </p:cNvPr>
          <p:cNvCxnSpPr>
            <a:cxnSpLocks/>
          </p:cNvCxnSpPr>
          <p:nvPr/>
        </p:nvCxnSpPr>
        <p:spPr>
          <a:xfrm>
            <a:off x="3050620" y="1360582"/>
            <a:ext cx="0" cy="144973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EB1FE3-828B-EBBE-C49E-8DCA9BED8CFC}"/>
              </a:ext>
            </a:extLst>
          </p:cNvPr>
          <p:cNvCxnSpPr>
            <a:cxnSpLocks/>
          </p:cNvCxnSpPr>
          <p:nvPr/>
        </p:nvCxnSpPr>
        <p:spPr>
          <a:xfrm>
            <a:off x="3525996" y="1675001"/>
            <a:ext cx="0" cy="1674303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1CA20A-9107-9C24-386D-B4234F4268E6}"/>
              </a:ext>
            </a:extLst>
          </p:cNvPr>
          <p:cNvCxnSpPr>
            <a:cxnSpLocks/>
          </p:cNvCxnSpPr>
          <p:nvPr/>
        </p:nvCxnSpPr>
        <p:spPr>
          <a:xfrm>
            <a:off x="4156568" y="3009645"/>
            <a:ext cx="0" cy="449417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6F63F9-361C-B3A9-ABB4-F5AA177B54E5}"/>
              </a:ext>
            </a:extLst>
          </p:cNvPr>
          <p:cNvCxnSpPr>
            <a:cxnSpLocks/>
          </p:cNvCxnSpPr>
          <p:nvPr/>
        </p:nvCxnSpPr>
        <p:spPr>
          <a:xfrm>
            <a:off x="5219173" y="1675001"/>
            <a:ext cx="0" cy="155438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942EBAD-E093-1FAB-EF98-2C36695EB8ED}"/>
              </a:ext>
            </a:extLst>
          </p:cNvPr>
          <p:cNvCxnSpPr>
            <a:cxnSpLocks/>
          </p:cNvCxnSpPr>
          <p:nvPr/>
        </p:nvCxnSpPr>
        <p:spPr>
          <a:xfrm>
            <a:off x="6281778" y="1360580"/>
            <a:ext cx="0" cy="2098482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8257931-8398-D861-05B1-410A574CE736}"/>
              </a:ext>
            </a:extLst>
          </p:cNvPr>
          <p:cNvSpPr/>
          <p:nvPr/>
        </p:nvSpPr>
        <p:spPr>
          <a:xfrm>
            <a:off x="2995882" y="1669409"/>
            <a:ext cx="3334624" cy="327170"/>
          </a:xfrm>
          <a:custGeom>
            <a:avLst/>
            <a:gdLst>
              <a:gd name="csX0" fmla="*/ 0 w 3334624"/>
              <a:gd name="csY0" fmla="*/ 163585 h 327170"/>
              <a:gd name="csX1" fmla="*/ 58723 w 3334624"/>
              <a:gd name="csY1" fmla="*/ 4194 h 327170"/>
              <a:gd name="csX2" fmla="*/ 3284290 w 3334624"/>
              <a:gd name="csY2" fmla="*/ 0 h 327170"/>
              <a:gd name="csX3" fmla="*/ 3334624 w 3334624"/>
              <a:gd name="csY3" fmla="*/ 163585 h 327170"/>
              <a:gd name="csX4" fmla="*/ 3280096 w 3334624"/>
              <a:gd name="csY4" fmla="*/ 327170 h 327170"/>
              <a:gd name="csX5" fmla="*/ 54529 w 3334624"/>
              <a:gd name="csY5" fmla="*/ 318781 h 327170"/>
              <a:gd name="csX6" fmla="*/ 0 w 3334624"/>
              <a:gd name="csY6" fmla="*/ 163585 h 32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34624" h="327170">
                <a:moveTo>
                  <a:pt x="0" y="163585"/>
                </a:moveTo>
                <a:lnTo>
                  <a:pt x="58723" y="4194"/>
                </a:lnTo>
                <a:lnTo>
                  <a:pt x="3284290" y="0"/>
                </a:lnTo>
                <a:lnTo>
                  <a:pt x="3334624" y="163585"/>
                </a:lnTo>
                <a:lnTo>
                  <a:pt x="3280096" y="327170"/>
                </a:lnTo>
                <a:lnTo>
                  <a:pt x="54529" y="318781"/>
                </a:lnTo>
                <a:lnTo>
                  <a:pt x="0" y="163585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59CDC4B-3A62-C9E9-DEB0-2BE0713969A9}"/>
              </a:ext>
            </a:extLst>
          </p:cNvPr>
          <p:cNvCxnSpPr>
            <a:cxnSpLocks/>
          </p:cNvCxnSpPr>
          <p:nvPr/>
        </p:nvCxnSpPr>
        <p:spPr>
          <a:xfrm>
            <a:off x="7018403" y="1360580"/>
            <a:ext cx="0" cy="24270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150F9BA-780C-27BB-DB53-76564E0D2BFC}"/>
              </a:ext>
            </a:extLst>
          </p:cNvPr>
          <p:cNvSpPr/>
          <p:nvPr/>
        </p:nvSpPr>
        <p:spPr>
          <a:xfrm>
            <a:off x="2593211" y="2160165"/>
            <a:ext cx="4928532" cy="322976"/>
          </a:xfrm>
          <a:custGeom>
            <a:avLst/>
            <a:gdLst>
              <a:gd name="csX0" fmla="*/ 0 w 4928532"/>
              <a:gd name="csY0" fmla="*/ 0 h 322976"/>
              <a:gd name="csX1" fmla="*/ 406866 w 4928532"/>
              <a:gd name="csY1" fmla="*/ 0 h 322976"/>
              <a:gd name="csX2" fmla="*/ 499145 w 4928532"/>
              <a:gd name="csY2" fmla="*/ 322976 h 322976"/>
              <a:gd name="csX3" fmla="*/ 3645016 w 4928532"/>
              <a:gd name="csY3" fmla="*/ 322976 h 322976"/>
              <a:gd name="csX4" fmla="*/ 3737295 w 4928532"/>
              <a:gd name="csY4" fmla="*/ 0 h 322976"/>
              <a:gd name="csX5" fmla="*/ 4924337 w 4928532"/>
              <a:gd name="csY5" fmla="*/ 0 h 322976"/>
              <a:gd name="csX6" fmla="*/ 4928532 w 4928532"/>
              <a:gd name="csY6" fmla="*/ 0 h 322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928532" h="322976">
                <a:moveTo>
                  <a:pt x="0" y="0"/>
                </a:moveTo>
                <a:lnTo>
                  <a:pt x="406866" y="0"/>
                </a:lnTo>
                <a:lnTo>
                  <a:pt x="499145" y="322976"/>
                </a:lnTo>
                <a:lnTo>
                  <a:pt x="3645016" y="322976"/>
                </a:lnTo>
                <a:lnTo>
                  <a:pt x="3737295" y="0"/>
                </a:lnTo>
                <a:lnTo>
                  <a:pt x="4924337" y="0"/>
                </a:lnTo>
                <a:lnTo>
                  <a:pt x="4928532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DEA72C3-B402-6AD6-4BF8-5EE4E20C2891}"/>
              </a:ext>
            </a:extLst>
          </p:cNvPr>
          <p:cNvSpPr/>
          <p:nvPr/>
        </p:nvSpPr>
        <p:spPr>
          <a:xfrm>
            <a:off x="2584822" y="2898017"/>
            <a:ext cx="5645791" cy="331365"/>
          </a:xfrm>
          <a:custGeom>
            <a:avLst/>
            <a:gdLst>
              <a:gd name="csX0" fmla="*/ 0 w 5645791"/>
              <a:gd name="csY0" fmla="*/ 331365 h 331365"/>
              <a:gd name="csX1" fmla="*/ 906011 w 5645791"/>
              <a:gd name="csY1" fmla="*/ 331365 h 331365"/>
              <a:gd name="csX2" fmla="*/ 994095 w 5645791"/>
              <a:gd name="csY2" fmla="*/ 0 h 331365"/>
              <a:gd name="csX3" fmla="*/ 2604781 w 5645791"/>
              <a:gd name="csY3" fmla="*/ 0 h 331365"/>
              <a:gd name="csX4" fmla="*/ 2709644 w 5645791"/>
              <a:gd name="csY4" fmla="*/ 322976 h 331365"/>
              <a:gd name="csX5" fmla="*/ 4718807 w 5645791"/>
              <a:gd name="csY5" fmla="*/ 322976 h 331365"/>
              <a:gd name="csX6" fmla="*/ 4794308 w 5645791"/>
              <a:gd name="csY6" fmla="*/ 8389 h 331365"/>
              <a:gd name="csX7" fmla="*/ 5645791 w 5645791"/>
              <a:gd name="csY7" fmla="*/ 8389 h 331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45791" h="331365">
                <a:moveTo>
                  <a:pt x="0" y="331365"/>
                </a:moveTo>
                <a:lnTo>
                  <a:pt x="906011" y="331365"/>
                </a:lnTo>
                <a:lnTo>
                  <a:pt x="994095" y="0"/>
                </a:lnTo>
                <a:lnTo>
                  <a:pt x="2604781" y="0"/>
                </a:lnTo>
                <a:lnTo>
                  <a:pt x="2709644" y="322976"/>
                </a:lnTo>
                <a:lnTo>
                  <a:pt x="4718807" y="322976"/>
                </a:lnTo>
                <a:lnTo>
                  <a:pt x="4794308" y="8389"/>
                </a:lnTo>
                <a:lnTo>
                  <a:pt x="5645791" y="838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43F11-B5DD-CFAA-6F8E-8EEBE732A584}"/>
                  </a:ext>
                </a:extLst>
              </p:cNvPr>
              <p:cNvSpPr txBox="1"/>
              <p:nvPr/>
            </p:nvSpPr>
            <p:spPr>
              <a:xfrm>
                <a:off x="3206335" y="2551862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𝑠𝑢</m:t>
                          </m:r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43F11-B5DD-CFAA-6F8E-8EEBE732A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35" y="2551862"/>
                <a:ext cx="191911" cy="123111"/>
              </a:xfrm>
              <a:prstGeom prst="rect">
                <a:avLst/>
              </a:prstGeom>
              <a:blipFill>
                <a:blip r:embed="rId2"/>
                <a:stretch>
                  <a:fillRect l="-12903" r="-9677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D5851A-578E-070E-9A83-05976BA9CECB}"/>
              </a:ext>
            </a:extLst>
          </p:cNvPr>
          <p:cNvCxnSpPr>
            <a:cxnSpLocks/>
          </p:cNvCxnSpPr>
          <p:nvPr/>
        </p:nvCxnSpPr>
        <p:spPr>
          <a:xfrm>
            <a:off x="4168998" y="3009645"/>
            <a:ext cx="10556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712F29-1187-8E34-F452-E856E1EAA8E8}"/>
                  </a:ext>
                </a:extLst>
              </p:cNvPr>
              <p:cNvSpPr txBox="1"/>
              <p:nvPr/>
            </p:nvSpPr>
            <p:spPr>
              <a:xfrm>
                <a:off x="4619878" y="2948089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𝑠𝑢</m:t>
                          </m:r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712F29-1187-8E34-F452-E856E1EAA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878" y="2948089"/>
                <a:ext cx="191911" cy="123111"/>
              </a:xfrm>
              <a:prstGeom prst="rect">
                <a:avLst/>
              </a:prstGeom>
              <a:blipFill>
                <a:blip r:embed="rId3"/>
                <a:stretch>
                  <a:fillRect l="-12903" r="-9677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89389A-ADE5-C4B9-8016-12D8A3707C82}"/>
              </a:ext>
            </a:extLst>
          </p:cNvPr>
          <p:cNvCxnSpPr>
            <a:cxnSpLocks/>
          </p:cNvCxnSpPr>
          <p:nvPr/>
        </p:nvCxnSpPr>
        <p:spPr>
          <a:xfrm>
            <a:off x="3525996" y="2230982"/>
            <a:ext cx="16931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458287-A015-5550-2689-EB486CACF6AB}"/>
                  </a:ext>
                </a:extLst>
              </p:cNvPr>
              <p:cNvSpPr txBox="1"/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458287-A015-5550-2689-EB486CACF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4B32AE6-83C2-6884-F33D-6C2D79D2AC17}"/>
              </a:ext>
            </a:extLst>
          </p:cNvPr>
          <p:cNvCxnSpPr>
            <a:cxnSpLocks/>
          </p:cNvCxnSpPr>
          <p:nvPr/>
        </p:nvCxnSpPr>
        <p:spPr>
          <a:xfrm>
            <a:off x="5224610" y="2639566"/>
            <a:ext cx="10571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F04E0C-149D-7E06-4010-A3FE6C9CE115}"/>
                  </a:ext>
                </a:extLst>
              </p:cNvPr>
              <p:cNvSpPr txBox="1"/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F04E0C-149D-7E06-4010-A3FE6C9CE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blipFill>
                <a:blip r:embed="rId5"/>
                <a:stretch>
                  <a:fillRect l="-22222" r="-11111"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C6F327E-F8E8-7E07-046E-31C5B3FAB72A}"/>
              </a:ext>
            </a:extLst>
          </p:cNvPr>
          <p:cNvCxnSpPr>
            <a:cxnSpLocks/>
          </p:cNvCxnSpPr>
          <p:nvPr/>
        </p:nvCxnSpPr>
        <p:spPr>
          <a:xfrm flipV="1">
            <a:off x="3519165" y="2832591"/>
            <a:ext cx="3842925" cy="9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DA2522-0F94-C4A1-7F66-20035EB7F4B0}"/>
                  </a:ext>
                </a:extLst>
              </p:cNvPr>
              <p:cNvSpPr txBox="1"/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DA2522-0F94-C4A1-7F66-20035EB7F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5F064D3-C1DC-C53F-DB73-E6166E2852DD}"/>
                  </a:ext>
                </a:extLst>
              </p:cNvPr>
              <p:cNvSpPr txBox="1"/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sv-SE" sz="1600"/>
                  <a:t> : 	</a:t>
                </a:r>
                <a:r>
                  <a:rPr lang="en-US" sz="1600"/>
                  <a:t>Minimum time between E rising edges (E cycle time)			500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sv-SE" sz="1600"/>
                  <a:t>: 	Minimum time E must remain low or high				230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𝑠𝑢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/>
                  <a:t>Minimum time control signals (RS and R/W) must be 		40 ns</a:t>
                </a:r>
                <a:br>
                  <a:rPr lang="en-US" sz="1600"/>
                </a:br>
                <a:r>
                  <a:rPr lang="en-US" sz="1600"/>
                  <a:t>	stable before the E rising edge		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𝑠𝑢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/>
                  <a:t>Minimum time data signals must be valid before the E falling edge	80 ns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sv-SE" sz="1600"/>
                  <a:t>: 	M</a:t>
                </a:r>
                <a:r>
                  <a:rPr lang="en-US" sz="1600"/>
                  <a:t>inimum time all signals must remain stable after the E falling edge	10 ns</a:t>
                </a:r>
                <a:endParaRPr lang="LID4096" sz="160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5F064D3-C1DC-C53F-DB73-E6166E28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blipFill>
                <a:blip r:embed="rId7"/>
                <a:stretch>
                  <a:fillRect t="-1167" b="-42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265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28FA-11EB-E37E-CA88-FCD670A0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3F25AC-F648-8D93-96ED-5FA6D34A14ED}"/>
              </a:ext>
            </a:extLst>
          </p:cNvPr>
          <p:cNvCxnSpPr/>
          <p:nvPr/>
        </p:nvCxnSpPr>
        <p:spPr>
          <a:xfrm>
            <a:off x="2590258" y="3552360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0064B4E3-6646-1061-EFC1-67604F875FB7}"/>
              </a:ext>
            </a:extLst>
          </p:cNvPr>
          <p:cNvSpPr/>
          <p:nvPr/>
        </p:nvSpPr>
        <p:spPr>
          <a:xfrm>
            <a:off x="4107424" y="3388772"/>
            <a:ext cx="2223082" cy="331366"/>
          </a:xfrm>
          <a:custGeom>
            <a:avLst/>
            <a:gdLst>
              <a:gd name="csX0" fmla="*/ 0 w 2223082"/>
              <a:gd name="csY0" fmla="*/ 167780 h 331366"/>
              <a:gd name="csX1" fmla="*/ 50334 w 2223082"/>
              <a:gd name="csY1" fmla="*/ 8389 h 331366"/>
              <a:gd name="csX2" fmla="*/ 2176943 w 2223082"/>
              <a:gd name="csY2" fmla="*/ 0 h 331366"/>
              <a:gd name="csX3" fmla="*/ 2223082 w 2223082"/>
              <a:gd name="csY3" fmla="*/ 163586 h 331366"/>
              <a:gd name="csX4" fmla="*/ 2164359 w 2223082"/>
              <a:gd name="csY4" fmla="*/ 331366 h 331366"/>
              <a:gd name="csX5" fmla="*/ 50334 w 2223082"/>
              <a:gd name="csY5" fmla="*/ 331366 h 331366"/>
              <a:gd name="csX6" fmla="*/ 0 w 2223082"/>
              <a:gd name="csY6" fmla="*/ 167780 h 331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23082" h="331366">
                <a:moveTo>
                  <a:pt x="0" y="167780"/>
                </a:moveTo>
                <a:lnTo>
                  <a:pt x="50334" y="8389"/>
                </a:lnTo>
                <a:lnTo>
                  <a:pt x="2176943" y="0"/>
                </a:lnTo>
                <a:lnTo>
                  <a:pt x="2223082" y="163586"/>
                </a:lnTo>
                <a:lnTo>
                  <a:pt x="2164359" y="331366"/>
                </a:lnTo>
                <a:lnTo>
                  <a:pt x="50334" y="331366"/>
                </a:lnTo>
                <a:lnTo>
                  <a:pt x="0" y="1677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548224-62DA-9D2E-70E1-9F6A85060B9F}"/>
              </a:ext>
            </a:extLst>
          </p:cNvPr>
          <p:cNvCxnSpPr/>
          <p:nvPr/>
        </p:nvCxnSpPr>
        <p:spPr>
          <a:xfrm>
            <a:off x="3050620" y="2627212"/>
            <a:ext cx="4753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1BE552-E60F-FB59-E5E0-EB67B800ED9C}"/>
              </a:ext>
            </a:extLst>
          </p:cNvPr>
          <p:cNvCxnSpPr/>
          <p:nvPr/>
        </p:nvCxnSpPr>
        <p:spPr>
          <a:xfrm>
            <a:off x="2590258" y="1837189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D098023-78CE-8A2E-5843-60CAC90DD1FD}"/>
              </a:ext>
            </a:extLst>
          </p:cNvPr>
          <p:cNvSpPr txBox="1"/>
          <p:nvPr/>
        </p:nvSpPr>
        <p:spPr>
          <a:xfrm>
            <a:off x="2073514" y="1648331"/>
            <a:ext cx="4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RS</a:t>
            </a:r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D47713-3D5D-CFD6-8310-79B5D5F6BDAE}"/>
              </a:ext>
            </a:extLst>
          </p:cNvPr>
          <p:cNvSpPr txBox="1"/>
          <p:nvPr/>
        </p:nvSpPr>
        <p:spPr>
          <a:xfrm>
            <a:off x="1989623" y="2134893"/>
            <a:ext cx="96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R/W</a:t>
            </a:r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F6B734-FFEA-776F-6260-B57D6F0C6A8B}"/>
              </a:ext>
            </a:extLst>
          </p:cNvPr>
          <p:cNvSpPr txBox="1"/>
          <p:nvPr/>
        </p:nvSpPr>
        <p:spPr>
          <a:xfrm>
            <a:off x="2280284" y="2890275"/>
            <a:ext cx="39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E</a:t>
            </a:r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F5669B-8A35-4874-A031-7520D08653CC}"/>
              </a:ext>
            </a:extLst>
          </p:cNvPr>
          <p:cNvSpPr txBox="1"/>
          <p:nvPr/>
        </p:nvSpPr>
        <p:spPr>
          <a:xfrm>
            <a:off x="1509947" y="3367694"/>
            <a:ext cx="15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DB0-DB7</a:t>
            </a:r>
            <a:endParaRPr lang="LID4096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E2DCB-A990-F74E-2535-81E1CADAD243}"/>
              </a:ext>
            </a:extLst>
          </p:cNvPr>
          <p:cNvCxnSpPr>
            <a:cxnSpLocks/>
          </p:cNvCxnSpPr>
          <p:nvPr/>
        </p:nvCxnSpPr>
        <p:spPr>
          <a:xfrm>
            <a:off x="3050620" y="1360582"/>
            <a:ext cx="0" cy="144973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307B7E-ACBC-4096-3C1F-6151F0C4B260}"/>
              </a:ext>
            </a:extLst>
          </p:cNvPr>
          <p:cNvCxnSpPr>
            <a:cxnSpLocks/>
          </p:cNvCxnSpPr>
          <p:nvPr/>
        </p:nvCxnSpPr>
        <p:spPr>
          <a:xfrm>
            <a:off x="3525996" y="1675001"/>
            <a:ext cx="0" cy="1674303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6EBC52-9E00-C918-371E-8AE3F599C392}"/>
              </a:ext>
            </a:extLst>
          </p:cNvPr>
          <p:cNvCxnSpPr>
            <a:cxnSpLocks/>
          </p:cNvCxnSpPr>
          <p:nvPr/>
        </p:nvCxnSpPr>
        <p:spPr>
          <a:xfrm>
            <a:off x="4156568" y="3009645"/>
            <a:ext cx="0" cy="449417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80B11D-12DF-A4B0-EC86-2ED43625CBE4}"/>
              </a:ext>
            </a:extLst>
          </p:cNvPr>
          <p:cNvCxnSpPr>
            <a:cxnSpLocks/>
          </p:cNvCxnSpPr>
          <p:nvPr/>
        </p:nvCxnSpPr>
        <p:spPr>
          <a:xfrm>
            <a:off x="5219173" y="1675001"/>
            <a:ext cx="0" cy="155438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225E561-CBAB-8E8F-226A-50EA4B53548A}"/>
              </a:ext>
            </a:extLst>
          </p:cNvPr>
          <p:cNvCxnSpPr>
            <a:cxnSpLocks/>
          </p:cNvCxnSpPr>
          <p:nvPr/>
        </p:nvCxnSpPr>
        <p:spPr>
          <a:xfrm>
            <a:off x="6281778" y="1360580"/>
            <a:ext cx="0" cy="2098482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F560277-5AF9-8D8B-70E7-AAB9D441CBDE}"/>
              </a:ext>
            </a:extLst>
          </p:cNvPr>
          <p:cNvSpPr/>
          <p:nvPr/>
        </p:nvSpPr>
        <p:spPr>
          <a:xfrm>
            <a:off x="2995882" y="1669409"/>
            <a:ext cx="3334624" cy="327170"/>
          </a:xfrm>
          <a:custGeom>
            <a:avLst/>
            <a:gdLst>
              <a:gd name="csX0" fmla="*/ 0 w 3334624"/>
              <a:gd name="csY0" fmla="*/ 163585 h 327170"/>
              <a:gd name="csX1" fmla="*/ 58723 w 3334624"/>
              <a:gd name="csY1" fmla="*/ 4194 h 327170"/>
              <a:gd name="csX2" fmla="*/ 3284290 w 3334624"/>
              <a:gd name="csY2" fmla="*/ 0 h 327170"/>
              <a:gd name="csX3" fmla="*/ 3334624 w 3334624"/>
              <a:gd name="csY3" fmla="*/ 163585 h 327170"/>
              <a:gd name="csX4" fmla="*/ 3280096 w 3334624"/>
              <a:gd name="csY4" fmla="*/ 327170 h 327170"/>
              <a:gd name="csX5" fmla="*/ 54529 w 3334624"/>
              <a:gd name="csY5" fmla="*/ 318781 h 327170"/>
              <a:gd name="csX6" fmla="*/ 0 w 3334624"/>
              <a:gd name="csY6" fmla="*/ 163585 h 32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34624" h="327170">
                <a:moveTo>
                  <a:pt x="0" y="163585"/>
                </a:moveTo>
                <a:lnTo>
                  <a:pt x="58723" y="4194"/>
                </a:lnTo>
                <a:lnTo>
                  <a:pt x="3284290" y="0"/>
                </a:lnTo>
                <a:lnTo>
                  <a:pt x="3334624" y="163585"/>
                </a:lnTo>
                <a:lnTo>
                  <a:pt x="3280096" y="327170"/>
                </a:lnTo>
                <a:lnTo>
                  <a:pt x="54529" y="318781"/>
                </a:lnTo>
                <a:lnTo>
                  <a:pt x="0" y="163585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0B73C61-A430-BC61-00D8-073B4A4C8733}"/>
              </a:ext>
            </a:extLst>
          </p:cNvPr>
          <p:cNvCxnSpPr>
            <a:cxnSpLocks/>
          </p:cNvCxnSpPr>
          <p:nvPr/>
        </p:nvCxnSpPr>
        <p:spPr>
          <a:xfrm>
            <a:off x="7018403" y="1360580"/>
            <a:ext cx="0" cy="24270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2B5FF11-7242-9A71-35BB-5D559ED6B4C2}"/>
              </a:ext>
            </a:extLst>
          </p:cNvPr>
          <p:cNvSpPr/>
          <p:nvPr/>
        </p:nvSpPr>
        <p:spPr>
          <a:xfrm flipV="1">
            <a:off x="2584822" y="2142973"/>
            <a:ext cx="4928532" cy="288818"/>
          </a:xfrm>
          <a:custGeom>
            <a:avLst/>
            <a:gdLst>
              <a:gd name="csX0" fmla="*/ 0 w 4928532"/>
              <a:gd name="csY0" fmla="*/ 0 h 322976"/>
              <a:gd name="csX1" fmla="*/ 406866 w 4928532"/>
              <a:gd name="csY1" fmla="*/ 0 h 322976"/>
              <a:gd name="csX2" fmla="*/ 499145 w 4928532"/>
              <a:gd name="csY2" fmla="*/ 322976 h 322976"/>
              <a:gd name="csX3" fmla="*/ 3645016 w 4928532"/>
              <a:gd name="csY3" fmla="*/ 322976 h 322976"/>
              <a:gd name="csX4" fmla="*/ 3737295 w 4928532"/>
              <a:gd name="csY4" fmla="*/ 0 h 322976"/>
              <a:gd name="csX5" fmla="*/ 4924337 w 4928532"/>
              <a:gd name="csY5" fmla="*/ 0 h 322976"/>
              <a:gd name="csX6" fmla="*/ 4928532 w 4928532"/>
              <a:gd name="csY6" fmla="*/ 0 h 322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928532" h="322976">
                <a:moveTo>
                  <a:pt x="0" y="0"/>
                </a:moveTo>
                <a:lnTo>
                  <a:pt x="406866" y="0"/>
                </a:lnTo>
                <a:lnTo>
                  <a:pt x="499145" y="322976"/>
                </a:lnTo>
                <a:lnTo>
                  <a:pt x="3645016" y="322976"/>
                </a:lnTo>
                <a:lnTo>
                  <a:pt x="3737295" y="0"/>
                </a:lnTo>
                <a:lnTo>
                  <a:pt x="4924337" y="0"/>
                </a:lnTo>
                <a:lnTo>
                  <a:pt x="4928532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66D235F-3646-7088-EC10-2A7BCC1E7306}"/>
              </a:ext>
            </a:extLst>
          </p:cNvPr>
          <p:cNvSpPr/>
          <p:nvPr/>
        </p:nvSpPr>
        <p:spPr>
          <a:xfrm>
            <a:off x="2584822" y="2898017"/>
            <a:ext cx="5645791" cy="331365"/>
          </a:xfrm>
          <a:custGeom>
            <a:avLst/>
            <a:gdLst>
              <a:gd name="csX0" fmla="*/ 0 w 5645791"/>
              <a:gd name="csY0" fmla="*/ 331365 h 331365"/>
              <a:gd name="csX1" fmla="*/ 906011 w 5645791"/>
              <a:gd name="csY1" fmla="*/ 331365 h 331365"/>
              <a:gd name="csX2" fmla="*/ 994095 w 5645791"/>
              <a:gd name="csY2" fmla="*/ 0 h 331365"/>
              <a:gd name="csX3" fmla="*/ 2604781 w 5645791"/>
              <a:gd name="csY3" fmla="*/ 0 h 331365"/>
              <a:gd name="csX4" fmla="*/ 2709644 w 5645791"/>
              <a:gd name="csY4" fmla="*/ 322976 h 331365"/>
              <a:gd name="csX5" fmla="*/ 4718807 w 5645791"/>
              <a:gd name="csY5" fmla="*/ 322976 h 331365"/>
              <a:gd name="csX6" fmla="*/ 4794308 w 5645791"/>
              <a:gd name="csY6" fmla="*/ 8389 h 331365"/>
              <a:gd name="csX7" fmla="*/ 5645791 w 5645791"/>
              <a:gd name="csY7" fmla="*/ 8389 h 331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45791" h="331365">
                <a:moveTo>
                  <a:pt x="0" y="331365"/>
                </a:moveTo>
                <a:lnTo>
                  <a:pt x="906011" y="331365"/>
                </a:lnTo>
                <a:lnTo>
                  <a:pt x="994095" y="0"/>
                </a:lnTo>
                <a:lnTo>
                  <a:pt x="2604781" y="0"/>
                </a:lnTo>
                <a:lnTo>
                  <a:pt x="2709644" y="322976"/>
                </a:lnTo>
                <a:lnTo>
                  <a:pt x="4718807" y="322976"/>
                </a:lnTo>
                <a:lnTo>
                  <a:pt x="4794308" y="8389"/>
                </a:lnTo>
                <a:lnTo>
                  <a:pt x="5645791" y="838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DFEDF-72E3-DE23-9C8D-01E711F75924}"/>
                  </a:ext>
                </a:extLst>
              </p:cNvPr>
              <p:cNvSpPr txBox="1"/>
              <p:nvPr/>
            </p:nvSpPr>
            <p:spPr>
              <a:xfrm>
                <a:off x="3206335" y="2551862"/>
                <a:ext cx="149913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𝑠𝑢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DFEDF-72E3-DE23-9C8D-01E711F75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35" y="2551862"/>
                <a:ext cx="149913" cy="123111"/>
              </a:xfrm>
              <a:prstGeom prst="rect">
                <a:avLst/>
              </a:prstGeom>
              <a:blipFill>
                <a:blip r:embed="rId2"/>
                <a:stretch>
                  <a:fillRect l="-16000" r="-4000"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0323A83-D6B6-450A-5A3E-2A433DD1C43D}"/>
              </a:ext>
            </a:extLst>
          </p:cNvPr>
          <p:cNvCxnSpPr>
            <a:cxnSpLocks/>
          </p:cNvCxnSpPr>
          <p:nvPr/>
        </p:nvCxnSpPr>
        <p:spPr>
          <a:xfrm>
            <a:off x="3525996" y="3259607"/>
            <a:ext cx="6305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8EDC11-9789-B3A5-43B8-7FFD88BEF620}"/>
                  </a:ext>
                </a:extLst>
              </p:cNvPr>
              <p:cNvSpPr txBox="1"/>
              <p:nvPr/>
            </p:nvSpPr>
            <p:spPr>
              <a:xfrm>
                <a:off x="3745326" y="3182939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8EDC11-9789-B3A5-43B8-7FFD88BE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326" y="3182939"/>
                <a:ext cx="191911" cy="123111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232FFD-7889-30D0-637C-D670283E8474}"/>
              </a:ext>
            </a:extLst>
          </p:cNvPr>
          <p:cNvCxnSpPr>
            <a:cxnSpLocks/>
          </p:cNvCxnSpPr>
          <p:nvPr/>
        </p:nvCxnSpPr>
        <p:spPr>
          <a:xfrm>
            <a:off x="3525996" y="2230982"/>
            <a:ext cx="16931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45BA75-AECB-564D-9185-ECC75538EF87}"/>
                  </a:ext>
                </a:extLst>
              </p:cNvPr>
              <p:cNvSpPr txBox="1"/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45BA75-AECB-564D-9185-ECC75538E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C10E2C4-8DCC-1A36-E94D-7661D0F4CAA9}"/>
              </a:ext>
            </a:extLst>
          </p:cNvPr>
          <p:cNvCxnSpPr>
            <a:cxnSpLocks/>
          </p:cNvCxnSpPr>
          <p:nvPr/>
        </p:nvCxnSpPr>
        <p:spPr>
          <a:xfrm>
            <a:off x="5224610" y="2639566"/>
            <a:ext cx="10571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C40ECB-3453-520E-B20C-5F76498E4D5B}"/>
                  </a:ext>
                </a:extLst>
              </p:cNvPr>
              <p:cNvSpPr txBox="1"/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C40ECB-3453-520E-B20C-5F76498E4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blipFill>
                <a:blip r:embed="rId5"/>
                <a:stretch>
                  <a:fillRect l="-22222" r="-11111"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A7EAF7F-8C8B-B4BE-009F-A9E47CAC0CCB}"/>
              </a:ext>
            </a:extLst>
          </p:cNvPr>
          <p:cNvCxnSpPr>
            <a:cxnSpLocks/>
          </p:cNvCxnSpPr>
          <p:nvPr/>
        </p:nvCxnSpPr>
        <p:spPr>
          <a:xfrm flipV="1">
            <a:off x="3519165" y="2832591"/>
            <a:ext cx="3842925" cy="9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48AFCE-2B26-13A7-74E9-7EEF54FF735D}"/>
                  </a:ext>
                </a:extLst>
              </p:cNvPr>
              <p:cNvSpPr txBox="1"/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48AFCE-2B26-13A7-74E9-7EEF54FF7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77B226-C7F3-BCEE-944F-697D4EBD6713}"/>
                  </a:ext>
                </a:extLst>
              </p:cNvPr>
              <p:cNvSpPr txBox="1"/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sv-SE" sz="1600"/>
                  <a:t> : 	</a:t>
                </a:r>
                <a:r>
                  <a:rPr lang="en-US" sz="1600"/>
                  <a:t>Minimum time between E rising edges (E cycle time)			1000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sv-SE" sz="1600"/>
                  <a:t>: 	Minimum time E must remain low or high				450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𝑠𝑢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/>
                  <a:t>Minimum time control signals (RS and R/W) must be 		60 ns</a:t>
                </a:r>
                <a:br>
                  <a:rPr lang="en-US" sz="1600"/>
                </a:br>
                <a:r>
                  <a:rPr lang="en-US" sz="1600"/>
                  <a:t>	stable before the E rising edge		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 b="1"/>
                  <a:t>Maximum </a:t>
                </a:r>
                <a:r>
                  <a:rPr lang="en-US" sz="1600"/>
                  <a:t>time until data signalse are available after the E rising edge	360 ns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sv-SE" sz="1600"/>
                  <a:t>: 	M</a:t>
                </a:r>
                <a:r>
                  <a:rPr lang="en-US" sz="1600"/>
                  <a:t>inimum time all signals must remain stable after the E falling edge	10 ns</a:t>
                </a:r>
                <a:endParaRPr lang="LID4096" sz="160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77B226-C7F3-BCEE-944F-697D4EBD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blipFill>
                <a:blip r:embed="rId7"/>
                <a:stretch>
                  <a:fillRect t="-1167" b="-42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577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DD54-2124-88D8-84F3-5D8D7AAD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E268A-E895-1C49-77E9-017BB422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253" y="2205828"/>
            <a:ext cx="4098125" cy="4083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8500A-EED1-6415-9667-492A42A64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99211"/>
            <a:ext cx="763178" cy="2589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02C411-EC62-9DC5-78B2-1C325405C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107" y="3120227"/>
            <a:ext cx="555034" cy="2368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AA6A1C-D427-A093-08CF-46776B65A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231" y="3037827"/>
            <a:ext cx="2666044" cy="313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81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5CAF7D-CF5F-5F95-C8FB-A4DF4E7A295D}"/>
              </a:ext>
            </a:extLst>
          </p:cNvPr>
          <p:cNvSpPr txBox="1"/>
          <p:nvPr/>
        </p:nvSpPr>
        <p:spPr>
          <a:xfrm>
            <a:off x="1643847" y="5176223"/>
            <a:ext cx="3113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a</a:t>
            </a:r>
            <a:endParaRPr lang="LID4096">
              <a:latin typeface="Consolas" panose="020B060902020403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6B3ECF-77E6-95B3-ECF4-C94592207E78}"/>
              </a:ext>
            </a:extLst>
          </p:cNvPr>
          <p:cNvCxnSpPr>
            <a:cxnSpLocks/>
          </p:cNvCxnSpPr>
          <p:nvPr/>
        </p:nvCxnSpPr>
        <p:spPr>
          <a:xfrm>
            <a:off x="8221211" y="654341"/>
            <a:ext cx="0" cy="5029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787BAC-03B0-6842-71C7-ED8C31399896}"/>
              </a:ext>
            </a:extLst>
          </p:cNvPr>
          <p:cNvCxnSpPr>
            <a:cxnSpLocks/>
          </p:cNvCxnSpPr>
          <p:nvPr/>
        </p:nvCxnSpPr>
        <p:spPr>
          <a:xfrm>
            <a:off x="6431559" y="654341"/>
            <a:ext cx="0" cy="5029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40E374-956C-1E75-C5C8-A6216CF8652D}"/>
              </a:ext>
            </a:extLst>
          </p:cNvPr>
          <p:cNvCxnSpPr>
            <a:cxnSpLocks/>
          </p:cNvCxnSpPr>
          <p:nvPr/>
        </p:nvCxnSpPr>
        <p:spPr>
          <a:xfrm>
            <a:off x="7326385" y="654341"/>
            <a:ext cx="0" cy="502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920272-C7A6-9F32-0A94-446D1D1FD068}"/>
              </a:ext>
            </a:extLst>
          </p:cNvPr>
          <p:cNvCxnSpPr>
            <a:cxnSpLocks/>
          </p:cNvCxnSpPr>
          <p:nvPr/>
        </p:nvCxnSpPr>
        <p:spPr>
          <a:xfrm>
            <a:off x="7773798" y="654341"/>
            <a:ext cx="0" cy="502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68B042-E11C-3EE3-FF2C-77797D847F7F}"/>
              </a:ext>
            </a:extLst>
          </p:cNvPr>
          <p:cNvCxnSpPr>
            <a:cxnSpLocks/>
          </p:cNvCxnSpPr>
          <p:nvPr/>
        </p:nvCxnSpPr>
        <p:spPr>
          <a:xfrm>
            <a:off x="6878972" y="654341"/>
            <a:ext cx="0" cy="502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AD80F2-6FCB-7CF3-DD15-B5300624379C}"/>
              </a:ext>
            </a:extLst>
          </p:cNvPr>
          <p:cNvCxnSpPr/>
          <p:nvPr/>
        </p:nvCxnSpPr>
        <p:spPr>
          <a:xfrm>
            <a:off x="6431559" y="551576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BFD394-2C31-CF9E-256D-E30EB8F74839}"/>
              </a:ext>
            </a:extLst>
          </p:cNvPr>
          <p:cNvCxnSpPr/>
          <p:nvPr/>
        </p:nvCxnSpPr>
        <p:spPr>
          <a:xfrm>
            <a:off x="6431559" y="517342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4DEBC4-6DBF-AADB-52EB-B692DC33A70B}"/>
              </a:ext>
            </a:extLst>
          </p:cNvPr>
          <p:cNvCxnSpPr/>
          <p:nvPr/>
        </p:nvCxnSpPr>
        <p:spPr>
          <a:xfrm>
            <a:off x="6431559" y="483109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B01164-A5FD-321D-6B77-6F84ADD3D17F}"/>
              </a:ext>
            </a:extLst>
          </p:cNvPr>
          <p:cNvCxnSpPr/>
          <p:nvPr/>
        </p:nvCxnSpPr>
        <p:spPr>
          <a:xfrm>
            <a:off x="6431559" y="448875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EDC365-9A09-3BA2-E04D-27BA38469975}"/>
              </a:ext>
            </a:extLst>
          </p:cNvPr>
          <p:cNvCxnSpPr/>
          <p:nvPr/>
        </p:nvCxnSpPr>
        <p:spPr>
          <a:xfrm>
            <a:off x="6431559" y="414642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11ED7A-D4C8-D7A8-17E3-830653DA2654}"/>
              </a:ext>
            </a:extLst>
          </p:cNvPr>
          <p:cNvCxnSpPr/>
          <p:nvPr/>
        </p:nvCxnSpPr>
        <p:spPr>
          <a:xfrm>
            <a:off x="6431559" y="380408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375B4E-E35F-BC87-8C8D-6AD1046CC99C}"/>
              </a:ext>
            </a:extLst>
          </p:cNvPr>
          <p:cNvCxnSpPr/>
          <p:nvPr/>
        </p:nvCxnSpPr>
        <p:spPr>
          <a:xfrm>
            <a:off x="6431559" y="346175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D0EFEE-1F0A-31D9-A7C6-D78011D2381D}"/>
              </a:ext>
            </a:extLst>
          </p:cNvPr>
          <p:cNvCxnSpPr/>
          <p:nvPr/>
        </p:nvCxnSpPr>
        <p:spPr>
          <a:xfrm>
            <a:off x="6431559" y="311941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E3EE45-5699-9354-2BA6-56C37A5F4AE4}"/>
              </a:ext>
            </a:extLst>
          </p:cNvPr>
          <p:cNvCxnSpPr/>
          <p:nvPr/>
        </p:nvCxnSpPr>
        <p:spPr>
          <a:xfrm>
            <a:off x="6431559" y="277708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71AD10-F6FD-C35C-BC9C-4A81FA623D1C}"/>
              </a:ext>
            </a:extLst>
          </p:cNvPr>
          <p:cNvCxnSpPr/>
          <p:nvPr/>
        </p:nvCxnSpPr>
        <p:spPr>
          <a:xfrm>
            <a:off x="6431559" y="243474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78E623-1736-168A-1DB3-808A560778B8}"/>
              </a:ext>
            </a:extLst>
          </p:cNvPr>
          <p:cNvCxnSpPr/>
          <p:nvPr/>
        </p:nvCxnSpPr>
        <p:spPr>
          <a:xfrm>
            <a:off x="6431559" y="209241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3E00061-251F-546E-7C2A-CEC0F7B52466}"/>
              </a:ext>
            </a:extLst>
          </p:cNvPr>
          <p:cNvSpPr txBox="1"/>
          <p:nvPr/>
        </p:nvSpPr>
        <p:spPr>
          <a:xfrm>
            <a:off x="8317684" y="519351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0x20001000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76FD5D-20FB-39DE-BC90-067844B1BF03}"/>
              </a:ext>
            </a:extLst>
          </p:cNvPr>
          <p:cNvSpPr txBox="1"/>
          <p:nvPr/>
        </p:nvSpPr>
        <p:spPr>
          <a:xfrm>
            <a:off x="8317683" y="485117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0x20001004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0C6550-8894-DB5E-CFF1-C029962509B2}"/>
              </a:ext>
            </a:extLst>
          </p:cNvPr>
          <p:cNvSpPr txBox="1"/>
          <p:nvPr/>
        </p:nvSpPr>
        <p:spPr>
          <a:xfrm>
            <a:off x="8317682" y="450884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0x20001008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BCCF33-FD37-A69A-E41D-1AB4D2CAA8D8}"/>
              </a:ext>
            </a:extLst>
          </p:cNvPr>
          <p:cNvSpPr txBox="1"/>
          <p:nvPr/>
        </p:nvSpPr>
        <p:spPr>
          <a:xfrm>
            <a:off x="7551489" y="56289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+1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127642-122D-3895-90CD-D3E1715379E3}"/>
              </a:ext>
            </a:extLst>
          </p:cNvPr>
          <p:cNvSpPr txBox="1"/>
          <p:nvPr/>
        </p:nvSpPr>
        <p:spPr>
          <a:xfrm>
            <a:off x="7130768" y="56289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+2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3B194C-D422-B3FB-E6D1-07F889A6C7EB}"/>
              </a:ext>
            </a:extLst>
          </p:cNvPr>
          <p:cNvSpPr txBox="1"/>
          <p:nvPr/>
        </p:nvSpPr>
        <p:spPr>
          <a:xfrm>
            <a:off x="6710047" y="56289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+3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E0DF88-FB62-0976-1F14-31BC540DDF2A}"/>
              </a:ext>
            </a:extLst>
          </p:cNvPr>
          <p:cNvSpPr/>
          <p:nvPr/>
        </p:nvSpPr>
        <p:spPr>
          <a:xfrm>
            <a:off x="7773798" y="5173426"/>
            <a:ext cx="447411" cy="342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a</a:t>
            </a:r>
            <a:endParaRPr lang="LID4096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EA5B56-19A5-FBC4-0804-05B85667B32B}"/>
              </a:ext>
            </a:extLst>
          </p:cNvPr>
          <p:cNvSpPr/>
          <p:nvPr/>
        </p:nvSpPr>
        <p:spPr>
          <a:xfrm>
            <a:off x="6431557" y="5173427"/>
            <a:ext cx="894826" cy="342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b</a:t>
            </a:r>
            <a:endParaRPr lang="LID4096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D49E0F-E3BA-3093-B18A-93ED3E162C47}"/>
              </a:ext>
            </a:extLst>
          </p:cNvPr>
          <p:cNvSpPr/>
          <p:nvPr/>
        </p:nvSpPr>
        <p:spPr>
          <a:xfrm>
            <a:off x="7326383" y="4831086"/>
            <a:ext cx="894820" cy="342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</a:t>
            </a:r>
            <a:endParaRPr lang="LID4096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315EBC-7A2D-C4E3-D723-55CE603A5661}"/>
              </a:ext>
            </a:extLst>
          </p:cNvPr>
          <p:cNvSpPr/>
          <p:nvPr/>
        </p:nvSpPr>
        <p:spPr>
          <a:xfrm>
            <a:off x="6431552" y="4488752"/>
            <a:ext cx="1789649" cy="34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d</a:t>
            </a:r>
            <a:endParaRPr lang="LID4096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748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350C-9793-D6F8-2AA7-17C18FCF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263250D-0918-432A-5097-843C04FA48FC}"/>
              </a:ext>
            </a:extLst>
          </p:cNvPr>
          <p:cNvGrpSpPr/>
          <p:nvPr/>
        </p:nvGrpSpPr>
        <p:grpSpPr>
          <a:xfrm>
            <a:off x="6910938" y="2398927"/>
            <a:ext cx="2669370" cy="1907729"/>
            <a:chOff x="9519713" y="2988597"/>
            <a:chExt cx="1319935" cy="9433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6B0802-1A9E-D7EF-B86E-E8D48120B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8F2E6E-7E7F-07E9-AFF6-E8376FCBE2CF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E5062A0-9DA1-1E61-1731-150866A70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96" y="2545839"/>
            <a:ext cx="5353797" cy="2772162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F10A4C55-987C-F76D-EA07-40052AF12EFF}"/>
              </a:ext>
            </a:extLst>
          </p:cNvPr>
          <p:cNvSpPr/>
          <p:nvPr/>
        </p:nvSpPr>
        <p:spPr>
          <a:xfrm>
            <a:off x="1578586" y="3558540"/>
            <a:ext cx="3381375" cy="14020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02D3C61-286D-F176-EE67-A2B3685A1ECF}"/>
              </a:ext>
            </a:extLst>
          </p:cNvPr>
          <p:cNvSpPr/>
          <p:nvPr/>
        </p:nvSpPr>
        <p:spPr>
          <a:xfrm>
            <a:off x="1436663" y="3406140"/>
            <a:ext cx="3787140" cy="259080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43D7F9-36A2-3413-D6D3-A48FF86AEC44}"/>
              </a:ext>
            </a:extLst>
          </p:cNvPr>
          <p:cNvSpPr/>
          <p:nvPr/>
        </p:nvSpPr>
        <p:spPr>
          <a:xfrm>
            <a:off x="1459523" y="3482340"/>
            <a:ext cx="205740" cy="1714500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18FF7CF-9054-921C-7DB9-81D7D47E2547}"/>
              </a:ext>
            </a:extLst>
          </p:cNvPr>
          <p:cNvSpPr/>
          <p:nvPr/>
        </p:nvSpPr>
        <p:spPr>
          <a:xfrm>
            <a:off x="1657643" y="3558540"/>
            <a:ext cx="3596640" cy="1653540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306FFB4-8E39-4382-9D49-2F9895D380CF}"/>
              </a:ext>
            </a:extLst>
          </p:cNvPr>
          <p:cNvSpPr/>
          <p:nvPr/>
        </p:nvSpPr>
        <p:spPr>
          <a:xfrm>
            <a:off x="1833379" y="3727133"/>
            <a:ext cx="3305175" cy="13120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1AF2664-E42C-2077-3EC2-41D7966E219C}"/>
              </a:ext>
            </a:extLst>
          </p:cNvPr>
          <p:cNvSpPr/>
          <p:nvPr/>
        </p:nvSpPr>
        <p:spPr>
          <a:xfrm>
            <a:off x="3119254" y="4896326"/>
            <a:ext cx="819150" cy="247650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7A9985-87D9-DFD4-848F-CCDF77D808CB}"/>
              </a:ext>
            </a:extLst>
          </p:cNvPr>
          <p:cNvGrpSpPr/>
          <p:nvPr/>
        </p:nvGrpSpPr>
        <p:grpSpPr>
          <a:xfrm>
            <a:off x="4243204" y="4020026"/>
            <a:ext cx="209550" cy="157163"/>
            <a:chOff x="6669881" y="4393406"/>
            <a:chExt cx="209550" cy="1571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8AAF85-71DA-2D90-7EC9-6AAAB550453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F584717-3CC8-F8C7-FE5A-D87E2A219CF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E0D1B66-CB2A-DD99-08E2-A78A6B3AB4C5}"/>
              </a:ext>
            </a:extLst>
          </p:cNvPr>
          <p:cNvGrpSpPr/>
          <p:nvPr/>
        </p:nvGrpSpPr>
        <p:grpSpPr>
          <a:xfrm>
            <a:off x="3797910" y="4050982"/>
            <a:ext cx="209550" cy="157163"/>
            <a:chOff x="6669881" y="4393406"/>
            <a:chExt cx="209550" cy="15716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4BC435-38C7-EC79-7259-4F9B767C9EC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2BEF8BE-97E7-CD09-5686-D12700890AD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6E5D7A0-51F4-328C-CED7-4F1E8DEA40DF}"/>
              </a:ext>
            </a:extLst>
          </p:cNvPr>
          <p:cNvGrpSpPr/>
          <p:nvPr/>
        </p:nvGrpSpPr>
        <p:grpSpPr>
          <a:xfrm>
            <a:off x="3352616" y="4081938"/>
            <a:ext cx="209550" cy="157163"/>
            <a:chOff x="6669881" y="4393406"/>
            <a:chExt cx="209550" cy="157163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ABFEC49-AD21-BBF4-5043-1C8A1296B1D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77B698D-63D6-CF06-FCF0-2A991C9692E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65E2AA3-11C3-5A55-CEED-BFC21E69D09A}"/>
              </a:ext>
            </a:extLst>
          </p:cNvPr>
          <p:cNvGrpSpPr/>
          <p:nvPr/>
        </p:nvGrpSpPr>
        <p:grpSpPr>
          <a:xfrm>
            <a:off x="2851360" y="4093844"/>
            <a:ext cx="209550" cy="157163"/>
            <a:chOff x="6669881" y="4393406"/>
            <a:chExt cx="209550" cy="157163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6F7D91D-1A14-B781-F2EE-64F02C2CB05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25E0E57-145E-9230-1C3D-1033A872A98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8011B25-0937-13D1-0E26-FD8CABD98210}"/>
              </a:ext>
            </a:extLst>
          </p:cNvPr>
          <p:cNvGrpSpPr/>
          <p:nvPr/>
        </p:nvGrpSpPr>
        <p:grpSpPr>
          <a:xfrm>
            <a:off x="2345112" y="4113567"/>
            <a:ext cx="209550" cy="157163"/>
            <a:chOff x="6669881" y="4393406"/>
            <a:chExt cx="209550" cy="15716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8579863-68E8-1C1B-3520-42398A9F693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40D3784-9987-0ADF-AC4E-66929831CEC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1D60DA4-AA34-3596-5D25-2145540A6A0E}"/>
              </a:ext>
            </a:extLst>
          </p:cNvPr>
          <p:cNvGrpSpPr/>
          <p:nvPr/>
        </p:nvGrpSpPr>
        <p:grpSpPr>
          <a:xfrm>
            <a:off x="2333205" y="4520758"/>
            <a:ext cx="209550" cy="157163"/>
            <a:chOff x="6669881" y="4393406"/>
            <a:chExt cx="209550" cy="15716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B39E138-84A2-0CF1-035B-CC0AED9F92F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5557D24-420C-A77C-AF1F-8FDF152855A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6522898-2493-D18A-5B6E-E40CBAA59090}"/>
              </a:ext>
            </a:extLst>
          </p:cNvPr>
          <p:cNvGrpSpPr/>
          <p:nvPr/>
        </p:nvGrpSpPr>
        <p:grpSpPr>
          <a:xfrm>
            <a:off x="2848977" y="4506471"/>
            <a:ext cx="209550" cy="157163"/>
            <a:chOff x="6669881" y="4393406"/>
            <a:chExt cx="209550" cy="157163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F1206BE-52D4-DD33-8892-9F1336FA077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4662E47-90E6-D1CD-018C-41B9010D881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31FAFD0-9915-258B-1319-C130402FF626}"/>
              </a:ext>
            </a:extLst>
          </p:cNvPr>
          <p:cNvGrpSpPr/>
          <p:nvPr/>
        </p:nvGrpSpPr>
        <p:grpSpPr>
          <a:xfrm>
            <a:off x="3359757" y="4500001"/>
            <a:ext cx="209550" cy="157163"/>
            <a:chOff x="6669881" y="4393406"/>
            <a:chExt cx="209550" cy="157163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18B1960-C2AD-6AA7-9D4C-2553631EFB5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278CB48-BEEE-6303-229D-14DFE6AA572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DFC8BD4-4C7E-9682-B5FA-A2ACB0BA237C}"/>
              </a:ext>
            </a:extLst>
          </p:cNvPr>
          <p:cNvGrpSpPr/>
          <p:nvPr/>
        </p:nvGrpSpPr>
        <p:grpSpPr>
          <a:xfrm>
            <a:off x="3828863" y="4505748"/>
            <a:ext cx="209550" cy="157163"/>
            <a:chOff x="6669881" y="4393406"/>
            <a:chExt cx="209550" cy="157163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38AC349-3470-ADC3-B81D-E9BCFB1026F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B09957E-2384-7EF9-5A37-C13DBA3405A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034B99A-90A5-E32C-82E8-8639EFB95223}"/>
              </a:ext>
            </a:extLst>
          </p:cNvPr>
          <p:cNvGrpSpPr/>
          <p:nvPr/>
        </p:nvGrpSpPr>
        <p:grpSpPr>
          <a:xfrm>
            <a:off x="4271771" y="4495238"/>
            <a:ext cx="209550" cy="157163"/>
            <a:chOff x="6669881" y="4393406"/>
            <a:chExt cx="209550" cy="157163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EC791A0-F93E-3C48-45B9-F0CA5F6A02A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CBCBC0E-9A13-12A6-7301-F1BC6C42976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093D7B3-5FA5-69F1-2FED-277FE8886C71}"/>
              </a:ext>
            </a:extLst>
          </p:cNvPr>
          <p:cNvCxnSpPr>
            <a:cxnSpLocks/>
          </p:cNvCxnSpPr>
          <p:nvPr/>
        </p:nvCxnSpPr>
        <p:spPr>
          <a:xfrm>
            <a:off x="2399207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708FBFB-8BCD-A4C0-B845-54EAFF231296}"/>
              </a:ext>
            </a:extLst>
          </p:cNvPr>
          <p:cNvSpPr txBox="1"/>
          <p:nvPr/>
        </p:nvSpPr>
        <p:spPr>
          <a:xfrm>
            <a:off x="2106211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bit0</a:t>
            </a:r>
            <a:endParaRPr lang="LID4096" b="1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EB5570D-02E0-DB4A-502D-BC8216CADFFF}"/>
              </a:ext>
            </a:extLst>
          </p:cNvPr>
          <p:cNvCxnSpPr>
            <a:cxnSpLocks/>
          </p:cNvCxnSpPr>
          <p:nvPr/>
        </p:nvCxnSpPr>
        <p:spPr>
          <a:xfrm>
            <a:off x="2934442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0F6B4A9-FF08-80C9-1118-DF416795502B}"/>
              </a:ext>
            </a:extLst>
          </p:cNvPr>
          <p:cNvSpPr txBox="1"/>
          <p:nvPr/>
        </p:nvSpPr>
        <p:spPr>
          <a:xfrm>
            <a:off x="2641446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bit2</a:t>
            </a:r>
            <a:endParaRPr lang="LID4096" b="1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3FA4907-EF61-CE31-0B1E-D00BB1FBEC6B}"/>
              </a:ext>
            </a:extLst>
          </p:cNvPr>
          <p:cNvSpPr/>
          <p:nvPr/>
        </p:nvSpPr>
        <p:spPr>
          <a:xfrm>
            <a:off x="4633795" y="5295969"/>
            <a:ext cx="4412791" cy="890457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  <a:gd name="csX0" fmla="*/ 5374269 w 5374269"/>
              <a:gd name="csY0" fmla="*/ 0 h 1452228"/>
              <a:gd name="csX1" fmla="*/ 3861531 w 5374269"/>
              <a:gd name="csY1" fmla="*/ 1451910 h 1452228"/>
              <a:gd name="csX2" fmla="*/ 0 w 5374269"/>
              <a:gd name="csY2" fmla="*/ 215168 h 1452228"/>
              <a:gd name="csX0" fmla="*/ 5374269 w 5374269"/>
              <a:gd name="csY0" fmla="*/ 0 h 1452191"/>
              <a:gd name="csX1" fmla="*/ 3861531 w 5374269"/>
              <a:gd name="csY1" fmla="*/ 1451910 h 1452191"/>
              <a:gd name="csX2" fmla="*/ 0 w 5374269"/>
              <a:gd name="csY2" fmla="*/ 215168 h 1452191"/>
              <a:gd name="csX0" fmla="*/ 5445899 w 5445899"/>
              <a:gd name="csY0" fmla="*/ 0 h 1452191"/>
              <a:gd name="csX1" fmla="*/ 3861531 w 5445899"/>
              <a:gd name="csY1" fmla="*/ 1451910 h 1452191"/>
              <a:gd name="csX2" fmla="*/ 0 w 5445899"/>
              <a:gd name="csY2" fmla="*/ 215168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890457"/>
              <a:gd name="csX1" fmla="*/ 3050170 w 5369495"/>
              <a:gd name="csY1" fmla="*/ 889847 h 890457"/>
              <a:gd name="csX2" fmla="*/ 0 w 5369495"/>
              <a:gd name="csY2" fmla="*/ 317204 h 890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69495" h="890457">
                <a:moveTo>
                  <a:pt x="5369495" y="0"/>
                </a:moveTo>
                <a:cubicBezTo>
                  <a:pt x="4778044" y="447374"/>
                  <a:pt x="3919617" y="909582"/>
                  <a:pt x="3050170" y="889847"/>
                </a:cubicBezTo>
                <a:cubicBezTo>
                  <a:pt x="2180723" y="870112"/>
                  <a:pt x="1572447" y="843293"/>
                  <a:pt x="0" y="317204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3A7ACC1-0A5E-1D44-9EBC-730818AEC972}"/>
              </a:ext>
            </a:extLst>
          </p:cNvPr>
          <p:cNvSpPr/>
          <p:nvPr/>
        </p:nvSpPr>
        <p:spPr>
          <a:xfrm>
            <a:off x="2526114" y="4429194"/>
            <a:ext cx="4475582" cy="1452191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  <a:gd name="csX0" fmla="*/ 5374269 w 5374269"/>
              <a:gd name="csY0" fmla="*/ 0 h 1452228"/>
              <a:gd name="csX1" fmla="*/ 3861531 w 5374269"/>
              <a:gd name="csY1" fmla="*/ 1451910 h 1452228"/>
              <a:gd name="csX2" fmla="*/ 0 w 5374269"/>
              <a:gd name="csY2" fmla="*/ 215168 h 1452228"/>
              <a:gd name="csX0" fmla="*/ 5374269 w 5374269"/>
              <a:gd name="csY0" fmla="*/ 0 h 1452191"/>
              <a:gd name="csX1" fmla="*/ 3861531 w 5374269"/>
              <a:gd name="csY1" fmla="*/ 1451910 h 1452191"/>
              <a:gd name="csX2" fmla="*/ 0 w 5374269"/>
              <a:gd name="csY2" fmla="*/ 215168 h 1452191"/>
              <a:gd name="csX0" fmla="*/ 5445899 w 5445899"/>
              <a:gd name="csY0" fmla="*/ 0 h 1452191"/>
              <a:gd name="csX1" fmla="*/ 3861531 w 5445899"/>
              <a:gd name="csY1" fmla="*/ 1451910 h 1452191"/>
              <a:gd name="csX2" fmla="*/ 0 w 5445899"/>
              <a:gd name="csY2" fmla="*/ 215168 h 14521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899" h="1452191">
                <a:moveTo>
                  <a:pt x="5445899" y="0"/>
                </a:moveTo>
                <a:cubicBezTo>
                  <a:pt x="4854448" y="447374"/>
                  <a:pt x="4730978" y="1471645"/>
                  <a:pt x="3861531" y="1451910"/>
                </a:cubicBezTo>
                <a:cubicBezTo>
                  <a:pt x="2992084" y="1432175"/>
                  <a:pt x="1496042" y="823671"/>
                  <a:pt x="0" y="215168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7E235F3-A166-C430-F96D-6CB790DB63C2}"/>
              </a:ext>
            </a:extLst>
          </p:cNvPr>
          <p:cNvSpPr/>
          <p:nvPr/>
        </p:nvSpPr>
        <p:spPr>
          <a:xfrm>
            <a:off x="3952168" y="2723366"/>
            <a:ext cx="3149114" cy="2931549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  <a:gd name="csX0" fmla="*/ 5374269 w 5374269"/>
              <a:gd name="csY0" fmla="*/ 0 h 1452228"/>
              <a:gd name="csX1" fmla="*/ 3861531 w 5374269"/>
              <a:gd name="csY1" fmla="*/ 1451910 h 1452228"/>
              <a:gd name="csX2" fmla="*/ 0 w 5374269"/>
              <a:gd name="csY2" fmla="*/ 215168 h 1452228"/>
              <a:gd name="csX0" fmla="*/ 5374269 w 5374269"/>
              <a:gd name="csY0" fmla="*/ 0 h 1452191"/>
              <a:gd name="csX1" fmla="*/ 3861531 w 5374269"/>
              <a:gd name="csY1" fmla="*/ 1451910 h 1452191"/>
              <a:gd name="csX2" fmla="*/ 0 w 5374269"/>
              <a:gd name="csY2" fmla="*/ 215168 h 1452191"/>
              <a:gd name="csX0" fmla="*/ 5445899 w 5445899"/>
              <a:gd name="csY0" fmla="*/ 0 h 1452191"/>
              <a:gd name="csX1" fmla="*/ 3861531 w 5445899"/>
              <a:gd name="csY1" fmla="*/ 1451910 h 1452191"/>
              <a:gd name="csX2" fmla="*/ 0 w 5445899"/>
              <a:gd name="csY2" fmla="*/ 215168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2931549"/>
              <a:gd name="csX1" fmla="*/ 3660969 w 5369495"/>
              <a:gd name="csY1" fmla="*/ 2931433 h 2931549"/>
              <a:gd name="csX2" fmla="*/ 0 w 5369495"/>
              <a:gd name="csY2" fmla="*/ 317204 h 2931549"/>
              <a:gd name="csX0" fmla="*/ 3831850 w 3831850"/>
              <a:gd name="csY0" fmla="*/ 0 h 2962089"/>
              <a:gd name="csX1" fmla="*/ 2123324 w 3831850"/>
              <a:gd name="csY1" fmla="*/ 2931433 h 2962089"/>
              <a:gd name="csX2" fmla="*/ 0 w 3831850"/>
              <a:gd name="csY2" fmla="*/ 2609090 h 2962089"/>
              <a:gd name="csX0" fmla="*/ 3831850 w 3831850"/>
              <a:gd name="csY0" fmla="*/ 0 h 2931549"/>
              <a:gd name="csX1" fmla="*/ 2123324 w 3831850"/>
              <a:gd name="csY1" fmla="*/ 2931433 h 2931549"/>
              <a:gd name="csX2" fmla="*/ 0 w 3831850"/>
              <a:gd name="csY2" fmla="*/ 2609090 h 2931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31850" h="2931549">
                <a:moveTo>
                  <a:pt x="3831850" y="0"/>
                </a:moveTo>
                <a:cubicBezTo>
                  <a:pt x="3240399" y="447374"/>
                  <a:pt x="2992771" y="2951168"/>
                  <a:pt x="2123324" y="2931433"/>
                </a:cubicBezTo>
                <a:cubicBezTo>
                  <a:pt x="1253877" y="2911698"/>
                  <a:pt x="1476940" y="3001748"/>
                  <a:pt x="0" y="260909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7C50AD-62AC-8790-5DAD-D426C48CC131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2399207" y="4799291"/>
            <a:ext cx="5111" cy="105615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4F4300B-773E-B752-71C7-027F11429559}"/>
              </a:ext>
            </a:extLst>
          </p:cNvPr>
          <p:cNvSpPr txBox="1"/>
          <p:nvPr/>
        </p:nvSpPr>
        <p:spPr>
          <a:xfrm>
            <a:off x="2059210" y="5855449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GND</a:t>
            </a:r>
            <a:endParaRPr lang="LID4096" b="1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146DF18-3A3E-A090-182D-85D3270ECEFD}"/>
              </a:ext>
            </a:extLst>
          </p:cNvPr>
          <p:cNvCxnSpPr>
            <a:cxnSpLocks/>
          </p:cNvCxnSpPr>
          <p:nvPr/>
        </p:nvCxnSpPr>
        <p:spPr>
          <a:xfrm>
            <a:off x="2920379" y="4745914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BC653E7-3131-BAA3-EFF0-CFB8C630CCDD}"/>
              </a:ext>
            </a:extLst>
          </p:cNvPr>
          <p:cNvSpPr txBox="1"/>
          <p:nvPr/>
        </p:nvSpPr>
        <p:spPr>
          <a:xfrm>
            <a:off x="2634631" y="551652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bit1</a:t>
            </a:r>
            <a:endParaRPr lang="LID4096" b="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7256EC-77E6-FB0D-9A0D-95353EC8C783}"/>
              </a:ext>
            </a:extLst>
          </p:cNvPr>
          <p:cNvSpPr/>
          <p:nvPr/>
        </p:nvSpPr>
        <p:spPr>
          <a:xfrm>
            <a:off x="2464175" y="3957096"/>
            <a:ext cx="4648029" cy="885589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  <a:gd name="csX0" fmla="*/ 4361491 w 4361491"/>
              <a:gd name="csY0" fmla="*/ 41530 h 1009527"/>
              <a:gd name="csX1" fmla="*/ 2414279 w 4361491"/>
              <a:gd name="csY1" fmla="*/ 1008557 h 1009527"/>
              <a:gd name="csX2" fmla="*/ 0 w 4361491"/>
              <a:gd name="csY2" fmla="*/ 330980 h 1009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61491" h="1009527">
                <a:moveTo>
                  <a:pt x="4361491" y="41530"/>
                </a:moveTo>
                <a:cubicBezTo>
                  <a:pt x="3751342" y="500922"/>
                  <a:pt x="3141194" y="960315"/>
                  <a:pt x="2414279" y="1008557"/>
                </a:cubicBezTo>
                <a:cubicBezTo>
                  <a:pt x="1687364" y="1056799"/>
                  <a:pt x="507604" y="-714993"/>
                  <a:pt x="0" y="33098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291855-F0FE-51DC-A909-BBE414297EC2}"/>
              </a:ext>
            </a:extLst>
          </p:cNvPr>
          <p:cNvGrpSpPr/>
          <p:nvPr/>
        </p:nvGrpSpPr>
        <p:grpSpPr>
          <a:xfrm rot="18737801">
            <a:off x="6842166" y="4180943"/>
            <a:ext cx="550143" cy="184758"/>
            <a:chOff x="7629989" y="5236460"/>
            <a:chExt cx="1027147" cy="34495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F56C5DD-58FD-E7E1-69B4-82D64AE7402E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34B060-5350-7E50-7EE1-A57A82E021CC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5545A9-6954-1943-193C-990D84B0F8FB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D8CB50F-1AB4-D2F8-13EE-E6CBEF1E1C0A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761DE2-92EB-2B0D-F65E-D9CCF47B2998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75B47F9-4A18-24E4-5C74-2199A2869DFE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6F7F78F-608D-7D00-EEB6-B70EE4D1DF19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F1DAEDC-55B2-AFC1-6E91-CFFC47EC0E6B}"/>
              </a:ext>
            </a:extLst>
          </p:cNvPr>
          <p:cNvGrpSpPr/>
          <p:nvPr/>
        </p:nvGrpSpPr>
        <p:grpSpPr>
          <a:xfrm>
            <a:off x="7051565" y="667245"/>
            <a:ext cx="2669370" cy="1907729"/>
            <a:chOff x="9519713" y="2988597"/>
            <a:chExt cx="1319935" cy="94332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2F670BA-00B1-06AD-33A3-F4E36FF8F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4762AA5-5E8D-BECF-291D-7FEBDA903EE0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30C220-0A93-22CB-7948-7552975967AA}"/>
              </a:ext>
            </a:extLst>
          </p:cNvPr>
          <p:cNvGrpSpPr/>
          <p:nvPr/>
        </p:nvGrpSpPr>
        <p:grpSpPr>
          <a:xfrm>
            <a:off x="8988250" y="3305715"/>
            <a:ext cx="2669370" cy="1907729"/>
            <a:chOff x="9519713" y="2988597"/>
            <a:chExt cx="1319935" cy="943323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93CEC5A-FDF3-B566-87D8-D4E9D9678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5D72AC0-AB49-71A6-56B7-40FB2BC48176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3C7C57-02CF-2291-555E-913D7E12ECA2}"/>
              </a:ext>
            </a:extLst>
          </p:cNvPr>
          <p:cNvGrpSpPr/>
          <p:nvPr/>
        </p:nvGrpSpPr>
        <p:grpSpPr>
          <a:xfrm rot="18737801">
            <a:off x="7008351" y="2413236"/>
            <a:ext cx="550143" cy="184758"/>
            <a:chOff x="7629989" y="5236460"/>
            <a:chExt cx="1027147" cy="344953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D6D2D75-8515-AA48-A1E7-260C329A8FFC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6451D9-91C7-F747-7537-421565AFA7B7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29EC21C-AC4F-6040-0F1B-23A88C15FEEF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6CFF81C-3174-6B0F-8A70-3872EA820E17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CD4A084-26AC-8D64-2496-0511BB09310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D7426-DFB4-388A-7750-32B5A022C735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DA0ED60-B125-ED36-74A3-B6DD964B09FC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3931FB-FCDE-F242-AB86-711DA275A1E9}"/>
              </a:ext>
            </a:extLst>
          </p:cNvPr>
          <p:cNvGrpSpPr/>
          <p:nvPr/>
        </p:nvGrpSpPr>
        <p:grpSpPr>
          <a:xfrm rot="18737801">
            <a:off x="8930204" y="5058443"/>
            <a:ext cx="550143" cy="184758"/>
            <a:chOff x="7629989" y="5236460"/>
            <a:chExt cx="1027147" cy="34495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3605D5F-BBFB-5B8D-8053-6657F2A315E0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5F7D324-11F9-7344-3200-B058485F827E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D8E115B-853A-7CA1-6889-5548F3B7FBB4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6199B65-3827-5A84-EBB7-745F6713E051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1FCA50B-3E3F-F48E-235C-D8C1D26C572A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908804-C883-2CC5-ED8D-6C9FF434EFE8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45043AB-69A9-517E-1B11-F3DA73E0F8D9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4DCE08E-72F0-CC4F-B460-5A88602CAF1D}"/>
              </a:ext>
            </a:extLst>
          </p:cNvPr>
          <p:cNvSpPr/>
          <p:nvPr/>
        </p:nvSpPr>
        <p:spPr>
          <a:xfrm>
            <a:off x="3023292" y="4634623"/>
            <a:ext cx="6155023" cy="1093973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  <a:gd name="csX0" fmla="*/ 4361491 w 4361491"/>
              <a:gd name="csY0" fmla="*/ 41530 h 1009527"/>
              <a:gd name="csX1" fmla="*/ 2414279 w 4361491"/>
              <a:gd name="csY1" fmla="*/ 1008557 h 1009527"/>
              <a:gd name="csX2" fmla="*/ 0 w 4361491"/>
              <a:gd name="csY2" fmla="*/ 330980 h 1009527"/>
              <a:gd name="csX0" fmla="*/ 5775583 w 5775583"/>
              <a:gd name="csY0" fmla="*/ 548161 h 1515925"/>
              <a:gd name="csX1" fmla="*/ 3828371 w 5775583"/>
              <a:gd name="csY1" fmla="*/ 1515188 h 1515925"/>
              <a:gd name="csX2" fmla="*/ 0 w 5775583"/>
              <a:gd name="csY2" fmla="*/ 269452 h 1515925"/>
              <a:gd name="csX0" fmla="*/ 5775583 w 5775583"/>
              <a:gd name="csY0" fmla="*/ 278709 h 1247075"/>
              <a:gd name="csX1" fmla="*/ 3828371 w 5775583"/>
              <a:gd name="csY1" fmla="*/ 1245736 h 1247075"/>
              <a:gd name="csX2" fmla="*/ 0 w 5775583"/>
              <a:gd name="csY2" fmla="*/ 0 h 1247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75583" h="1247075">
                <a:moveTo>
                  <a:pt x="5775583" y="278709"/>
                </a:moveTo>
                <a:cubicBezTo>
                  <a:pt x="5165434" y="738101"/>
                  <a:pt x="4555286" y="1197494"/>
                  <a:pt x="3828371" y="1245736"/>
                </a:cubicBezTo>
                <a:cubicBezTo>
                  <a:pt x="3101456" y="1293978"/>
                  <a:pt x="669636" y="23239"/>
                  <a:pt x="0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4C6BA0B-8662-6126-E0AA-F77245CDE983}"/>
              </a:ext>
            </a:extLst>
          </p:cNvPr>
          <p:cNvSpPr/>
          <p:nvPr/>
        </p:nvSpPr>
        <p:spPr>
          <a:xfrm>
            <a:off x="2985476" y="2271006"/>
            <a:ext cx="4239884" cy="1921812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  <a:gd name="csX0" fmla="*/ 4361491 w 4361491"/>
              <a:gd name="csY0" fmla="*/ 41530 h 1009527"/>
              <a:gd name="csX1" fmla="*/ 2414279 w 4361491"/>
              <a:gd name="csY1" fmla="*/ 1008557 h 1009527"/>
              <a:gd name="csX2" fmla="*/ 0 w 4361491"/>
              <a:gd name="csY2" fmla="*/ 330980 h 1009527"/>
              <a:gd name="csX0" fmla="*/ 3978507 w 3978507"/>
              <a:gd name="csY0" fmla="*/ 0 h 2190769"/>
              <a:gd name="csX1" fmla="*/ 2031295 w 3978507"/>
              <a:gd name="csY1" fmla="*/ 967027 h 2190769"/>
              <a:gd name="csX2" fmla="*/ 0 w 3978507"/>
              <a:gd name="csY2" fmla="*/ 2190769 h 2190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78507" h="2190769">
                <a:moveTo>
                  <a:pt x="3978507" y="0"/>
                </a:moveTo>
                <a:cubicBezTo>
                  <a:pt x="3368358" y="459392"/>
                  <a:pt x="2758210" y="918785"/>
                  <a:pt x="2031295" y="967027"/>
                </a:cubicBezTo>
                <a:cubicBezTo>
                  <a:pt x="1304380" y="1015269"/>
                  <a:pt x="507604" y="1144796"/>
                  <a:pt x="0" y="2190769"/>
                </a:cubicBezTo>
              </a:path>
            </a:pathLst>
          </a:cu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4504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2560</TotalTime>
  <Words>1295</Words>
  <Application>Microsoft Office PowerPoint</Application>
  <PresentationFormat>Widescreen</PresentationFormat>
  <Paragraphs>469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Agency FB</vt:lpstr>
      <vt:lpstr>Aptos</vt:lpstr>
      <vt:lpstr>Aptos Display</vt:lpstr>
      <vt:lpstr>Arial</vt:lpstr>
      <vt:lpstr>Calibri</vt:lpstr>
      <vt:lpstr>Cambria Math</vt:lpstr>
      <vt:lpstr>Consolas</vt:lpstr>
      <vt:lpstr>Script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42</cp:revision>
  <dcterms:created xsi:type="dcterms:W3CDTF">2025-09-03T07:58:20Z</dcterms:created>
  <dcterms:modified xsi:type="dcterms:W3CDTF">2026-02-24T11:19:31Z</dcterms:modified>
</cp:coreProperties>
</file>