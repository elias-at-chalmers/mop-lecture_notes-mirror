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88" r:id="rId4"/>
    <p:sldId id="287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340" r:id="rId16"/>
    <p:sldId id="299" r:id="rId17"/>
    <p:sldId id="301" r:id="rId18"/>
    <p:sldId id="302" r:id="rId19"/>
    <p:sldId id="304" r:id="rId20"/>
    <p:sldId id="305" r:id="rId21"/>
    <p:sldId id="303" r:id="rId22"/>
    <p:sldId id="306" r:id="rId23"/>
    <p:sldId id="325" r:id="rId24"/>
    <p:sldId id="326" r:id="rId25"/>
    <p:sldId id="327" r:id="rId26"/>
    <p:sldId id="307" r:id="rId27"/>
    <p:sldId id="308" r:id="rId28"/>
    <p:sldId id="328" r:id="rId29"/>
    <p:sldId id="329" r:id="rId30"/>
    <p:sldId id="330" r:id="rId31"/>
    <p:sldId id="331" r:id="rId32"/>
    <p:sldId id="310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32" r:id="rId42"/>
    <p:sldId id="320" r:id="rId43"/>
    <p:sldId id="321" r:id="rId44"/>
    <p:sldId id="323" r:id="rId45"/>
    <p:sldId id="324" r:id="rId46"/>
    <p:sldId id="333" r:id="rId47"/>
    <p:sldId id="335" r:id="rId48"/>
    <p:sldId id="336" r:id="rId49"/>
    <p:sldId id="337" r:id="rId50"/>
    <p:sldId id="341" r:id="rId51"/>
    <p:sldId id="342" r:id="rId52"/>
    <p:sldId id="339" r:id="rId5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61B486-9643-4A02-8A51-D34E00CDE215}">
          <p14:sldIdLst>
            <p14:sldId id="256"/>
            <p14:sldId id="257"/>
            <p14:sldId id="288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340"/>
            <p14:sldId id="299"/>
            <p14:sldId id="301"/>
            <p14:sldId id="302"/>
            <p14:sldId id="304"/>
            <p14:sldId id="305"/>
            <p14:sldId id="303"/>
            <p14:sldId id="306"/>
            <p14:sldId id="325"/>
            <p14:sldId id="326"/>
            <p14:sldId id="327"/>
            <p14:sldId id="307"/>
            <p14:sldId id="308"/>
            <p14:sldId id="328"/>
            <p14:sldId id="329"/>
            <p14:sldId id="330"/>
            <p14:sldId id="331"/>
            <p14:sldId id="310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32"/>
            <p14:sldId id="320"/>
            <p14:sldId id="321"/>
            <p14:sldId id="323"/>
            <p14:sldId id="324"/>
            <p14:sldId id="333"/>
            <p14:sldId id="335"/>
            <p14:sldId id="336"/>
            <p14:sldId id="337"/>
            <p14:sldId id="341"/>
            <p14:sldId id="342"/>
            <p14:sldId id="3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3" autoAdjust="0"/>
    <p:restoredTop sz="86416" autoAdjust="0"/>
  </p:normalViewPr>
  <p:slideViewPr>
    <p:cSldViewPr snapToGrid="0">
      <p:cViewPr varScale="1">
        <p:scale>
          <a:sx n="221" d="100"/>
          <a:sy n="221" d="100"/>
        </p:scale>
        <p:origin x="1314" y="1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9657E-FDB3-4206-AA4E-9AE2AAB0A71C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41B-EE32-43AA-BF26-21D12108C66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01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Kort om </a:t>
            </a:r>
            <a:r>
              <a:rPr lang="en-GB" dirty="0" err="1"/>
              <a:t>labbarna</a:t>
            </a:r>
            <a:r>
              <a:rPr lang="en-GB" dirty="0"/>
              <a:t>: </a:t>
            </a:r>
          </a:p>
          <a:p>
            <a:pPr marL="171450" indent="-171450">
              <a:buFontTx/>
              <a:buChar char="-"/>
            </a:pPr>
            <a:r>
              <a:rPr lang="en-GB" dirty="0"/>
              <a:t>Var</a:t>
            </a:r>
            <a:r>
              <a:rPr lang="sv-SE" dirty="0"/>
              <a:t> förberedda, annars blir det svårt och tråkigt. </a:t>
            </a:r>
          </a:p>
          <a:p>
            <a:pPr marL="171450" indent="-171450">
              <a:buFontTx/>
              <a:buChar char="-"/>
            </a:pPr>
            <a:r>
              <a:rPr lang="sv-SE" dirty="0"/>
              <a:t>Börja med </a:t>
            </a:r>
            <a:r>
              <a:rPr lang="sv-SE" dirty="0" err="1"/>
              <a:t>assignment</a:t>
            </a:r>
            <a:r>
              <a:rPr lang="sv-SE" dirty="0"/>
              <a:t> 2 i tid.</a:t>
            </a:r>
            <a:endParaRPr lang="en-GB" dirty="0"/>
          </a:p>
          <a:p>
            <a:endParaRPr lang="en-GB" dirty="0"/>
          </a:p>
          <a:p>
            <a:r>
              <a:rPr lang="en-GB" dirty="0"/>
              <a:t>I f</a:t>
            </a:r>
            <a:r>
              <a:rPr lang="sv-SE" dirty="0" err="1"/>
              <a:t>örra</a:t>
            </a:r>
            <a:r>
              <a:rPr lang="sv-SE" dirty="0"/>
              <a:t> lektionen lärde vi oss hur man kan skriva ett program som tänder en </a:t>
            </a:r>
            <a:r>
              <a:rPr lang="sv-SE" dirty="0" err="1"/>
              <a:t>ledlampa</a:t>
            </a:r>
            <a:r>
              <a:rPr lang="sv-SE" dirty="0"/>
              <a:t> genom att sätta en GPIO pinne till 1. </a:t>
            </a:r>
          </a:p>
          <a:p>
            <a:r>
              <a:rPr lang="sv-SE" dirty="0"/>
              <a:t>I dagens lektion skall vi titta närmre på lite detaljer om ut pinnar, </a:t>
            </a:r>
          </a:p>
          <a:p>
            <a:r>
              <a:rPr lang="sv-SE" dirty="0"/>
              <a:t>  och på hur man kan läsa av GPIO pinnar. </a:t>
            </a:r>
          </a:p>
          <a:p>
            <a:r>
              <a:rPr lang="sv-SE" dirty="0"/>
              <a:t>Vi skall försöka fixa ett program som låter oss sätta på och stänga av en LED genom att trycka på en knapp vi kopplat in. </a:t>
            </a:r>
          </a:p>
          <a:p>
            <a:endParaRPr lang="sv-SE" dirty="0"/>
          </a:p>
          <a:p>
            <a:r>
              <a:rPr lang="sv-SE" i="1" dirty="0"/>
              <a:t>Det kommer bli lite </a:t>
            </a:r>
            <a:r>
              <a:rPr lang="sv-SE" i="1" dirty="0" err="1"/>
              <a:t>gymnasie</a:t>
            </a:r>
            <a:r>
              <a:rPr lang="sv-SE" i="1" dirty="0"/>
              <a:t> elektronik i den här lektionen och om det ger </a:t>
            </a:r>
            <a:r>
              <a:rPr lang="sv-SE" i="1" dirty="0" err="1"/>
              <a:t>flashbacks</a:t>
            </a:r>
            <a:r>
              <a:rPr lang="sv-SE" i="1" dirty="0"/>
              <a:t> får ni bara andas och lite på mig att det inte är mycket ni behöver lära er. </a:t>
            </a:r>
            <a:endParaRPr lang="LID4096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93726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lärde oss i förra lektionen att varje pinne kan konfigureras antingen som in eller utpinne. </a:t>
            </a:r>
          </a:p>
          <a:p>
            <a:r>
              <a:rPr lang="sv-SE"/>
              <a:t>Konceptuellt kan vi se detta som att vi flippar en switch. </a:t>
            </a:r>
          </a:p>
          <a:p>
            <a:r>
              <a:rPr lang="sv-SE"/>
              <a:t>Om switchen är ”utpinne” är pinnen kopplad till ett </a:t>
            </a:r>
            <a:r>
              <a:rPr lang="sv-SE" i="1"/>
              <a:t>ut</a:t>
            </a:r>
            <a:r>
              <a:rPr lang="sv-SE" i="0"/>
              <a:t> register och får spänning beroende på bitens värde i registret. </a:t>
            </a:r>
          </a:p>
          <a:p>
            <a:endParaRPr lang="LID4096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0244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F00D-C7CF-B509-3093-BF19DEB4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A897A-6A04-06A2-9F18-5C81816EE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669FA-6D02-7AF7-918F-02131AB26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lärde oss i förra lektionen att varje pinne kan konfigureras antingen som in eller utpinne. </a:t>
            </a:r>
          </a:p>
          <a:p>
            <a:r>
              <a:rPr lang="sv-SE"/>
              <a:t>Konceptuellt kan vi se detta som att vi flippar en switch. </a:t>
            </a:r>
          </a:p>
          <a:p>
            <a:r>
              <a:rPr lang="sv-SE"/>
              <a:t>Om switchen är ”utpinne” är pinnen kopplad till ett </a:t>
            </a:r>
            <a:r>
              <a:rPr lang="sv-SE" i="1"/>
              <a:t>ut</a:t>
            </a:r>
            <a:r>
              <a:rPr lang="sv-SE" i="0"/>
              <a:t> register och får spänning beroende på bitens värde i registret. </a:t>
            </a:r>
          </a:p>
          <a:p>
            <a:endParaRPr lang="LID4096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74CA0-A588-6BDA-92B0-66EDAC743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9226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E1C6-2A80-EEB5-6F80-17D3D282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1E7FD-4E2B-0BD9-E494-AF63DC9F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8BC9A0-A2A9-4370-FDF6-178173B84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Förra lektionen, när vi ville ha en ”ut” pinne, konfigurerade vi pinnen så här, genom att sätta 4 bitar i CFGLR registret. </a:t>
            </a:r>
          </a:p>
          <a:p>
            <a:endParaRPr lang="LID4096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51CF3-373A-547B-7A7D-62C8C959E2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2783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D96D3-71FF-EF9F-6B56-A49DA52B1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7D375-ECB4-3908-0C60-CBFFB3B7C1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FDA59-3597-4F29-2220-944EDFEBB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Om vi vill att pinnen skall kunna läsas istället, sätter vi MODE till 00.</a:t>
            </a:r>
          </a:p>
          <a:p>
            <a:endParaRPr lang="sv-SE" i="0"/>
          </a:p>
          <a:p>
            <a:r>
              <a:rPr lang="sv-SE" i="0"/>
              <a:t>Sedan måste vi välja CNF. För tillfället väljer vi ”floating” vilket funkar fint om vi vet att spänningen på pinnen antingen kommer vara 0V eller 3.2V och aldrig något annat. </a:t>
            </a:r>
          </a:p>
          <a:p>
            <a:r>
              <a:rPr lang="sv-SE" i="0"/>
              <a:t>Om vi kopplat in en ADC eller annat chip som ovan är det ofta fallet. </a:t>
            </a:r>
          </a:p>
          <a:p>
            <a:r>
              <a:rPr lang="sv-SE" i="0"/>
              <a:t>Men idag vill vi koppla in en helt vanlig, billigast möjliga knapp.</a:t>
            </a:r>
          </a:p>
          <a:p>
            <a:endParaRPr lang="sv-SE" i="0"/>
          </a:p>
          <a:p>
            <a:endParaRPr lang="LID4096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DD6B2-E3C2-F972-F8FF-B6AB12549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007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En enkelt knapp fungerar så här. flip flip. </a:t>
            </a:r>
          </a:p>
          <a:p>
            <a:r>
              <a:rPr lang="sv-SE"/>
              <a:t>Ni sluter kretsen när ni trcker på knappen. </a:t>
            </a:r>
          </a:p>
          <a:p>
            <a:r>
              <a:rPr lang="sv-SE"/>
              <a:t>VART SKALL VI KOPPLA SLADDARNA? 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73186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En enkelt knapp fungerar så här. flip flip. </a:t>
            </a:r>
          </a:p>
          <a:p>
            <a:r>
              <a:rPr lang="sv-SE"/>
              <a:t>Ni sluter kretsen när ni trcker på knappen. </a:t>
            </a:r>
          </a:p>
          <a:p>
            <a:r>
              <a:rPr lang="sv-SE"/>
              <a:t>VART SKALL VI KOPPLA SLADDARNA? </a:t>
            </a:r>
            <a:endParaRPr lang="LID4096"/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2298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Det här borde väl vara en ganska bra början? </a:t>
            </a:r>
          </a:p>
          <a:p>
            <a:r>
              <a:rPr lang="sv-SE"/>
              <a:t>När knappen är nedtryckt kommer vi kunna läsa 3.3V från pin2...</a:t>
            </a:r>
          </a:p>
          <a:p>
            <a:endParaRPr lang="sv-SE"/>
          </a:p>
          <a:p>
            <a:r>
              <a:rPr lang="sv-SE"/>
              <a:t>När vi säger ”läsa av” så menar vi egentligen, vad kommer in till registret som ligger bakom pinnen. </a:t>
            </a:r>
          </a:p>
          <a:p>
            <a:r>
              <a:rPr lang="en-GB"/>
              <a:t>&lt;click&gt;</a:t>
            </a:r>
            <a:endParaRPr lang="sv-SE"/>
          </a:p>
          <a:p>
            <a:r>
              <a:rPr lang="sv-SE"/>
              <a:t>Vi kan </a:t>
            </a:r>
            <a:r>
              <a:rPr lang="sv-SE" i="1"/>
              <a:t>modellera </a:t>
            </a:r>
            <a:r>
              <a:rPr lang="sv-SE"/>
              <a:t>registret som att det ligger en jättestor resistor mellan pinnen och ground, och att vi läser spänningen över resistorn.</a:t>
            </a:r>
          </a:p>
          <a:p>
            <a:r>
              <a:rPr lang="sv-SE"/>
              <a:t>(bara menat som mental modell)</a:t>
            </a:r>
          </a:p>
          <a:p>
            <a:endParaRPr lang="sv-SE"/>
          </a:p>
          <a:p>
            <a:endParaRPr lang="sv-SE"/>
          </a:p>
          <a:p>
            <a:r>
              <a:rPr lang="sv-SE"/>
              <a:t>Vad händer när jag släpper knappen?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4836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B4CF3-816D-9FDB-943A-875B5063A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F6C7C7-9E91-289C-F514-1BE551921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3612B-7D53-A028-DBC3-8A3C70501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Tja, nu är ju pinnen inte kopplad till någonting. </a:t>
            </a:r>
          </a:p>
          <a:p>
            <a:r>
              <a:rPr lang="sv-SE"/>
              <a:t>Spänningen är ”flytande”. </a:t>
            </a:r>
          </a:p>
          <a:p>
            <a:r>
              <a:rPr lang="sv-SE"/>
              <a:t>Om vi försöker läsa av knappen kommer vi få 0 eller 1, ganska slumpmässigt. </a:t>
            </a:r>
          </a:p>
          <a:p>
            <a:r>
              <a:rPr lang="sv-SE"/>
              <a:t>No good.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36257-5DC5-1226-D8EA-12D649AA6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3142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F043D-C40B-62F9-57D9-BDAEDD1D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D9427-732E-8778-1D1D-3B734E961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4202D-EBDD-1220-E559-885E12B24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Lösningen på detta är att lägga till en så kallad ”Pull-Down” resistor. </a:t>
            </a:r>
          </a:p>
          <a:p>
            <a:r>
              <a:rPr lang="sv-SE"/>
              <a:t>Vad är spänningen på pin2 nu? </a:t>
            </a:r>
          </a:p>
          <a:p>
            <a:r>
              <a:rPr lang="sv-SE"/>
              <a:t>(Vi har en direkt koppling från gnd till pinnen så den är 0V)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280C1-A674-E497-DE99-DF663B17E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1711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1300B-77FE-9A7B-B20B-A48DC2CAB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1EC38-5C08-123E-41EC-B9A72BA62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1B8912-840A-72E0-998C-DB28D03AC6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Om vi nu trycker ner knappen så har vi fortfarande 3.3V på pinnen, och kommer läsa 3.3V. </a:t>
            </a:r>
          </a:p>
          <a:p>
            <a:r>
              <a:rPr lang="sv-SE"/>
              <a:t>Det kommer gå en liten läckström till ground, men om pull-down resistorn är tjock kommer det vara en mycket svag ström. </a:t>
            </a:r>
          </a:p>
          <a:p>
            <a:r>
              <a:rPr lang="sv-SE"/>
              <a:t>Resistorn kallas pull-down, för att om det finns någon spänning i kabeln när knappen är släppt så kommer den ”dras ner” till 0V genom resistorn.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F68E5-58A0-A973-1733-ACAECF292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25908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8079E-B3F7-31A9-31F1-C7923BD0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E783A-6991-9B85-0CA9-EFD9C40C7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E360CC-ACF3-38B9-8AA0-C04BD903A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kan göra tvärtom och koppla in andra ändan av knappen till GND istället. </a:t>
            </a:r>
          </a:p>
          <a:p>
            <a:r>
              <a:rPr lang="sv-SE"/>
              <a:t>Isåfall är pinnens värde 0V när knappen är nedtryckt.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C5D09-7D6E-48A9-22C2-2214185B70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1059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588E-477A-CDD2-902A-BA9354DC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1999F1-7200-9827-47A4-4703EC59E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E8055-4415-BF4C-1193-D288F20FC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Men om knappen är uppsläppt har vi ett flytande värde igen. </a:t>
            </a:r>
          </a:p>
          <a:p>
            <a:r>
              <a:rPr lang="en-GB"/>
              <a:t>&lt;click&gt;</a:t>
            </a:r>
          </a:p>
          <a:p>
            <a:r>
              <a:rPr lang="en-GB"/>
              <a:t>Genom att koppla in en PULL-UP resistor, kan vi garantera att pinnen blir 3.3V n</a:t>
            </a:r>
            <a:r>
              <a:rPr lang="sv-SE"/>
              <a:t>är den är uppsläppt.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4C3D6-3EA5-AF51-D94E-9B1097396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42735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36E11-9BFE-76C4-2D48-B84F9D7A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C91BC-0FDC-1199-7646-4DE73EC48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1905AD-4A7A-3353-5AD6-379AD4512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Men om knappen är uppsläppt har vi ett flytande värde igen. </a:t>
            </a:r>
          </a:p>
          <a:p>
            <a:r>
              <a:rPr lang="en-GB"/>
              <a:t>&lt;click&gt;</a:t>
            </a:r>
          </a:p>
          <a:p>
            <a:r>
              <a:rPr lang="en-GB"/>
              <a:t>Genom att koppla in en PULL-UP resistor, kan vi garantera att pinnen blir 3.3V n</a:t>
            </a:r>
            <a:r>
              <a:rPr lang="sv-SE"/>
              <a:t>är den är uppsläppt. </a:t>
            </a:r>
          </a:p>
          <a:p>
            <a:endParaRPr lang="sv-SE"/>
          </a:p>
          <a:p>
            <a:r>
              <a:rPr lang="sv-SE"/>
              <a:t>Ni kan nu misstänka att spänningen på pinnen borde vara något lägre än 3,3 V, eftersom potentialen faller över pull-up-resistorn. Eftersom denna resistans är mycket liten jämfört med ingångens impedans, är spänningsfallet dock negligerbart.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2E02E-FE23-686B-2592-7D7225199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7563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77DF-ACBE-09D8-862F-8F522CB5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06211-F898-A2FD-6B75-C969698A5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B3F82-C416-D0FD-E5F1-49A43A8E8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Vi kan göra tvärtom och koppla in andra ändan av knappen till GND istället. </a:t>
            </a:r>
          </a:p>
          <a:p>
            <a:r>
              <a:rPr lang="sv-SE"/>
              <a:t>Isåfall är pinnens värde 0V när knappen är nedtryckt.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00AB9-5745-A51F-DA9C-9B58EE198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538150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71AF0-B83C-5196-BAD3-A47EEF19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C2A17-BE29-12B8-D1AF-058E329A5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BB1BDF-5DB4-FCC7-C4C6-8DD3E40B6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Eftersom behovet av pull up/down resistorer är så vanligt, så brukar microcontrollers ha inbyggda motstånd, som man kan konfigurera i sitt program. </a:t>
            </a:r>
          </a:p>
          <a:p>
            <a:endParaRPr lang="sv-SE"/>
          </a:p>
          <a:p>
            <a:r>
              <a:rPr lang="sv-SE"/>
              <a:t>På arm ser det ut ungefär så här. Man kan programmera om något motstånd skall vara inkopplat alls, och isåfall väljer man på pull up eller pull down.</a:t>
            </a:r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A941F-55FB-9050-E84C-E856CA39C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5655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B5728-51CA-D89D-DCD7-53A7513CD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2CA40-70EC-4C11-AAAF-12C50C8CB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B05C0-0162-7F32-1240-A561408F4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På vår maskin har man gjort ett väldigt fiffigt trick ock kopplat ihop inpinnen med utdataregistret. </a:t>
            </a:r>
          </a:p>
          <a:p>
            <a:r>
              <a:rPr lang="sv-SE"/>
              <a:t>Om vi vill ha ett pull up/down mostånd alls så konfigurerar vi det genom att slå på den här switchen (visa)</a:t>
            </a:r>
            <a:br>
              <a:rPr lang="sv-SE"/>
            </a:br>
            <a:r>
              <a:rPr lang="sv-SE"/>
              <a:t>Och sedan skriva 1 eller 0 till OUTDR registret för att välja up eller down.</a:t>
            </a:r>
          </a:p>
          <a:p>
            <a:endParaRPr lang="sv-SE"/>
          </a:p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E7A20-0B3B-43F4-4447-823E65E91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00591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E3F73-E323-ADF3-9182-70BA316E5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A462C-30CE-B5B4-76F0-8196B4AA3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DD851-DCCC-5E49-7BBD-DBBA4537E2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i="0"/>
              <a:t>Nu kan vi förstå lite mer av dom här inställningarna. </a:t>
            </a:r>
          </a:p>
          <a:p>
            <a:r>
              <a:rPr lang="sv-SE" i="0"/>
              <a:t>Om vi behöver ett pull up eller down motstånd så väljer vi 10 i CNF och sätter sedan OUTDR pinnen till 1 om vi vill ha pull up och 0 om vi vill ha pull down. </a:t>
            </a:r>
          </a:p>
          <a:p>
            <a:r>
              <a:rPr lang="sv-SE" i="0"/>
              <a:t>Om vi inte behöver något motstånd så sätter vi CNF till ”floating”</a:t>
            </a:r>
          </a:p>
          <a:p>
            <a:endParaRPr lang="sv-SE" i="0"/>
          </a:p>
          <a:p>
            <a:r>
              <a:rPr lang="sv-SE" i="0"/>
              <a:t>”Analog” är en helt annan femma och den kanske vi hinner nosa på i slutet av kursen. </a:t>
            </a:r>
          </a:p>
          <a:p>
            <a:endParaRPr lang="sv-SE" i="0"/>
          </a:p>
          <a:p>
            <a:endParaRPr lang="LID4096" i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55420-BD8A-B991-2898-CE7EB0A36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33448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Om jag har 15 minuter kvar: gör programmet från scratch och visa att vi kan sätta en breakpoint som vi landar på när vi tryckt på knappen. </a:t>
            </a:r>
          </a:p>
          <a:p>
            <a:r>
              <a:rPr lang="sv-SE"/>
              <a:t>Annars, gå igenom koden här.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51570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1717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3A0F-A1C7-8893-AB45-CA9E04F8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87739-A5BB-75A2-44A3-E0708A7EA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EBB82-077E-D5EC-C285-B4BC7690E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30733-F88E-20F4-FAAC-C6DD39C78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85632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DF2B-C167-80EE-A1CD-29B31DF3C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5C20C7-0E27-926A-D2FC-E35A0AA98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970963-5A65-3CCF-E589-AD37CB46C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0E398-A119-9D1F-5F1C-D6E1DD3D6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83784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BCB3C-38E2-CC58-095D-C4838186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20677-68F8-0617-8F09-6C3ECB73E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3362F-1107-45E8-4B34-3B792DD7B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6C2F8-18BC-1E79-9B33-D3E4E12C5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924612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E8EF-5432-D4CB-9902-9B65F9FF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79559-235F-20A7-BD08-869731197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82554-992A-8D68-DE43-349FD0151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296EC-1F0F-6C24-D060-EA041C2B8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906037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18E31-571D-6F59-1104-87461C3F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4A8C66-BB05-4D9A-BA8A-3C90E6031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F7B7B-A99F-37B2-21E5-2BB40AE23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CA517-ADCE-CD37-5366-A5779F026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763506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A2B1-8D97-301D-1504-6199FF4BF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5A9D69-2789-574C-3122-2909506DA5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742D4-42B5-88B6-0202-DA4699BC6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E15BE-515F-533F-0E28-15150F5CF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19614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2CF1C-C3C7-8379-91AC-8AC1641D7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F1083-0B53-A44C-28AD-21B21A2D7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A1B98-9CE8-3033-1520-686C8CFB8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6B4F2-D78F-D828-729A-0BD3DF8CB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185197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7353D-9948-2B99-C0D9-C8F4BB581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D6247-F14C-D822-EE33-740019C1A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25F85-1027-E0CD-31BF-E8F3BDBBD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Gå igenom exemplet. </a:t>
            </a:r>
          </a:p>
          <a:p>
            <a:r>
              <a:rPr lang="sv-SE" dirty="0"/>
              <a:t>Visa vad som händer om 11, 00, och sedan 01/10...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6D36D-CC90-C58B-3F4A-187DD7142C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4989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Nu skall vi prata om </a:t>
            </a:r>
            <a:r>
              <a:rPr lang="sv-SE" dirty="0" err="1"/>
              <a:t>Keypadden</a:t>
            </a:r>
            <a:r>
              <a:rPr lang="sv-SE" dirty="0"/>
              <a:t> på våran labbutrustning. </a:t>
            </a:r>
          </a:p>
          <a:p>
            <a:r>
              <a:rPr lang="sv-SE" dirty="0"/>
              <a:t>Som ni ser finns det 16 knappar, men bara 8 pinnar. </a:t>
            </a:r>
          </a:p>
          <a:p>
            <a:r>
              <a:rPr lang="sv-SE" dirty="0"/>
              <a:t>Det är alltså inte så enkelt att vi har en pinne per knapp...</a:t>
            </a:r>
          </a:p>
          <a:p>
            <a:r>
              <a:rPr lang="sv-SE" dirty="0"/>
              <a:t>Varför inte? (tänk på ett vanligt tangentbord)</a:t>
            </a:r>
          </a:p>
          <a:p>
            <a:endParaRPr lang="sv-SE" dirty="0"/>
          </a:p>
          <a:p>
            <a:r>
              <a:rPr lang="sv-SE" dirty="0"/>
              <a:t>Jag skall nu gå igenom hur det funkar, och det kan verka lite </a:t>
            </a:r>
            <a:r>
              <a:rPr lang="sv-SE" dirty="0" err="1"/>
              <a:t>overkill</a:t>
            </a:r>
            <a:r>
              <a:rPr lang="sv-SE" dirty="0"/>
              <a:t> för den här lilla </a:t>
            </a:r>
            <a:r>
              <a:rPr lang="sv-SE" dirty="0" err="1"/>
              <a:t>keypaden</a:t>
            </a:r>
            <a:r>
              <a:rPr lang="sv-SE" dirty="0"/>
              <a:t>, men det skalar väldigt bra och är hur riktiga tangentbord, och </a:t>
            </a:r>
            <a:r>
              <a:rPr lang="sv-SE" dirty="0" err="1"/>
              <a:t>synthar</a:t>
            </a:r>
            <a:r>
              <a:rPr lang="sv-SE" dirty="0"/>
              <a:t>, fungerar. </a:t>
            </a:r>
          </a:p>
          <a:p>
            <a:endParaRPr lang="sv-SE" dirty="0"/>
          </a:p>
          <a:p>
            <a:r>
              <a:rPr lang="en-US" dirty="0"/>
              <a:t>&lt;click&gt;</a:t>
            </a:r>
          </a:p>
          <a:p>
            <a:r>
              <a:rPr lang="en-US" dirty="0"/>
              <a:t>F</a:t>
            </a:r>
            <a:r>
              <a:rPr lang="sv-SE" dirty="0" err="1"/>
              <a:t>örklara</a:t>
            </a:r>
            <a:r>
              <a:rPr lang="sv-SE" dirty="0"/>
              <a:t> hur var och en av pinnarna 0-3 är hopkopplade med var och en av pinnarna 4-7 OM man trycker ner knappen. </a:t>
            </a:r>
          </a:p>
          <a:p>
            <a:r>
              <a:rPr lang="en-US" dirty="0"/>
              <a:t>&lt;click&gt; </a:t>
            </a:r>
          </a:p>
          <a:p>
            <a:r>
              <a:rPr lang="en-US" dirty="0"/>
              <a:t>&lt;click&gt;</a:t>
            </a:r>
          </a:p>
          <a:p>
            <a:r>
              <a:rPr lang="en-US" dirty="0"/>
              <a:t>F</a:t>
            </a:r>
            <a:r>
              <a:rPr lang="sv-SE" dirty="0" err="1"/>
              <a:t>örklara</a:t>
            </a:r>
            <a:r>
              <a:rPr lang="sv-SE" dirty="0"/>
              <a:t> att pinnarna 0-3 kan kopplas till pinnar 0-3 på en GPIO port som IN pinnar. </a:t>
            </a:r>
          </a:p>
          <a:p>
            <a:r>
              <a:rPr lang="sv-SE" dirty="0"/>
              <a:t>Än så länge har vi inte åstadkommit så mycket. Om jag trycker på någon av knapparna så kopplar jag ihop </a:t>
            </a:r>
            <a:r>
              <a:rPr lang="sv-SE" dirty="0" err="1"/>
              <a:t>inpinnen</a:t>
            </a:r>
            <a:r>
              <a:rPr lang="sv-SE" dirty="0"/>
              <a:t> med ingenting. </a:t>
            </a:r>
          </a:p>
          <a:p>
            <a:endParaRPr lang="en-US" dirty="0"/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852299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4D6A9-4D1D-B467-D159-0C8711FC5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757F7-AF2E-956E-31F3-DE46CED90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53E69-6DCE-9158-A1A7-8060193CF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Men tänk nu om vi är så här fiffiga. </a:t>
            </a:r>
          </a:p>
          <a:p>
            <a:r>
              <a:rPr lang="sv-SE" dirty="0"/>
              <a:t>Vi kopplar pinne 4 på tangentbordet till 3.3V.</a:t>
            </a:r>
          </a:p>
          <a:p>
            <a:endParaRPr lang="sv-SE" dirty="0"/>
          </a:p>
          <a:p>
            <a:endParaRPr lang="en-US" dirty="0"/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AFBB5-B1F4-8276-26A4-BF7F75B45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5942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948B-7FA6-EFE8-FB5C-A1C7B6FD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E68E1-9BE8-ED61-72F3-88068F261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7A09C-5D09-456F-AFD4-3EFBBD7E6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Om vi nu trycker ner knapp nummer 1, så kommer vi att få en stark och fin etta på pinne 1</a:t>
            </a:r>
          </a:p>
          <a:p>
            <a:endParaRPr lang="sv-SE" dirty="0"/>
          </a:p>
          <a:p>
            <a:endParaRPr lang="en-US" dirty="0"/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FFF2F-CE75-55AC-9FDB-8B83BBF38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32774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3A8A1-6D71-D6B2-D6F5-5395A6F00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1954C4-545A-D0CD-CF08-F98891250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FA35B-5FD6-1AF1-D35F-56019BF80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Om vi trycker ner </a:t>
            </a:r>
            <a:r>
              <a:rPr lang="sv-SE" dirty="0" err="1"/>
              <a:t>t.ex</a:t>
            </a:r>
            <a:r>
              <a:rPr lang="sv-SE" dirty="0"/>
              <a:t> knapp 3 så får vi en stark och fin 1:a på pinne 3</a:t>
            </a:r>
          </a:p>
          <a:p>
            <a:r>
              <a:rPr lang="en-US" dirty="0"/>
              <a:t>&lt;click&gt; </a:t>
            </a:r>
          </a:p>
          <a:p>
            <a:r>
              <a:rPr lang="en-US" dirty="0"/>
              <a:t>S</a:t>
            </a:r>
            <a:r>
              <a:rPr lang="sv-SE" dirty="0"/>
              <a:t>å om vi läser in de lägsta fyra bitarna från INDATA registret... vad blir t1 då? </a:t>
            </a:r>
            <a:br>
              <a:rPr lang="sv-SE" dirty="0"/>
            </a:br>
            <a:r>
              <a:rPr lang="en-US" dirty="0"/>
              <a:t>&lt;click&gt; </a:t>
            </a:r>
          </a:p>
          <a:p>
            <a:r>
              <a:rPr lang="en-US" dirty="0"/>
              <a:t>Ja... om</a:t>
            </a:r>
            <a:r>
              <a:rPr lang="sv-SE" dirty="0"/>
              <a:t> knappen är nedtryckt har vi en etta. Men om den inte är nedtryckt har vi bara flytande värden. </a:t>
            </a:r>
            <a:br>
              <a:rPr lang="sv-SE" dirty="0"/>
            </a:br>
            <a:r>
              <a:rPr lang="sv-SE" dirty="0"/>
              <a:t>Hur fixar vi det? </a:t>
            </a:r>
          </a:p>
          <a:p>
            <a:endParaRPr lang="en-US" dirty="0"/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8913A-648E-BC91-BF67-1B7D80A4F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91052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4A9DA-5EB4-FE81-22FB-2AD6F058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76349-487A-1E50-66F8-ECECF4C4E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6DEBB-B0D6-2BAA-D33C-43423C5E0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Sedan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trickset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</a:t>
            </a:r>
            <a:r>
              <a:rPr lang="en-US" dirty="0" err="1"/>
              <a:t>pinnarna</a:t>
            </a:r>
            <a:r>
              <a:rPr lang="en-US" dirty="0"/>
              <a:t> 4-7 </a:t>
            </a:r>
            <a:r>
              <a:rPr lang="en-US" dirty="0" err="1"/>
              <a:t>som</a:t>
            </a:r>
            <a:r>
              <a:rPr lang="en-US" dirty="0"/>
              <a:t> UT </a:t>
            </a:r>
            <a:r>
              <a:rPr lang="en-US" dirty="0" err="1"/>
              <a:t>pinnar</a:t>
            </a:r>
            <a:r>
              <a:rPr lang="en-US" dirty="0"/>
              <a:t>. </a:t>
            </a:r>
          </a:p>
          <a:p>
            <a:endParaRPr lang="sv-SE" dirty="0"/>
          </a:p>
          <a:p>
            <a:r>
              <a:rPr lang="sv-SE" dirty="0"/>
              <a:t>Vi säger att dom är 0 allihop från början</a:t>
            </a:r>
          </a:p>
          <a:p>
            <a:endParaRPr lang="sv-SE" dirty="0"/>
          </a:p>
          <a:p>
            <a:r>
              <a:rPr lang="sv-SE" dirty="0"/>
              <a:t>Vi trycker in lite knappar, och ingenting händer. 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F6A3B-B355-F19C-FA13-CD60CE192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17212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6791-5AC3-B963-4C5E-5BDF6063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E2D5F-3C4A-6D1D-059A-002501D98D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C2999-08B5-8E86-0A99-50962F76A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Sedan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trickset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</a:t>
            </a:r>
            <a:r>
              <a:rPr lang="en-US" dirty="0" err="1"/>
              <a:t>pinnarna</a:t>
            </a:r>
            <a:r>
              <a:rPr lang="en-US" dirty="0"/>
              <a:t> 4-7 </a:t>
            </a:r>
            <a:r>
              <a:rPr lang="en-US" dirty="0" err="1"/>
              <a:t>som</a:t>
            </a:r>
            <a:r>
              <a:rPr lang="en-US" dirty="0"/>
              <a:t> UT </a:t>
            </a:r>
            <a:r>
              <a:rPr lang="en-US" dirty="0" err="1"/>
              <a:t>pinnar</a:t>
            </a:r>
            <a:r>
              <a:rPr lang="en-US" dirty="0"/>
              <a:t>. </a:t>
            </a:r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B80A5-F95D-3C5B-93B3-A159A86DB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62713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20542-742B-900F-F864-F896686B1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28415-6A9F-9AF3-89DA-EC312C930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186CF-931A-8F90-DD24-743CB5D9E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Sedan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trickset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</a:t>
            </a:r>
            <a:r>
              <a:rPr lang="en-US" dirty="0" err="1"/>
              <a:t>pinnarna</a:t>
            </a:r>
            <a:r>
              <a:rPr lang="en-US" dirty="0"/>
              <a:t> 4-7 </a:t>
            </a:r>
            <a:r>
              <a:rPr lang="en-US" dirty="0" err="1"/>
              <a:t>som</a:t>
            </a:r>
            <a:r>
              <a:rPr lang="en-US" dirty="0"/>
              <a:t> UT </a:t>
            </a:r>
            <a:r>
              <a:rPr lang="en-US" dirty="0" err="1"/>
              <a:t>pinnar</a:t>
            </a:r>
            <a:r>
              <a:rPr lang="en-US" dirty="0"/>
              <a:t>. </a:t>
            </a:r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4FDE6-8455-3C72-0DAF-6221E6A734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14110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39150-5534-F22B-A5DE-381C3642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F2AC5C-E79D-F80A-5F59-DEE9948BC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77273-F729-EAF6-CD42-DF1DCAE9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Sedan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trickset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</a:t>
            </a:r>
            <a:r>
              <a:rPr lang="en-US" dirty="0" err="1"/>
              <a:t>pinnarna</a:t>
            </a:r>
            <a:r>
              <a:rPr lang="en-US" dirty="0"/>
              <a:t> 4-7 </a:t>
            </a:r>
            <a:r>
              <a:rPr lang="en-US" dirty="0" err="1"/>
              <a:t>som</a:t>
            </a:r>
            <a:r>
              <a:rPr lang="en-US" dirty="0"/>
              <a:t> UT </a:t>
            </a:r>
            <a:r>
              <a:rPr lang="en-US" dirty="0" err="1"/>
              <a:t>pinnar</a:t>
            </a:r>
            <a:r>
              <a:rPr lang="en-US" dirty="0"/>
              <a:t>. </a:t>
            </a:r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E4490-A7AA-6237-0ED1-71122E564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540653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A6C0-C8AB-B1A4-8EC9-7D5A4BB97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4CDF8-9A9D-0408-910C-7E2D70B67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8AA08-EE1A-F218-1AC0-F42D3D37F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Sedan </a:t>
            </a:r>
            <a:r>
              <a:rPr lang="en-US" dirty="0" err="1"/>
              <a:t>är</a:t>
            </a:r>
            <a:r>
              <a:rPr lang="en-US" dirty="0"/>
              <a:t> </a:t>
            </a:r>
            <a:r>
              <a:rPr lang="en-US" dirty="0" err="1"/>
              <a:t>trickset</a:t>
            </a:r>
            <a:r>
              <a:rPr lang="en-US" dirty="0"/>
              <a:t> </a:t>
            </a:r>
            <a:r>
              <a:rPr lang="en-US" dirty="0" err="1"/>
              <a:t>helt</a:t>
            </a:r>
            <a:r>
              <a:rPr lang="en-US" dirty="0"/>
              <a:t> </a:t>
            </a:r>
            <a:r>
              <a:rPr lang="en-US" dirty="0" err="1"/>
              <a:t>enkelt</a:t>
            </a:r>
            <a:r>
              <a:rPr lang="en-US" dirty="0"/>
              <a:t> </a:t>
            </a:r>
            <a:r>
              <a:rPr lang="en-US" dirty="0" err="1"/>
              <a:t>att</a:t>
            </a:r>
            <a:r>
              <a:rPr lang="en-US" dirty="0"/>
              <a:t> </a:t>
            </a:r>
            <a:r>
              <a:rPr lang="en-US" dirty="0" err="1"/>
              <a:t>konfigurera</a:t>
            </a:r>
            <a:r>
              <a:rPr lang="en-US" dirty="0"/>
              <a:t> </a:t>
            </a:r>
            <a:r>
              <a:rPr lang="en-US" dirty="0" err="1"/>
              <a:t>pinnarna</a:t>
            </a:r>
            <a:r>
              <a:rPr lang="en-US" dirty="0"/>
              <a:t> 4-7 </a:t>
            </a:r>
            <a:r>
              <a:rPr lang="en-US" dirty="0" err="1"/>
              <a:t>som</a:t>
            </a:r>
            <a:r>
              <a:rPr lang="en-US" dirty="0"/>
              <a:t> UT </a:t>
            </a:r>
            <a:r>
              <a:rPr lang="en-US" dirty="0" err="1"/>
              <a:t>pinnar</a:t>
            </a:r>
            <a:r>
              <a:rPr lang="en-US" dirty="0"/>
              <a:t>. </a:t>
            </a:r>
          </a:p>
          <a:p>
            <a:endParaRPr lang="sv-SE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A5741-C8A0-0C00-658A-3C1D883E35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715685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B32E-268C-E6AF-A508-DDA79B9B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4791C-A71E-4604-272C-02CA2ED8F1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19F0E-C540-07D7-0C11-D3CAA7AA8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allvarligt</a:t>
            </a:r>
            <a:r>
              <a:rPr lang="en-US" dirty="0"/>
              <a:t> problem med v</a:t>
            </a:r>
            <a:r>
              <a:rPr lang="sv-SE" dirty="0"/>
              <a:t>år lösning... </a:t>
            </a:r>
          </a:p>
          <a:p>
            <a:r>
              <a:rPr lang="sv-SE" dirty="0"/>
              <a:t>Vad händer om dom här två knapparna är nedtryckta? 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8B888-BFD5-DE24-6E01-90A7C0791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216888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243D-25AF-78B9-20EF-53115A6C1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CB67D-AE6A-444F-0194-3933A6AE6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8AB92F-57F8-F526-8F7D-C019A980E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allvarligt</a:t>
            </a:r>
            <a:r>
              <a:rPr lang="en-US" dirty="0"/>
              <a:t> problem med v</a:t>
            </a:r>
            <a:r>
              <a:rPr lang="sv-SE" dirty="0"/>
              <a:t>år lösning... </a:t>
            </a:r>
          </a:p>
          <a:p>
            <a:r>
              <a:rPr lang="sv-SE" dirty="0"/>
              <a:t>Vad händer om dom här två knapparna är nedtryckta? </a:t>
            </a:r>
          </a:p>
          <a:p>
            <a:r>
              <a:rPr lang="sv-SE" dirty="0"/>
              <a:t>Om jag tänder rad 1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1F03C-BA7E-2DDF-4098-32FB743A5C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803078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8F2D-ACFE-B2D7-2110-2BBD9EC2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A77FD-1DB3-4817-0CE2-A4D652BFF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3422C-F39C-36F5-6165-E72DAB0E4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allvarligt</a:t>
            </a:r>
            <a:r>
              <a:rPr lang="en-US" dirty="0"/>
              <a:t> problem med v</a:t>
            </a:r>
            <a:r>
              <a:rPr lang="sv-SE" dirty="0"/>
              <a:t>år lösning... </a:t>
            </a:r>
          </a:p>
          <a:p>
            <a:r>
              <a:rPr lang="sv-SE" dirty="0"/>
              <a:t>Vad händer om dom här två knapparna är nedtryckta? </a:t>
            </a:r>
          </a:p>
          <a:p>
            <a:r>
              <a:rPr lang="sv-SE" dirty="0"/>
              <a:t>Om jag tänder rad 1</a:t>
            </a:r>
          </a:p>
          <a:p>
            <a:r>
              <a:rPr lang="sv-SE" dirty="0"/>
              <a:t>Så blir den här kolumnen 3.3V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0DCDD-86FA-9158-65BB-C7BFA3AB3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86842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DF69-191F-0B9C-4706-91E345260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3A971-0419-482A-76F8-057D421F8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BD872-0262-A5D7-8405-1838C38698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 </a:t>
            </a:r>
            <a:r>
              <a:rPr lang="en-US" dirty="0" err="1"/>
              <a:t>finns</a:t>
            </a:r>
            <a:r>
              <a:rPr lang="en-US" dirty="0"/>
              <a:t> </a:t>
            </a:r>
            <a:r>
              <a:rPr lang="en-US" dirty="0" err="1"/>
              <a:t>ett</a:t>
            </a:r>
            <a:r>
              <a:rPr lang="en-US" dirty="0"/>
              <a:t> </a:t>
            </a:r>
            <a:r>
              <a:rPr lang="en-US" dirty="0" err="1"/>
              <a:t>allvarligt</a:t>
            </a:r>
            <a:r>
              <a:rPr lang="en-US" dirty="0"/>
              <a:t> problem med v</a:t>
            </a:r>
            <a:r>
              <a:rPr lang="sv-SE" dirty="0"/>
              <a:t>år lösning... </a:t>
            </a:r>
          </a:p>
          <a:p>
            <a:r>
              <a:rPr lang="sv-SE" dirty="0"/>
              <a:t>Vad händer om dom här två knapparna är nedtryckta? </a:t>
            </a:r>
          </a:p>
          <a:p>
            <a:r>
              <a:rPr lang="sv-SE" dirty="0"/>
              <a:t>Om jag tänder rad 1</a:t>
            </a:r>
          </a:p>
          <a:p>
            <a:r>
              <a:rPr lang="sv-SE" dirty="0"/>
              <a:t>Så blir den här kolumnen 3.3V</a:t>
            </a:r>
          </a:p>
          <a:p>
            <a:r>
              <a:rPr lang="sv-SE" dirty="0"/>
              <a:t>Och då blir den här linan 3.3V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3A0A0-5B5E-96E3-35B7-DE8A12CA0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881655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144DB-E6CE-DE41-41A3-83F57212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3D189-4650-68B1-13A5-179FFB2EC1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A65BC-308F-EB58-1321-D0B29C98C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Hur kan vi fixa? </a:t>
            </a:r>
          </a:p>
          <a:p>
            <a:r>
              <a:rPr lang="sv-SE" dirty="0"/>
              <a:t>Om vi istället sätter våra </a:t>
            </a:r>
            <a:r>
              <a:rPr lang="sv-SE" dirty="0" err="1"/>
              <a:t>inpinnar</a:t>
            </a:r>
            <a:r>
              <a:rPr lang="sv-SE" dirty="0"/>
              <a:t> till att vara </a:t>
            </a:r>
            <a:r>
              <a:rPr lang="sv-SE" dirty="0" err="1"/>
              <a:t>pull</a:t>
            </a:r>
            <a:r>
              <a:rPr lang="sv-SE" dirty="0"/>
              <a:t> </a:t>
            </a:r>
            <a:r>
              <a:rPr lang="sv-SE" dirty="0" err="1"/>
              <a:t>up</a:t>
            </a:r>
            <a:r>
              <a:rPr lang="sv-SE" dirty="0"/>
              <a:t>.</a:t>
            </a:r>
          </a:p>
          <a:p>
            <a:r>
              <a:rPr lang="sv-SE" dirty="0"/>
              <a:t>Så är dom alltid 1, om ingenting är nedtryckt.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9A84E-3E3C-E096-DC7F-4E5799A8A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79344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DA090-FB0C-187F-BAF0-ADFE355EC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BB39CA-6B3E-500F-8097-C22D75AE34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E656C-B246-0C5D-C09B-2690DE704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Om vi också sätter våra output pinnar till att vara OPEN DRAIN</a:t>
            </a:r>
          </a:p>
          <a:p>
            <a:r>
              <a:rPr lang="sv-SE" dirty="0"/>
              <a:t>Och säger att dom är aktiva låga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23DF6-B179-741C-1751-DC6F1E75CB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325704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CF10-0528-5987-5524-BD59A2B0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1F863-EE40-54D2-C797-C2BF36CE8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12E857-362F-264C-6A78-023624C5B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och släcker alla genom att sätta dem till 1</a:t>
            </a:r>
          </a:p>
          <a:p>
            <a:r>
              <a:rPr lang="sv-SE" dirty="0"/>
              <a:t>Påminn igen att 1 i </a:t>
            </a:r>
            <a:r>
              <a:rPr lang="sv-SE" dirty="0" err="1"/>
              <a:t>Open</a:t>
            </a:r>
            <a:r>
              <a:rPr lang="sv-SE" dirty="0"/>
              <a:t> Drain är som att vi inte har någon koppling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FE99E-8BA1-3910-5D00-6DAF36934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5671750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CE512-9DD8-BFAF-B453-721817D2B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BECFA-AF82-0A39-2551-8E69CC08D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A9CB7-214D-C56F-2E8C-B33E80B2F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Om vi nu trycker sätter rad 0 till 0...</a:t>
            </a:r>
          </a:p>
          <a:p>
            <a:r>
              <a:rPr lang="sv-SE" dirty="0"/>
              <a:t>och trycker ner en knapp</a:t>
            </a:r>
          </a:p>
          <a:p>
            <a:r>
              <a:rPr lang="en-US" dirty="0"/>
              <a:t>s</a:t>
            </a:r>
            <a:r>
              <a:rPr lang="sv-SE" dirty="0"/>
              <a:t>å kommer den </a:t>
            </a:r>
            <a:r>
              <a:rPr lang="sv-SE" dirty="0" err="1"/>
              <a:t>inpinnen</a:t>
            </a:r>
            <a:r>
              <a:rPr lang="sv-SE" dirty="0"/>
              <a:t> att bli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BEEBF-7326-E7BC-F60C-76463AD7A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49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225774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8B49F-CF65-FB7B-4510-ED822512C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2B30A-7968-E3A8-A50E-517C1ACA9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E8D7C-CB15-9807-C890-CD294DE16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Om vi nu trycker sätter rad 0 till 0...</a:t>
            </a:r>
          </a:p>
          <a:p>
            <a:r>
              <a:rPr lang="sv-SE" dirty="0"/>
              <a:t>och trycker ner en knapp</a:t>
            </a:r>
          </a:p>
          <a:p>
            <a:r>
              <a:rPr lang="en-US" dirty="0"/>
              <a:t>s</a:t>
            </a:r>
            <a:r>
              <a:rPr lang="sv-SE" dirty="0"/>
              <a:t>å kommer den </a:t>
            </a:r>
            <a:r>
              <a:rPr lang="sv-SE" dirty="0" err="1"/>
              <a:t>inpinnen</a:t>
            </a:r>
            <a:r>
              <a:rPr lang="sv-SE" dirty="0"/>
              <a:t> att bli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BC45F-7B17-B440-F79B-D04170A7FF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50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422293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03DF9-A2C9-2A50-AE9C-4E4413FC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5C9CC-45EE-8A22-6856-B491E061D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F638-A0EB-2341-348D-0E23D7532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Om vi nu trycker sätter rad 0 till 0...</a:t>
            </a:r>
          </a:p>
          <a:p>
            <a:r>
              <a:rPr lang="sv-SE" dirty="0"/>
              <a:t>och trycker ner en knapp</a:t>
            </a:r>
          </a:p>
          <a:p>
            <a:r>
              <a:rPr lang="en-US" dirty="0"/>
              <a:t>s</a:t>
            </a:r>
            <a:r>
              <a:rPr lang="sv-SE" dirty="0"/>
              <a:t>å kommer den </a:t>
            </a:r>
            <a:r>
              <a:rPr lang="sv-SE" dirty="0" err="1"/>
              <a:t>inpinnen</a:t>
            </a:r>
            <a:r>
              <a:rPr lang="sv-SE" dirty="0"/>
              <a:t> att bli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0734C-00ED-57F6-E81E-F9BDAEE9D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41B-EE32-43AA-BF26-21D12108C66F}" type="slidenum">
              <a:rPr lang="LID4096" smtClean="0"/>
              <a:t>51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3359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7AAEC-3E6C-4451-F486-87E023A51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3331C-A0B6-0FB2-3F60-753189EC5D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F49D7-5229-A7AD-747E-E6E2A948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05F1-D570-FD0F-514D-706EC471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2FFF5-DA5D-BE5F-C578-D94F74E27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26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421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224668-B732-F6E4-82FD-48279E8CE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690688"/>
            <a:ext cx="12192000" cy="516731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1E56A-61B1-4728-4B29-992DB3EED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D76953-890A-D048-2193-B60830D7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3386-BED0-D084-18B4-677D6B19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72D33-941F-13F9-A7E8-260FC6E5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9F51-CB1B-DF9A-5CC0-93AFDF67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2DB4-6401-3763-4016-068E35BF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750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AE1C-835E-4237-40BE-548098F7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0726C-642C-40B9-29E4-8CB643833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861FB-8DCF-74EB-CB4F-6C8C5FDA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0EE97-CCFB-62D1-AD51-EC2640FFF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4E895-9CC8-B3E0-C23B-C34A3154E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3083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A9653-920E-A3FB-A09E-24B10BF25882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912F9C-95D6-9F26-CB8F-4684FA3B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225D4-B7C6-E53C-86CB-746972F8B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E4528-78B3-D076-447C-021E6D75A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D6A9B-7759-36F2-D666-8667C8DE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1CEAB-5EF1-8A74-8968-8F0DB2B2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40A9C-A1CD-86C2-36E4-17DFA2A9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813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AC8CFAD-2C3B-E51D-4FD9-E852766792F8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A55E2-B180-DE62-C73A-B825DAA5C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EA99E-F1A7-2F45-FDF1-5E254A755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B4C4-573F-7FAB-48DA-DAF978149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018C2-E8F6-E5E6-79EA-3155C3450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1AF297-CD62-07D0-9158-3B908BD1C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7138E-77A6-33DA-62AD-A97A7ECC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097087-613E-94E4-030D-9C72E53C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3AB01B-9183-BED8-5270-E118181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2914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0351AC-8666-6A69-B402-81D189976CE4}"/>
              </a:ext>
            </a:extLst>
          </p:cNvPr>
          <p:cNvSpPr/>
          <p:nvPr userDrawn="1"/>
        </p:nvSpPr>
        <p:spPr>
          <a:xfrm>
            <a:off x="0" y="0"/>
            <a:ext cx="12192000" cy="169068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C8B82-510D-675C-90C7-E85E633B5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D4E8-F59F-752C-FE4A-3B1CDA10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74A05F-55BF-5716-B67E-826F7B5AC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E29FC-9E20-22D5-23DC-B42B2A2F2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4693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A2B7A-FCD7-89EB-1A96-B7932F968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27F0C-76DF-9396-D50C-E80D75E8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1C10-AF5A-33B6-0088-2D81FA270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724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7353D-A96C-86D7-3B51-4AEF89B0E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426A3-8A7E-2232-C68D-B497DB402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EDFD2-8147-E4EA-30DB-B6EE92AF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2C160-1681-9853-0D30-D48019EF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BD775-8CC4-1D89-390B-CBE113AFF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56AE1-23BA-5111-5A0E-06335408D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103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B0FD3-1A53-ADC5-6F25-17D89C1E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D64E3-FFB1-8C2C-B98F-A7A970F3E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39862-B6A9-674B-99C4-8ABD188F1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0084A-CEA6-A23A-8D58-A22A15A2D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3325F-BB03-5E1E-8BBA-77021E9F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E28DD-BD5D-D807-4F41-CEA2BBBEB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2367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E742-C2AD-6643-CED1-AFDDE4FC6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EC0158-1729-4A7E-7B94-781E312375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27F6-811A-D0A0-06B1-41B03656D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2C692-F6C8-CB76-B789-5004D960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F7830-571D-5B23-D628-16DCF365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1510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C0549-8A95-0497-7701-706A861F1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EBB1F-4FAC-A79D-8CEF-065067FC0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3EFF8-EAC7-D303-AE5E-3FC052A59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0B46-B5A1-A5C4-7709-AF9C579E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CE26-1654-5732-2FCC-D9586B0F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779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3BB9D5-722B-FDAA-6867-63BCE26A0024}"/>
              </a:ext>
            </a:extLst>
          </p:cNvPr>
          <p:cNvSpPr txBox="1"/>
          <p:nvPr userDrawn="1"/>
        </p:nvSpPr>
        <p:spPr>
          <a:xfrm>
            <a:off x="4705350" y="-139700"/>
            <a:ext cx="2508250" cy="4489450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</a:effectLst>
        </p:spPr>
        <p:txBody>
          <a:bodyPr wrap="square" lIns="0" tIns="0" rIns="0" bIns="0" rtlCol="0">
            <a:noAutofit/>
          </a:bodyPr>
          <a:lstStyle/>
          <a:p>
            <a:r>
              <a:rPr lang="sv-SE" sz="38000" b="1"/>
              <a:t>?</a:t>
            </a:r>
            <a:endParaRPr lang="LID4096" sz="38000" b="1"/>
          </a:p>
        </p:txBody>
      </p:sp>
    </p:spTree>
    <p:extLst>
      <p:ext uri="{BB962C8B-B14F-4D97-AF65-F5344CB8AC3E}">
        <p14:creationId xmlns:p14="http://schemas.microsoft.com/office/powerpoint/2010/main" val="797509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2C8A0-0DE0-C4FC-A8FB-D00A440D0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F994-83D9-1216-3BA3-76E9A3D4D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6BF0C-3972-8E81-14A3-E51F0008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B631-5B1A-4879-85E7-A8D4C94FBFC5}" type="datetimeFigureOut">
              <a:rPr lang="LID4096" smtClean="0"/>
              <a:t>02/03/2026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6C7A3-C949-61E8-A947-BF7E59CD9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1E2F-B9DE-A2C3-9386-5BE1861F0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89057-92C1-481C-81FE-C4EA53628E8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0542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52DF-D5C9-52BE-066B-17C7A4BFA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/>
              <a:t>Lektion 5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50E2CB-296B-2D3A-2C5D-AF9D01690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v-SE"/>
              <a:t>GPIO och grunderna i C</a:t>
            </a:r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436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3CB2-4F98-0C22-2E72-497EDE29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Recap: Konfigurera som in- eller ut-pinne.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05C7CB1-0B1B-DE95-57DB-73D4844EF32A}"/>
              </a:ext>
            </a:extLst>
          </p:cNvPr>
          <p:cNvGrpSpPr/>
          <p:nvPr/>
        </p:nvGrpSpPr>
        <p:grpSpPr>
          <a:xfrm rot="16200000">
            <a:off x="5789764" y="2123323"/>
            <a:ext cx="3095687" cy="4122891"/>
            <a:chOff x="436296" y="-930261"/>
            <a:chExt cx="5353797" cy="71302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38944E8-6B1F-0787-DBFC-5A8C0B5E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EF3E646-4620-AD27-75B5-AF86914A6336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E041DF-244E-14AF-D495-57C3CD61DDF9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FEEA1B5-D12E-453D-CE06-7E35F68643C1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F45C53F-F0BE-1DDD-B160-2CC40FC33B93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8239B5C-8E6D-2322-364A-DC72110634CE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31ECF2A-2144-6D58-DB70-192B062376AA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1A8D1C-8E34-6391-563B-A22CF4BEC79A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0908D97-03CD-F162-D426-49079837E1E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D9E3757E-7AF8-7642-9012-2A3B3E4B847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5442CAF-332F-A2E1-79E9-A169E4BBBE79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4366157-8D2B-F5BA-2B38-3D9B18064D4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99FAC82-FC45-DBAF-86ED-2C70ABEE597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CB0D0D2-8292-88B3-25B5-2C9523D847F6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8E3CF10-0AD3-7FD0-2659-5E2E312045F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2695A32-C03B-48E3-C73E-01EEA7FC533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778587E-5D83-8364-A46B-DE27C1637C16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BFB94B8-FFB4-CEB4-A414-20B3B8B31AD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650C207-B989-3DCE-2980-6622B8F4715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0077727-1753-5BD8-7935-A79D6F41B9ED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7B646DE-CB01-27F9-0AA7-F5796829166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8E46A18-0F64-01D7-271C-6F6AED4755C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CCC7270-68B2-2D7C-1DF6-4CE807E32C6C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A188B01-2F53-A818-3071-5F0D2C4950F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D9B5D13-14D3-B896-1FC7-F46ABD981C5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5CEEAC-04E4-A64D-9023-C9DF987C2F7B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D4A1A8F6-DA27-CFEF-17E7-E1AB998DB1A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4CA73B1-4264-CAB1-4E35-BE3BC800539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AD99497-9B98-6A16-9FCE-093E1B7A9F65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5157E59C-3B4A-9306-578B-C1DAA38E8FF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31230CB-9E0C-A89D-1D7F-072E58856A6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C187AE0-5C44-872A-BEC2-15AB91D5B514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65A7A8E-F4C2-33F1-5889-AD53D2D4E71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0E1DE7A-9906-62F9-2C39-6450AF369CA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0F72042-B225-88A0-2395-738C9D941501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7855E36-1E75-1CE1-4E52-46426CD04EA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D516D4E-6F48-F2A9-772B-2F3DD534D40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F81714-CD9C-5565-AF67-D846E802508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1BCD31-E59C-23AA-0FE0-A47F087C6BF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3C574DE-EC1B-9E19-64C9-51D487A35D8C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C39E15B-011D-6BCC-4822-BEBB3D460516}"/>
                </a:ext>
              </a:extLst>
            </p:cNvPr>
            <p:cNvSpPr txBox="1"/>
            <p:nvPr/>
          </p:nvSpPr>
          <p:spPr>
            <a:xfrm rot="5400000">
              <a:off x="4223665" y="2665490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76A491B-CB8D-6552-419D-2FB08488BE20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703000-C0F9-E7CD-058E-1BF58DC0E39D}"/>
                </a:ext>
              </a:extLst>
            </p:cNvPr>
            <p:cNvSpPr txBox="1"/>
            <p:nvPr/>
          </p:nvSpPr>
          <p:spPr>
            <a:xfrm rot="5400000">
              <a:off x="2260453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5E9B16C-3E26-BE70-CDB7-D07D1B5DD11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720" y="1482461"/>
              <a:ext cx="482544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09F1432-7E3B-1ED4-D20E-1AFA7635FCD6}"/>
                </a:ext>
              </a:extLst>
            </p:cNvPr>
            <p:cNvSpPr txBox="1"/>
            <p:nvPr/>
          </p:nvSpPr>
          <p:spPr>
            <a:xfrm rot="5400000">
              <a:off x="2862370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A461EB6-FFFC-66F4-E1A3-9BB7FA63D104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90C5B48-2D42-204D-69B9-C6F3369ACCD6}"/>
                </a:ext>
              </a:extLst>
            </p:cNvPr>
            <p:cNvSpPr txBox="1"/>
            <p:nvPr/>
          </p:nvSpPr>
          <p:spPr>
            <a:xfrm rot="5400000">
              <a:off x="3312119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99F9389-9DD7-2833-4136-4E07D890E623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CA2BEC5-20FD-C75D-34DD-42B7F1D5E8ED}"/>
                </a:ext>
              </a:extLst>
            </p:cNvPr>
            <p:cNvSpPr txBox="1"/>
            <p:nvPr/>
          </p:nvSpPr>
          <p:spPr>
            <a:xfrm rot="5400000">
              <a:off x="3763235" y="2630526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C7C0277-4EA5-13AD-8B69-865C58142BA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ABDE83-5F93-8F3B-850B-0536978B5830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783A642-2CA1-4DE8-96D5-3A578BD95A2D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B012601-2C83-4F56-C889-894F4FED7423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2AD5877-6ABF-E7F9-5716-76C621215628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78B6CF5-91F5-8ECA-A140-76E7AF307EDF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8A4B6CE-7010-8163-37FC-0795ED0C0566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CEA36DC-97CB-395B-16EE-C94E60EC6F7F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DA53B54-6055-3B1A-B847-8F186C8EA25C}"/>
              </a:ext>
            </a:extLst>
          </p:cNvPr>
          <p:cNvGrpSpPr/>
          <p:nvPr/>
        </p:nvGrpSpPr>
        <p:grpSpPr>
          <a:xfrm>
            <a:off x="2344996" y="2112491"/>
            <a:ext cx="1086251" cy="2080948"/>
            <a:chOff x="1688174" y="1407516"/>
            <a:chExt cx="1086251" cy="208094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35ADE2C6-88E7-DF9A-4B82-18A96BAAB0DB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8E16C8C-1A09-7BD8-BE76-C51F75F5B5DE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0737E21-D6DB-51F0-66C2-B8FC89963988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3FAA149-B026-11A9-BEA9-DFE73BAF7155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4E44F3A-AA6D-7C0F-7589-4F0F10BE8926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C5573CD-CD5A-AE9C-495B-60A224579525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7526AB4-94E8-8D32-627F-B7A7B44E7283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00D2992-96FC-2187-C2EC-7260CBD8D111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5163E658-1B98-A883-F3C0-8B1FAEEE9B60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21BF5F3-9713-E931-763C-EFB5FFE075B4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236EAE-6227-DAF4-7019-8503D2D6F340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38B0C458-FADD-38A7-D56E-28212AC17525}"/>
              </a:ext>
            </a:extLst>
          </p:cNvPr>
          <p:cNvSpPr txBox="1"/>
          <p:nvPr/>
        </p:nvSpPr>
        <p:spPr>
          <a:xfrm>
            <a:off x="2940249" y="6166521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090AE3-6942-4A1B-52D6-30DD3F1D9895}"/>
              </a:ext>
            </a:extLst>
          </p:cNvPr>
          <p:cNvSpPr txBox="1"/>
          <p:nvPr/>
        </p:nvSpPr>
        <p:spPr>
          <a:xfrm>
            <a:off x="2941929" y="605368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58970C-CE82-87AE-2060-CB8C5C69A7F3}"/>
              </a:ext>
            </a:extLst>
          </p:cNvPr>
          <p:cNvSpPr txBox="1"/>
          <p:nvPr/>
        </p:nvSpPr>
        <p:spPr>
          <a:xfrm>
            <a:off x="2954835" y="4331794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7DBF4A-197D-65DE-6BCD-B2FCEA502E64}"/>
              </a:ext>
            </a:extLst>
          </p:cNvPr>
          <p:cNvSpPr/>
          <p:nvPr/>
        </p:nvSpPr>
        <p:spPr>
          <a:xfrm rot="16200000">
            <a:off x="1563276" y="5117761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2FB9E283-B07B-3B52-DEA6-525D7001CB64}"/>
              </a:ext>
            </a:extLst>
          </p:cNvPr>
          <p:cNvCxnSpPr>
            <a:cxnSpLocks/>
          </p:cNvCxnSpPr>
          <p:nvPr/>
        </p:nvCxnSpPr>
        <p:spPr>
          <a:xfrm>
            <a:off x="2774204" y="6289633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57F944B-3494-891F-1723-63F745BC2693}"/>
              </a:ext>
            </a:extLst>
          </p:cNvPr>
          <p:cNvCxnSpPr>
            <a:cxnSpLocks/>
          </p:cNvCxnSpPr>
          <p:nvPr/>
        </p:nvCxnSpPr>
        <p:spPr>
          <a:xfrm>
            <a:off x="2774204" y="6181872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8E73701-18E1-B3AB-D7E5-4CA3AE000ADC}"/>
              </a:ext>
            </a:extLst>
          </p:cNvPr>
          <p:cNvCxnSpPr>
            <a:cxnSpLocks/>
          </p:cNvCxnSpPr>
          <p:nvPr/>
        </p:nvCxnSpPr>
        <p:spPr>
          <a:xfrm>
            <a:off x="2774204" y="6060232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918B95F3-F3AA-7D2A-4B6B-5228AEA733E1}"/>
              </a:ext>
            </a:extLst>
          </p:cNvPr>
          <p:cNvSpPr txBox="1"/>
          <p:nvPr/>
        </p:nvSpPr>
        <p:spPr>
          <a:xfrm rot="16200000">
            <a:off x="2651707" y="546459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CE8C54D-B8E3-7D6C-C978-866C874423D5}"/>
              </a:ext>
            </a:extLst>
          </p:cNvPr>
          <p:cNvSpPr txBox="1"/>
          <p:nvPr/>
        </p:nvSpPr>
        <p:spPr>
          <a:xfrm rot="16200000">
            <a:off x="2627400" y="44627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2BEA32C-E6BC-5459-D37E-16E9F9AC341D}"/>
              </a:ext>
            </a:extLst>
          </p:cNvPr>
          <p:cNvSpPr txBox="1"/>
          <p:nvPr/>
        </p:nvSpPr>
        <p:spPr>
          <a:xfrm>
            <a:off x="2940249" y="5925051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52ABA3DE-400E-CB93-4CB0-337EFE7C3F1F}"/>
              </a:ext>
            </a:extLst>
          </p:cNvPr>
          <p:cNvCxnSpPr>
            <a:cxnSpLocks/>
          </p:cNvCxnSpPr>
          <p:nvPr/>
        </p:nvCxnSpPr>
        <p:spPr>
          <a:xfrm>
            <a:off x="2776073" y="445490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22D21227-5EAD-16D1-1DF4-8976B66EDD96}"/>
              </a:ext>
            </a:extLst>
          </p:cNvPr>
          <p:cNvCxnSpPr>
            <a:cxnSpLocks/>
          </p:cNvCxnSpPr>
          <p:nvPr/>
        </p:nvCxnSpPr>
        <p:spPr>
          <a:xfrm>
            <a:off x="3272348" y="6047844"/>
            <a:ext cx="167124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92D56CA-1831-3B74-F2A8-FF8536AB1B09}"/>
              </a:ext>
            </a:extLst>
          </p:cNvPr>
          <p:cNvCxnSpPr>
            <a:cxnSpLocks/>
          </p:cNvCxnSpPr>
          <p:nvPr/>
        </p:nvCxnSpPr>
        <p:spPr>
          <a:xfrm>
            <a:off x="3285557" y="3814822"/>
            <a:ext cx="166806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E242A98-AD95-E7E3-1D6B-4139877A6DFE}"/>
              </a:ext>
            </a:extLst>
          </p:cNvPr>
          <p:cNvCxnSpPr>
            <a:cxnSpLocks/>
          </p:cNvCxnSpPr>
          <p:nvPr/>
        </p:nvCxnSpPr>
        <p:spPr>
          <a:xfrm>
            <a:off x="4943596" y="4514608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33C7AFC8-CC6E-222E-3983-D40C8377290C}"/>
              </a:ext>
            </a:extLst>
          </p:cNvPr>
          <p:cNvSpPr/>
          <p:nvPr/>
        </p:nvSpPr>
        <p:spPr>
          <a:xfrm>
            <a:off x="5160964" y="4227939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20B71F2-1C66-7BAF-088C-1740ECFE0C37}"/>
              </a:ext>
            </a:extLst>
          </p:cNvPr>
          <p:cNvSpPr/>
          <p:nvPr/>
        </p:nvSpPr>
        <p:spPr>
          <a:xfrm>
            <a:off x="4895351" y="4004742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BE18C37-20A9-022E-BF0D-5247A28F4C7C}"/>
              </a:ext>
            </a:extLst>
          </p:cNvPr>
          <p:cNvSpPr/>
          <p:nvPr/>
        </p:nvSpPr>
        <p:spPr>
          <a:xfrm>
            <a:off x="4899096" y="4445040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3BEE6D2E-FCAA-99FB-6B65-F0C6BD7702A5}"/>
              </a:ext>
            </a:extLst>
          </p:cNvPr>
          <p:cNvCxnSpPr>
            <a:cxnSpLocks/>
            <a:endCxn id="90" idx="0"/>
          </p:cNvCxnSpPr>
          <p:nvPr/>
        </p:nvCxnSpPr>
        <p:spPr>
          <a:xfrm flipH="1">
            <a:off x="4953625" y="4282467"/>
            <a:ext cx="216517" cy="16257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02367BEB-F4E7-8FA5-26B6-8CC11B51D582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4949188" y="3800313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F1D8D13D-9006-6156-2B99-69B6E08C571D}"/>
              </a:ext>
            </a:extLst>
          </p:cNvPr>
          <p:cNvSpPr txBox="1"/>
          <p:nvPr/>
        </p:nvSpPr>
        <p:spPr>
          <a:xfrm>
            <a:off x="5158020" y="3975042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/>
              <a:t>CFGLR</a:t>
            </a:r>
            <a:endParaRPr lang="LID4096" sz="1100" b="1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6ACED7-29A8-759B-7201-E842A60D4EEC}"/>
              </a:ext>
            </a:extLst>
          </p:cNvPr>
          <p:cNvSpPr txBox="1"/>
          <p:nvPr/>
        </p:nvSpPr>
        <p:spPr>
          <a:xfrm>
            <a:off x="3143991" y="4766403"/>
            <a:ext cx="1649811" cy="9387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100"/>
              <a:t>Om biten i registret är</a:t>
            </a:r>
            <a:br>
              <a:rPr lang="sv-SE" sz="1100"/>
            </a:br>
            <a:r>
              <a:rPr lang="sv-SE" sz="1100"/>
              <a:t>0 läggs 0V ut på pinnen. </a:t>
            </a:r>
            <a:br>
              <a:rPr lang="sv-SE" sz="1100"/>
            </a:br>
            <a:br>
              <a:rPr lang="sv-SE" sz="1100"/>
            </a:br>
            <a:r>
              <a:rPr lang="sv-SE" sz="1100"/>
              <a:t>Om biten i registret är 1</a:t>
            </a:r>
            <a:br>
              <a:rPr lang="sv-SE" sz="1100"/>
            </a:br>
            <a:r>
              <a:rPr lang="sv-SE" sz="1100"/>
              <a:t>läggs 3.2V ut på pinnen.</a:t>
            </a:r>
            <a:endParaRPr lang="LID4096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518170B-E9F6-9698-AEEA-2C80D9BDB178}"/>
              </a:ext>
            </a:extLst>
          </p:cNvPr>
          <p:cNvSpPr txBox="1"/>
          <p:nvPr/>
        </p:nvSpPr>
        <p:spPr>
          <a:xfrm>
            <a:off x="427376" y="4938733"/>
            <a:ext cx="1492716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100"/>
              <a:t>Processorn skriver till</a:t>
            </a:r>
          </a:p>
          <a:p>
            <a:r>
              <a:rPr lang="sv-SE" sz="1100"/>
              <a:t>OUTDR</a:t>
            </a:r>
            <a:endParaRPr lang="LID4096" sz="1100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E20EF79-773E-2B23-5EC2-9366E133BB43}"/>
              </a:ext>
            </a:extLst>
          </p:cNvPr>
          <p:cNvGrpSpPr/>
          <p:nvPr/>
        </p:nvGrpSpPr>
        <p:grpSpPr>
          <a:xfrm>
            <a:off x="8208968" y="2193597"/>
            <a:ext cx="3764103" cy="2532234"/>
            <a:chOff x="3939193" y="2185028"/>
            <a:chExt cx="8078463" cy="5434644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855E029D-2006-9846-6E70-956487A2257F}"/>
                </a:ext>
              </a:extLst>
            </p:cNvPr>
            <p:cNvGrpSpPr/>
            <p:nvPr/>
          </p:nvGrpSpPr>
          <p:grpSpPr>
            <a:xfrm>
              <a:off x="9348286" y="2185028"/>
              <a:ext cx="2669370" cy="1907729"/>
              <a:chOff x="9519713" y="2988597"/>
              <a:chExt cx="1319935" cy="943323"/>
            </a:xfrm>
          </p:grpSpPr>
          <p:pic>
            <p:nvPicPr>
              <p:cNvPr id="98" name="Picture 97">
                <a:extLst>
                  <a:ext uri="{FF2B5EF4-FFF2-40B4-BE49-F238E27FC236}">
                    <a16:creationId xmlns:a16="http://schemas.microsoft.com/office/drawing/2014/main" id="{0F5684DF-5CB6-08BF-3FE7-F43CCDE87D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9713" y="2988597"/>
                <a:ext cx="1319935" cy="943323"/>
              </a:xfrm>
              <a:prstGeom prst="rect">
                <a:avLst/>
              </a:prstGeom>
            </p:spPr>
          </p:pic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02426F49-C265-9FB7-CF79-9601B460CD53}"/>
                  </a:ext>
                </a:extLst>
              </p:cNvPr>
              <p:cNvSpPr/>
              <p:nvPr/>
            </p:nvSpPr>
            <p:spPr>
              <a:xfrm rot="19997983">
                <a:off x="10475358" y="3191629"/>
                <a:ext cx="265922" cy="134378"/>
              </a:xfrm>
              <a:prstGeom prst="ellipse">
                <a:avLst/>
              </a:prstGeom>
              <a:noFill/>
              <a:ln w="127">
                <a:solidFill>
                  <a:srgbClr val="FF0000"/>
                </a:solidFill>
              </a:ln>
              <a:effectLst>
                <a:glow rad="127000">
                  <a:srgbClr val="FF0000">
                    <a:alpha val="61000"/>
                  </a:srgbClr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6EE6918-576B-6316-7B57-B9B5C78E8643}"/>
                </a:ext>
              </a:extLst>
            </p:cNvPr>
            <p:cNvSpPr/>
            <p:nvPr/>
          </p:nvSpPr>
          <p:spPr>
            <a:xfrm>
              <a:off x="9326373" y="3843004"/>
              <a:ext cx="394705" cy="401283"/>
            </a:xfrm>
            <a:custGeom>
              <a:avLst/>
              <a:gdLst>
                <a:gd name="connsiteX0" fmla="*/ 394705 w 394705"/>
                <a:gd name="connsiteY0" fmla="*/ 0 h 401283"/>
                <a:gd name="connsiteX1" fmla="*/ 171039 w 394705"/>
                <a:gd name="connsiteY1" fmla="*/ 157882 h 401283"/>
                <a:gd name="connsiteX2" fmla="*/ 0 w 394705"/>
                <a:gd name="connsiteY2" fmla="*/ 401283 h 40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4705" h="401283">
                  <a:moveTo>
                    <a:pt x="394705" y="0"/>
                  </a:moveTo>
                  <a:cubicBezTo>
                    <a:pt x="315764" y="45501"/>
                    <a:pt x="236823" y="91002"/>
                    <a:pt x="171039" y="157882"/>
                  </a:cubicBezTo>
                  <a:cubicBezTo>
                    <a:pt x="105255" y="224763"/>
                    <a:pt x="52627" y="313023"/>
                    <a:pt x="0" y="401283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EF87529-0226-729E-E5AB-EDE5A138043C}"/>
                </a:ext>
              </a:extLst>
            </p:cNvPr>
            <p:cNvSpPr/>
            <p:nvPr/>
          </p:nvSpPr>
          <p:spPr>
            <a:xfrm>
              <a:off x="4455112" y="4652150"/>
              <a:ext cx="4489717" cy="2967522"/>
            </a:xfrm>
            <a:custGeom>
              <a:avLst/>
              <a:gdLst>
                <a:gd name="connsiteX0" fmla="*/ 5216685 w 5216685"/>
                <a:gd name="connsiteY0" fmla="*/ 118411 h 1237240"/>
                <a:gd name="connsiteX1" fmla="*/ 3861531 w 5216685"/>
                <a:gd name="connsiteY1" fmla="*/ 1236742 h 1237240"/>
                <a:gd name="connsiteX2" fmla="*/ 0 w 5216685"/>
                <a:gd name="connsiteY2" fmla="*/ 0 h 1237240"/>
                <a:gd name="csX0" fmla="*/ 1547966 w 1547966"/>
                <a:gd name="csY0" fmla="*/ 0 h 1118829"/>
                <a:gd name="csX1" fmla="*/ 192812 w 1547966"/>
                <a:gd name="csY1" fmla="*/ 1118331 h 1118829"/>
                <a:gd name="csX2" fmla="*/ 267924 w 1547966"/>
                <a:gd name="csY2" fmla="*/ 237905 h 1118829"/>
                <a:gd name="csX0" fmla="*/ 1757235 w 1757235"/>
                <a:gd name="csY0" fmla="*/ 0 h 1118829"/>
                <a:gd name="csX1" fmla="*/ 402081 w 1757235"/>
                <a:gd name="csY1" fmla="*/ 1118331 h 1118829"/>
                <a:gd name="csX2" fmla="*/ 477193 w 1757235"/>
                <a:gd name="csY2" fmla="*/ 237905 h 1118829"/>
                <a:gd name="csX0" fmla="*/ 1530592 w 1530592"/>
                <a:gd name="csY0" fmla="*/ 0 h 1118829"/>
                <a:gd name="csX1" fmla="*/ 175438 w 1530592"/>
                <a:gd name="csY1" fmla="*/ 1118331 h 1118829"/>
                <a:gd name="csX2" fmla="*/ 250550 w 1530592"/>
                <a:gd name="csY2" fmla="*/ 237905 h 1118829"/>
                <a:gd name="csX0" fmla="*/ 1530592 w 1530592"/>
                <a:gd name="csY0" fmla="*/ 0 h 1152556"/>
                <a:gd name="csX1" fmla="*/ 175438 w 1530592"/>
                <a:gd name="csY1" fmla="*/ 1118331 h 1152556"/>
                <a:gd name="csX2" fmla="*/ 250550 w 1530592"/>
                <a:gd name="csY2" fmla="*/ 237905 h 1152556"/>
                <a:gd name="csX0" fmla="*/ 1530592 w 1530592"/>
                <a:gd name="csY0" fmla="*/ 0 h 1148325"/>
                <a:gd name="csX1" fmla="*/ 175438 w 1530592"/>
                <a:gd name="csY1" fmla="*/ 1118331 h 1148325"/>
                <a:gd name="csX2" fmla="*/ 250550 w 1530592"/>
                <a:gd name="csY2" fmla="*/ 237905 h 1148325"/>
                <a:gd name="csX0" fmla="*/ 1578696 w 1578696"/>
                <a:gd name="csY0" fmla="*/ 0 h 1148325"/>
                <a:gd name="csX1" fmla="*/ 223542 w 1578696"/>
                <a:gd name="csY1" fmla="*/ 1118331 h 1148325"/>
                <a:gd name="csX2" fmla="*/ 165573 w 1578696"/>
                <a:gd name="csY2" fmla="*/ 383866 h 1148325"/>
                <a:gd name="csX0" fmla="*/ 1590715 w 1590715"/>
                <a:gd name="csY0" fmla="*/ 0 h 1148325"/>
                <a:gd name="csX1" fmla="*/ 235561 w 1590715"/>
                <a:gd name="csY1" fmla="*/ 1118331 h 1148325"/>
                <a:gd name="csX2" fmla="*/ 177592 w 1590715"/>
                <a:gd name="csY2" fmla="*/ 383866 h 1148325"/>
                <a:gd name="csX0" fmla="*/ 1543300 w 1543300"/>
                <a:gd name="csY0" fmla="*/ 0 h 1148325"/>
                <a:gd name="csX1" fmla="*/ 188146 w 1543300"/>
                <a:gd name="csY1" fmla="*/ 1118331 h 1148325"/>
                <a:gd name="csX2" fmla="*/ 130177 w 1543300"/>
                <a:gd name="csY2" fmla="*/ 383866 h 1148325"/>
                <a:gd name="csX0" fmla="*/ 4645252 w 4645252"/>
                <a:gd name="csY0" fmla="*/ 0 h 1148325"/>
                <a:gd name="csX1" fmla="*/ 3290098 w 4645252"/>
                <a:gd name="csY1" fmla="*/ 1118331 h 1148325"/>
                <a:gd name="csX2" fmla="*/ 8118 w 4645252"/>
                <a:gd name="csY2" fmla="*/ 388158 h 1148325"/>
                <a:gd name="csX0" fmla="*/ 4651087 w 4651087"/>
                <a:gd name="csY0" fmla="*/ 0 h 1320063"/>
                <a:gd name="csX1" fmla="*/ 1883550 w 4651087"/>
                <a:gd name="csY1" fmla="*/ 1294342 h 1320063"/>
                <a:gd name="csX2" fmla="*/ 13953 w 4651087"/>
                <a:gd name="csY2" fmla="*/ 388158 h 1320063"/>
                <a:gd name="csX0" fmla="*/ 4656366 w 4656366"/>
                <a:gd name="csY0" fmla="*/ 0 h 1320063"/>
                <a:gd name="csX1" fmla="*/ 1888829 w 4656366"/>
                <a:gd name="csY1" fmla="*/ 1294342 h 1320063"/>
                <a:gd name="csX2" fmla="*/ 19232 w 4656366"/>
                <a:gd name="csY2" fmla="*/ 388158 h 1320063"/>
                <a:gd name="csX0" fmla="*/ 4656366 w 4656366"/>
                <a:gd name="csY0" fmla="*/ 0 h 1294820"/>
                <a:gd name="csX1" fmla="*/ 1888829 w 4656366"/>
                <a:gd name="csY1" fmla="*/ 1294342 h 1294820"/>
                <a:gd name="csX2" fmla="*/ 19232 w 4656366"/>
                <a:gd name="csY2" fmla="*/ 388158 h 1294820"/>
                <a:gd name="csX0" fmla="*/ 4656366 w 4656366"/>
                <a:gd name="csY0" fmla="*/ 0 h 1294347"/>
                <a:gd name="csX1" fmla="*/ 1888829 w 4656366"/>
                <a:gd name="csY1" fmla="*/ 1294342 h 1294347"/>
                <a:gd name="csX2" fmla="*/ 19232 w 4656366"/>
                <a:gd name="csY2" fmla="*/ 388158 h 1294347"/>
                <a:gd name="csX0" fmla="*/ 4638966 w 4638966"/>
                <a:gd name="csY0" fmla="*/ 0 h 1294347"/>
                <a:gd name="csX1" fmla="*/ 1871429 w 4638966"/>
                <a:gd name="csY1" fmla="*/ 1294342 h 1294347"/>
                <a:gd name="csX2" fmla="*/ 1832 w 4638966"/>
                <a:gd name="csY2" fmla="*/ 388158 h 1294347"/>
                <a:gd name="csX0" fmla="*/ 4491808 w 4491808"/>
                <a:gd name="csY0" fmla="*/ 0 h 2788811"/>
                <a:gd name="csX1" fmla="*/ 1724271 w 4491808"/>
                <a:gd name="csY1" fmla="*/ 1294342 h 2788811"/>
                <a:gd name="csX2" fmla="*/ 2090 w 4491808"/>
                <a:gd name="csY2" fmla="*/ 2673103 h 2788811"/>
                <a:gd name="csX0" fmla="*/ 4490432 w 4490432"/>
                <a:gd name="csY0" fmla="*/ 0 h 2851658"/>
                <a:gd name="csX1" fmla="*/ 3722222 w 4490432"/>
                <a:gd name="csY1" fmla="*/ 2141983 h 2851658"/>
                <a:gd name="csX2" fmla="*/ 714 w 4490432"/>
                <a:gd name="csY2" fmla="*/ 2673103 h 2851658"/>
                <a:gd name="csX0" fmla="*/ 4489717 w 4489717"/>
                <a:gd name="csY0" fmla="*/ 0 h 2967522"/>
                <a:gd name="csX1" fmla="*/ 3721507 w 4489717"/>
                <a:gd name="csY1" fmla="*/ 2141983 h 2967522"/>
                <a:gd name="csX2" fmla="*/ -1 w 4489717"/>
                <a:gd name="csY2" fmla="*/ 2673103 h 2967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489717" h="2967522">
                  <a:moveTo>
                    <a:pt x="4489717" y="0"/>
                  </a:moveTo>
                  <a:cubicBezTo>
                    <a:pt x="4130953" y="431658"/>
                    <a:pt x="4612418" y="2144547"/>
                    <a:pt x="3721507" y="2141983"/>
                  </a:cubicBezTo>
                  <a:cubicBezTo>
                    <a:pt x="2937919" y="2139419"/>
                    <a:pt x="370105" y="3567224"/>
                    <a:pt x="-1" y="2673103"/>
                  </a:cubicBezTo>
                </a:path>
              </a:pathLst>
            </a:cu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A1AC1C5-AEE1-4CFF-8AEA-F45CA862EBDE}"/>
                </a:ext>
              </a:extLst>
            </p:cNvPr>
            <p:cNvSpPr/>
            <p:nvPr/>
          </p:nvSpPr>
          <p:spPr>
            <a:xfrm>
              <a:off x="3939193" y="3776944"/>
              <a:ext cx="5601984" cy="2920068"/>
            </a:xfrm>
            <a:custGeom>
              <a:avLst/>
              <a:gdLst>
                <a:gd name="connsiteX0" fmla="*/ 4361491 w 4361491"/>
                <a:gd name="connsiteY0" fmla="*/ 0 h 971359"/>
                <a:gd name="connsiteX1" fmla="*/ 2414279 w 4361491"/>
                <a:gd name="connsiteY1" fmla="*/ 967027 h 971359"/>
                <a:gd name="connsiteX2" fmla="*/ 0 w 4361491"/>
                <a:gd name="connsiteY2" fmla="*/ 289450 h 971359"/>
                <a:gd name="csX0" fmla="*/ 2164943 w 2164943"/>
                <a:gd name="csY0" fmla="*/ 0 h 1255330"/>
                <a:gd name="csX1" fmla="*/ 217731 w 2164943"/>
                <a:gd name="csY1" fmla="*/ 967027 h 1255330"/>
                <a:gd name="csX2" fmla="*/ 45124 w 2164943"/>
                <a:gd name="csY2" fmla="*/ 1117991 h 1255330"/>
                <a:gd name="csX0" fmla="*/ 2119819 w 2119819"/>
                <a:gd name="csY0" fmla="*/ 27777 h 1203753"/>
                <a:gd name="csX1" fmla="*/ 667024 w 2119819"/>
                <a:gd name="csY1" fmla="*/ 3130 h 1203753"/>
                <a:gd name="csX2" fmla="*/ 0 w 2119819"/>
                <a:gd name="csY2" fmla="*/ 1145768 h 1203753"/>
                <a:gd name="csX0" fmla="*/ 2119819 w 2119819"/>
                <a:gd name="csY0" fmla="*/ 31622 h 1207598"/>
                <a:gd name="csX1" fmla="*/ 667024 w 2119819"/>
                <a:gd name="csY1" fmla="*/ 6975 h 1207598"/>
                <a:gd name="csX2" fmla="*/ 0 w 2119819"/>
                <a:gd name="csY2" fmla="*/ 1149613 h 1207598"/>
                <a:gd name="csX0" fmla="*/ 2124619 w 2124619"/>
                <a:gd name="csY0" fmla="*/ 56717 h 1206935"/>
                <a:gd name="csX1" fmla="*/ 667024 w 2124619"/>
                <a:gd name="csY1" fmla="*/ 6312 h 1206935"/>
                <a:gd name="csX2" fmla="*/ 0 w 2124619"/>
                <a:gd name="csY2" fmla="*/ 1148950 h 1206935"/>
                <a:gd name="csX0" fmla="*/ 2124619 w 2124619"/>
                <a:gd name="csY0" fmla="*/ 44152 h 1207249"/>
                <a:gd name="csX1" fmla="*/ 667024 w 2124619"/>
                <a:gd name="csY1" fmla="*/ 6626 h 1207249"/>
                <a:gd name="csX2" fmla="*/ 0 w 2124619"/>
                <a:gd name="csY2" fmla="*/ 1149264 h 1207249"/>
                <a:gd name="csX0" fmla="*/ 5331123 w 5331123"/>
                <a:gd name="csY0" fmla="*/ 44152 h 1532592"/>
                <a:gd name="csX1" fmla="*/ 3873528 w 5331123"/>
                <a:gd name="csY1" fmla="*/ 6626 h 1532592"/>
                <a:gd name="csX2" fmla="*/ 0 w 5331123"/>
                <a:gd name="csY2" fmla="*/ 1484115 h 1532592"/>
                <a:gd name="csX0" fmla="*/ 5748736 w 5748736"/>
                <a:gd name="csY0" fmla="*/ 44152 h 1269536"/>
                <a:gd name="csX1" fmla="*/ 4291141 w 5748736"/>
                <a:gd name="csY1" fmla="*/ 6626 h 1269536"/>
                <a:gd name="csX2" fmla="*/ 0 w 5748736"/>
                <a:gd name="csY2" fmla="*/ 1213658 h 1269536"/>
                <a:gd name="csX0" fmla="*/ 5748736 w 5748736"/>
                <a:gd name="csY0" fmla="*/ 44152 h 1347628"/>
                <a:gd name="csX1" fmla="*/ 4291141 w 5748736"/>
                <a:gd name="csY1" fmla="*/ 6626 h 1347628"/>
                <a:gd name="csX2" fmla="*/ 0 w 5748736"/>
                <a:gd name="csY2" fmla="*/ 1213658 h 1347628"/>
                <a:gd name="csX0" fmla="*/ 5748736 w 5748736"/>
                <a:gd name="csY0" fmla="*/ 0 h 1638126"/>
                <a:gd name="csX1" fmla="*/ 2140672 w 5748736"/>
                <a:gd name="csY1" fmla="*/ 1580919 h 1638126"/>
                <a:gd name="csX2" fmla="*/ 0 w 5748736"/>
                <a:gd name="csY2" fmla="*/ 1169506 h 1638126"/>
                <a:gd name="csX0" fmla="*/ 5748736 w 5748736"/>
                <a:gd name="csY0" fmla="*/ 0 h 1638126"/>
                <a:gd name="csX1" fmla="*/ 2140672 w 5748736"/>
                <a:gd name="csY1" fmla="*/ 1580919 h 1638126"/>
                <a:gd name="csX2" fmla="*/ 0 w 5748736"/>
                <a:gd name="csY2" fmla="*/ 1169506 h 1638126"/>
                <a:gd name="csX0" fmla="*/ 5748736 w 5748736"/>
                <a:gd name="csY0" fmla="*/ 0 h 1634408"/>
                <a:gd name="csX1" fmla="*/ 2140672 w 5748736"/>
                <a:gd name="csY1" fmla="*/ 1580919 h 1634408"/>
                <a:gd name="csX2" fmla="*/ 0 w 5748736"/>
                <a:gd name="csY2" fmla="*/ 1169506 h 1634408"/>
                <a:gd name="csX0" fmla="*/ 6263837 w 6263837"/>
                <a:gd name="csY0" fmla="*/ 0 h 3046089"/>
                <a:gd name="csX1" fmla="*/ 2655773 w 6263837"/>
                <a:gd name="csY1" fmla="*/ 1580919 h 3046089"/>
                <a:gd name="csX2" fmla="*/ 0 w 6263837"/>
                <a:gd name="csY2" fmla="*/ 2920067 h 3046089"/>
                <a:gd name="csX0" fmla="*/ 6263837 w 6263837"/>
                <a:gd name="csY0" fmla="*/ 0 h 2920067"/>
                <a:gd name="csX1" fmla="*/ 2655773 w 6263837"/>
                <a:gd name="csY1" fmla="*/ 1580919 h 2920067"/>
                <a:gd name="csX2" fmla="*/ 0 w 6263837"/>
                <a:gd name="csY2" fmla="*/ 2920067 h 29200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263837" h="2920067">
                  <a:moveTo>
                    <a:pt x="6263837" y="0"/>
                  </a:moveTo>
                  <a:cubicBezTo>
                    <a:pt x="5956098" y="150299"/>
                    <a:pt x="4529925" y="1468282"/>
                    <a:pt x="2655773" y="1580919"/>
                  </a:cubicBezTo>
                  <a:cubicBezTo>
                    <a:pt x="1928858" y="1620575"/>
                    <a:pt x="549247" y="1411612"/>
                    <a:pt x="0" y="2920067"/>
                  </a:cubicBezTo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196B022-76DB-2442-4782-23E602504A5F}"/>
                </a:ext>
              </a:extLst>
            </p:cNvPr>
            <p:cNvGrpSpPr/>
            <p:nvPr/>
          </p:nvGrpSpPr>
          <p:grpSpPr>
            <a:xfrm rot="18737801">
              <a:off x="8873077" y="4354146"/>
              <a:ext cx="550143" cy="184758"/>
              <a:chOff x="7629989" y="5236460"/>
              <a:chExt cx="1027147" cy="344953"/>
            </a:xfrm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65DAE635-A5CF-DFA8-A9D6-B0047C962AFF}"/>
                  </a:ext>
                </a:extLst>
              </p:cNvPr>
              <p:cNvSpPr/>
              <p:nvPr/>
            </p:nvSpPr>
            <p:spPr>
              <a:xfrm>
                <a:off x="7629989" y="5236460"/>
                <a:ext cx="341624" cy="34162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9E189E1B-D090-D8F9-2934-F082010AE262}"/>
                  </a:ext>
                </a:extLst>
              </p:cNvPr>
              <p:cNvSpPr/>
              <p:nvPr/>
            </p:nvSpPr>
            <p:spPr>
              <a:xfrm>
                <a:off x="8315512" y="5239789"/>
                <a:ext cx="341624" cy="34162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B6A7A41-5B54-A3A7-BBE6-61C6680E0171}"/>
                  </a:ext>
                </a:extLst>
              </p:cNvPr>
              <p:cNvSpPr/>
              <p:nvPr/>
            </p:nvSpPr>
            <p:spPr>
              <a:xfrm>
                <a:off x="7866077" y="5260841"/>
                <a:ext cx="541140" cy="29286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3840A7D-E54E-73A1-3F8B-B75EB18C0A34}"/>
                  </a:ext>
                </a:extLst>
              </p:cNvPr>
              <p:cNvCxnSpPr/>
              <p:nvPr/>
            </p:nvCxnSpPr>
            <p:spPr>
              <a:xfrm>
                <a:off x="7953306" y="5260841"/>
                <a:ext cx="0" cy="29286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9F54824-C223-D54B-4DF0-8C27D391C67A}"/>
                  </a:ext>
                </a:extLst>
              </p:cNvPr>
              <p:cNvCxnSpPr/>
              <p:nvPr/>
            </p:nvCxnSpPr>
            <p:spPr>
              <a:xfrm>
                <a:off x="8266751" y="5260841"/>
                <a:ext cx="0" cy="29286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8D60E674-D52E-775A-D38E-F83F08E0AC22}"/>
                  </a:ext>
                </a:extLst>
              </p:cNvPr>
              <p:cNvCxnSpPr/>
              <p:nvPr/>
            </p:nvCxnSpPr>
            <p:spPr>
              <a:xfrm>
                <a:off x="8099972" y="5260841"/>
                <a:ext cx="0" cy="292863"/>
              </a:xfrm>
              <a:prstGeom prst="line">
                <a:avLst/>
              </a:prstGeom>
              <a:ln w="508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542CEB1D-AE89-95ED-D9FA-AAC7F5E909DD}"/>
                  </a:ext>
                </a:extLst>
              </p:cNvPr>
              <p:cNvCxnSpPr/>
              <p:nvPr/>
            </p:nvCxnSpPr>
            <p:spPr>
              <a:xfrm>
                <a:off x="8196330" y="5260841"/>
                <a:ext cx="0" cy="292863"/>
              </a:xfrm>
              <a:prstGeom prst="line">
                <a:avLst/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17262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D7B27-A14D-9768-EFB8-19A26517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6D2B7-AC82-ADF0-841A-9ED074A3D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Recap: Konfigurera som in- eller ut-pinne.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081F2A-CBE4-8821-845E-3B51FFF41553}"/>
              </a:ext>
            </a:extLst>
          </p:cNvPr>
          <p:cNvGrpSpPr/>
          <p:nvPr/>
        </p:nvGrpSpPr>
        <p:grpSpPr>
          <a:xfrm rot="16200000">
            <a:off x="5789764" y="2123323"/>
            <a:ext cx="3095687" cy="4122891"/>
            <a:chOff x="436296" y="-930261"/>
            <a:chExt cx="5353797" cy="71302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C9C6338-9666-2874-D4CC-F8FA55B98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A2C7DD-E3D6-5B91-B2D9-C2CA894A10C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A14CE13-CA83-4A9B-33BC-6D1E15B2BFE6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8753BF8-4DA9-8882-187E-87FFCB2B236C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FA40F8F-31D4-DFED-6848-D908CC238B84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BBBD101-7C58-0D28-A369-DE3B2CCCB2F8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AA91DE-E89C-089C-C21B-30406445D602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7528A4B-A670-5DA8-87FC-A4A6770CA101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74BA7AF-22C2-D754-2249-5A0A784D2EC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2E882FF-0C33-2A69-9EE7-DBCEF627CA0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0146F40-DA42-C5A0-D1CD-7DC14424CD4A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8A6EA95-0CD5-8DC3-F459-C44D7332A6A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A1AE05F-BE74-BC3B-642C-6A7657A8574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0FB86D-AA00-F2D0-3CFA-6B6BF3748A7F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5ADE2C9-C042-30D9-E8D7-1832C551248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2C98314-D5E5-6799-FADB-8B6FF602FBE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04D4397-BC97-3C69-00BE-999560BAF667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7043627-84C9-5F23-FCA3-936DA3C3FDE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C483047-06A8-C462-9F22-3C1C2A6F3DA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F9287A4-059A-BA59-913E-E7C18D1D81D0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4948C89-5175-1A40-755C-3DDE691D5C4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789E0305-81F7-1EB7-8A5A-C2216AFE258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B91B8CD-21FB-05A7-AEC4-C160FC135B71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CADBD70-EB39-AFC9-8F60-777818B4C6C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5B04416-D7C0-BE3D-28E2-0FB2AD0A933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715EDE0-B19C-AA0D-E3DC-589DB192B35F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3866A489-3C6F-00EB-A8E7-CDE6C73A3AA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A4C15D8-2679-C685-151C-67B065D31F2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FB13E9-B9FE-9B86-C857-17D9C5EB572F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FA4A2E9-64C0-4D4D-A819-F07830B794C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D882ECE2-7419-BB7A-140B-11B9521941A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1A76FD4-0A56-F354-74CB-B55ED307B892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A9D12C9-5C09-A810-7CD5-8F51FFB1EE7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F3DAFED6-0371-9D25-1EBF-8A83D4506A7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79ECCD4-F86B-411F-2065-437FEC4041B6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864F358-D959-D4F0-5779-A905E4A4BDB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8D2341E-B6C3-21AC-58B9-987040E5879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77A52B-0952-DC40-F27A-26F96C3376C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98B6D0-B8C8-1373-2005-09883104E45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AC78E4-6E41-9D38-0A98-B60BD7E3DAE6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2E56C7F-B8EB-3F63-90C8-854BEDB3B80F}"/>
                </a:ext>
              </a:extLst>
            </p:cNvPr>
            <p:cNvSpPr txBox="1"/>
            <p:nvPr/>
          </p:nvSpPr>
          <p:spPr>
            <a:xfrm rot="5400000">
              <a:off x="4223665" y="2665490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417DF4B-5130-8DE6-2344-AECE2062EAC5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0D33AB-88F0-F745-276A-3753B74450AF}"/>
                </a:ext>
              </a:extLst>
            </p:cNvPr>
            <p:cNvSpPr txBox="1"/>
            <p:nvPr/>
          </p:nvSpPr>
          <p:spPr>
            <a:xfrm rot="5400000">
              <a:off x="2260453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15B7204-3725-FBED-BF4D-54999D4B34C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21720" y="1482461"/>
              <a:ext cx="4825443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8B5C40-8E0B-FE9E-CEDF-9528B9C73FF5}"/>
                </a:ext>
              </a:extLst>
            </p:cNvPr>
            <p:cNvSpPr txBox="1"/>
            <p:nvPr/>
          </p:nvSpPr>
          <p:spPr>
            <a:xfrm rot="5400000">
              <a:off x="2862370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BA5D14A-8F56-3F28-C78E-528D015F12E8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45EEF99-BFED-39EE-8749-DBE55CCB305D}"/>
                </a:ext>
              </a:extLst>
            </p:cNvPr>
            <p:cNvSpPr txBox="1"/>
            <p:nvPr/>
          </p:nvSpPr>
          <p:spPr>
            <a:xfrm rot="5400000">
              <a:off x="3312119" y="2630527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D312170-B8A1-440D-6434-B65D299BD519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1415370-19BD-174A-7BD8-60CBFB150F9A}"/>
                </a:ext>
              </a:extLst>
            </p:cNvPr>
            <p:cNvSpPr txBox="1"/>
            <p:nvPr/>
          </p:nvSpPr>
          <p:spPr>
            <a:xfrm rot="5400000">
              <a:off x="3763235" y="2630526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bit6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96E6DC0-F6E2-D7A6-5FC9-AD3B88D68EE6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4D696F3-8503-C0F7-BB43-F34FA6B6FBDD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41C6731-4110-5459-6D1C-E6EF0B55C160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2E8C191-6B1B-4DD2-2380-463C25BEE4E6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D219277-4A80-43C2-E88F-95BC5F4A3B43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713255E-B21C-4FA8-EB88-7E5F14286C4C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24B9CEC-3C89-4CE9-28AC-99B0E53C1E7B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74C030E-6490-E94D-B690-77F569F8339E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E0976BF-F90B-EFA9-4895-FDF1B0C3FCD3}"/>
              </a:ext>
            </a:extLst>
          </p:cNvPr>
          <p:cNvGrpSpPr/>
          <p:nvPr/>
        </p:nvGrpSpPr>
        <p:grpSpPr>
          <a:xfrm>
            <a:off x="2344996" y="2112491"/>
            <a:ext cx="1086251" cy="2080948"/>
            <a:chOff x="1688174" y="1407516"/>
            <a:chExt cx="1086251" cy="208094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500501B-659B-5F72-4C20-907A92B41B09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A57D25D-36F4-F864-D41C-5CE10906B30F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5A7AFDB-FC06-C91E-E362-E171A69695F8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08943365-CC37-29F3-FB6C-9DB81358F42C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E0AC03F-0E33-4F53-6679-DB9D7360F543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F467450-CA67-AA91-D5CA-60343E2F2299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C76B42B-6725-1DEE-51BE-5806F006FA1A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EA64BE9-F697-2298-817B-6ED4FEDE2952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B263224-ABB4-3739-676B-5B2ED8D5224A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7B18101-35FC-B7CC-1545-DC3E9836EC03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321FC1A-B8BE-9410-AEC6-3F18D638C0FF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801643FF-7A98-4D2C-6876-B4E433AFC4FE}"/>
              </a:ext>
            </a:extLst>
          </p:cNvPr>
          <p:cNvSpPr txBox="1"/>
          <p:nvPr/>
        </p:nvSpPr>
        <p:spPr>
          <a:xfrm>
            <a:off x="2940249" y="6166521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1BA1854-585C-E0D1-2906-9FC989CE7E70}"/>
              </a:ext>
            </a:extLst>
          </p:cNvPr>
          <p:cNvSpPr txBox="1"/>
          <p:nvPr/>
        </p:nvSpPr>
        <p:spPr>
          <a:xfrm>
            <a:off x="2941929" y="605368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7353B7-D16D-93A5-919C-681C0AFA6638}"/>
              </a:ext>
            </a:extLst>
          </p:cNvPr>
          <p:cNvSpPr txBox="1"/>
          <p:nvPr/>
        </p:nvSpPr>
        <p:spPr>
          <a:xfrm>
            <a:off x="2954835" y="4331794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E9E10D8-D39D-0706-38C8-6C98ABF5C4EF}"/>
              </a:ext>
            </a:extLst>
          </p:cNvPr>
          <p:cNvSpPr/>
          <p:nvPr/>
        </p:nvSpPr>
        <p:spPr>
          <a:xfrm rot="16200000">
            <a:off x="1563276" y="5117761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67D9899-71FD-F46D-9D00-2609BF0AEB9D}"/>
              </a:ext>
            </a:extLst>
          </p:cNvPr>
          <p:cNvCxnSpPr>
            <a:cxnSpLocks/>
          </p:cNvCxnSpPr>
          <p:nvPr/>
        </p:nvCxnSpPr>
        <p:spPr>
          <a:xfrm>
            <a:off x="2774204" y="6289633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992B149-6D15-D70A-0F6E-FCF88A46BCE2}"/>
              </a:ext>
            </a:extLst>
          </p:cNvPr>
          <p:cNvCxnSpPr>
            <a:cxnSpLocks/>
          </p:cNvCxnSpPr>
          <p:nvPr/>
        </p:nvCxnSpPr>
        <p:spPr>
          <a:xfrm>
            <a:off x="2774204" y="6181872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D6C19862-F0C7-17CB-6EC2-F3C7E8FF9A39}"/>
              </a:ext>
            </a:extLst>
          </p:cNvPr>
          <p:cNvCxnSpPr>
            <a:cxnSpLocks/>
          </p:cNvCxnSpPr>
          <p:nvPr/>
        </p:nvCxnSpPr>
        <p:spPr>
          <a:xfrm>
            <a:off x="2774204" y="6060232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B1AA5F41-7C79-09D6-904A-A0A804B67B48}"/>
              </a:ext>
            </a:extLst>
          </p:cNvPr>
          <p:cNvSpPr txBox="1"/>
          <p:nvPr/>
        </p:nvSpPr>
        <p:spPr>
          <a:xfrm rot="16200000">
            <a:off x="2651707" y="546459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E05582-0066-C80E-3F77-13837716DA15}"/>
              </a:ext>
            </a:extLst>
          </p:cNvPr>
          <p:cNvSpPr txBox="1"/>
          <p:nvPr/>
        </p:nvSpPr>
        <p:spPr>
          <a:xfrm rot="16200000">
            <a:off x="2627400" y="446270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00A8612-FA3B-B3CB-1301-18B2D12F161B}"/>
              </a:ext>
            </a:extLst>
          </p:cNvPr>
          <p:cNvSpPr txBox="1"/>
          <p:nvPr/>
        </p:nvSpPr>
        <p:spPr>
          <a:xfrm>
            <a:off x="2940249" y="5925051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7D9A2C3-94A4-350D-0EBE-FD77D91461B8}"/>
              </a:ext>
            </a:extLst>
          </p:cNvPr>
          <p:cNvCxnSpPr>
            <a:cxnSpLocks/>
          </p:cNvCxnSpPr>
          <p:nvPr/>
        </p:nvCxnSpPr>
        <p:spPr>
          <a:xfrm>
            <a:off x="2776073" y="4454904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3BF952D-DC4D-A674-F438-483480811088}"/>
              </a:ext>
            </a:extLst>
          </p:cNvPr>
          <p:cNvCxnSpPr>
            <a:cxnSpLocks/>
          </p:cNvCxnSpPr>
          <p:nvPr/>
        </p:nvCxnSpPr>
        <p:spPr>
          <a:xfrm>
            <a:off x="3272348" y="6047844"/>
            <a:ext cx="167124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DC43CEA3-B9DC-57FF-1C50-C70FF3B7F90B}"/>
              </a:ext>
            </a:extLst>
          </p:cNvPr>
          <p:cNvCxnSpPr>
            <a:cxnSpLocks/>
          </p:cNvCxnSpPr>
          <p:nvPr/>
        </p:nvCxnSpPr>
        <p:spPr>
          <a:xfrm>
            <a:off x="3285557" y="3814822"/>
            <a:ext cx="166806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9C54ABCB-9D4F-C3B7-24BC-43D3324EA67B}"/>
              </a:ext>
            </a:extLst>
          </p:cNvPr>
          <p:cNvCxnSpPr>
            <a:cxnSpLocks/>
          </p:cNvCxnSpPr>
          <p:nvPr/>
        </p:nvCxnSpPr>
        <p:spPr>
          <a:xfrm>
            <a:off x="4943596" y="4514608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>
            <a:extLst>
              <a:ext uri="{FF2B5EF4-FFF2-40B4-BE49-F238E27FC236}">
                <a16:creationId xmlns:a16="http://schemas.microsoft.com/office/drawing/2014/main" id="{7CF52A79-9192-2C21-1057-CC2B74C9355D}"/>
              </a:ext>
            </a:extLst>
          </p:cNvPr>
          <p:cNvSpPr/>
          <p:nvPr/>
        </p:nvSpPr>
        <p:spPr>
          <a:xfrm>
            <a:off x="5160964" y="4227939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A1BFA773-C14B-BE3E-BADE-44CD6477B0CD}"/>
              </a:ext>
            </a:extLst>
          </p:cNvPr>
          <p:cNvSpPr/>
          <p:nvPr/>
        </p:nvSpPr>
        <p:spPr>
          <a:xfrm>
            <a:off x="4895351" y="4004742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3104879-A364-7CCA-ED9C-32D581873CBB}"/>
              </a:ext>
            </a:extLst>
          </p:cNvPr>
          <p:cNvSpPr/>
          <p:nvPr/>
        </p:nvSpPr>
        <p:spPr>
          <a:xfrm>
            <a:off x="4899096" y="4445040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C53AF8A-6A04-AB43-CB94-E6AFE226ACB4}"/>
              </a:ext>
            </a:extLst>
          </p:cNvPr>
          <p:cNvCxnSpPr>
            <a:cxnSpLocks/>
            <a:endCxn id="89" idx="4"/>
          </p:cNvCxnSpPr>
          <p:nvPr/>
        </p:nvCxnSpPr>
        <p:spPr>
          <a:xfrm flipH="1" flipV="1">
            <a:off x="4949880" y="4113799"/>
            <a:ext cx="220262" cy="16866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60D6516-B99C-F3DD-31D7-7ACB799388DA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4949188" y="3800313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D7747FA-4C8D-D69A-9A86-D6C225684EC4}"/>
              </a:ext>
            </a:extLst>
          </p:cNvPr>
          <p:cNvSpPr txBox="1"/>
          <p:nvPr/>
        </p:nvSpPr>
        <p:spPr>
          <a:xfrm>
            <a:off x="5158020" y="3975042"/>
            <a:ext cx="6222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b="1"/>
              <a:t>CFGLR</a:t>
            </a:r>
            <a:endParaRPr lang="LID4096" sz="1100" b="1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BD4685-75D4-AF36-FF71-C2B8B205D278}"/>
              </a:ext>
            </a:extLst>
          </p:cNvPr>
          <p:cNvSpPr txBox="1"/>
          <p:nvPr/>
        </p:nvSpPr>
        <p:spPr>
          <a:xfrm>
            <a:off x="3421304" y="2292926"/>
            <a:ext cx="2074607" cy="127727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100"/>
              <a:t>Om pinnens spänning är 3.2V</a:t>
            </a:r>
          </a:p>
          <a:p>
            <a:r>
              <a:rPr lang="sv-SE" sz="1100"/>
              <a:t>får motsvarande bit i inregistret</a:t>
            </a:r>
            <a:br>
              <a:rPr lang="sv-SE" sz="1100"/>
            </a:br>
            <a:r>
              <a:rPr lang="sv-SE" sz="1100"/>
              <a:t>värdet 1.</a:t>
            </a:r>
          </a:p>
          <a:p>
            <a:endParaRPr lang="sv-SE" sz="1100"/>
          </a:p>
          <a:p>
            <a:r>
              <a:rPr lang="sv-SE" sz="1100"/>
              <a:t>Om pinnens spänning är 0V</a:t>
            </a:r>
            <a:br>
              <a:rPr lang="sv-SE" sz="1100"/>
            </a:br>
            <a:r>
              <a:rPr lang="sv-SE" sz="1100"/>
              <a:t>får motsvarande bit i inregistret</a:t>
            </a:r>
            <a:br>
              <a:rPr lang="sv-SE" sz="1100"/>
            </a:br>
            <a:r>
              <a:rPr lang="sv-SE" sz="1100"/>
              <a:t>värdet 0. </a:t>
            </a:r>
            <a:endParaRPr lang="LID4096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95D310C-6238-DDEA-8451-AEA436232273}"/>
              </a:ext>
            </a:extLst>
          </p:cNvPr>
          <p:cNvSpPr txBox="1"/>
          <p:nvPr/>
        </p:nvSpPr>
        <p:spPr>
          <a:xfrm>
            <a:off x="482002" y="2884189"/>
            <a:ext cx="1511952" cy="43088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sz="1100"/>
              <a:t>Processorn läser från </a:t>
            </a:r>
            <a:br>
              <a:rPr lang="sv-SE" sz="1100"/>
            </a:br>
            <a:r>
              <a:rPr lang="sv-SE" sz="1100"/>
              <a:t>INDR</a:t>
            </a:r>
            <a:endParaRPr lang="LID4096" sz="1100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2AB09C3-6E48-D1E9-9D18-263D1266DD93}"/>
              </a:ext>
            </a:extLst>
          </p:cNvPr>
          <p:cNvGrpSpPr/>
          <p:nvPr/>
        </p:nvGrpSpPr>
        <p:grpSpPr>
          <a:xfrm>
            <a:off x="8236412" y="3684305"/>
            <a:ext cx="2260949" cy="1207645"/>
            <a:chOff x="2809033" y="2759564"/>
            <a:chExt cx="5474630" cy="2924175"/>
          </a:xfrm>
        </p:grpSpPr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1F708516-3960-4C00-338A-EBC4357EA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1438" y="2759564"/>
              <a:ext cx="2562225" cy="2924175"/>
            </a:xfrm>
            <a:prstGeom prst="rect">
              <a:avLst/>
            </a:prstGeom>
          </p:spPr>
        </p:pic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32BD46DB-27E3-D464-F007-6A6EA7924CA0}"/>
                </a:ext>
              </a:extLst>
            </p:cNvPr>
            <p:cNvSpPr/>
            <p:nvPr/>
          </p:nvSpPr>
          <p:spPr>
            <a:xfrm>
              <a:off x="2809033" y="4224396"/>
              <a:ext cx="3500389" cy="1228885"/>
            </a:xfrm>
            <a:custGeom>
              <a:avLst/>
              <a:gdLst>
                <a:gd name="connsiteX0" fmla="*/ 666925 w 666925"/>
                <a:gd name="connsiteY0" fmla="*/ 0 h 755009"/>
                <a:gd name="connsiteX1" fmla="*/ 360727 w 666925"/>
                <a:gd name="connsiteY1" fmla="*/ 444616 h 755009"/>
                <a:gd name="connsiteX2" fmla="*/ 0 w 666925"/>
                <a:gd name="connsiteY2" fmla="*/ 755009 h 755009"/>
                <a:gd name="connsiteX0" fmla="*/ 2903870 w 2903870"/>
                <a:gd name="connsiteY0" fmla="*/ 174420 h 632056"/>
                <a:gd name="connsiteX1" fmla="*/ 2597672 w 2903870"/>
                <a:gd name="connsiteY1" fmla="*/ 619036 h 632056"/>
                <a:gd name="connsiteX2" fmla="*/ 0 w 2903870"/>
                <a:gd name="connsiteY2" fmla="*/ 7180 h 632056"/>
                <a:gd name="connsiteX0" fmla="*/ 2903870 w 2903870"/>
                <a:gd name="connsiteY0" fmla="*/ 167276 h 626236"/>
                <a:gd name="connsiteX1" fmla="*/ 2597672 w 2903870"/>
                <a:gd name="connsiteY1" fmla="*/ 611892 h 626236"/>
                <a:gd name="connsiteX2" fmla="*/ 0 w 2903870"/>
                <a:gd name="connsiteY2" fmla="*/ 36 h 626236"/>
                <a:gd name="connsiteX0" fmla="*/ 2903870 w 2903870"/>
                <a:gd name="connsiteY0" fmla="*/ 216392 h 671834"/>
                <a:gd name="connsiteX1" fmla="*/ 2597672 w 2903870"/>
                <a:gd name="connsiteY1" fmla="*/ 661008 h 671834"/>
                <a:gd name="connsiteX2" fmla="*/ 0 w 2903870"/>
                <a:gd name="connsiteY2" fmla="*/ 49152 h 671834"/>
                <a:gd name="connsiteX0" fmla="*/ 3500389 w 3500389"/>
                <a:gd name="connsiteY0" fmla="*/ 1052303 h 1076763"/>
                <a:gd name="connsiteX1" fmla="*/ 2597672 w 3500389"/>
                <a:gd name="connsiteY1" fmla="*/ 661008 h 1076763"/>
                <a:gd name="connsiteX2" fmla="*/ 0 w 3500389"/>
                <a:gd name="connsiteY2" fmla="*/ 49152 h 1076763"/>
                <a:gd name="connsiteX0" fmla="*/ 3500389 w 3500389"/>
                <a:gd name="connsiteY0" fmla="*/ 1044459 h 1079139"/>
                <a:gd name="connsiteX1" fmla="*/ 1624405 w 3500389"/>
                <a:gd name="connsiteY1" fmla="*/ 880783 h 1079139"/>
                <a:gd name="connsiteX2" fmla="*/ 0 w 3500389"/>
                <a:gd name="connsiteY2" fmla="*/ 41308 h 1079139"/>
                <a:gd name="connsiteX0" fmla="*/ 3500389 w 3500389"/>
                <a:gd name="connsiteY0" fmla="*/ 1044459 h 1102143"/>
                <a:gd name="connsiteX1" fmla="*/ 1624405 w 3500389"/>
                <a:gd name="connsiteY1" fmla="*/ 880783 h 1102143"/>
                <a:gd name="connsiteX2" fmla="*/ 0 w 3500389"/>
                <a:gd name="connsiteY2" fmla="*/ 41308 h 1102143"/>
                <a:gd name="connsiteX0" fmla="*/ 3500389 w 3500389"/>
                <a:gd name="connsiteY0" fmla="*/ 1056292 h 1113976"/>
                <a:gd name="connsiteX1" fmla="*/ 1624405 w 3500389"/>
                <a:gd name="connsiteY1" fmla="*/ 892616 h 1113976"/>
                <a:gd name="connsiteX2" fmla="*/ 0 w 3500389"/>
                <a:gd name="connsiteY2" fmla="*/ 53141 h 1113976"/>
                <a:gd name="connsiteX0" fmla="*/ 3500389 w 3500389"/>
                <a:gd name="connsiteY0" fmla="*/ 1056292 h 1138952"/>
                <a:gd name="connsiteX1" fmla="*/ 1624405 w 3500389"/>
                <a:gd name="connsiteY1" fmla="*/ 892616 h 1138952"/>
                <a:gd name="connsiteX2" fmla="*/ 0 w 3500389"/>
                <a:gd name="connsiteY2" fmla="*/ 53141 h 1138952"/>
                <a:gd name="connsiteX0" fmla="*/ 3500389 w 3500389"/>
                <a:gd name="connsiteY0" fmla="*/ 1003151 h 1085811"/>
                <a:gd name="connsiteX1" fmla="*/ 1624405 w 3500389"/>
                <a:gd name="connsiteY1" fmla="*/ 839475 h 1085811"/>
                <a:gd name="connsiteX2" fmla="*/ 0 w 3500389"/>
                <a:gd name="connsiteY2" fmla="*/ 0 h 1085811"/>
                <a:gd name="csX0" fmla="*/ 3500389 w 3500389"/>
                <a:gd name="csY0" fmla="*/ 1003151 h 1228886"/>
                <a:gd name="csX1" fmla="*/ 1624405 w 3500389"/>
                <a:gd name="csY1" fmla="*/ 839475 h 1228886"/>
                <a:gd name="csX2" fmla="*/ 0 w 3500389"/>
                <a:gd name="csY2" fmla="*/ 0 h 12288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3500389" h="1228886">
                  <a:moveTo>
                    <a:pt x="3500389" y="1003151"/>
                  </a:moveTo>
                  <a:cubicBezTo>
                    <a:pt x="3392473" y="1484783"/>
                    <a:pt x="2018121" y="1082539"/>
                    <a:pt x="1624405" y="839475"/>
                  </a:cubicBezTo>
                  <a:cubicBezTo>
                    <a:pt x="1246387" y="631731"/>
                    <a:pt x="795869" y="5832"/>
                    <a:pt x="0" y="0"/>
                  </a:cubicBezTo>
                </a:path>
              </a:pathLst>
            </a:custGeom>
            <a:noFill/>
            <a:ln w="3810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102" name="Picture 101">
            <a:extLst>
              <a:ext uri="{FF2B5EF4-FFF2-40B4-BE49-F238E27FC236}">
                <a16:creationId xmlns:a16="http://schemas.microsoft.com/office/drawing/2014/main" id="{C6C18E8F-2A32-4657-D90E-18BCD344B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8783" y="2652956"/>
            <a:ext cx="724282" cy="1277604"/>
          </a:xfrm>
          <a:prstGeom prst="rect">
            <a:avLst/>
          </a:prstGeom>
        </p:spPr>
      </p:pic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B60F4647-6895-E4D4-E7AA-2855CBAE89C9}"/>
              </a:ext>
            </a:extLst>
          </p:cNvPr>
          <p:cNvSpPr/>
          <p:nvPr/>
        </p:nvSpPr>
        <p:spPr>
          <a:xfrm>
            <a:off x="10411826" y="3741690"/>
            <a:ext cx="496871" cy="843749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onnsiteX0" fmla="*/ 2903870 w 2903870"/>
              <a:gd name="connsiteY0" fmla="*/ 174420 h 632056"/>
              <a:gd name="connsiteX1" fmla="*/ 2597672 w 2903870"/>
              <a:gd name="connsiteY1" fmla="*/ 619036 h 632056"/>
              <a:gd name="connsiteX2" fmla="*/ 0 w 2903870"/>
              <a:gd name="connsiteY2" fmla="*/ 7180 h 632056"/>
              <a:gd name="connsiteX0" fmla="*/ 2903870 w 2903870"/>
              <a:gd name="connsiteY0" fmla="*/ 167276 h 626236"/>
              <a:gd name="connsiteX1" fmla="*/ 2597672 w 2903870"/>
              <a:gd name="connsiteY1" fmla="*/ 611892 h 626236"/>
              <a:gd name="connsiteX2" fmla="*/ 0 w 2903870"/>
              <a:gd name="connsiteY2" fmla="*/ 36 h 626236"/>
              <a:gd name="connsiteX0" fmla="*/ 2903870 w 2903870"/>
              <a:gd name="connsiteY0" fmla="*/ 216392 h 671834"/>
              <a:gd name="connsiteX1" fmla="*/ 2597672 w 2903870"/>
              <a:gd name="connsiteY1" fmla="*/ 661008 h 671834"/>
              <a:gd name="connsiteX2" fmla="*/ 0 w 2903870"/>
              <a:gd name="connsiteY2" fmla="*/ 49152 h 671834"/>
              <a:gd name="connsiteX0" fmla="*/ 3500389 w 3500389"/>
              <a:gd name="connsiteY0" fmla="*/ 1052303 h 1076763"/>
              <a:gd name="connsiteX1" fmla="*/ 2597672 w 3500389"/>
              <a:gd name="connsiteY1" fmla="*/ 661008 h 1076763"/>
              <a:gd name="connsiteX2" fmla="*/ 0 w 3500389"/>
              <a:gd name="connsiteY2" fmla="*/ 49152 h 1076763"/>
              <a:gd name="connsiteX0" fmla="*/ 3500389 w 3500389"/>
              <a:gd name="connsiteY0" fmla="*/ 1044459 h 1079139"/>
              <a:gd name="connsiteX1" fmla="*/ 1624405 w 3500389"/>
              <a:gd name="connsiteY1" fmla="*/ 880783 h 1079139"/>
              <a:gd name="connsiteX2" fmla="*/ 0 w 3500389"/>
              <a:gd name="connsiteY2" fmla="*/ 41308 h 1079139"/>
              <a:gd name="connsiteX0" fmla="*/ 3500389 w 3500389"/>
              <a:gd name="connsiteY0" fmla="*/ 1044459 h 1102143"/>
              <a:gd name="connsiteX1" fmla="*/ 1624405 w 3500389"/>
              <a:gd name="connsiteY1" fmla="*/ 880783 h 1102143"/>
              <a:gd name="connsiteX2" fmla="*/ 0 w 3500389"/>
              <a:gd name="connsiteY2" fmla="*/ 41308 h 1102143"/>
              <a:gd name="connsiteX0" fmla="*/ 3500389 w 3500389"/>
              <a:gd name="connsiteY0" fmla="*/ 1056292 h 1113976"/>
              <a:gd name="connsiteX1" fmla="*/ 1624405 w 3500389"/>
              <a:gd name="connsiteY1" fmla="*/ 892616 h 1113976"/>
              <a:gd name="connsiteX2" fmla="*/ 0 w 3500389"/>
              <a:gd name="connsiteY2" fmla="*/ 53141 h 1113976"/>
              <a:gd name="connsiteX0" fmla="*/ 3500389 w 3500389"/>
              <a:gd name="connsiteY0" fmla="*/ 1056292 h 1138952"/>
              <a:gd name="connsiteX1" fmla="*/ 1624405 w 3500389"/>
              <a:gd name="connsiteY1" fmla="*/ 892616 h 1138952"/>
              <a:gd name="connsiteX2" fmla="*/ 0 w 3500389"/>
              <a:gd name="connsiteY2" fmla="*/ 53141 h 1138952"/>
              <a:gd name="connsiteX0" fmla="*/ 3500389 w 3500389"/>
              <a:gd name="connsiteY0" fmla="*/ 1003151 h 1085811"/>
              <a:gd name="connsiteX1" fmla="*/ 1624405 w 3500389"/>
              <a:gd name="connsiteY1" fmla="*/ 839475 h 1085811"/>
              <a:gd name="connsiteX2" fmla="*/ 0 w 3500389"/>
              <a:gd name="connsiteY2" fmla="*/ 0 h 1085811"/>
              <a:gd name="csX0" fmla="*/ 3500389 w 3500389"/>
              <a:gd name="csY0" fmla="*/ 1003151 h 1228886"/>
              <a:gd name="csX1" fmla="*/ 1624405 w 3500389"/>
              <a:gd name="csY1" fmla="*/ 839475 h 1228886"/>
              <a:gd name="csX2" fmla="*/ 0 w 3500389"/>
              <a:gd name="csY2" fmla="*/ 0 h 1228886"/>
              <a:gd name="csX0" fmla="*/ 3500389 w 3500389"/>
              <a:gd name="csY0" fmla="*/ 1003151 h 1003152"/>
              <a:gd name="csX1" fmla="*/ 0 w 3500389"/>
              <a:gd name="csY1" fmla="*/ 0 h 1003152"/>
              <a:gd name="csX0" fmla="*/ 2097077 w 2097077"/>
              <a:gd name="csY0" fmla="*/ 181953 h 181953"/>
              <a:gd name="csX1" fmla="*/ 0 w 2097077"/>
              <a:gd name="csY1" fmla="*/ 0 h 181953"/>
              <a:gd name="csX0" fmla="*/ 1203116 w 1203116"/>
              <a:gd name="csY0" fmla="*/ 0 h 2042562"/>
              <a:gd name="csX1" fmla="*/ 0 w 1203116"/>
              <a:gd name="csY1" fmla="*/ 2042562 h 2042562"/>
              <a:gd name="csX0" fmla="*/ 1203116 w 1203116"/>
              <a:gd name="csY0" fmla="*/ 0 h 2042562"/>
              <a:gd name="csX1" fmla="*/ 0 w 1203116"/>
              <a:gd name="csY1" fmla="*/ 2042562 h 2042562"/>
              <a:gd name="csX0" fmla="*/ 1203116 w 1203116"/>
              <a:gd name="csY0" fmla="*/ 472 h 2043034"/>
              <a:gd name="csX1" fmla="*/ 0 w 1203116"/>
              <a:gd name="csY1" fmla="*/ 2043034 h 2043034"/>
              <a:gd name="csX0" fmla="*/ 1203116 w 1203116"/>
              <a:gd name="csY0" fmla="*/ 484 h 2043046"/>
              <a:gd name="csX1" fmla="*/ 0 w 1203116"/>
              <a:gd name="csY1" fmla="*/ 2043046 h 20430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03116" h="2043046">
                <a:moveTo>
                  <a:pt x="1203116" y="484"/>
                </a:moveTo>
                <a:cubicBezTo>
                  <a:pt x="375886" y="-35912"/>
                  <a:pt x="1201448" y="1996282"/>
                  <a:pt x="0" y="2043046"/>
                </a:cubicBezTo>
              </a:path>
            </a:pathLst>
          </a:cu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29F90E25-4AFE-0EE5-5F76-4E21A164F1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8782" y="4032372"/>
            <a:ext cx="525017" cy="686243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1CB428C3-2096-F920-6285-2F121F39312E}"/>
              </a:ext>
            </a:extLst>
          </p:cNvPr>
          <p:cNvSpPr txBox="1"/>
          <p:nvPr/>
        </p:nvSpPr>
        <p:spPr>
          <a:xfrm>
            <a:off x="3644358" y="3828576"/>
            <a:ext cx="11560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700"/>
              <a:t>...01011100101010010...</a:t>
            </a:r>
            <a:endParaRPr lang="LID4096" sz="700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FB543A31-3654-6DE6-07B1-5A648952C1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6640" y="4815298"/>
            <a:ext cx="870435" cy="49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0DA3-A3DD-0992-B269-261E79D32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D3DA155-721F-25B4-4082-079F021208E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/>
              <a:t>Recap: Konfigurera som in- eller ut-pinne.</a:t>
            </a:r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2CAF6C-D582-9B19-9F29-457129DE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Konfigurera pinnar</a:t>
            </a:r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9BCC2-BE66-8ED0-3606-0973EF96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56665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424505-ABF2-59EB-9E70-3415C7058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286" y="2561063"/>
            <a:ext cx="3900312" cy="33007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402B27-6515-E66B-ECE8-8649D02413D6}"/>
              </a:ext>
            </a:extLst>
          </p:cNvPr>
          <p:cNvSpPr txBox="1"/>
          <p:nvPr/>
        </p:nvSpPr>
        <p:spPr>
          <a:xfrm>
            <a:off x="3462919" y="5505403"/>
            <a:ext cx="5020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 b="1"/>
              <a:t>etc...</a:t>
            </a:r>
            <a:endParaRPr lang="LID4096" sz="1050" b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056178-2C71-378B-FCCC-780412653A40}"/>
              </a:ext>
            </a:extLst>
          </p:cNvPr>
          <p:cNvSpPr/>
          <p:nvPr/>
        </p:nvSpPr>
        <p:spPr>
          <a:xfrm>
            <a:off x="3630256" y="2871989"/>
            <a:ext cx="1907659" cy="210355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01DF68-40C9-4ECB-E41D-AB5E6BC6B8D0}"/>
              </a:ext>
            </a:extLst>
          </p:cNvPr>
          <p:cNvSpPr/>
          <p:nvPr/>
        </p:nvSpPr>
        <p:spPr>
          <a:xfrm>
            <a:off x="146520" y="2518534"/>
            <a:ext cx="1907659" cy="210355"/>
          </a:xfrm>
          <a:prstGeom prst="roundRect">
            <a:avLst/>
          </a:prstGeom>
          <a:noFill/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BCEB293-0C9E-F8FF-8D8D-4B134C3CC680}"/>
              </a:ext>
            </a:extLst>
          </p:cNvPr>
          <p:cNvGrpSpPr/>
          <p:nvPr/>
        </p:nvGrpSpPr>
        <p:grpSpPr>
          <a:xfrm>
            <a:off x="3953813" y="3294530"/>
            <a:ext cx="5142964" cy="1114339"/>
            <a:chOff x="3953813" y="3294530"/>
            <a:chExt cx="5142964" cy="11143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E41E32-69E2-96C0-597E-ACD81EE54D31}"/>
                </a:ext>
              </a:extLst>
            </p:cNvPr>
            <p:cNvSpPr/>
            <p:nvPr/>
          </p:nvSpPr>
          <p:spPr>
            <a:xfrm>
              <a:off x="3953813" y="3966694"/>
              <a:ext cx="764147" cy="442175"/>
            </a:xfrm>
            <a:prstGeom prst="rect">
              <a:avLst/>
            </a:prstGeom>
            <a:noFill/>
            <a:ln w="254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46F249D-E168-E570-3509-6A0D906859EB}"/>
                </a:ext>
              </a:extLst>
            </p:cNvPr>
            <p:cNvSpPr/>
            <p:nvPr/>
          </p:nvSpPr>
          <p:spPr>
            <a:xfrm>
              <a:off x="4323008" y="3541690"/>
              <a:ext cx="4773769" cy="699752"/>
            </a:xfrm>
            <a:custGeom>
              <a:avLst/>
              <a:gdLst>
                <a:gd name="csX0" fmla="*/ 0 w 4773769"/>
                <a:gd name="csY0" fmla="*/ 412124 h 699752"/>
                <a:gd name="csX1" fmla="*/ 0 w 4773769"/>
                <a:gd name="csY1" fmla="*/ 0 h 699752"/>
                <a:gd name="csX2" fmla="*/ 4292958 w 4773769"/>
                <a:gd name="csY2" fmla="*/ 0 h 699752"/>
                <a:gd name="csX3" fmla="*/ 4773769 w 4773769"/>
                <a:gd name="csY3" fmla="*/ 699752 h 699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73769" h="699752">
                  <a:moveTo>
                    <a:pt x="0" y="412124"/>
                  </a:moveTo>
                  <a:lnTo>
                    <a:pt x="0" y="0"/>
                  </a:lnTo>
                  <a:lnTo>
                    <a:pt x="4292958" y="0"/>
                  </a:lnTo>
                  <a:lnTo>
                    <a:pt x="4773769" y="699752"/>
                  </a:lnTo>
                </a:path>
              </a:pathLst>
            </a:cu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344ACA-C871-4FF0-19D7-021905209043}"/>
                </a:ext>
              </a:extLst>
            </p:cNvPr>
            <p:cNvSpPr txBox="1"/>
            <p:nvPr/>
          </p:nvSpPr>
          <p:spPr>
            <a:xfrm>
              <a:off x="5552663" y="3294530"/>
              <a:ext cx="4780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 b="1">
                  <a:solidFill>
                    <a:schemeClr val="accent5">
                      <a:lumMod val="75000"/>
                    </a:schemeClr>
                  </a:solidFill>
                </a:rPr>
                <a:t>pin 2</a:t>
              </a:r>
              <a:endParaRPr lang="LID4096" sz="105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7C18010-BBCA-77F8-6376-CAD3A1C34BF4}"/>
              </a:ext>
            </a:extLst>
          </p:cNvPr>
          <p:cNvSpPr/>
          <p:nvPr/>
        </p:nvSpPr>
        <p:spPr>
          <a:xfrm>
            <a:off x="4009623" y="4228563"/>
            <a:ext cx="270456" cy="154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08944-EAB2-E283-7A97-E0F2912ECBA6}"/>
              </a:ext>
            </a:extLst>
          </p:cNvPr>
          <p:cNvSpPr/>
          <p:nvPr/>
        </p:nvSpPr>
        <p:spPr>
          <a:xfrm>
            <a:off x="4372376" y="4211428"/>
            <a:ext cx="323047" cy="154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CCEA3-4C67-39CC-DF47-9B7F34D36A16}"/>
              </a:ext>
            </a:extLst>
          </p:cNvPr>
          <p:cNvSpPr txBox="1"/>
          <p:nvPr/>
        </p:nvSpPr>
        <p:spPr>
          <a:xfrm>
            <a:off x="3987674" y="4163068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00</a:t>
            </a:r>
            <a:endParaRPr lang="LID4096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84478-8283-DEC2-B691-052CE706680D}"/>
              </a:ext>
            </a:extLst>
          </p:cNvPr>
          <p:cNvSpPr txBox="1"/>
          <p:nvPr/>
        </p:nvSpPr>
        <p:spPr>
          <a:xfrm>
            <a:off x="4364622" y="4155164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10</a:t>
            </a:r>
            <a:endParaRPr lang="LID4096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219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6218C-B8C6-9745-54FC-CF5C2C57E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7A28329-0410-BA27-A521-9A610F07BB34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/>
              <a:t>Recap: Konfigurera som in- eller ut-pinne.</a:t>
            </a:r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7A8B6-5E54-A144-F412-9785BB81A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Konfigurera pinnar</a:t>
            </a:r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0243D2-6019-B9D8-3C42-120E9A6D5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56665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F233F1-2D27-269A-7558-7C2919368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286" y="2561063"/>
            <a:ext cx="3900312" cy="33007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5C35C7-E7EC-BAAF-66DA-EBFCC6BE2542}"/>
              </a:ext>
            </a:extLst>
          </p:cNvPr>
          <p:cNvSpPr txBox="1"/>
          <p:nvPr/>
        </p:nvSpPr>
        <p:spPr>
          <a:xfrm>
            <a:off x="3462919" y="5505403"/>
            <a:ext cx="5020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 b="1"/>
              <a:t>etc...</a:t>
            </a:r>
            <a:endParaRPr lang="LID4096" sz="1050" b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0E30C7-04B0-A26D-A6A3-FF10BB3638B4}"/>
              </a:ext>
            </a:extLst>
          </p:cNvPr>
          <p:cNvSpPr/>
          <p:nvPr/>
        </p:nvSpPr>
        <p:spPr>
          <a:xfrm>
            <a:off x="3580069" y="1944498"/>
            <a:ext cx="1907659" cy="210355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C9CF0E-E45F-9AAA-23D9-6E13B316E4C8}"/>
              </a:ext>
            </a:extLst>
          </p:cNvPr>
          <p:cNvSpPr/>
          <p:nvPr/>
        </p:nvSpPr>
        <p:spPr>
          <a:xfrm>
            <a:off x="155106" y="1839320"/>
            <a:ext cx="1907659" cy="210355"/>
          </a:xfrm>
          <a:prstGeom prst="roundRect">
            <a:avLst/>
          </a:prstGeom>
          <a:noFill/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A3B694B-5268-0BA0-14CC-E3E2A7B32A1C}"/>
              </a:ext>
            </a:extLst>
          </p:cNvPr>
          <p:cNvGrpSpPr/>
          <p:nvPr/>
        </p:nvGrpSpPr>
        <p:grpSpPr>
          <a:xfrm>
            <a:off x="3953813" y="3294530"/>
            <a:ext cx="5142964" cy="1114339"/>
            <a:chOff x="3953813" y="3294530"/>
            <a:chExt cx="5142964" cy="11143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E041D7-285F-AC88-CE27-2A42D25455DD}"/>
                </a:ext>
              </a:extLst>
            </p:cNvPr>
            <p:cNvSpPr/>
            <p:nvPr/>
          </p:nvSpPr>
          <p:spPr>
            <a:xfrm>
              <a:off x="3953813" y="3966694"/>
              <a:ext cx="764147" cy="442175"/>
            </a:xfrm>
            <a:prstGeom prst="rect">
              <a:avLst/>
            </a:prstGeom>
            <a:noFill/>
            <a:ln w="254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94A17EB-4191-C7A1-65B5-7633D64B2496}"/>
                </a:ext>
              </a:extLst>
            </p:cNvPr>
            <p:cNvSpPr/>
            <p:nvPr/>
          </p:nvSpPr>
          <p:spPr>
            <a:xfrm>
              <a:off x="4323008" y="3541690"/>
              <a:ext cx="4773769" cy="699752"/>
            </a:xfrm>
            <a:custGeom>
              <a:avLst/>
              <a:gdLst>
                <a:gd name="csX0" fmla="*/ 0 w 4773769"/>
                <a:gd name="csY0" fmla="*/ 412124 h 699752"/>
                <a:gd name="csX1" fmla="*/ 0 w 4773769"/>
                <a:gd name="csY1" fmla="*/ 0 h 699752"/>
                <a:gd name="csX2" fmla="*/ 4292958 w 4773769"/>
                <a:gd name="csY2" fmla="*/ 0 h 699752"/>
                <a:gd name="csX3" fmla="*/ 4773769 w 4773769"/>
                <a:gd name="csY3" fmla="*/ 699752 h 699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73769" h="699752">
                  <a:moveTo>
                    <a:pt x="0" y="412124"/>
                  </a:moveTo>
                  <a:lnTo>
                    <a:pt x="0" y="0"/>
                  </a:lnTo>
                  <a:lnTo>
                    <a:pt x="4292958" y="0"/>
                  </a:lnTo>
                  <a:lnTo>
                    <a:pt x="4773769" y="699752"/>
                  </a:lnTo>
                </a:path>
              </a:pathLst>
            </a:cu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0B9EA7-954E-5E75-0FAF-9DE92E30EA9D}"/>
                </a:ext>
              </a:extLst>
            </p:cNvPr>
            <p:cNvSpPr txBox="1"/>
            <p:nvPr/>
          </p:nvSpPr>
          <p:spPr>
            <a:xfrm>
              <a:off x="5552663" y="3294530"/>
              <a:ext cx="4780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 b="1">
                  <a:solidFill>
                    <a:schemeClr val="accent5">
                      <a:lumMod val="75000"/>
                    </a:schemeClr>
                  </a:solidFill>
                </a:rPr>
                <a:t>pin 2</a:t>
              </a:r>
              <a:endParaRPr lang="LID4096" sz="105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035CA9F-1A62-3BEF-DF18-7C317BAE501D}"/>
              </a:ext>
            </a:extLst>
          </p:cNvPr>
          <p:cNvSpPr/>
          <p:nvPr/>
        </p:nvSpPr>
        <p:spPr>
          <a:xfrm>
            <a:off x="4009623" y="4228563"/>
            <a:ext cx="270456" cy="154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E3DDD2-3093-62C4-E6FB-8CA311889761}"/>
              </a:ext>
            </a:extLst>
          </p:cNvPr>
          <p:cNvSpPr/>
          <p:nvPr/>
        </p:nvSpPr>
        <p:spPr>
          <a:xfrm>
            <a:off x="4372376" y="4211428"/>
            <a:ext cx="323047" cy="154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0BF45-2A7F-E1E5-4221-09BE4620693B}"/>
              </a:ext>
            </a:extLst>
          </p:cNvPr>
          <p:cNvSpPr txBox="1"/>
          <p:nvPr/>
        </p:nvSpPr>
        <p:spPr>
          <a:xfrm>
            <a:off x="3987674" y="4163068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01</a:t>
            </a:r>
            <a:endParaRPr lang="LID4096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67BBD3-559A-4E43-EEFC-364B180F7EBD}"/>
              </a:ext>
            </a:extLst>
          </p:cNvPr>
          <p:cNvSpPr txBox="1"/>
          <p:nvPr/>
        </p:nvSpPr>
        <p:spPr>
          <a:xfrm>
            <a:off x="4364622" y="4155164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00</a:t>
            </a:r>
            <a:endParaRPr lang="LID4096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28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4930-46C1-C266-96F3-0F8881B4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521FFE-2895-233E-C649-9B08AE9A8B0A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E7AF576-E56F-A2B0-43E0-723EC27F8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AF6D22-5A5A-B65A-5C61-52BDFD370FC4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827B7CE-E164-1797-D5F5-7DC6A12FE38B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86DB6A-E6FC-611E-5869-C3831A32605F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C436FC1-4345-4F07-CCDA-5136F94E950A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70A2A7E-4DC3-F818-6625-8722E0D73E3F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C423AEE-515A-313A-7C91-AFDA48CD5CE0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1128A8F-27A7-A5B5-91B7-93EBD8E742C8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B56A423-D097-3B23-3FBD-1DB74741D09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D86E30C-7F84-985B-0259-3AE33FFCEE4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509D8C7-31B9-BA78-C1B0-DD6CA36B45E1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05E26A9-BD75-9752-F064-1F28E3FDD81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04B6702-3379-BEE7-FF7A-94A86DD0F04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4157860-DCE8-2F8B-8000-C31B8B499332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73ED612-763A-FED1-E3B2-4B8D3642FF3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43F5D6B-A77C-D1E1-CA14-5188FD5B0F5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D46C261-48B9-5CAE-F281-D2516B65C08D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1D9CFC9-C6D9-3682-FB44-694939DE91A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5BC4AFC-6FCA-68A3-08AE-B7FF6751391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738AB4A-2F07-819D-BC97-398D12637D2B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C9F1AF7-ED07-0783-7980-C11A2935FE4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AA09995-8EA1-8C33-62D2-7EA275AE5BA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5A446A5-77E1-CC3F-1ADC-B576D3D1351E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F2004D2-E88D-1033-3982-3F40755FC82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71A0560A-96C9-028B-5A4F-B93CECB09B8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2C9C8D9-4229-6615-86C9-3C32303D040A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41B23B9-47B9-632F-0DED-829FAD79A7F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013F982-8967-E4B5-4D97-2AFF102D803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D3A8BE8-DB31-ACC0-1EAD-D46D2B9BBC3A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700C3D8-556B-233C-6258-9EEAA06F732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C498DBF-E08B-0722-4C02-486B0BA89F5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45E9425-ABB0-853B-3864-48F747054D3C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391AE85-FB48-34D3-8BC5-83CE9D63A37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CCB98508-337C-1CC5-D142-AE101330AAC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0852903-5889-9C02-909A-A99BAB9753AF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70DA1B1-E9BE-6CA6-ACCF-7C44D46F31D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C29B083-CDC3-FAD0-5AB2-BB4761991C6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DF9120-23CA-FC38-4761-FBDBA423F17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15AA34-0EE4-90FE-A637-86B57D209FBD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0F391A5-BFCF-8F53-5D3E-0E668A279025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044791D-542F-3061-5543-9B0235C83F5D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1D3059B-C944-D63D-969F-E70C4696F686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D92F527-56E3-3DE1-6DE9-6312EEAC1786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27E805-7D67-AA3A-AF10-155E045D35FC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11B0987-4E86-CE49-1A9E-0BDCC1A09D9A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A269ACD-FAD5-4818-8216-6492533AD73E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1A57BD9-99AD-6F23-53C3-34DB09ECB2C1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89F4DBC-A06D-C2C9-5E8D-8C9D63E14750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8E949EB-23A4-3545-B3C9-1646FBCA1383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FF80EC-6DEB-E5B7-CB0F-A1D8DD163EA2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82C08B3-DF25-FD21-46C4-8AB9365AF898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153BEB1-5981-DA6B-A180-06D65DFFE028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DDE375A-5996-66F4-4B3C-A06E16E7CFBD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75124F7-328C-4DD7-0A17-82960F23FFDA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C851486-ECE7-EDB9-A992-6E55E96A1FF2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BDFB45B-963D-79F8-D92D-564FCF8C16C0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CC83829-C97C-24A7-D1BD-C49D5D5BCFB3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FD2F9F7A-CFA5-0C2E-CA38-3356ABA04381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35F777BB-3306-2BC2-11A1-543AD71E9321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E35A296-4494-3D06-662E-9C93523346E9}"/>
              </a:ext>
            </a:extLst>
          </p:cNvPr>
          <p:cNvSpPr/>
          <p:nvPr/>
        </p:nvSpPr>
        <p:spPr>
          <a:xfrm>
            <a:off x="8751023" y="4020809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339247C-9C64-1CD0-3548-0FB4E1DF93A6}"/>
              </a:ext>
            </a:extLst>
          </p:cNvPr>
          <p:cNvSpPr/>
          <p:nvPr/>
        </p:nvSpPr>
        <p:spPr>
          <a:xfrm>
            <a:off x="8423503" y="3136431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9718CAD-EF09-968E-2576-466CF583F7DB}"/>
              </a:ext>
            </a:extLst>
          </p:cNvPr>
          <p:cNvGrpSpPr/>
          <p:nvPr/>
        </p:nvGrpSpPr>
        <p:grpSpPr>
          <a:xfrm>
            <a:off x="8474678" y="4027515"/>
            <a:ext cx="631874" cy="503488"/>
            <a:chOff x="5198211" y="3413816"/>
            <a:chExt cx="307830" cy="260468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72F6C69-3965-7B09-5D77-1BA3B46A7BFA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DF69F51-C339-818B-8448-EA485F03A145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C69D208-622B-99A3-4A60-4B01255EAF13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AF860E2-064B-3314-AA44-8BF5D5F56F73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D929C8C-86EA-FEDD-C6AB-CE74A950B833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551EAF5-6035-ED9D-588D-3B30DB3CAB0D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C24022E-0F03-F1D7-2663-5E5795B5FF21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665FE92-28EC-DD03-3252-0D36C68F434D}"/>
              </a:ext>
            </a:extLst>
          </p:cNvPr>
          <p:cNvSpPr/>
          <p:nvPr/>
        </p:nvSpPr>
        <p:spPr>
          <a:xfrm>
            <a:off x="4845284" y="4823108"/>
            <a:ext cx="3706836" cy="58738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0816" h="1978415">
                <a:moveTo>
                  <a:pt x="2804" y="0"/>
                </a:moveTo>
                <a:cubicBezTo>
                  <a:pt x="-51375" y="1110142"/>
                  <a:pt x="687207" y="1863753"/>
                  <a:pt x="1550574" y="1954634"/>
                </a:cubicBezTo>
                <a:cubicBezTo>
                  <a:pt x="2413941" y="2045515"/>
                  <a:pt x="3947378" y="1859559"/>
                  <a:pt x="5480816" y="1673603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E9BA8DF7-FD39-89D8-B145-1721D3984672}"/>
              </a:ext>
            </a:extLst>
          </p:cNvPr>
          <p:cNvSpPr/>
          <p:nvPr/>
        </p:nvSpPr>
        <p:spPr>
          <a:xfrm>
            <a:off x="5355286" y="4546929"/>
            <a:ext cx="3347565" cy="488508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444584"/>
              <a:gd name="csY0" fmla="*/ 178006 h 1535170"/>
              <a:gd name="csX1" fmla="*/ 973123 w 5444584"/>
              <a:gd name="csY1" fmla="*/ 6032 h 1535170"/>
              <a:gd name="csX2" fmla="*/ 2063692 w 5444584"/>
              <a:gd name="csY2" fmla="*/ 370953 h 1535170"/>
              <a:gd name="csX3" fmla="*/ 4467138 w 5444584"/>
              <a:gd name="csY3" fmla="*/ 1524439 h 1535170"/>
              <a:gd name="csX4" fmla="*/ 5444584 w 5444584"/>
              <a:gd name="csY4" fmla="*/ 389893 h 1535170"/>
              <a:gd name="csX0" fmla="*/ 0 w 5444584"/>
              <a:gd name="csY0" fmla="*/ 178006 h 1533418"/>
              <a:gd name="csX1" fmla="*/ 973123 w 5444584"/>
              <a:gd name="csY1" fmla="*/ 6032 h 1533418"/>
              <a:gd name="csX2" fmla="*/ 2063692 w 5444584"/>
              <a:gd name="csY2" fmla="*/ 370953 h 1533418"/>
              <a:gd name="csX3" fmla="*/ 4467138 w 5444584"/>
              <a:gd name="csY3" fmla="*/ 1524439 h 1533418"/>
              <a:gd name="csX4" fmla="*/ 5444584 w 5444584"/>
              <a:gd name="csY4" fmla="*/ 389893 h 15334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444584" h="1533418">
                <a:moveTo>
                  <a:pt x="0" y="178006"/>
                </a:moveTo>
                <a:cubicBezTo>
                  <a:pt x="314587" y="75940"/>
                  <a:pt x="629174" y="-26126"/>
                  <a:pt x="973123" y="6032"/>
                </a:cubicBezTo>
                <a:cubicBezTo>
                  <a:pt x="1317072" y="38190"/>
                  <a:pt x="1481356" y="117885"/>
                  <a:pt x="2063692" y="370953"/>
                </a:cubicBezTo>
                <a:cubicBezTo>
                  <a:pt x="2646028" y="624021"/>
                  <a:pt x="3886200" y="1400002"/>
                  <a:pt x="4467138" y="1524439"/>
                </a:cubicBezTo>
                <a:cubicBezTo>
                  <a:pt x="5048076" y="1648876"/>
                  <a:pt x="4761068" y="439938"/>
                  <a:pt x="5444584" y="38989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E2AAE60-BE43-CB07-4907-9415E6A2A76D}"/>
              </a:ext>
            </a:extLst>
          </p:cNvPr>
          <p:cNvSpPr/>
          <p:nvPr/>
        </p:nvSpPr>
        <p:spPr>
          <a:xfrm>
            <a:off x="8709418" y="4586577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5BB62E7-B11F-3D4B-D07F-29FAE338A5AE}"/>
              </a:ext>
            </a:extLst>
          </p:cNvPr>
          <p:cNvCxnSpPr>
            <a:cxnSpLocks/>
          </p:cNvCxnSpPr>
          <p:nvPr/>
        </p:nvCxnSpPr>
        <p:spPr>
          <a:xfrm>
            <a:off x="8758296" y="4633618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529AAA2B-DE27-35FD-AEDF-A8967C9AFC91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24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9DC96-8822-472C-F7EE-CC9F1068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14ED-34FA-ADB6-6C7C-34AD4B8C3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EE180CE-B172-EE77-5623-6084C8FFCCE5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F93628D-B245-1F7E-EB66-16AADBA93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803364-375C-5616-A7F5-25768C652A8F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3EFEFBA-CB5F-EC30-005A-01B298905CE6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11614D3-7A6F-305D-D3F6-2817D8ADA09D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473CA9C-EDCC-73DA-7CCE-3C5D948B022D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ACC9DC-C262-3587-0A75-CAE20CE16682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1B80FC-FE04-C481-6264-0F6D7B7296A6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C9DC35C-B526-7199-8F34-2D2780821741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6CDCE10-0ACC-81F6-4BAF-882F112D4C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5983FC1-E50F-4A8D-4011-1663B18B5FC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4A7C127-B54A-76B3-3E4E-21251E63D7BF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9565FAA-E4F1-5CE4-0FC6-D810B8BE4FF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88992AB-C109-8985-D1C2-AD4C3B99790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E52DB22-6E40-E263-582F-B1494489F5A8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A694A15-0CAC-2D1F-A4ED-2539F2F6D6D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CE14D5C-78D5-6551-F0A5-938EC22EC6A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EB3A22-C055-1C3D-A730-B8EE02FE945E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7C1D4A4-8051-5913-9C8B-3AEA31771E0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9903A7D-3DB6-08C2-B6AF-D6B30F962E8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7ACA3A1-D688-77A4-191E-DBB048F93D86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5C26670-BE11-D46A-2374-A635233B8DD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7F4DA01-0F5D-A5DD-E47D-CD1F1863D5C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B36993B-6A6C-129D-17F6-86741E878DBC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B727D35-AD0E-1496-E29A-5B6EBE9D977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EB1E43BB-0655-9CFE-7008-57D02549CA1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112E584-AC6E-0894-29F7-542330A31935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43CCDA0-A27F-CD74-E8CE-CA0AB658187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9F2D6A1-4E0C-FDFF-3D83-E998B4A7E87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4863774-7D2B-7055-4533-8BB1373FE556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6F4F57C-A73A-16C4-0759-ABDC3B65818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FFE8018-4A4F-5443-73D3-68443F46438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13A1235-44F9-B2C9-C68E-4B5DB7C31489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9558FC9-34DA-86AF-D577-C30F629BA81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4089DB4-DED9-7573-4F77-0B116CAF7F6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1DF1841-4023-E4C1-1FF6-10B708CF7658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90AC03A-25AE-20C3-95FC-49534C4B998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AF4DCB50-5A31-96A5-60AD-1FC3BC55696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E2B55C-DE48-37DC-6AE8-CD6E64A496E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A3501B-D616-4002-F488-59057A84CB35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FB2316-35E3-B77B-19F6-67B75A33AB8E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CA753B-A324-8870-E1E3-EA5B13C0818E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67B01CF-00E0-2C80-4214-5DC9EB7A8C93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FD58EA-6650-8311-7E5C-96AFF77C585B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E0A48DC-36B9-6673-90D9-396AE3FCC2D2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F28BF7-134E-C81A-829E-B98F5DB75EFA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563573A-B58E-9FE0-BE6A-D8EC70FF12C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2B0A667-7BD2-8FA7-71D8-28D14DBCB23F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F3F5A97-6315-1338-463A-261A96BAEF86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9C5E7A7-371C-A701-EF7E-0A25980890F5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EDE48C5-21B4-9EF5-B1BD-51C97623E6B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9DE08C-5D13-08C0-D3D7-1A9A808D2AF8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DF02B4-2957-FEB3-4D55-F42ED9DBC8B5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BFE8EEE-EB90-D3B3-D2E8-07C0DD282BFA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8B48EF-9D0A-7E76-463C-97AB25C0EAE8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E9518C4-F670-059B-5D81-1C4E4D0E0694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BA0FF50-F17D-FBA0-989D-AE61524AF7EB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C9510A8-452C-6160-99CD-17D496CB2774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78C7CD1-7498-4EDB-AF5F-F8917B2993E0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AB7AE8C8-A1D5-312F-ED11-3AB349532740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9F17120-93C8-B795-4D3A-7E0BC2834D46}"/>
              </a:ext>
            </a:extLst>
          </p:cNvPr>
          <p:cNvSpPr/>
          <p:nvPr/>
        </p:nvSpPr>
        <p:spPr>
          <a:xfrm>
            <a:off x="8751023" y="4245135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CDCBC53-5996-31A9-E48B-57B3894F36AF}"/>
              </a:ext>
            </a:extLst>
          </p:cNvPr>
          <p:cNvSpPr/>
          <p:nvPr/>
        </p:nvSpPr>
        <p:spPr>
          <a:xfrm>
            <a:off x="8408838" y="3317107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F65FBEB-A0E5-43A1-32A8-2A7B7E9D7BE7}"/>
              </a:ext>
            </a:extLst>
          </p:cNvPr>
          <p:cNvGrpSpPr/>
          <p:nvPr/>
        </p:nvGrpSpPr>
        <p:grpSpPr>
          <a:xfrm>
            <a:off x="8474678" y="4221613"/>
            <a:ext cx="631874" cy="309390"/>
            <a:chOff x="5198211" y="3413816"/>
            <a:chExt cx="307830" cy="260468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2EBA38-307C-9A88-38BF-A126A8C69C8B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7E06A2-12E5-89B9-F911-542BA7A67E1D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9325518A-F13B-0007-CC93-2A46838FBF66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B002974-4CE3-D137-5D6E-877F99626086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541F1B6-60DE-220B-E8D5-8E1D01306676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F3A89B61-BD2E-BD81-643C-1CE625036DB5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56D0C28-1A13-8F81-2089-54250E59B67F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AD69B26-A0A8-C5AC-12D6-43DCC86E4BB5}"/>
              </a:ext>
            </a:extLst>
          </p:cNvPr>
          <p:cNvSpPr/>
          <p:nvPr/>
        </p:nvSpPr>
        <p:spPr>
          <a:xfrm>
            <a:off x="4845284" y="4823108"/>
            <a:ext cx="3706836" cy="587385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0816" h="1978415">
                <a:moveTo>
                  <a:pt x="2804" y="0"/>
                </a:moveTo>
                <a:cubicBezTo>
                  <a:pt x="-51375" y="1110142"/>
                  <a:pt x="687207" y="1863753"/>
                  <a:pt x="1550574" y="1954634"/>
                </a:cubicBezTo>
                <a:cubicBezTo>
                  <a:pt x="2413941" y="2045515"/>
                  <a:pt x="3947378" y="1859559"/>
                  <a:pt x="5480816" y="1673603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7895A499-8DBB-026A-471D-970EAA9F1205}"/>
              </a:ext>
            </a:extLst>
          </p:cNvPr>
          <p:cNvSpPr/>
          <p:nvPr/>
        </p:nvSpPr>
        <p:spPr>
          <a:xfrm>
            <a:off x="5350994" y="4546929"/>
            <a:ext cx="3349244" cy="495708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9318" h="1556019">
                <a:moveTo>
                  <a:pt x="0" y="178006"/>
                </a:moveTo>
                <a:cubicBezTo>
                  <a:pt x="314587" y="75940"/>
                  <a:pt x="629174" y="-26126"/>
                  <a:pt x="973123" y="6032"/>
                </a:cubicBezTo>
                <a:cubicBezTo>
                  <a:pt x="1317072" y="38190"/>
                  <a:pt x="1481356" y="117885"/>
                  <a:pt x="2063692" y="370953"/>
                </a:cubicBezTo>
                <a:cubicBezTo>
                  <a:pt x="2646028" y="624021"/>
                  <a:pt x="3886200" y="1400002"/>
                  <a:pt x="4467138" y="1524439"/>
                </a:cubicBezTo>
                <a:cubicBezTo>
                  <a:pt x="5048076" y="1648876"/>
                  <a:pt x="5298697" y="1383224"/>
                  <a:pt x="5549318" y="111757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2ABFFDDD-2FD5-7C54-3CC3-27FE25C91550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18DED89-ECE9-7717-2153-62DC3C8BD124}"/>
              </a:ext>
            </a:extLst>
          </p:cNvPr>
          <p:cNvSpPr/>
          <p:nvPr/>
        </p:nvSpPr>
        <p:spPr>
          <a:xfrm>
            <a:off x="8709418" y="4800344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53F68E22-5D06-E619-41B2-05D806333B0D}"/>
              </a:ext>
            </a:extLst>
          </p:cNvPr>
          <p:cNvCxnSpPr>
            <a:cxnSpLocks/>
          </p:cNvCxnSpPr>
          <p:nvPr/>
        </p:nvCxnSpPr>
        <p:spPr>
          <a:xfrm>
            <a:off x="8758296" y="4827549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42606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4AE3-1B2B-B0DC-B446-A7AAE036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607DF-782F-7735-ABA1-2F462EB97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1C0B7-50FA-DE57-4E91-AEB5E4666C91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747AED4-ABB6-B59C-A968-6A6A9F756F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6EA2276-7344-1FD0-CD15-7AC2590B6A6B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F269BFF-D408-30F2-E6D7-0F52801D999E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E369DCB-8B49-EB40-69E1-6E208A9A914F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3C9C027-4661-DE43-9A39-9EAC79D86AAC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D3001D-D0BF-7781-140D-8C41D39E1B6E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C92B934-64E7-1236-C931-563EC3A2BEE6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4713BEB-4C1E-E7D1-9D9F-42DD3269037C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843A9A7-CE1E-FD95-BD26-128D908B12D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BC72B8C-FA57-B5DB-A5C9-6ED538D4260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2FE8019-3906-2B7F-7899-BB09914F7C4F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0A5241C-8B42-8B3B-9847-7F0F6D43F9D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2E7D0C7-D12E-13ED-BFEB-374516FDD61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7166E9B-5327-E224-EF87-CB1F200E975D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08135F0A-37B7-4DA8-7333-ABE6285E72F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BFF2646B-E0DB-C3F1-B7CC-F75F0D9636E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BBFA9F75-60B1-46F3-0329-7E67045B2B25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05AA142E-3633-5967-EDAC-26DEB3664B7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9276382-8C26-8724-8AD9-0728318C7B9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0EDE69-519B-B0CF-6802-D55D3CAC3380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966BCD50-DD75-F9CD-84F1-56186C3ADD7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36C76FA-A5CF-ED09-D2DB-0C727F9CBE8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A774E4-C517-D3FC-D42A-25176969B583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337690-3A2B-70A5-458F-2C22D1AB4C5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7F0F184-E680-B67E-B112-0DEDA77B83A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46CDA75-7BDF-D82D-CC4B-1EE99FB69C97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22F7A1C-507E-F1CB-E88D-274B0A258E2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D452116A-58AF-A503-B6F4-FEE9B6CE8F4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E35ECE7-D837-7E3C-F66A-7D7D52010B8E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BCC85AE-E693-07F5-B02B-EDDF4E8F163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26F573A-5617-FF05-8B1E-42BB71DC926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535FD0A-AE0A-2E00-3828-6E19E88AAAC9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328F7F3-391D-C1E4-835F-9BA874638BF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BDB5DF5-64C8-10A1-878B-55E40DFBC56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2C4D6EE-27E4-8442-5AAA-9A359A493F9E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A6D863A-17BA-E9C6-C742-EC204C0D23D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9B98FC3F-98A2-7019-AD95-192A98EAA9E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BE564CB-BB6B-D2B3-D27B-AB8631A0A2C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4560AB-0914-C2ED-05B3-2AFBEE4B36F5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80D6205-BCAC-BDF0-05BF-27426DE7219D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0457C4-DEFC-35DD-23D4-39B38AC67190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1D5A498-4688-82BD-901A-9034B06CA47E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63ED64-2819-BED6-580F-659DEAD31E91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A5380D2-CA3D-5226-B6FD-25554AAFD221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738BA0-4786-A2D4-E81C-02DF082811BF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012B5C4-1550-AA8E-5663-4E5401CE33FC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7BFE187-A9D1-824E-5410-55345A2CA4FF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5A81C7B-B0EE-A961-5868-5317864C481C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ECC62E9-EC0D-4F9A-E3FD-85873D2B3320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AC0F022-AA9A-C3B8-BA2A-95A7606B5C30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423129C-1433-4EA9-90F0-DD1BE1CE09C5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416D2D8-F160-C9D8-9781-00EB668367BE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0EC6642-63BB-AE97-0DC9-A9BAE9855FFA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9C2242D-0200-187C-F2F3-A665305D77A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93BDF7B-F106-F822-D4B5-5F9C9684C06C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BCD3EE1-3ED5-8E57-CC19-258EC4A5CA3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A46BA5F-CDBE-AE71-4CE9-1E8008B53185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164E0DB-203C-61E5-458A-E446C7093533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B7C0469C-8F2C-60A7-5BC7-4CF465F45268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BF6289F-E476-9FB3-FBB3-B5935C316DD4}"/>
              </a:ext>
            </a:extLst>
          </p:cNvPr>
          <p:cNvSpPr/>
          <p:nvPr/>
        </p:nvSpPr>
        <p:spPr>
          <a:xfrm>
            <a:off x="8751023" y="4245135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6A86FCE-4713-BC79-B3DC-AFAD0F63029D}"/>
              </a:ext>
            </a:extLst>
          </p:cNvPr>
          <p:cNvSpPr/>
          <p:nvPr/>
        </p:nvSpPr>
        <p:spPr>
          <a:xfrm>
            <a:off x="8408838" y="3317107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70809FB-4ED5-8AF2-3C7D-13798B9AAA7E}"/>
              </a:ext>
            </a:extLst>
          </p:cNvPr>
          <p:cNvGrpSpPr/>
          <p:nvPr/>
        </p:nvGrpSpPr>
        <p:grpSpPr>
          <a:xfrm>
            <a:off x="8474678" y="4221613"/>
            <a:ext cx="631874" cy="309390"/>
            <a:chOff x="5198211" y="3413816"/>
            <a:chExt cx="307830" cy="260468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B9C89EFD-B714-3674-30A1-1093E4D8E882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8FB535-D823-6C8F-8DCA-DA8204E3DBC9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01DB629-F72F-A4E0-154E-75AB4A31112B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32B9C84-F918-1004-B008-E19218FD5B5F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CD3E5FB-882F-C10A-6454-D4881CF4AA31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32E630E-FD19-2163-82B4-2442B51A2C22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D4294472-59E7-6D7F-FACA-610CB0AFA813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679466D6-E7DE-68AB-9D6A-0293476C4204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C5FC531D-3970-A847-CF4D-44B28147F9EE}"/>
              </a:ext>
            </a:extLst>
          </p:cNvPr>
          <p:cNvSpPr/>
          <p:nvPr/>
        </p:nvSpPr>
        <p:spPr>
          <a:xfrm>
            <a:off x="3191636" y="3189528"/>
            <a:ext cx="5508602" cy="1791542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27130" h="5623622">
                <a:moveTo>
                  <a:pt x="0" y="1016083"/>
                </a:moveTo>
                <a:cubicBezTo>
                  <a:pt x="316129" y="-237370"/>
                  <a:pt x="2000659" y="-232233"/>
                  <a:pt x="3521847" y="494825"/>
                </a:cubicBezTo>
                <a:cubicBezTo>
                  <a:pt x="5043035" y="1221883"/>
                  <a:pt x="7575857" y="6853425"/>
                  <a:pt x="9127130" y="537843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463176E1-D76B-36C8-82E6-00A8DA8C9AFB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2E98AC54-3022-1CA0-E730-E36ABBFB7B89}"/>
              </a:ext>
            </a:extLst>
          </p:cNvPr>
          <p:cNvSpPr/>
          <p:nvPr/>
        </p:nvSpPr>
        <p:spPr>
          <a:xfrm>
            <a:off x="8709418" y="4800344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3D21A9C-1845-A5DF-CEC4-A35E170EA1F6}"/>
              </a:ext>
            </a:extLst>
          </p:cNvPr>
          <p:cNvCxnSpPr>
            <a:cxnSpLocks/>
          </p:cNvCxnSpPr>
          <p:nvPr/>
        </p:nvCxnSpPr>
        <p:spPr>
          <a:xfrm>
            <a:off x="8758296" y="4827549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CE4D138-4627-FB7B-2A12-2BC7C359A7B1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F88B9261-954F-16D0-E1CD-80ACF5654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FF5A3A23-D27E-F723-4656-F91393111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BE1CF0BD-3E43-8443-E487-D6D2D33AB95D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1EB49CF-A947-5B55-3FFC-FDA4E9138AEE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7A0299B6-B31F-9CD2-7C19-48AC2BB02470}"/>
                </a:ext>
              </a:extLst>
            </p:cNvPr>
            <p:cNvCxnSpPr>
              <a:stCxn id="110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20EE4EEB-C51A-4516-6EE2-61DFBDD3A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440D997-2297-A6B0-CEFA-6842DB2D86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196024C-E924-3169-999B-0C505F888E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EC714A9-995C-BE6D-0283-998ED6B34E0E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28" name="Picture 127">
              <a:extLst>
                <a:ext uri="{FF2B5EF4-FFF2-40B4-BE49-F238E27FC236}">
                  <a16:creationId xmlns:a16="http://schemas.microsoft.com/office/drawing/2014/main" id="{652ED298-1BD8-94AF-B474-B7C10C85F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3BBEB20-2F98-AAEF-F7CC-94135A12E253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8438ACF-7914-A3FB-20FF-CDB6B9A5D03E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298EA1C-F4F1-0FDE-403F-73F476B082DA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DC6E4FD-16B8-9C90-9DB4-8498EE2F63D2}"/>
                </a:ext>
              </a:extLst>
            </p:cNvPr>
            <p:cNvSpPr txBox="1"/>
            <p:nvPr/>
          </p:nvSpPr>
          <p:spPr>
            <a:xfrm>
              <a:off x="1151300" y="5056932"/>
              <a:ext cx="35939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3.3V</a:t>
              </a:r>
              <a:endParaRPr lang="LID4096" sz="700"/>
            </a:p>
          </p:txBody>
        </p:sp>
      </p:grpSp>
    </p:spTree>
    <p:extLst>
      <p:ext uri="{BB962C8B-B14F-4D97-AF65-F5344CB8AC3E}">
        <p14:creationId xmlns:p14="http://schemas.microsoft.com/office/powerpoint/2010/main" val="2056914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6A418-E670-ADC5-71F1-0E92F096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27D1-C11B-8238-11AA-646C6153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5D81299-86D4-5D0E-7270-2DB4930591B4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338FE9-2D92-A8D6-9BFB-8879F8D83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6D4C78-88F2-D5C2-3B7A-551AA4901DF5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17AB290-73A6-63E7-B863-B7388A44A6D1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8D54123-0AFC-7BBB-5DBD-5BA73177D2B4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495C51-005D-4547-397A-323D39BC38D7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A146C53-5BFA-20AA-879A-03C949B5EBE2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FE635BA-166F-B635-623A-C7BBF2029217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61236D0-ED94-B80D-312A-ED9E238FFD23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75CC1B4E-CC7D-6193-D8D6-39A1CFC1D45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21A6F9F-80A2-E79A-1B0E-FFC98B8DB12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91D37AB-4A19-CD32-A355-8DD8EF122412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CB25C07-B9E4-9F6A-BABD-EBA7EC38C42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A6F39EE-8DEA-603A-031E-A4BBADB512C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894E340-3372-2BE0-3766-05914E740190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EA89529-C42D-5D49-75C2-958010CA3B8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B8ADDB6-9BB5-DF77-EA88-7EFD4BD2E9E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AF0C993-758C-0682-2A65-D4795BF26401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E1CBD221-88BB-DE1A-3FC0-CFD1E9FE761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528F8B56-7F9E-377A-BA89-2A0859C14FC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3A430E6-25A0-7034-66AD-F8DAE2602EE9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6C3E776-108B-C42C-FAD3-5D55CB8CF78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D08DC0D-3895-6D57-D45D-BFFA130EB58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2CC0F1C-DBC4-5F42-7B7F-09667E7C9189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1DE12E0-96D3-7459-61EA-0CD76331F04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BAB4C9A-043A-2DC1-8C1B-30791638B38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31E6788-C285-464D-E94A-D6E7CF0A0E24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C815C75-9A78-B05C-38ED-6EC8CF7945D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C9859FB-4FE4-3DB8-AC68-1A492BA75AA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E25BB55-D277-89BC-1311-2C21F4D6A588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4AB3A5B-D421-5593-6C70-AF325235C6F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6F64642-3BB8-8C15-9E3A-6DE464B6F15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9BE9C0D-3A78-6B96-B4BF-0539EAE611CF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29C1101-0876-9D8F-142F-A3520F76E00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A1BB95E3-79DA-5966-602B-69371774599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67EDCDA-B948-8E05-D18D-83202F6120BB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6EEEABD-AB0E-800A-3B42-E169BD6EB40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059F3EE-ED1D-BCF3-98E7-8850B0DF4A6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EDE69F-6F1A-095A-C5E0-A3602400463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ADE2512-AB43-E7A6-2414-C1D6518DC1E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341407F-434C-81D0-33A6-E7828427AE06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5FCEB5F-1348-2668-723E-C6551B81AE65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A160217-8E84-301F-9D5D-33F72BC9FAF5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E7478F0-3EA6-AD09-3E32-D584B307F6BE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5553BBF-C400-508F-8513-F15BB9EF55B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A1A75EF-1B59-9452-74E1-203F46DCC14D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6153012-C987-2FAF-870C-10B27903F054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DDDC79-18AE-1AA8-6DA0-8BD963741C47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E4512CA-D826-59BA-5A5A-A53F02F569C8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0A580CF-F970-05C8-8A23-F02901C14FD9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012DBF3-401C-5260-90CD-FEB30CB479BA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18E0B57-96F2-71BE-1B97-305CE33CFB90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B3A274-1543-9E70-8182-FD14B8B31B0C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861E82C-8E82-7C11-285C-83CCC7D774CB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AF1BFCE-37F0-AA22-AEEC-E20D578A2AE6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C081751-AE4A-063A-4CBB-9FDFE8A3F9E3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95B86C-C88A-0618-5D81-2A89DF79D251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88233F4-BC49-C019-A0A1-726D9354D203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D5A99CAC-7F4E-454B-6057-F4D967CA25CC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E820B62-7829-DC32-990A-8E32B1B0D43E}"/>
              </a:ext>
            </a:extLst>
          </p:cNvPr>
          <p:cNvSpPr/>
          <p:nvPr/>
        </p:nvSpPr>
        <p:spPr>
          <a:xfrm>
            <a:off x="3191636" y="3125636"/>
            <a:ext cx="5534359" cy="1891605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  <a:gd name="csX0" fmla="*/ 0 w 9127130"/>
              <a:gd name="csY0" fmla="*/ 1016083 h 5687638"/>
              <a:gd name="csX1" fmla="*/ 3521847 w 9127130"/>
              <a:gd name="csY1" fmla="*/ 494825 h 5687638"/>
              <a:gd name="csX2" fmla="*/ 9127130 w 9127130"/>
              <a:gd name="csY2" fmla="*/ 5378433 h 5687638"/>
              <a:gd name="csX0" fmla="*/ 0 w 9127130"/>
              <a:gd name="csY0" fmla="*/ 1216636 h 5888191"/>
              <a:gd name="csX1" fmla="*/ 3521847 w 9127130"/>
              <a:gd name="csY1" fmla="*/ 695378 h 5888191"/>
              <a:gd name="csX2" fmla="*/ 9127130 w 9127130"/>
              <a:gd name="csY2" fmla="*/ 5578986 h 5888191"/>
              <a:gd name="csX0" fmla="*/ 0 w 9169806"/>
              <a:gd name="csY0" fmla="*/ 1216636 h 5108584"/>
              <a:gd name="csX1" fmla="*/ 3521847 w 9169806"/>
              <a:gd name="csY1" fmla="*/ 695378 h 5108584"/>
              <a:gd name="csX2" fmla="*/ 9169806 w 9169806"/>
              <a:gd name="csY2" fmla="*/ 4743501 h 5108584"/>
              <a:gd name="csX0" fmla="*/ 0 w 9169806"/>
              <a:gd name="csY0" fmla="*/ 1216636 h 5937718"/>
              <a:gd name="csX1" fmla="*/ 3521847 w 9169806"/>
              <a:gd name="csY1" fmla="*/ 695378 h 5937718"/>
              <a:gd name="csX2" fmla="*/ 9169806 w 9169806"/>
              <a:gd name="csY2" fmla="*/ 4743501 h 593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69806" h="5937718">
                <a:moveTo>
                  <a:pt x="0" y="1216636"/>
                </a:moveTo>
                <a:cubicBezTo>
                  <a:pt x="316129" y="-36817"/>
                  <a:pt x="2925341" y="-503320"/>
                  <a:pt x="3521847" y="695378"/>
                </a:cubicBezTo>
                <a:cubicBezTo>
                  <a:pt x="4801194" y="2891268"/>
                  <a:pt x="7433597" y="8334151"/>
                  <a:pt x="9169806" y="474350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E6E3190-900A-4F48-8E95-2FA9CFE92AB0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848F81BB-693E-D504-3A39-7E3BC5BE6E79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24CE822-BDD1-C07C-3FD1-880E577D4419}"/>
              </a:ext>
            </a:extLst>
          </p:cNvPr>
          <p:cNvSpPr/>
          <p:nvPr/>
        </p:nvSpPr>
        <p:spPr>
          <a:xfrm>
            <a:off x="8751023" y="4020809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11864973-8891-B54B-62C2-ABD8E7C22CE1}"/>
              </a:ext>
            </a:extLst>
          </p:cNvPr>
          <p:cNvSpPr/>
          <p:nvPr/>
        </p:nvSpPr>
        <p:spPr>
          <a:xfrm>
            <a:off x="8423503" y="3136431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55E6B65-7C51-20FC-7DF9-9BFEF42B799B}"/>
              </a:ext>
            </a:extLst>
          </p:cNvPr>
          <p:cNvGrpSpPr/>
          <p:nvPr/>
        </p:nvGrpSpPr>
        <p:grpSpPr>
          <a:xfrm>
            <a:off x="8474678" y="4027515"/>
            <a:ext cx="631874" cy="503488"/>
            <a:chOff x="5198211" y="3413816"/>
            <a:chExt cx="307830" cy="26046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39E01C8-78EF-A5E1-ABD3-C48BEDD82DC2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58ED3E3-0339-FE84-1AFA-D928047A48EF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152448D4-0780-5B44-B69C-629153D00B9B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8E3AA5-69CE-16A5-B732-B35E86F815D0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14848AD-72E0-6C38-187B-EE5A663A306D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E8F94DF-6C35-5989-55A7-DA0C797A8FBF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4FB9A47-60EB-EDDB-2ADB-D778E103CCCC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812C4FB-67CE-54A5-233C-3A24EF7CEE70}"/>
              </a:ext>
            </a:extLst>
          </p:cNvPr>
          <p:cNvSpPr/>
          <p:nvPr/>
        </p:nvSpPr>
        <p:spPr>
          <a:xfrm>
            <a:off x="8709418" y="4586577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2478933-377C-44C6-9703-2F41175A8C38}"/>
              </a:ext>
            </a:extLst>
          </p:cNvPr>
          <p:cNvCxnSpPr>
            <a:cxnSpLocks/>
          </p:cNvCxnSpPr>
          <p:nvPr/>
        </p:nvCxnSpPr>
        <p:spPr>
          <a:xfrm>
            <a:off x="8758296" y="4633618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440CC129-B817-F106-CE13-F7F0C7C9A755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6564ADC-F09B-83B1-C9AD-5702100EB37B}"/>
              </a:ext>
            </a:extLst>
          </p:cNvPr>
          <p:cNvSpPr txBox="1"/>
          <p:nvPr/>
        </p:nvSpPr>
        <p:spPr>
          <a:xfrm>
            <a:off x="4601200" y="5051551"/>
            <a:ext cx="6791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1800" b="1">
                <a:solidFill>
                  <a:srgbClr val="C00000"/>
                </a:solidFill>
              </a:rPr>
              <a:t>??V</a:t>
            </a:r>
            <a:endParaRPr lang="LID4096" sz="1800" b="1" dirty="0">
              <a:solidFill>
                <a:srgbClr val="C00000"/>
              </a:solidFill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2B2206F-74D9-EF21-2174-83C401873249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25FAE130-4071-F1BE-BB26-568046449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293458E6-9C7F-7801-05F1-8F28A81E1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A199767-7D88-6B80-3E5A-1CEF4E45FCEA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48C5225-AC76-8B51-F7EC-C9F77DD6BA6A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72EC6D4-DCD4-967F-D382-6910FAA1CB85}"/>
                </a:ext>
              </a:extLst>
            </p:cNvPr>
            <p:cNvCxnSpPr>
              <a:stCxn id="98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620419B-AB55-9AC9-EB12-F78BC9FF7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E2A7026-7CF2-A427-2059-8FE564D81A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0D9884C-84A2-95AE-466D-6258C13A96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ED42D86-4490-A70C-BB0B-98C2758D1D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41AFB82F-EE76-E5FE-D73E-66593A17B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D3F3EEE-4B09-A7DC-1470-433E7332B585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52B2D1C9-4182-6EE9-19B9-B40389DDA6E1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4F9D419-D472-5612-2C07-7ECC2D502D97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759323DD-62C6-345F-E433-D7E0F3ED9714}"/>
                </a:ext>
              </a:extLst>
            </p:cNvPr>
            <p:cNvSpPr txBox="1"/>
            <p:nvPr/>
          </p:nvSpPr>
          <p:spPr>
            <a:xfrm>
              <a:off x="1151300" y="5056932"/>
              <a:ext cx="3273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??V</a:t>
              </a:r>
              <a:endParaRPr lang="LID4096" sz="700"/>
            </a:p>
          </p:txBody>
        </p:sp>
      </p:grpSp>
    </p:spTree>
    <p:extLst>
      <p:ext uri="{BB962C8B-B14F-4D97-AF65-F5344CB8AC3E}">
        <p14:creationId xmlns:p14="http://schemas.microsoft.com/office/powerpoint/2010/main" val="2824463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D97CC-22BC-70F3-769D-373BAAB5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099B-89A7-4836-369C-D5C08E0B1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 – Pull Down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83D3FD-0A12-6445-8DC4-349066EB4103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2283585-12E3-CAC9-B934-4AF4CDDE4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CA62E3-6E8E-6B7A-C07F-9C34D6119486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8A7ED04C-E85C-939C-0D8B-B1C80B2623CC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B2DDD54-FC65-5112-5EAC-8FFB82667CAF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D892A4-3A0F-D089-CCBD-9F6F2C80A16B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280EDA4-AB49-2BAE-D543-6BCD4BDA0224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E83E0AB-A437-B3AF-8934-0BCD466101DC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7D0673E-E9F2-232E-80B5-C089474E0831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E287FB0C-D89F-3DBC-4B4F-0FDC726DC62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09CD830-703E-6540-1F2D-845D3C12134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375878D-6B8D-019A-D0BB-06742E772B9F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1BE85B9-F5E4-F220-D6B1-3E79E2255AB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E8021D5A-09A5-E163-7650-36C90A068A0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9843F30-BBFF-5007-0176-5C023E330D99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28873124-ACA2-D451-2068-A44F1C90028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CEE8B2D8-DC15-66B3-A234-CA9C16C89CE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6547FA-0F42-3148-651B-BCBB7031CC22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99D1B5C6-7ABD-8B1C-1399-84B21953D42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36DD17C7-DFBE-B9D7-867C-8BE049C97C8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FE143ED-AEED-ECE7-5CC5-A766C8035830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D0AC0254-26C4-ECF4-F85E-EDCA0DFE287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54FB3CA-D320-08CE-73D3-BCB6264AB45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A6D886-3FAA-9C1E-8E1E-2CDC622FC1ED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3362A02-66AD-BCA9-6F12-68218000104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473BCE4-82EF-AD61-4BE2-74C4E2C6F69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F2E7D57-D701-F8E9-6279-BEE47FF5906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B6B693D-3A8C-CABD-6C85-E02A44F8BFF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6BEF695-A871-6448-E028-44091F23C21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EE1DBEE-F4AF-F5CC-3632-22B4A5B9F8D9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9E8DBC3-65BA-EE1E-BAE1-9ACB81E165D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4463359-F7F3-3858-C92E-CB0A7BC178B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94EA682-06C7-3BB9-488D-9047D4B7FF5A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2F3A090B-166B-16D8-EE6B-FE5C5152A9F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81727A9-11C5-BB70-6276-501A869BF6B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D05E0B0-0A17-A98C-45E6-57C577130904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1F15BBD-450B-5BA6-5DA6-41F2CEE9B74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D2DA658-0AEA-FBC5-3690-B3F447A4FA5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2D8C660-C1B3-AB4D-6B2F-DE29824D1B7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95E5FC1-1DFD-769F-1293-E24A4271D65B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12AE0B7-6560-6DA1-926A-C3BCBB5135A1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F4C69D-BF05-8717-3481-15B171612A4E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E11CAFE-0F13-59D7-8E62-A5C2AABAC45C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E1CC7BB-C117-E6DC-9C9F-1F47D2259CAB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975C4DC-BAD6-FAAF-D863-5507D535EA26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A7C7CB-5CAD-C1E9-11D0-0A014FC64A23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20FDB6C-C57F-7B50-1B79-645293996334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FA63079-8C73-7E14-9B7A-025E61BD4590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A2CB882-77B0-39AD-AAC0-D8F7E4222F87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5B9160-53E6-CC21-5EC5-77A24ADB730E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10B00DA-F695-8428-5DE7-272A1118CDA4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36C48A-DEDD-26B9-8E35-45C69946439A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9D47113-5506-F031-E366-D6F6B885EE6A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EEBABF9-6F74-3067-A6B3-156D26EADBD5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72B233C-DF12-DBF9-393C-CF061F840D20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C4013A-AB70-415A-273A-D974E2055414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B1C96BD-03E6-75D1-D407-C35C9524D65A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60DC99AE-8F30-5B21-7EFF-465B93A00B34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01EA7522-0DC5-D78E-7094-FA0B3BA9B704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2AF061E2-D363-4D56-BDD4-741F35D9EF4E}"/>
              </a:ext>
            </a:extLst>
          </p:cNvPr>
          <p:cNvSpPr/>
          <p:nvPr/>
        </p:nvSpPr>
        <p:spPr>
          <a:xfrm>
            <a:off x="3191636" y="3125636"/>
            <a:ext cx="5534359" cy="1891605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  <a:gd name="csX0" fmla="*/ 0 w 9127130"/>
              <a:gd name="csY0" fmla="*/ 1016083 h 5687638"/>
              <a:gd name="csX1" fmla="*/ 3521847 w 9127130"/>
              <a:gd name="csY1" fmla="*/ 494825 h 5687638"/>
              <a:gd name="csX2" fmla="*/ 9127130 w 9127130"/>
              <a:gd name="csY2" fmla="*/ 5378433 h 5687638"/>
              <a:gd name="csX0" fmla="*/ 0 w 9127130"/>
              <a:gd name="csY0" fmla="*/ 1216636 h 5888191"/>
              <a:gd name="csX1" fmla="*/ 3521847 w 9127130"/>
              <a:gd name="csY1" fmla="*/ 695378 h 5888191"/>
              <a:gd name="csX2" fmla="*/ 9127130 w 9127130"/>
              <a:gd name="csY2" fmla="*/ 5578986 h 5888191"/>
              <a:gd name="csX0" fmla="*/ 0 w 9169806"/>
              <a:gd name="csY0" fmla="*/ 1216636 h 5108584"/>
              <a:gd name="csX1" fmla="*/ 3521847 w 9169806"/>
              <a:gd name="csY1" fmla="*/ 695378 h 5108584"/>
              <a:gd name="csX2" fmla="*/ 9169806 w 9169806"/>
              <a:gd name="csY2" fmla="*/ 4743501 h 5108584"/>
              <a:gd name="csX0" fmla="*/ 0 w 9169806"/>
              <a:gd name="csY0" fmla="*/ 1216636 h 5937718"/>
              <a:gd name="csX1" fmla="*/ 3521847 w 9169806"/>
              <a:gd name="csY1" fmla="*/ 695378 h 5937718"/>
              <a:gd name="csX2" fmla="*/ 9169806 w 9169806"/>
              <a:gd name="csY2" fmla="*/ 4743501 h 59377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69806" h="5937718">
                <a:moveTo>
                  <a:pt x="0" y="1216636"/>
                </a:moveTo>
                <a:cubicBezTo>
                  <a:pt x="316129" y="-36817"/>
                  <a:pt x="2925341" y="-503320"/>
                  <a:pt x="3521847" y="695378"/>
                </a:cubicBezTo>
                <a:cubicBezTo>
                  <a:pt x="4801194" y="2891268"/>
                  <a:pt x="7433597" y="8334151"/>
                  <a:pt x="9169806" y="474350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5C8A6DB-4204-937C-AA50-3A0FA29741A4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9DDB712A-B048-798A-527C-115F6761FB1C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E349F92-FB37-52CD-7557-7C94C0EB8630}"/>
              </a:ext>
            </a:extLst>
          </p:cNvPr>
          <p:cNvSpPr/>
          <p:nvPr/>
        </p:nvSpPr>
        <p:spPr>
          <a:xfrm>
            <a:off x="8751023" y="4020809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2E23BF6D-CAF9-ECAD-0A9D-D380FA9F7A74}"/>
              </a:ext>
            </a:extLst>
          </p:cNvPr>
          <p:cNvSpPr/>
          <p:nvPr/>
        </p:nvSpPr>
        <p:spPr>
          <a:xfrm>
            <a:off x="8423503" y="3136431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FA0A672-96E7-1FE4-8355-379B3237594A}"/>
              </a:ext>
            </a:extLst>
          </p:cNvPr>
          <p:cNvGrpSpPr/>
          <p:nvPr/>
        </p:nvGrpSpPr>
        <p:grpSpPr>
          <a:xfrm>
            <a:off x="8474678" y="4027515"/>
            <a:ext cx="631874" cy="503488"/>
            <a:chOff x="5198211" y="3413816"/>
            <a:chExt cx="307830" cy="26046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925E5C8-9842-4A48-AA35-6CFD31ED13EA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EEDEF0-0344-7099-E202-6FF5E212CFC5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204C5AC-EE4C-F740-AB83-925D09C70ACE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D10892E0-9281-7AB8-83D1-23B9F73A63EF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8019444-3888-C639-B4DA-653CB7C7CF58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979ECBB6-F222-164D-89BC-690284696676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5EFB568-4E68-1EF1-C7A3-C32E5AA74793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FBCB8AD1-6A6E-37E2-56F1-DEA3C4202B3A}"/>
              </a:ext>
            </a:extLst>
          </p:cNvPr>
          <p:cNvSpPr/>
          <p:nvPr/>
        </p:nvSpPr>
        <p:spPr>
          <a:xfrm>
            <a:off x="8709418" y="4586577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7C092F41-82C5-5B21-778F-B84B4D74EF2F}"/>
              </a:ext>
            </a:extLst>
          </p:cNvPr>
          <p:cNvCxnSpPr>
            <a:cxnSpLocks/>
          </p:cNvCxnSpPr>
          <p:nvPr/>
        </p:nvCxnSpPr>
        <p:spPr>
          <a:xfrm>
            <a:off x="8758296" y="4633618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D1A91212-2238-F738-6357-0479B5A0AF70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2B6B7E9-09AE-0F90-D0EE-72E97A978AB5}"/>
              </a:ext>
            </a:extLst>
          </p:cNvPr>
          <p:cNvSpPr/>
          <p:nvPr/>
        </p:nvSpPr>
        <p:spPr>
          <a:xfrm rot="15300440">
            <a:off x="3595486" y="4477126"/>
            <a:ext cx="666925" cy="755009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925" h="755009">
                <a:moveTo>
                  <a:pt x="666925" y="0"/>
                </a:moveTo>
                <a:cubicBezTo>
                  <a:pt x="569403" y="159390"/>
                  <a:pt x="471881" y="318781"/>
                  <a:pt x="360727" y="444616"/>
                </a:cubicBezTo>
                <a:cubicBezTo>
                  <a:pt x="249573" y="570451"/>
                  <a:pt x="124786" y="662730"/>
                  <a:pt x="0" y="755009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5780DAA-7951-F814-8E7C-4B9C6D04616C}"/>
              </a:ext>
            </a:extLst>
          </p:cNvPr>
          <p:cNvGrpSpPr/>
          <p:nvPr/>
        </p:nvGrpSpPr>
        <p:grpSpPr>
          <a:xfrm rot="12438241">
            <a:off x="4302480" y="5083408"/>
            <a:ext cx="550143" cy="184758"/>
            <a:chOff x="7629989" y="5236460"/>
            <a:chExt cx="1027147" cy="34495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471297E-EC31-54C5-77B3-97E1071989AC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4C27E41-22EE-6CD6-140B-2EE500F6236B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5D7D718-5F8B-EF83-0800-CEFED50004A6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9FF4EF2-B3AF-3252-D1DB-50AAB08EBC01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54D9D03C-D740-ED5C-6BEB-9B2040CF54AF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FA6BBC8-801A-E3A9-6C70-1E6ED4998289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4B0FC03-24DB-5A11-DE3B-C19B5E6DB0CC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2EA74284-EA0A-B8F2-575C-30CA230F3914}"/>
              </a:ext>
            </a:extLst>
          </p:cNvPr>
          <p:cNvSpPr/>
          <p:nvPr/>
        </p:nvSpPr>
        <p:spPr>
          <a:xfrm rot="15300440">
            <a:off x="4900770" y="5210290"/>
            <a:ext cx="272702" cy="345054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sX0" fmla="*/ 666925 w 666925"/>
              <a:gd name="csY0" fmla="*/ 0 h 755009"/>
              <a:gd name="csX1" fmla="*/ 0 w 666925"/>
              <a:gd name="csY1" fmla="*/ 755009 h 755009"/>
              <a:gd name="csX0" fmla="*/ 272702 w 272702"/>
              <a:gd name="csY0" fmla="*/ 0 h 345054"/>
              <a:gd name="csX1" fmla="*/ 0 w 272702"/>
              <a:gd name="csY1" fmla="*/ 345054 h 345054"/>
              <a:gd name="csX0" fmla="*/ 272702 w 272702"/>
              <a:gd name="csY0" fmla="*/ 0 h 345054"/>
              <a:gd name="csX1" fmla="*/ 0 w 272702"/>
              <a:gd name="csY1" fmla="*/ 345054 h 3450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2702" h="345054">
                <a:moveTo>
                  <a:pt x="272702" y="0"/>
                </a:moveTo>
                <a:cubicBezTo>
                  <a:pt x="181801" y="115018"/>
                  <a:pt x="118747" y="308601"/>
                  <a:pt x="0" y="345054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C0546C68-FD4A-C5A8-4E48-CD08AF02E69A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0FC646D-AE95-F7A8-94E7-D7AD31EDE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12088B4F-82A3-8672-D1AC-3B1C88069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9997E6D8-E661-E7B1-8394-AC0BF7CF47C1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F2DE051-B03C-9D10-A7BA-BB37F20EDEE1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3D3E739-BBD3-582C-A046-70F482A10053}"/>
                </a:ext>
              </a:extLst>
            </p:cNvPr>
            <p:cNvCxnSpPr>
              <a:stCxn id="93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97C7EE7-3E46-D94C-4F83-5BE657967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C0D06A8-C328-171B-6C9D-1AF0408E90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D7C98D63-5F43-E078-77EB-FF0F9AA13A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92AD545B-32FB-D4A8-898D-8EA9BCCF37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76457222-894B-E43E-F2D5-2AA2D193E4B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AEFD179-174B-889E-6F60-660BB50FD75C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A43578FF-1A15-2244-A4B4-69AF33414A03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9E0F9F1-0E21-E329-E4AF-76E392651CE8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8923055-0D26-ED76-F85D-B0D7B5E23633}"/>
                </a:ext>
              </a:extLst>
            </p:cNvPr>
            <p:cNvSpPr txBox="1"/>
            <p:nvPr/>
          </p:nvSpPr>
          <p:spPr>
            <a:xfrm>
              <a:off x="1151300" y="5056932"/>
              <a:ext cx="28565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0V</a:t>
              </a:r>
              <a:endParaRPr lang="LID4096" sz="700"/>
            </a:p>
          </p:txBody>
        </p:sp>
      </p:grpSp>
    </p:spTree>
    <p:extLst>
      <p:ext uri="{BB962C8B-B14F-4D97-AF65-F5344CB8AC3E}">
        <p14:creationId xmlns:p14="http://schemas.microsoft.com/office/powerpoint/2010/main" val="3828067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0429-5EB4-EBA6-4389-32B7AEB9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B991E-B491-33DF-302B-163AB010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 – Pull Down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C3590CD-EF56-3D98-449E-5FA66B0713F5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2FB474-3B85-BE64-1C2F-5D43A86C6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59D874-4F2F-FE26-145A-1491155027E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ADF1FC-599E-7C0D-AD1F-28088BDFC017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B5BBD45-E212-52BB-3F3F-23BA07F0D78C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9CE8B47-F98E-0B45-B923-DC22A3892E65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1A7ED6-86D4-3277-96ED-3D736A3ED591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EBFAE-7046-ED76-FE0E-03A182BBE810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A4D424B-3A85-87CE-9A3D-7DFD3BEAD24B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8E6F878-EE88-DC08-4B45-79701518C39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22E2F40-5120-7E10-2D07-6FAC964FB50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429A785-402F-ACDC-936E-D14221B6CB04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6D316B92-D136-0707-0B70-53AD6994A95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84170E0-EE35-405E-BC4F-90A76380AD5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CA8C9E2-0787-4662-B4A4-562D5D990A54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D24AB482-57B6-E20B-95AA-B2A0AFC92A3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630F53B-4327-B876-1B28-BEB345AAA5A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F41749-9D0E-E779-FDE3-252C0D7C43A0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DE3BBD49-CE1D-6C98-C650-9A9D6CDF6AB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1EBA0A6-3F1C-E82E-B369-90C5EA0A99A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C09966C-C704-A06E-3856-7BCD141A7280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528749B-260F-8D64-FC16-A1838CDFCC7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0D215922-2912-0727-91E5-EAFA7234B49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B46AEF4-FD45-7B5B-14E1-E0E071E26EFC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B104560-1B9C-200C-F36B-0B9ADC40A20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41F976E0-5A7A-266A-9264-8B3B64BCB37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7353F7C-D417-E20A-DF30-F998970BFC77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1FB15D27-24E0-6528-89A9-36F7C722CA1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26227BB9-9D01-9038-61BF-194B0685A37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DC88B3B-3FE8-0FC8-3E39-09915B1D85DB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A720D6A-A40E-A47B-31BF-316869BA09B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55EE1EE-8F89-2953-64AA-9D63A92B44A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3AC1DC3-9687-B9B6-B28C-9693E72DD2FF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6D2E8B7-7036-B889-3193-12BB0137C57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4EBEB0DA-4434-E814-F2F6-99C9994CD8C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753163C-AF76-A3A6-452A-20D029CA55A0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6D30FC0-4753-9097-94F4-192EFF0CCF9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B56AFA90-5198-C00F-6B6F-64546F86CD5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D3E532A-09D0-6A11-6F0B-D0B61F55EF7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96A53A9-67BF-F2CE-76D3-32F05F78CF2B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1BB22F4-3F30-8D0D-079F-D0DAD0B0F368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4EF6F6-7A16-1B2F-DEAB-CD1CC37B5B36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DB4380A-0B70-F741-E527-DC5181BA9E7B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FA9A80A-18B5-43B8-BFE7-DF962C596157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D4E810-BD9E-087E-BA6F-E9AC496796D8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C2B1AE5-9BCE-D090-CA0A-847228028F89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F0EBA70-E5AA-0256-304D-DDB3D8EBEA4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7684165-BC1C-041F-8051-B866B5C72B47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3AC7BDB-8761-0975-71BF-90625F47FB09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BD08B7F-D2AD-DE14-920C-DED13FD0BD16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390376A-3401-D177-A936-D523D0DE3874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07A4BD0-EC6F-F07E-6802-3B42A5284F61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F31DAC2-CEE0-4175-8BD5-E4F45D69B7D0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4D426B3-ACF1-F149-AFE5-B48F438A748C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C4B4120-789F-652B-3237-5E73732EBF74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AFE926-15B4-3163-9531-3ABDBC26E940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2ADDB13-BB21-FA86-B4A5-2D2A833E9F12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AD5DDD7-B902-160D-09E6-3AACB52B5A17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026265F6-27A7-F0D6-EE05-0F3F1AA7740B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DE938066-83EF-DA7A-7026-938E60CD0BAC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97CD3CD1-48F2-3A65-49C0-1277129BC96E}"/>
              </a:ext>
            </a:extLst>
          </p:cNvPr>
          <p:cNvSpPr/>
          <p:nvPr/>
        </p:nvSpPr>
        <p:spPr>
          <a:xfrm rot="15300440">
            <a:off x="3595486" y="4477126"/>
            <a:ext cx="666925" cy="755009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66925" h="755009">
                <a:moveTo>
                  <a:pt x="666925" y="0"/>
                </a:moveTo>
                <a:cubicBezTo>
                  <a:pt x="569403" y="159390"/>
                  <a:pt x="471881" y="318781"/>
                  <a:pt x="360727" y="444616"/>
                </a:cubicBezTo>
                <a:cubicBezTo>
                  <a:pt x="249573" y="570451"/>
                  <a:pt x="124786" y="662730"/>
                  <a:pt x="0" y="755009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F8F3B5D-AD29-1192-2114-D4A297CFBD11}"/>
              </a:ext>
            </a:extLst>
          </p:cNvPr>
          <p:cNvGrpSpPr/>
          <p:nvPr/>
        </p:nvGrpSpPr>
        <p:grpSpPr>
          <a:xfrm rot="12438241">
            <a:off x="4302480" y="5083408"/>
            <a:ext cx="550143" cy="184758"/>
            <a:chOff x="7629989" y="5236460"/>
            <a:chExt cx="1027147" cy="344953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B8E2110-82DD-1515-3119-359D949774F6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76BFE33-1416-7237-6686-5CDDFB1D8BEC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0A5E6CD-A784-7FE0-D223-D13A377F8C9F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978E740-751C-7CE4-C0EF-CDCAA55042C8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B9B66DA-5F7D-0E32-7B16-0330742126A6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FE125BC-AAB9-68DA-EF69-034319904E0A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60ECB86-7D4B-CAFB-1860-BBC64B3604ED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731CCE4E-E5F0-3BA5-056C-C30EAD039BE9}"/>
              </a:ext>
            </a:extLst>
          </p:cNvPr>
          <p:cNvSpPr/>
          <p:nvPr/>
        </p:nvSpPr>
        <p:spPr>
          <a:xfrm rot="15300440">
            <a:off x="4900770" y="5210290"/>
            <a:ext cx="272702" cy="345054"/>
          </a:xfrm>
          <a:custGeom>
            <a:avLst/>
            <a:gdLst>
              <a:gd name="connsiteX0" fmla="*/ 666925 w 666925"/>
              <a:gd name="connsiteY0" fmla="*/ 0 h 755009"/>
              <a:gd name="connsiteX1" fmla="*/ 360727 w 666925"/>
              <a:gd name="connsiteY1" fmla="*/ 444616 h 755009"/>
              <a:gd name="connsiteX2" fmla="*/ 0 w 666925"/>
              <a:gd name="connsiteY2" fmla="*/ 755009 h 755009"/>
              <a:gd name="csX0" fmla="*/ 666925 w 666925"/>
              <a:gd name="csY0" fmla="*/ 0 h 755009"/>
              <a:gd name="csX1" fmla="*/ 0 w 666925"/>
              <a:gd name="csY1" fmla="*/ 755009 h 755009"/>
              <a:gd name="csX0" fmla="*/ 272702 w 272702"/>
              <a:gd name="csY0" fmla="*/ 0 h 345054"/>
              <a:gd name="csX1" fmla="*/ 0 w 272702"/>
              <a:gd name="csY1" fmla="*/ 345054 h 345054"/>
              <a:gd name="csX0" fmla="*/ 272702 w 272702"/>
              <a:gd name="csY0" fmla="*/ 0 h 345054"/>
              <a:gd name="csX1" fmla="*/ 0 w 272702"/>
              <a:gd name="csY1" fmla="*/ 345054 h 34505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2702" h="345054">
                <a:moveTo>
                  <a:pt x="272702" y="0"/>
                </a:moveTo>
                <a:cubicBezTo>
                  <a:pt x="181801" y="115018"/>
                  <a:pt x="118747" y="308601"/>
                  <a:pt x="0" y="345054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4CAB725B-0A8E-42D4-9EBF-683CC5E4F8FB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6F0AD635-BF1D-BAD6-3E7F-F9D6DA9A61E3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A0223E1-F37E-16A9-3DB9-BE7004DE93EC}"/>
              </a:ext>
            </a:extLst>
          </p:cNvPr>
          <p:cNvSpPr/>
          <p:nvPr/>
        </p:nvSpPr>
        <p:spPr>
          <a:xfrm>
            <a:off x="8751023" y="4245135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D71BBCF-6073-FC51-A474-F0C4DFE06EA3}"/>
              </a:ext>
            </a:extLst>
          </p:cNvPr>
          <p:cNvSpPr/>
          <p:nvPr/>
        </p:nvSpPr>
        <p:spPr>
          <a:xfrm>
            <a:off x="8408838" y="3317107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184D5E9-9346-99A8-57CB-7321D99149DD}"/>
              </a:ext>
            </a:extLst>
          </p:cNvPr>
          <p:cNvGrpSpPr/>
          <p:nvPr/>
        </p:nvGrpSpPr>
        <p:grpSpPr>
          <a:xfrm>
            <a:off x="8474678" y="4221613"/>
            <a:ext cx="631874" cy="309390"/>
            <a:chOff x="5198211" y="3413816"/>
            <a:chExt cx="307830" cy="260468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BB9CA4DE-BBA1-026B-61A9-3397094D7A37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EEEB1DF-0F74-C526-13E7-548F1719E3BA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9FA9BD1-E813-704E-2550-180CDF85A2DA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ADFAA4E-3B18-7381-E8B0-742C5C344C3D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24E055F-1213-FCA0-A1BD-948F1E8E8A60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CBDAE06-CAEC-C45B-0161-D6BAACA853C7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1CADF1C-2A9C-1315-3361-2CC9501A42B6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93512A8F-B746-82D6-2313-64CF9EC71109}"/>
              </a:ext>
            </a:extLst>
          </p:cNvPr>
          <p:cNvSpPr/>
          <p:nvPr/>
        </p:nvSpPr>
        <p:spPr>
          <a:xfrm>
            <a:off x="3191636" y="3189528"/>
            <a:ext cx="5508602" cy="1791542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27130" h="5623622">
                <a:moveTo>
                  <a:pt x="0" y="1016083"/>
                </a:moveTo>
                <a:cubicBezTo>
                  <a:pt x="316129" y="-237370"/>
                  <a:pt x="2000659" y="-232233"/>
                  <a:pt x="3521847" y="494825"/>
                </a:cubicBezTo>
                <a:cubicBezTo>
                  <a:pt x="5043035" y="1221883"/>
                  <a:pt x="7575857" y="6853425"/>
                  <a:pt x="9127130" y="5378433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E378B1BB-0C20-7E52-B783-ADDACC8E5BBC}"/>
              </a:ext>
            </a:extLst>
          </p:cNvPr>
          <p:cNvSpPr/>
          <p:nvPr/>
        </p:nvSpPr>
        <p:spPr>
          <a:xfrm>
            <a:off x="8709418" y="4800344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5E0C138-D143-8A5D-1582-5F1CE0512CE3}"/>
              </a:ext>
            </a:extLst>
          </p:cNvPr>
          <p:cNvCxnSpPr>
            <a:cxnSpLocks/>
          </p:cNvCxnSpPr>
          <p:nvPr/>
        </p:nvCxnSpPr>
        <p:spPr>
          <a:xfrm>
            <a:off x="8758296" y="4827549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8B89A86-63FF-515E-8AA8-2245D1186D97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E4EBB39E-C648-9F85-1B1B-87747F71C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4E2F521B-1CA2-B0A4-0B11-D17A414F6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2E961B3-35EA-6F85-3713-F03FC123867E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ECB6F6D-DF20-935B-398D-7DE85953C990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7939396-C46B-F45D-3AE6-F7838B37DF7F}"/>
                </a:ext>
              </a:extLst>
            </p:cNvPr>
            <p:cNvCxnSpPr>
              <a:stCxn id="106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75957C74-DF7B-8A94-6D70-FB074E7658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78B7EE5-5BB7-16ED-3F15-D346A60385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FF0BC02-A49E-8B57-CA2C-5166422D69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2A5D22CA-6FB9-9C64-EDAD-B3AF062545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F1B01CC6-661F-E457-6133-AEB196E39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0A3BFCCA-A3D3-8BD7-8C79-4F4161EE2AC9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3F70B25-7B30-BAC4-4B20-DB3158C5761A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D85A8224-D046-5E7E-53F7-5FA268A4A6E7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65F3D2D-810E-9E0C-06CD-B27D33699404}"/>
                </a:ext>
              </a:extLst>
            </p:cNvPr>
            <p:cNvSpPr txBox="1"/>
            <p:nvPr/>
          </p:nvSpPr>
          <p:spPr>
            <a:xfrm>
              <a:off x="1151300" y="5056932"/>
              <a:ext cx="35939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3,3V</a:t>
              </a:r>
              <a:endParaRPr lang="LID4096" sz="700"/>
            </a:p>
          </p:txBody>
        </p:sp>
      </p:grpSp>
    </p:spTree>
    <p:extLst>
      <p:ext uri="{BB962C8B-B14F-4D97-AF65-F5344CB8AC3E}">
        <p14:creationId xmlns:p14="http://schemas.microsoft.com/office/powerpoint/2010/main" val="4041015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15BF-0AE0-77B5-6C65-56F4A3A0D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6C29-281A-E835-F78A-97804B65B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 – Pull Up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78C13C-85CF-CEE3-F58F-7B74044552F8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EAFA22-6E1C-BBE8-8D55-464B5C11E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D9C92B9-6715-FD22-0310-7C78C4EAA658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C2883D-743D-C402-2BEC-A686AE9D7764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3182694-EDD4-19CC-9640-B6DED1DC3EBC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CD347A2-E449-B632-27BC-E991C7BB4DAA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08EA30B-909E-A272-3962-C58623514A9C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94ED5BF-65CE-C646-F4E4-F2C0AC2E3878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6E944E4-CA21-B805-F0F7-4007D491045D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43EDE20-ED9F-AD06-9DB2-B6D7C33EA86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621ECBFE-95FE-EA2A-876A-88D923F073A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14DC317-84EF-42D4-F867-A9DEA500CC4F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1D6EFD7-EEB8-12FB-A8C1-877EA1D6EC4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7F99C54-7F1C-93C4-95B7-27594D196C1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9975E54-AD04-5797-7356-94A863A5772E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A67D18D9-624D-A78A-AFED-9C46B3BC877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79DEDE84-35BA-91FA-5C92-4F276950C21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18FC4B3-711D-5D4C-80E9-E8F4144A18B5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A4802F-FE78-4995-1BC8-37831820F49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88E81E1B-8DBB-849A-EDDC-CAEB744B817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721BCB-3E14-B390-9B7D-7D4B584FB181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54BE2C89-DCBD-F4A1-7117-646F234EB0B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B7638038-E057-7C76-A5C0-FB0A6FD2834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0208A1C-5337-DD73-6CD9-9A4C8A7A435D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73C4E82-262B-0C2D-7AC0-71C76925D41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F50E03C9-466C-C169-1CF0-4F740C953E4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9CDE6E1-510E-2788-3122-F0212B2E724A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FD4F616-4573-3BF0-D653-B73962BF9B6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C8F02F0-CC6F-479A-B267-F454188999F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935A7A0-1AA4-1355-DDE2-F9138DF7F5D5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D4CC622-1CCF-82C6-5A36-6EE13FC3FD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A19C51F-9C56-4075-4D5B-7C45BBEE415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B66801E-9786-1E35-EEAF-59112F6E40C9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F70C9BC-5BEE-8614-5BCF-AF718447EFE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9686166-D3E7-5871-0287-0BC104C8912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A624307-267F-3B73-4AB4-19E7220377E8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EF11F32-A259-685D-DEFA-5C37335AF61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10606D02-7E0A-CD33-C3F6-83499B0497B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88B940A-9DB3-9888-1C35-B6201EBA1B1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DBE688-CD22-FA34-5330-B7B21D22E724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EAB4290-DC36-E7F6-A946-B76A35936D8F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B08539F-C775-6614-2CFD-806386B903A7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D5C07F9-9577-668D-BB41-26E0BFC6E2E8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064DD4-5EE2-6C24-3EBB-417698F761F5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98F13BA-0CB2-9E49-1000-86DBA0B05F2B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30F6D7-57AF-3B49-8F03-9C95344EB4C7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D48DDEE-D409-825C-926B-9A07C7A5E276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49EB648-1CF3-506C-4902-CB14AFB9DF93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1AEEB97-D319-A6DE-0B58-4D07924C65FA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6EA2ED1-5732-D911-D4FA-F0DE510AD17F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1119DA1-793D-7ACC-B3AE-7FCF1096BBB2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00BE807-46A5-F3AE-ABEC-1B42B83637E2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67B2772-EC6E-EFE8-0CE5-5B42798F30BF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9E65845-11BE-6FF6-1544-10C04EA75BCF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1FD6F4-9246-EF15-E238-811B721AA003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262D6C2-5FE5-5807-7FA8-2122358B8D2C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EA978-C3FD-D75C-2EBB-5087C2FD558A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E569420-B7A6-4385-EECC-7951DBCB52EE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E8956DBA-E219-AD6C-4146-BE75B6F5DE65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58627AD-E5FB-18ED-2D72-DBE502B91457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C80AD6F-33A2-FF77-D221-DB0ED9517101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1C159F79-202D-1F4A-7A6D-7E4C219BF214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5307026-014C-E730-179C-63323C336CCF}"/>
              </a:ext>
            </a:extLst>
          </p:cNvPr>
          <p:cNvSpPr/>
          <p:nvPr/>
        </p:nvSpPr>
        <p:spPr>
          <a:xfrm>
            <a:off x="8751023" y="4245135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00F632A2-EF25-857A-F53B-3684AAE896EE}"/>
              </a:ext>
            </a:extLst>
          </p:cNvPr>
          <p:cNvSpPr/>
          <p:nvPr/>
        </p:nvSpPr>
        <p:spPr>
          <a:xfrm>
            <a:off x="8408838" y="3317107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D2CA627-DEFA-F73C-56B0-315964507A05}"/>
              </a:ext>
            </a:extLst>
          </p:cNvPr>
          <p:cNvGrpSpPr/>
          <p:nvPr/>
        </p:nvGrpSpPr>
        <p:grpSpPr>
          <a:xfrm>
            <a:off x="8474678" y="4221613"/>
            <a:ext cx="631874" cy="309390"/>
            <a:chOff x="5198211" y="3413816"/>
            <a:chExt cx="307830" cy="260468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E37A8ADA-A341-7BA4-E00F-6DE947C13A6C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3BC3BC8-8552-A7D4-B342-686B67716F14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A093D64-6E4C-A1D7-B9D9-50A683B5AF9C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3F369ED-2E57-7551-628D-29CB8467B7C4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4C85F886-1CE9-9150-02DB-5F810BE7FAD7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0343C8EB-F916-49A7-04A7-E0F013B62ECF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8DE3173F-1B2B-8AEE-48DA-D365A13F7FCD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5AE38584-E49D-0A77-A32C-4665DC44D798}"/>
              </a:ext>
            </a:extLst>
          </p:cNvPr>
          <p:cNvSpPr/>
          <p:nvPr/>
        </p:nvSpPr>
        <p:spPr>
          <a:xfrm>
            <a:off x="3500729" y="3953103"/>
            <a:ext cx="5199509" cy="1063830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  <a:gd name="csX0" fmla="*/ 0 w 8614998"/>
              <a:gd name="csY0" fmla="*/ 4005046 h 5230226"/>
              <a:gd name="csX1" fmla="*/ 3009715 w 8614998"/>
              <a:gd name="csY1" fmla="*/ 101432 h 5230226"/>
              <a:gd name="csX2" fmla="*/ 8614998 w 8614998"/>
              <a:gd name="csY2" fmla="*/ 4985040 h 5230226"/>
              <a:gd name="csX0" fmla="*/ 0 w 8614998"/>
              <a:gd name="csY0" fmla="*/ 2001592 h 3339346"/>
              <a:gd name="csX1" fmla="*/ 4033979 w 8614998"/>
              <a:gd name="csY1" fmla="*/ 213636 h 3339346"/>
              <a:gd name="csX2" fmla="*/ 8614998 w 8614998"/>
              <a:gd name="csY2" fmla="*/ 2981586 h 3339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14998" h="3339346">
                <a:moveTo>
                  <a:pt x="0" y="2001592"/>
                </a:moveTo>
                <a:cubicBezTo>
                  <a:pt x="316129" y="748139"/>
                  <a:pt x="2512791" y="-513422"/>
                  <a:pt x="4033979" y="213636"/>
                </a:cubicBezTo>
                <a:cubicBezTo>
                  <a:pt x="5555167" y="940694"/>
                  <a:pt x="7063725" y="4456578"/>
                  <a:pt x="8614998" y="2981586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C4F44421-5DD7-804E-ACC4-DEFEC26C5E83}"/>
              </a:ext>
            </a:extLst>
          </p:cNvPr>
          <p:cNvSpPr/>
          <p:nvPr/>
        </p:nvSpPr>
        <p:spPr>
          <a:xfrm>
            <a:off x="8709418" y="4800344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F43AA42-F75A-EF05-1DFB-E6580782D86B}"/>
              </a:ext>
            </a:extLst>
          </p:cNvPr>
          <p:cNvCxnSpPr>
            <a:cxnSpLocks/>
          </p:cNvCxnSpPr>
          <p:nvPr/>
        </p:nvCxnSpPr>
        <p:spPr>
          <a:xfrm>
            <a:off x="8758296" y="4827549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CFB8CBD-03EE-EFB3-E845-D436DAC0F83A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B3A720FD-2DA4-C19A-5973-F378B5660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D216BD2D-870F-BCF3-9859-566A64744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9D5AD12-5FE3-A3E0-0A50-C69C2BC5B0D0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C8E317F-C791-A955-DEDD-DAB52C923191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9A1A5944-2E93-AADC-FE9B-2D926B17E389}"/>
                </a:ext>
              </a:extLst>
            </p:cNvPr>
            <p:cNvCxnSpPr>
              <a:stCxn id="106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2847799F-3F63-7F15-3A5D-4C1293B26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5E3BA1E2-9DAC-1762-8617-BC24E9ABEA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CD78A20-B158-1E5B-CC74-5D3A545DD0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99497AD-A73B-F1E4-3DB2-EFF5D1DC0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D74A99B3-47EE-E27D-2D12-8095C6EEC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5E2DD768-B6DF-9637-8EA7-CA0D4B3D4A8B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62D91013-BDF1-B19F-D4D6-6DCBA54F3C71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B047A84-30D7-1083-7838-CF496B60C213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C1E9F1C-61AE-6275-44CE-3DFA2A310C12}"/>
                </a:ext>
              </a:extLst>
            </p:cNvPr>
            <p:cNvSpPr txBox="1"/>
            <p:nvPr/>
          </p:nvSpPr>
          <p:spPr>
            <a:xfrm>
              <a:off x="1151300" y="5056932"/>
              <a:ext cx="32092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  0V</a:t>
              </a:r>
              <a:endParaRPr lang="LID4096" sz="700"/>
            </a:p>
          </p:txBody>
        </p:sp>
      </p:grpSp>
    </p:spTree>
    <p:extLst>
      <p:ext uri="{BB962C8B-B14F-4D97-AF65-F5344CB8AC3E}">
        <p14:creationId xmlns:p14="http://schemas.microsoft.com/office/powerpoint/2010/main" val="1806078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E21F9F-F864-9E70-2CFC-9A2DB1571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676C-E3F4-CCD8-2E25-AA7816186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 – Pull Up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843D612-3707-2491-5FB6-BA494BD99DE1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6F6E85-4474-F854-E8BD-A6DA51112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3485C0-3837-ADC7-9FCB-FDB50BC0A512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3DDA085-609C-8B0B-050E-211C62AE1E80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D07EF9B-4E69-2359-BA27-4D133A4B3C6B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1802521-3886-6739-3638-76A321CF64C1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45ACAEC-DF52-87ED-D474-071640B799F8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0E1C9A7-9AA1-34CF-D3F1-B60DF31D731C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D783427-3B3D-C5BC-6F78-A2A3F8845019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5EE4D5-59F2-3707-3A75-84FCF0279B5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B92EF4D-4631-4F92-BE69-0C4A9D4782C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FE48FCF-3B4A-0623-C6DC-5B5DB51BC33D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3D79CC26-9F29-F18B-2F35-C26603F1808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4305DEFE-CF46-5650-538F-BAFA6618320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7EF7188-052B-1C90-5702-1157C1750568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1FCE4C4-2F64-990C-A8BE-88D12FC084E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45F3DB5F-1256-7EA2-3DC4-5E214BC488C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E91A7E-AC27-E0CA-2AEF-8091B2056AB5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54423FF-7466-C1F8-BE41-6A067C727B8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FBDDC83B-4F7D-F336-29C0-E9221804B9B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A485FEA-182D-2B11-E4F0-CAF0A6FBE733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3F3827C-E2FF-F543-F57C-969D06BE03F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471F508B-7E73-8036-38D1-198E4474BA4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8A4A970-3C79-D19C-A1C4-858FB8BC9F56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76788ED-35AE-7DA3-BD74-6106DD171A5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3E3BF6F-BA45-B4C9-B812-0E14B6B1325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3EE2975-8D90-02CD-C9B2-24CB20C21387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9825697-359D-AB8C-C77F-2C0C1426193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54BC301-B1B9-A50F-BAB0-34BF75D9E8A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0756C9F-1FDF-A59E-FDA3-54825F0511CC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442611D-600F-299C-D516-7E463B2AB56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4599728-1605-394B-7528-3722BCA4714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A56AB26-658B-56F9-C23E-C036E28262A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4B1A76B-F9D7-F609-65F5-655197B63C9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377B673E-99B7-FA1C-4055-F67BE5BB1B7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05077AE-7C42-0ABF-438B-D7E756F65701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491B1A0-E3C4-0678-11E4-C92BFCC6E30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2D435A6-BE1C-D4C5-0513-7598FDBD223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F27D25C-4723-0B85-2151-173023D68CA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0D0C60E-09DD-12B4-EAB1-36342FCDB4AD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60B68C9-BF1F-9D02-5A10-7AE3BAB68910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EE82408-7369-4B0A-746D-D44B945A3F26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8E46CE5-A161-96F6-F977-F8C295EA4B0C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D0D7A1C-524D-4880-FE59-FE190A7E3A87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2A217C-927D-D543-EE6A-736EB5217DB0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C55CF4F-5353-9F38-7165-F8550EEF0C2A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C10F64-A353-3E02-7551-D78CD639998D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69FD9A7-A271-35F9-7D79-30E3C9923775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354C032-32CC-32CA-95F0-F855DE09935B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E1C5A15-9EF8-5475-546D-C7D89D948DFD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E51E0EE-0E49-D24B-61CC-DFE5D7251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2FC6BBD-193F-A973-8B52-923A0AC82D49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8E43327-7A0C-6E39-1333-4B083BA83741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C04E36-2F6A-5922-FFCC-437C49C4ED09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1B8B109-B4CB-075A-9C1E-E4A8077768AA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9A6E7F-1F03-2239-D5D6-8345441EA7A7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DE3F6F6-05F8-332D-5B6C-338A37FEE06E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2A42A99-7DA8-BFA0-2201-FC48233E577D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22071F8A-A33C-84E0-C497-BCE57B18169C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9706E77C-AFBC-0ECC-4C17-CDA96C280A89}"/>
              </a:ext>
            </a:extLst>
          </p:cNvPr>
          <p:cNvSpPr/>
          <p:nvPr/>
        </p:nvSpPr>
        <p:spPr>
          <a:xfrm>
            <a:off x="3500729" y="3953103"/>
            <a:ext cx="5199509" cy="1063830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  <a:gd name="csX0" fmla="*/ 0 w 8614998"/>
              <a:gd name="csY0" fmla="*/ 4005046 h 5230226"/>
              <a:gd name="csX1" fmla="*/ 3009715 w 8614998"/>
              <a:gd name="csY1" fmla="*/ 101432 h 5230226"/>
              <a:gd name="csX2" fmla="*/ 8614998 w 8614998"/>
              <a:gd name="csY2" fmla="*/ 4985040 h 5230226"/>
              <a:gd name="csX0" fmla="*/ 0 w 8614998"/>
              <a:gd name="csY0" fmla="*/ 2001592 h 3339346"/>
              <a:gd name="csX1" fmla="*/ 4033979 w 8614998"/>
              <a:gd name="csY1" fmla="*/ 213636 h 3339346"/>
              <a:gd name="csX2" fmla="*/ 8614998 w 8614998"/>
              <a:gd name="csY2" fmla="*/ 2981586 h 3339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14998" h="3339346">
                <a:moveTo>
                  <a:pt x="0" y="2001592"/>
                </a:moveTo>
                <a:cubicBezTo>
                  <a:pt x="316129" y="748139"/>
                  <a:pt x="2512791" y="-513422"/>
                  <a:pt x="4033979" y="213636"/>
                </a:cubicBezTo>
                <a:cubicBezTo>
                  <a:pt x="5555167" y="940694"/>
                  <a:pt x="7063725" y="4456578"/>
                  <a:pt x="8614998" y="2981586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61E3C6D-C795-01C0-3C7D-87D6D0D2FF72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F4EB92E3-1FB7-94C3-DC32-942BFBAA1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455B0320-8F97-DA12-E785-7CFCDB400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7752D1AE-55FF-A1D3-CB27-7FA5483BE7F8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3E8970F-6B9F-5FE0-C740-B14743C096FE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6742954-AE7A-295D-FC21-6A7244D28393}"/>
                </a:ext>
              </a:extLst>
            </p:cNvPr>
            <p:cNvCxnSpPr>
              <a:stCxn id="106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192ABF2-20A9-B7F1-CC0B-2C328511D9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E12B6365-6771-BA8F-B784-E4C47A591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BEA29DD4-D70C-45F2-E5DF-FB2A415602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3CCCCDA-61EB-7F17-D679-DB97738C7B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20BAE3FD-0C17-DBB5-12E6-1207A8702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5E40480-A2DF-CB87-5C05-D70D8500EDF9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C4BB2DAF-C81E-A723-8F9F-065C239F43A2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99C6ECC8-BB0D-244D-7B05-A1583075FC58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92DD57E9-B7F2-B571-D4E2-EE150B4E8EA7}"/>
                </a:ext>
              </a:extLst>
            </p:cNvPr>
            <p:cNvSpPr txBox="1"/>
            <p:nvPr/>
          </p:nvSpPr>
          <p:spPr>
            <a:xfrm>
              <a:off x="1151300" y="5056932"/>
              <a:ext cx="36260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  ??V</a:t>
              </a:r>
              <a:endParaRPr lang="LID4096" sz="700"/>
            </a:p>
          </p:txBody>
        </p:sp>
      </p:grp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DE577801-C46B-2EBA-44BD-3243A163BB8F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0FC4425F-43A3-6561-0A84-4E0B8D6F2729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22AEB0-B0AF-F593-7C42-1A83C2DFEE8A}"/>
              </a:ext>
            </a:extLst>
          </p:cNvPr>
          <p:cNvSpPr/>
          <p:nvPr/>
        </p:nvSpPr>
        <p:spPr>
          <a:xfrm>
            <a:off x="8751023" y="4020809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ED21B27-FB6F-54B2-3BD7-B4222ECA4F66}"/>
              </a:ext>
            </a:extLst>
          </p:cNvPr>
          <p:cNvSpPr/>
          <p:nvPr/>
        </p:nvSpPr>
        <p:spPr>
          <a:xfrm>
            <a:off x="8423503" y="3136431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4B5EE870-170F-D3E2-6A5E-CB7BD1BAEA26}"/>
              </a:ext>
            </a:extLst>
          </p:cNvPr>
          <p:cNvGrpSpPr/>
          <p:nvPr/>
        </p:nvGrpSpPr>
        <p:grpSpPr>
          <a:xfrm>
            <a:off x="8474678" y="4027515"/>
            <a:ext cx="631874" cy="503488"/>
            <a:chOff x="5198211" y="3413816"/>
            <a:chExt cx="307830" cy="26046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3A7FA4B-C7C6-F724-9EF2-31C47470126C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962D1DD-A678-FF8E-F6D9-FEBDD1A7E358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4709BC0-0C65-91FB-F21F-870E6FD4FBE9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684FE26-7C8E-3FB2-EAB1-009E3A5D6732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1C34FD7-1438-3686-2A11-08B0AED1BAF1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E7F7BBA-D4DB-9CBC-EECA-07681E142610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DCC5FFD-D307-D257-1EFD-452B44DF8CB5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DC5A38C-4597-81A3-D816-CFD2A3F4835F}"/>
              </a:ext>
            </a:extLst>
          </p:cNvPr>
          <p:cNvSpPr/>
          <p:nvPr/>
        </p:nvSpPr>
        <p:spPr>
          <a:xfrm>
            <a:off x="8709418" y="4586577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BC2316DE-323D-1165-CC18-3FC0983A23CD}"/>
              </a:ext>
            </a:extLst>
          </p:cNvPr>
          <p:cNvCxnSpPr>
            <a:cxnSpLocks/>
          </p:cNvCxnSpPr>
          <p:nvPr/>
        </p:nvCxnSpPr>
        <p:spPr>
          <a:xfrm>
            <a:off x="8758296" y="4633618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D96F2470-03EF-7E15-40B7-FFFD19A935F2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2694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F696-6918-CFFD-7F42-1D84453CC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1748-CCC1-6654-2146-E8A0697F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 – Pull Up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57DF83E-AEA2-8F7A-BE35-EA96351443EB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0D2B8F-1425-F45F-9059-9340D74A5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6113FE-882E-699C-1F4A-7D0628FAE8A0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3018A0C-4C48-3E55-0A4C-23B669ECB252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2CB8D7C-E6AF-04AF-9BF4-F4716831AA95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B2D9990-4786-CCD0-C675-62DDE2E4BD52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33DA2E6-D8CE-74B0-BBBC-7DE68CA90E46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610C609-9147-FC83-7B9A-F7A6A397DBF5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00B715B-7276-E52F-5481-4EF9C9A5598A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6FA7792-96D9-438B-4851-E0DD3CCD471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EBB97CE-612F-6CFE-2E6E-69E8E092B90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600197-75D9-53C0-29C4-677E6DF7D78F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C5913C2-B654-28FF-6C02-FE5366ECDE6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BC495BC-2FF6-53AB-1581-A9CD99C89BB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79F595E-B2B2-5051-79A5-C5531302BB85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AFAF908-87FA-2E41-AE11-9B4B8F5226F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EDD589C-3526-A0C3-2BD6-3643EB961FB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67250AC-3EEA-A0FB-DD91-994AD868C4FB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713B4BC-ABB9-1B54-73E1-601695672D6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EBD75C1-78B3-ECB9-F4E2-7C688803D06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61EF0C9-DFBF-2BAB-275D-F588E5405061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E1B9135A-33B4-9B51-4660-EE22DAAB990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2B7134BA-D92B-75B3-951F-0A1D8406257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48A52BC-A1CF-7F4C-7355-70963A36FEB3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DD6FD19-7830-4334-D37F-368A0CB27DD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31FEFD5-873B-AB23-4BC6-B6397EC4943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7A99E65-B83E-FE9B-25AA-13B16B39F53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862F28C-CBDF-B7E7-BAFB-09C8E2D417B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CD0C5FF1-CDDC-3E43-D82E-E05EBEECA8C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680E394-F1A0-EDB1-26AD-693158976E84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398BB07-E95F-4D5B-A9ED-7E1EC570501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B979E26-1D54-F6DF-8CFC-8119D1312C6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D93F532-F8A3-D920-CD40-09F3C26BBAAE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146C66B-A197-DD68-61C5-E7893AC5E44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D5DE6986-2D26-8618-D4DA-8A78174B5EE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1D8286C-FAA6-2322-0317-A511B897A02D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813001F-D6C3-8AFB-0D45-9F9DC5CC1F6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6F48ECD0-4F0F-3A3E-C4F1-7E5E5A88B87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B22F54-7CD0-7D7A-FAE0-D2D93377988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B6DA128-3D6D-41B8-E1E0-6196F382CB1E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4CA2A58-0350-AFC8-6DAB-7EBCD7909392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BEBB317-B525-9F67-1E80-8D29B33AF201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4758A6-BC08-C08C-F471-D83ADB5E2CB1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FAD03F1-36B6-9F79-55B8-A5DD1025722C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95829BD-2315-BF1F-2812-839944C20C53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B126E9-A9C9-AD70-DA3E-8A5B02FAF165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436E71-81B3-D651-46DF-B48DE311EFFF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15E4267-FF32-6375-B65B-B70C4460A613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7B1EF1E-E518-7F96-6B4A-43AE0614F86A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68DF63C-0BEA-C337-A5E0-96AA79A04AC9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6F54A4F-9EBE-D580-4D13-07F1F233C1E7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DEEA1F2-1713-051A-421C-7B4E1B31B261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1C4787A-E2C2-E58C-CB0A-B5117995C3F7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DF1042-FA4B-12DD-C5E3-F6306A65ACC6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7C33EC6-E970-DF53-A29D-57331ED39EB5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2C472B3-3C72-CD19-5FDE-492E8FF58272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C0D9DF3-D5BE-9791-4582-D5517C2C875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23FAB08-1054-A717-5828-1E63F7F3BD30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7ABBAE1B-1551-E134-AE12-7A8ADD6CEAF2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078139C-275E-9823-45D9-41474E3546F9}"/>
              </a:ext>
            </a:extLst>
          </p:cNvPr>
          <p:cNvGrpSpPr/>
          <p:nvPr/>
        </p:nvGrpSpPr>
        <p:grpSpPr>
          <a:xfrm rot="4290278">
            <a:off x="3183653" y="3243941"/>
            <a:ext cx="2661949" cy="1775129"/>
            <a:chOff x="3535244" y="2669588"/>
            <a:chExt cx="2661949" cy="1775129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8A74EFC-AF08-66D9-C44C-C580A5B4CDEE}"/>
                </a:ext>
              </a:extLst>
            </p:cNvPr>
            <p:cNvSpPr/>
            <p:nvPr/>
          </p:nvSpPr>
          <p:spPr>
            <a:xfrm rot="15300440">
              <a:off x="3573100" y="2631732"/>
              <a:ext cx="1775129" cy="1850841"/>
            </a:xfrm>
            <a:custGeom>
              <a:avLst/>
              <a:gdLst>
                <a:gd name="connsiteX0" fmla="*/ 666925 w 666925"/>
                <a:gd name="connsiteY0" fmla="*/ 0 h 755009"/>
                <a:gd name="connsiteX1" fmla="*/ 360727 w 666925"/>
                <a:gd name="connsiteY1" fmla="*/ 444616 h 755009"/>
                <a:gd name="connsiteX2" fmla="*/ 0 w 666925"/>
                <a:gd name="connsiteY2" fmla="*/ 755009 h 755009"/>
                <a:gd name="csX0" fmla="*/ 4848 w 1209805"/>
                <a:gd name="csY0" fmla="*/ 0 h 1740331"/>
                <a:gd name="csX1" fmla="*/ 1203546 w 1209805"/>
                <a:gd name="csY1" fmla="*/ 1429938 h 1740331"/>
                <a:gd name="csX2" fmla="*/ 842819 w 1209805"/>
                <a:gd name="csY2" fmla="*/ 1740331 h 1740331"/>
                <a:gd name="csX0" fmla="*/ 0 w 1212527"/>
                <a:gd name="csY0" fmla="*/ 53230 h 1793561"/>
                <a:gd name="csX1" fmla="*/ 1198698 w 1212527"/>
                <a:gd name="csY1" fmla="*/ 1483168 h 1793561"/>
                <a:gd name="csX2" fmla="*/ 837971 w 1212527"/>
                <a:gd name="csY2" fmla="*/ 1793561 h 1793561"/>
                <a:gd name="csX0" fmla="*/ 0 w 1781739"/>
                <a:gd name="csY0" fmla="*/ 97869 h 1838200"/>
                <a:gd name="csX1" fmla="*/ 1774236 w 1781739"/>
                <a:gd name="csY1" fmla="*/ 642308 h 1838200"/>
                <a:gd name="csX2" fmla="*/ 837971 w 1781739"/>
                <a:gd name="csY2" fmla="*/ 1838200 h 1838200"/>
                <a:gd name="csX0" fmla="*/ 0 w 1774236"/>
                <a:gd name="csY0" fmla="*/ 110510 h 1850841"/>
                <a:gd name="csX1" fmla="*/ 1774236 w 1774236"/>
                <a:gd name="csY1" fmla="*/ 654949 h 1850841"/>
                <a:gd name="csX2" fmla="*/ 837971 w 1774236"/>
                <a:gd name="csY2" fmla="*/ 1850841 h 1850841"/>
                <a:gd name="csX0" fmla="*/ 0 w 1775129"/>
                <a:gd name="csY0" fmla="*/ 110510 h 1850841"/>
                <a:gd name="csX1" fmla="*/ 1774236 w 1775129"/>
                <a:gd name="csY1" fmla="*/ 654949 h 1850841"/>
                <a:gd name="csX2" fmla="*/ 837971 w 1775129"/>
                <a:gd name="csY2" fmla="*/ 1850841 h 18508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5129" h="1850841">
                  <a:moveTo>
                    <a:pt x="0" y="110510"/>
                  </a:moveTo>
                  <a:cubicBezTo>
                    <a:pt x="736455" y="-259313"/>
                    <a:pt x="1762282" y="396194"/>
                    <a:pt x="1774236" y="654949"/>
                  </a:cubicBezTo>
                  <a:cubicBezTo>
                    <a:pt x="1806350" y="891010"/>
                    <a:pt x="962757" y="1758562"/>
                    <a:pt x="837971" y="185084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34EFBFF-5397-3B64-AB9C-7C529E13DFA8}"/>
                </a:ext>
              </a:extLst>
            </p:cNvPr>
            <p:cNvGrpSpPr/>
            <p:nvPr/>
          </p:nvGrpSpPr>
          <p:grpSpPr>
            <a:xfrm rot="12438241">
              <a:off x="5290025" y="3369981"/>
              <a:ext cx="550143" cy="184758"/>
              <a:chOff x="7629989" y="5236460"/>
              <a:chExt cx="1027147" cy="344953"/>
            </a:xfrm>
          </p:grpSpPr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BA436779-9998-F886-B934-E363F11F8664}"/>
                  </a:ext>
                </a:extLst>
              </p:cNvPr>
              <p:cNvSpPr/>
              <p:nvPr/>
            </p:nvSpPr>
            <p:spPr>
              <a:xfrm>
                <a:off x="7629989" y="5236460"/>
                <a:ext cx="341624" cy="34162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26D53E2-2F4C-ECD1-4965-1B13A8D9C02C}"/>
                  </a:ext>
                </a:extLst>
              </p:cNvPr>
              <p:cNvSpPr/>
              <p:nvPr/>
            </p:nvSpPr>
            <p:spPr>
              <a:xfrm>
                <a:off x="8315512" y="5239789"/>
                <a:ext cx="341624" cy="34162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7557945D-B8C1-41C6-4242-FB38FC04E1C2}"/>
                  </a:ext>
                </a:extLst>
              </p:cNvPr>
              <p:cNvSpPr/>
              <p:nvPr/>
            </p:nvSpPr>
            <p:spPr>
              <a:xfrm>
                <a:off x="7866077" y="5260841"/>
                <a:ext cx="541140" cy="29286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F6BF43BC-FADC-F044-4F8F-2E72B3936FEA}"/>
                  </a:ext>
                </a:extLst>
              </p:cNvPr>
              <p:cNvCxnSpPr/>
              <p:nvPr/>
            </p:nvCxnSpPr>
            <p:spPr>
              <a:xfrm>
                <a:off x="7953306" y="5260841"/>
                <a:ext cx="0" cy="29286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5D47765-59C5-5E6D-FD55-50858DD3A9AF}"/>
                  </a:ext>
                </a:extLst>
              </p:cNvPr>
              <p:cNvCxnSpPr/>
              <p:nvPr/>
            </p:nvCxnSpPr>
            <p:spPr>
              <a:xfrm>
                <a:off x="8266751" y="5260841"/>
                <a:ext cx="0" cy="29286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A3544510-A3C3-6B2D-CC41-D1D64C9D720F}"/>
                  </a:ext>
                </a:extLst>
              </p:cNvPr>
              <p:cNvCxnSpPr/>
              <p:nvPr/>
            </p:nvCxnSpPr>
            <p:spPr>
              <a:xfrm>
                <a:off x="8099972" y="5260841"/>
                <a:ext cx="0" cy="292863"/>
              </a:xfrm>
              <a:prstGeom prst="line">
                <a:avLst/>
              </a:prstGeom>
              <a:ln w="508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A045C1F1-B3FE-B908-23CF-AFD1AE969321}"/>
                  </a:ext>
                </a:extLst>
              </p:cNvPr>
              <p:cNvCxnSpPr/>
              <p:nvPr/>
            </p:nvCxnSpPr>
            <p:spPr>
              <a:xfrm>
                <a:off x="8196330" y="5260841"/>
                <a:ext cx="0" cy="292863"/>
              </a:xfrm>
              <a:prstGeom prst="line">
                <a:avLst/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F3080E9-3B16-E21C-9DEC-007A67F58AEA}"/>
                </a:ext>
              </a:extLst>
            </p:cNvPr>
            <p:cNvSpPr/>
            <p:nvPr/>
          </p:nvSpPr>
          <p:spPr>
            <a:xfrm rot="15300440">
              <a:off x="5888315" y="3496863"/>
              <a:ext cx="272702" cy="345054"/>
            </a:xfrm>
            <a:custGeom>
              <a:avLst/>
              <a:gdLst>
                <a:gd name="connsiteX0" fmla="*/ 666925 w 666925"/>
                <a:gd name="connsiteY0" fmla="*/ 0 h 755009"/>
                <a:gd name="connsiteX1" fmla="*/ 360727 w 666925"/>
                <a:gd name="connsiteY1" fmla="*/ 444616 h 755009"/>
                <a:gd name="connsiteX2" fmla="*/ 0 w 666925"/>
                <a:gd name="connsiteY2" fmla="*/ 755009 h 755009"/>
                <a:gd name="csX0" fmla="*/ 666925 w 666925"/>
                <a:gd name="csY0" fmla="*/ 0 h 755009"/>
                <a:gd name="csX1" fmla="*/ 0 w 666925"/>
                <a:gd name="csY1" fmla="*/ 755009 h 755009"/>
                <a:gd name="csX0" fmla="*/ 272702 w 272702"/>
                <a:gd name="csY0" fmla="*/ 0 h 345054"/>
                <a:gd name="csX1" fmla="*/ 0 w 272702"/>
                <a:gd name="csY1" fmla="*/ 345054 h 345054"/>
                <a:gd name="csX0" fmla="*/ 272702 w 272702"/>
                <a:gd name="csY0" fmla="*/ 0 h 345054"/>
                <a:gd name="csX1" fmla="*/ 0 w 272702"/>
                <a:gd name="csY1" fmla="*/ 345054 h 345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2702" h="345054">
                  <a:moveTo>
                    <a:pt x="272702" y="0"/>
                  </a:moveTo>
                  <a:cubicBezTo>
                    <a:pt x="181801" y="115018"/>
                    <a:pt x="118747" y="308601"/>
                    <a:pt x="0" y="34505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DED9745B-AE90-9AC2-3865-22859A4147C9}"/>
              </a:ext>
            </a:extLst>
          </p:cNvPr>
          <p:cNvSpPr/>
          <p:nvPr/>
        </p:nvSpPr>
        <p:spPr>
          <a:xfrm>
            <a:off x="3500729" y="3953103"/>
            <a:ext cx="5199509" cy="1063830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  <a:gd name="csX0" fmla="*/ 0 w 8614998"/>
              <a:gd name="csY0" fmla="*/ 4005046 h 5230226"/>
              <a:gd name="csX1" fmla="*/ 3009715 w 8614998"/>
              <a:gd name="csY1" fmla="*/ 101432 h 5230226"/>
              <a:gd name="csX2" fmla="*/ 8614998 w 8614998"/>
              <a:gd name="csY2" fmla="*/ 4985040 h 5230226"/>
              <a:gd name="csX0" fmla="*/ 0 w 8614998"/>
              <a:gd name="csY0" fmla="*/ 2001592 h 3339346"/>
              <a:gd name="csX1" fmla="*/ 4033979 w 8614998"/>
              <a:gd name="csY1" fmla="*/ 213636 h 3339346"/>
              <a:gd name="csX2" fmla="*/ 8614998 w 8614998"/>
              <a:gd name="csY2" fmla="*/ 2981586 h 3339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14998" h="3339346">
                <a:moveTo>
                  <a:pt x="0" y="2001592"/>
                </a:moveTo>
                <a:cubicBezTo>
                  <a:pt x="316129" y="748139"/>
                  <a:pt x="2512791" y="-513422"/>
                  <a:pt x="4033979" y="213636"/>
                </a:cubicBezTo>
                <a:cubicBezTo>
                  <a:pt x="5555167" y="940694"/>
                  <a:pt x="7063725" y="4456578"/>
                  <a:pt x="8614998" y="2981586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1ABFFE2E-2DB6-6EC1-A554-18EFC9D37F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522867" y="4278183"/>
            <a:ext cx="267313" cy="1140629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E60F1BB0-537F-7DC1-FD4A-B7D7FFFFA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06" y="4278183"/>
            <a:ext cx="336160" cy="1140543"/>
          </a:xfrm>
          <a:prstGeom prst="rect">
            <a:avLst/>
          </a:prstGeom>
        </p:spPr>
      </p:pic>
      <p:sp>
        <p:nvSpPr>
          <p:cNvPr id="106" name="Rectangle 105">
            <a:extLst>
              <a:ext uri="{FF2B5EF4-FFF2-40B4-BE49-F238E27FC236}">
                <a16:creationId xmlns:a16="http://schemas.microsoft.com/office/drawing/2014/main" id="{D4D0521B-DC5B-215C-C4F7-7BFB4C971E75}"/>
              </a:ext>
            </a:extLst>
          </p:cNvPr>
          <p:cNvSpPr/>
          <p:nvPr/>
        </p:nvSpPr>
        <p:spPr>
          <a:xfrm>
            <a:off x="772732" y="4221613"/>
            <a:ext cx="673995" cy="2528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9C8878C-A501-7C83-2804-1F3D5323D392}"/>
              </a:ext>
            </a:extLst>
          </p:cNvPr>
          <p:cNvSpPr txBox="1"/>
          <p:nvPr/>
        </p:nvSpPr>
        <p:spPr>
          <a:xfrm>
            <a:off x="845845" y="4249329"/>
            <a:ext cx="54694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/>
              <a:t>Many M</a:t>
            </a:r>
            <a:r>
              <a:rPr lang="el-GR" sz="700"/>
              <a:t>Ω</a:t>
            </a:r>
            <a:endParaRPr lang="LID4096" sz="700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E1456B3-D754-1222-5DB7-4E229A3BFEA3}"/>
              </a:ext>
            </a:extLst>
          </p:cNvPr>
          <p:cNvCxnSpPr>
            <a:stCxn id="106" idx="1"/>
          </p:cNvCxnSpPr>
          <p:nvPr/>
        </p:nvCxnSpPr>
        <p:spPr>
          <a:xfrm flipH="1">
            <a:off x="493690" y="4348023"/>
            <a:ext cx="2790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32C00C-97B9-3BC3-5DAD-156752F8496D}"/>
              </a:ext>
            </a:extLst>
          </p:cNvPr>
          <p:cNvCxnSpPr>
            <a:cxnSpLocks/>
          </p:cNvCxnSpPr>
          <p:nvPr/>
        </p:nvCxnSpPr>
        <p:spPr>
          <a:xfrm flipV="1">
            <a:off x="483913" y="4233683"/>
            <a:ext cx="9777" cy="2265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064AB43-974E-A474-E7B3-9762D4FD62FF}"/>
              </a:ext>
            </a:extLst>
          </p:cNvPr>
          <p:cNvCxnSpPr>
            <a:cxnSpLocks/>
          </p:cNvCxnSpPr>
          <p:nvPr/>
        </p:nvCxnSpPr>
        <p:spPr>
          <a:xfrm flipV="1">
            <a:off x="457671" y="4236147"/>
            <a:ext cx="4890" cy="1876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9E6B534-84AB-9C49-9727-37803FBE2760}"/>
              </a:ext>
            </a:extLst>
          </p:cNvPr>
          <p:cNvCxnSpPr>
            <a:cxnSpLocks/>
          </p:cNvCxnSpPr>
          <p:nvPr/>
        </p:nvCxnSpPr>
        <p:spPr>
          <a:xfrm flipV="1">
            <a:off x="430576" y="4291453"/>
            <a:ext cx="0" cy="981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CAAABB4-E6E2-476E-0C9E-B31CBFA93385}"/>
              </a:ext>
            </a:extLst>
          </p:cNvPr>
          <p:cNvCxnSpPr>
            <a:cxnSpLocks/>
          </p:cNvCxnSpPr>
          <p:nvPr/>
        </p:nvCxnSpPr>
        <p:spPr>
          <a:xfrm flipH="1" flipV="1">
            <a:off x="1446727" y="4348544"/>
            <a:ext cx="686908" cy="98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3" name="Picture 112">
            <a:extLst>
              <a:ext uri="{FF2B5EF4-FFF2-40B4-BE49-F238E27FC236}">
                <a16:creationId xmlns:a16="http://schemas.microsoft.com/office/drawing/2014/main" id="{0273DFE3-E698-B98B-4DE2-CBBFE8C99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806" y="4911892"/>
            <a:ext cx="929375" cy="1094521"/>
          </a:xfrm>
          <a:prstGeom prst="rect">
            <a:avLst/>
          </a:prstGeom>
        </p:spPr>
      </p:pic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D7F2D2FE-3A0B-8DE5-2934-531373A35E79}"/>
              </a:ext>
            </a:extLst>
          </p:cNvPr>
          <p:cNvSpPr/>
          <p:nvPr/>
        </p:nvSpPr>
        <p:spPr>
          <a:xfrm>
            <a:off x="1550421" y="5388677"/>
            <a:ext cx="123598" cy="45719"/>
          </a:xfrm>
          <a:custGeom>
            <a:avLst/>
            <a:gdLst>
              <a:gd name="csX0" fmla="*/ 107156 w 107156"/>
              <a:gd name="csY0" fmla="*/ 0 h 40481"/>
              <a:gd name="csX1" fmla="*/ 0 w 107156"/>
              <a:gd name="csY1" fmla="*/ 40481 h 404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7156" h="40481">
                <a:moveTo>
                  <a:pt x="107156" y="0"/>
                </a:moveTo>
                <a:lnTo>
                  <a:pt x="0" y="40481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92D5DC56-D3C7-7AA0-A34C-B3C4246B096B}"/>
              </a:ext>
            </a:extLst>
          </p:cNvPr>
          <p:cNvCxnSpPr/>
          <p:nvPr/>
        </p:nvCxnSpPr>
        <p:spPr>
          <a:xfrm flipV="1">
            <a:off x="711994" y="5250656"/>
            <a:ext cx="378619" cy="92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BE3F2D1E-172D-217F-0F4F-C8DF7A5D7805}"/>
              </a:ext>
            </a:extLst>
          </p:cNvPr>
          <p:cNvSpPr/>
          <p:nvPr/>
        </p:nvSpPr>
        <p:spPr>
          <a:xfrm>
            <a:off x="1197154" y="5078820"/>
            <a:ext cx="267315" cy="128974"/>
          </a:xfrm>
          <a:custGeom>
            <a:avLst/>
            <a:gdLst>
              <a:gd name="csX0" fmla="*/ 228600 w 240506"/>
              <a:gd name="csY0" fmla="*/ 107156 h 107156"/>
              <a:gd name="csX1" fmla="*/ 240506 w 240506"/>
              <a:gd name="csY1" fmla="*/ 2381 h 107156"/>
              <a:gd name="csX2" fmla="*/ 9525 w 240506"/>
              <a:gd name="csY2" fmla="*/ 0 h 107156"/>
              <a:gd name="csX3" fmla="*/ 0 w 240506"/>
              <a:gd name="csY3" fmla="*/ 95250 h 107156"/>
              <a:gd name="csX4" fmla="*/ 228600 w 240506"/>
              <a:gd name="csY4" fmla="*/ 107156 h 1071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0506" h="107156">
                <a:moveTo>
                  <a:pt x="228600" y="107156"/>
                </a:moveTo>
                <a:lnTo>
                  <a:pt x="240506" y="2381"/>
                </a:lnTo>
                <a:lnTo>
                  <a:pt x="9525" y="0"/>
                </a:lnTo>
                <a:lnTo>
                  <a:pt x="0" y="95250"/>
                </a:lnTo>
                <a:lnTo>
                  <a:pt x="228600" y="1071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25D9A00-C041-66F6-47ED-246C4E32537B}"/>
              </a:ext>
            </a:extLst>
          </p:cNvPr>
          <p:cNvSpPr txBox="1"/>
          <p:nvPr/>
        </p:nvSpPr>
        <p:spPr>
          <a:xfrm>
            <a:off x="1151300" y="5056932"/>
            <a:ext cx="3946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/>
              <a:t>  3.3V</a:t>
            </a:r>
            <a:endParaRPr lang="LID4096" sz="700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F4869D58-9A51-BB4B-F9E1-0E7931CBE433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765463AF-A1E6-C783-97AD-1F78E86C6A10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48E736-563F-3229-BE1F-73EE158A0B40}"/>
              </a:ext>
            </a:extLst>
          </p:cNvPr>
          <p:cNvSpPr/>
          <p:nvPr/>
        </p:nvSpPr>
        <p:spPr>
          <a:xfrm>
            <a:off x="8751023" y="4020809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68523A85-7D90-F46E-EAF7-65FE4B6FC64E}"/>
              </a:ext>
            </a:extLst>
          </p:cNvPr>
          <p:cNvSpPr/>
          <p:nvPr/>
        </p:nvSpPr>
        <p:spPr>
          <a:xfrm>
            <a:off x="8423503" y="3136431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F816FFA-F667-AB11-464E-AFEC64BEA6DE}"/>
              </a:ext>
            </a:extLst>
          </p:cNvPr>
          <p:cNvGrpSpPr/>
          <p:nvPr/>
        </p:nvGrpSpPr>
        <p:grpSpPr>
          <a:xfrm>
            <a:off x="8474678" y="4027515"/>
            <a:ext cx="631874" cy="503488"/>
            <a:chOff x="5198211" y="3413816"/>
            <a:chExt cx="307830" cy="260468"/>
          </a:xfrm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090F4FD3-AA9F-B43B-8148-FCB1A1472F9D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423568A-FB56-3F3B-AF17-643D8F2ED7F5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7CBBFEB-8662-C9DF-0085-C05C0FB24F9F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E928963-24B9-B0EA-7CF8-969C174901B9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8EA3D39-740F-E4FA-FB9F-2CD4F00FD759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76A5CF9-B42D-8E91-B683-34D13D83CB46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06B1B965-6E1D-C66D-AFDF-A3ADDAD19F67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438DEC34-EAB9-CA6F-C214-C2171ED86386}"/>
              </a:ext>
            </a:extLst>
          </p:cNvPr>
          <p:cNvSpPr/>
          <p:nvPr/>
        </p:nvSpPr>
        <p:spPr>
          <a:xfrm>
            <a:off x="8709418" y="4586577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5E9F516D-563C-66D5-C9DE-924BF79E5BD6}"/>
              </a:ext>
            </a:extLst>
          </p:cNvPr>
          <p:cNvCxnSpPr>
            <a:cxnSpLocks/>
          </p:cNvCxnSpPr>
          <p:nvPr/>
        </p:nvCxnSpPr>
        <p:spPr>
          <a:xfrm>
            <a:off x="8758296" y="4633618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B503A518-7802-2C6B-3DD8-6FF686D681F5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8942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4AC9-C2B9-A73E-DF34-71FD666D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9CDD-A892-041E-0444-39AD1D6C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Koppla in en knapp – Pull Up</a:t>
            </a:r>
            <a:endParaRPr lang="LID4096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ED41CC7-4CE7-3700-70DE-51DDC360184E}"/>
              </a:ext>
            </a:extLst>
          </p:cNvPr>
          <p:cNvGrpSpPr/>
          <p:nvPr/>
        </p:nvGrpSpPr>
        <p:grpSpPr>
          <a:xfrm rot="16200000">
            <a:off x="1617178" y="3002057"/>
            <a:ext cx="3095687" cy="2470259"/>
            <a:chOff x="436296" y="1927862"/>
            <a:chExt cx="5353797" cy="4272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ECBD5AB-17F7-6865-1B30-715858B98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9C2160-00C3-4D65-E451-7D2CB8EE60D1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D76CFE7-2928-2215-1422-B61A839A31AF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8597312-8B0A-11EF-B907-C5BE7974090E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81C630A-E73C-046B-D47E-7F6E60BBACAA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A17F6A6-0D41-28C0-EB45-D87EC5A14CA7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DEFBB63-F7A5-6FF4-200C-E3224AEBCD40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8F9A468-4D90-BD13-6ADC-1B3D88ABC0A8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46D1C75-D030-64A4-F01C-5446338A04E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1A1DB7FE-B3F9-47E2-8A00-5C7D3BFC5B3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1ACD3BD-57DD-164C-1A9D-7610FCFE8136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159CB456-6EFD-2219-1637-F9993D516DF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96F1998-6B20-5380-B2E1-F0D581257D4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84ABE3C-2E4D-AC2C-92A6-4404851AF2AD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15886770-A250-1C67-E49F-ACB3E26D66C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F3955BE-C6C8-C0AE-81DD-03C7507B397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ECC2481-7FD4-227B-5E7E-8225D3BD11FC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4A52DDE1-A1D2-D144-DA53-CB91F50F53A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12D77B38-90CD-7CF0-B9DD-D7FDA74A919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F445ADB-9BC2-95E2-A4A1-83DFFCC4BE1E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2A67526-CFC3-C8C5-4678-21A1E6D6C88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1B7BB1B9-E929-34CD-5E56-FC39FC3DF3A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63E8F5B-9C69-42BD-B9DE-825E94768D32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4C83132-EC1C-3187-7E4D-235210128BD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9359965-7333-7534-706E-8F741AD91A9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C65CF63-4E01-9A70-5BE8-3EAED46C3479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2DBE2739-30C5-5BBA-36E6-B17021240A2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98D216A-BB04-4EE2-402A-8EAEA962E13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1F2EA57-D54E-00EC-0725-169BCE147FAE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DAF8C5D-DB31-DED8-C530-85A099F38A5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9DCD63F-5668-D5A9-5643-394A7D619A2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E4D26F-C40C-5081-472B-2A193056F2B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F20780E-0A8F-38D9-0E35-DE6BD74792E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CC3C305-6888-E26A-39A6-97ABABFD832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0AC700A-83F1-ED97-6FA4-2CD48F0BCAAF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B7B2112-B382-2796-C2CA-68233E5EB3B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6F55DA77-2E57-4561-7367-AD39F7D2714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F2244C-3AD8-7136-DA47-86FDAF006AC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C4D069D-A286-9F55-E128-4AB47E398C92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638920A-6B0F-82B1-FC43-630F06F2A7F7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D766FC-F30E-05E1-CA59-C00A8CBFF908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DD3E36-2A53-CB36-BEAD-F0504AF75530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131AC4E-E0FE-FAD0-448B-F9312BD8ABD5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301B544-FD6E-88D2-6536-55C3B369E503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7F5C618-A802-F791-F429-9ABFCCFFB282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23937A-581B-BA15-C17A-A6D45701D837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77CB39A-76F8-8A77-098D-308A339B4A2A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0C3E989-5CD7-59BF-2A93-22FFBA8A8BA9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8AE268-5BF2-90D9-EE0F-59499751216B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CE71C69-A2C3-B591-ED88-1008A96DDBCD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F13875-9649-E78E-E1CC-6A56378128F3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6E9D3AA-3CDC-CD98-8768-3625FD9B660B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FFD9FD5-9FCA-AB80-225B-25019034F31B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EBD789E-201A-A0D9-8ED6-108C8D9A73C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5A0A030-01A1-29BA-07C6-510EF68430FF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1A32EEA-6BC9-D246-9ADD-128B3F41BD5C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8711272-DF56-1AC3-F398-3FB3D5543279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CCC1BCB9-C2F7-9784-4CFE-30DC5F8C3DC2}"/>
              </a:ext>
            </a:extLst>
          </p:cNvPr>
          <p:cNvSpPr/>
          <p:nvPr/>
        </p:nvSpPr>
        <p:spPr>
          <a:xfrm>
            <a:off x="2998272" y="4338004"/>
            <a:ext cx="5553847" cy="1202803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sX0" fmla="*/ 685 w 7916114"/>
              <a:gd name="csY0" fmla="*/ 0 h 3612330"/>
              <a:gd name="csX1" fmla="*/ 3985872 w 7916114"/>
              <a:gd name="csY1" fmla="*/ 3588549 h 3612330"/>
              <a:gd name="csX2" fmla="*/ 7916114 w 7916114"/>
              <a:gd name="csY2" fmla="*/ 3307518 h 3612330"/>
              <a:gd name="csX0" fmla="*/ 88142 w 8003571"/>
              <a:gd name="csY0" fmla="*/ 0 h 3612330"/>
              <a:gd name="csX1" fmla="*/ 4073329 w 8003571"/>
              <a:gd name="csY1" fmla="*/ 3588549 h 3612330"/>
              <a:gd name="csX2" fmla="*/ 8003571 w 8003571"/>
              <a:gd name="csY2" fmla="*/ 3307518 h 3612330"/>
              <a:gd name="csX0" fmla="*/ 296322 w 8211751"/>
              <a:gd name="csY0" fmla="*/ 0 h 4051250"/>
              <a:gd name="csX1" fmla="*/ 1139528 w 8211751"/>
              <a:gd name="csY1" fmla="*/ 4051250 h 4051250"/>
              <a:gd name="csX2" fmla="*/ 8211751 w 8211751"/>
              <a:gd name="csY2" fmla="*/ 3307518 h 4051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11751" h="4051250">
                <a:moveTo>
                  <a:pt x="296322" y="0"/>
                </a:moveTo>
                <a:cubicBezTo>
                  <a:pt x="-417992" y="1399332"/>
                  <a:pt x="276161" y="3960369"/>
                  <a:pt x="1139528" y="4051250"/>
                </a:cubicBezTo>
                <a:lnTo>
                  <a:pt x="8211751" y="3307518"/>
                </a:ln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659A0647-3D0C-0085-6723-DAD68E34F211}"/>
              </a:ext>
            </a:extLst>
          </p:cNvPr>
          <p:cNvSpPr/>
          <p:nvPr/>
        </p:nvSpPr>
        <p:spPr>
          <a:xfrm>
            <a:off x="8423503" y="5071180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01F39BFE-0A52-12D4-1249-DAFFFB7F9F9E}"/>
              </a:ext>
            </a:extLst>
          </p:cNvPr>
          <p:cNvSpPr/>
          <p:nvPr/>
        </p:nvSpPr>
        <p:spPr>
          <a:xfrm flipH="1">
            <a:off x="8941226" y="4501306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633951C9-F292-33C8-6B2F-4E7953F1CD46}"/>
              </a:ext>
            </a:extLst>
          </p:cNvPr>
          <p:cNvSpPr/>
          <p:nvPr/>
        </p:nvSpPr>
        <p:spPr>
          <a:xfrm>
            <a:off x="7994798" y="4503739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64CB79F7-AA87-55CD-EAB5-88CA515E0059}"/>
              </a:ext>
            </a:extLst>
          </p:cNvPr>
          <p:cNvSpPr/>
          <p:nvPr/>
        </p:nvSpPr>
        <p:spPr>
          <a:xfrm>
            <a:off x="8751023" y="4245135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4549DB7B-A318-B5A3-3501-4FD9012FA401}"/>
              </a:ext>
            </a:extLst>
          </p:cNvPr>
          <p:cNvSpPr/>
          <p:nvPr/>
        </p:nvSpPr>
        <p:spPr>
          <a:xfrm>
            <a:off x="8408838" y="3317107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B46762B-5956-BF07-A433-34A2D84A65D1}"/>
              </a:ext>
            </a:extLst>
          </p:cNvPr>
          <p:cNvGrpSpPr/>
          <p:nvPr/>
        </p:nvGrpSpPr>
        <p:grpSpPr>
          <a:xfrm>
            <a:off x="8474678" y="4221613"/>
            <a:ext cx="631874" cy="309390"/>
            <a:chOff x="5198211" y="3413816"/>
            <a:chExt cx="307830" cy="260468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D6BE246-FD5F-C159-19F9-7C6DBF6D2FD0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0EAB9-7F0F-1EF1-9C81-4E1DB9238D05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5D1C14F-55C7-4B4C-DAB5-A41E488AE291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981C792-ADCE-823C-5E11-74E5CEDDAF80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F9C359F7-4003-561C-197E-F9F4369BF69C}"/>
              </a:ext>
            </a:extLst>
          </p:cNvPr>
          <p:cNvCxnSpPr>
            <a:cxnSpLocks/>
          </p:cNvCxnSpPr>
          <p:nvPr/>
        </p:nvCxnSpPr>
        <p:spPr>
          <a:xfrm flipH="1">
            <a:off x="8572556" y="5005100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A76EAC4-81DF-1E30-04E4-1CE3D12A2EE0}"/>
              </a:ext>
            </a:extLst>
          </p:cNvPr>
          <p:cNvCxnSpPr>
            <a:cxnSpLocks/>
          </p:cNvCxnSpPr>
          <p:nvPr/>
        </p:nvCxnSpPr>
        <p:spPr>
          <a:xfrm flipH="1">
            <a:off x="8616604" y="5009987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00E2A6D4-BF40-5E44-A04C-34FD66DC5F79}"/>
              </a:ext>
            </a:extLst>
          </p:cNvPr>
          <p:cNvSpPr/>
          <p:nvPr/>
        </p:nvSpPr>
        <p:spPr>
          <a:xfrm>
            <a:off x="8520602" y="3222442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2DEE7769-43B5-B0BB-B245-15485AC63902}"/>
              </a:ext>
            </a:extLst>
          </p:cNvPr>
          <p:cNvSpPr/>
          <p:nvPr/>
        </p:nvSpPr>
        <p:spPr>
          <a:xfrm>
            <a:off x="3500729" y="3953103"/>
            <a:ext cx="5199509" cy="1063830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sX0" fmla="*/ 0 w 5549318"/>
              <a:gd name="csY0" fmla="*/ 1 h 1378014"/>
              <a:gd name="csX1" fmla="*/ 2063692 w 5549318"/>
              <a:gd name="csY1" fmla="*/ 192948 h 1378014"/>
              <a:gd name="csX2" fmla="*/ 4467138 w 5549318"/>
              <a:gd name="csY2" fmla="*/ 1346434 h 1378014"/>
              <a:gd name="csX3" fmla="*/ 5549318 w 5549318"/>
              <a:gd name="csY3" fmla="*/ 939568 h 1378014"/>
              <a:gd name="csX0" fmla="*/ 0 w 5549318"/>
              <a:gd name="csY0" fmla="*/ 1 h 939567"/>
              <a:gd name="csX1" fmla="*/ 2063692 w 5549318"/>
              <a:gd name="csY1" fmla="*/ 192948 h 939567"/>
              <a:gd name="csX2" fmla="*/ 5549318 w 5549318"/>
              <a:gd name="csY2" fmla="*/ 939568 h 939567"/>
              <a:gd name="csX0" fmla="*/ 0 w 9184032"/>
              <a:gd name="csY0" fmla="*/ 0 h 4200645"/>
              <a:gd name="csX1" fmla="*/ 5698406 w 9184032"/>
              <a:gd name="csY1" fmla="*/ 3454026 h 4200645"/>
              <a:gd name="csX2" fmla="*/ 9184032 w 9184032"/>
              <a:gd name="csY2" fmla="*/ 4200646 h 4200645"/>
              <a:gd name="csX0" fmla="*/ 0 w 9184032"/>
              <a:gd name="csY0" fmla="*/ 241115 h 4441760"/>
              <a:gd name="csX1" fmla="*/ 5698406 w 9184032"/>
              <a:gd name="csY1" fmla="*/ 3695141 h 4441760"/>
              <a:gd name="csX2" fmla="*/ 9184032 w 9184032"/>
              <a:gd name="csY2" fmla="*/ 4441761 h 4441760"/>
              <a:gd name="csX0" fmla="*/ 0 w 9184032"/>
              <a:gd name="csY0" fmla="*/ 1106090 h 5306735"/>
              <a:gd name="csX1" fmla="*/ 3578749 w 9184032"/>
              <a:gd name="csY1" fmla="*/ 423128 h 5306735"/>
              <a:gd name="csX2" fmla="*/ 9184032 w 9184032"/>
              <a:gd name="csY2" fmla="*/ 5306736 h 5306735"/>
              <a:gd name="csX0" fmla="*/ 0 w 9184032"/>
              <a:gd name="csY0" fmla="*/ 2326056 h 6526701"/>
              <a:gd name="csX1" fmla="*/ 3578749 w 9184032"/>
              <a:gd name="csY1" fmla="*/ 1643094 h 6526701"/>
              <a:gd name="csX2" fmla="*/ 9184032 w 9184032"/>
              <a:gd name="csY2" fmla="*/ 6526702 h 6526701"/>
              <a:gd name="csX0" fmla="*/ 0 w 9184032"/>
              <a:gd name="csY0" fmla="*/ 2326056 h 6920647"/>
              <a:gd name="csX1" fmla="*/ 3578749 w 9184032"/>
              <a:gd name="csY1" fmla="*/ 1643094 h 6920647"/>
              <a:gd name="csX2" fmla="*/ 9184032 w 9184032"/>
              <a:gd name="csY2" fmla="*/ 6526702 h 6920647"/>
              <a:gd name="csX0" fmla="*/ 0 w 9127130"/>
              <a:gd name="csY0" fmla="*/ 1016083 h 5623622"/>
              <a:gd name="csX1" fmla="*/ 3521847 w 9127130"/>
              <a:gd name="csY1" fmla="*/ 494825 h 5623622"/>
              <a:gd name="csX2" fmla="*/ 9127130 w 9127130"/>
              <a:gd name="csY2" fmla="*/ 5378433 h 5623622"/>
              <a:gd name="csX0" fmla="*/ 0 w 8614998"/>
              <a:gd name="csY0" fmla="*/ 4005046 h 5230226"/>
              <a:gd name="csX1" fmla="*/ 3009715 w 8614998"/>
              <a:gd name="csY1" fmla="*/ 101432 h 5230226"/>
              <a:gd name="csX2" fmla="*/ 8614998 w 8614998"/>
              <a:gd name="csY2" fmla="*/ 4985040 h 5230226"/>
              <a:gd name="csX0" fmla="*/ 0 w 8614998"/>
              <a:gd name="csY0" fmla="*/ 2001592 h 3339346"/>
              <a:gd name="csX1" fmla="*/ 4033979 w 8614998"/>
              <a:gd name="csY1" fmla="*/ 213636 h 3339346"/>
              <a:gd name="csX2" fmla="*/ 8614998 w 8614998"/>
              <a:gd name="csY2" fmla="*/ 2981586 h 33393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614998" h="3339346">
                <a:moveTo>
                  <a:pt x="0" y="2001592"/>
                </a:moveTo>
                <a:cubicBezTo>
                  <a:pt x="316129" y="748139"/>
                  <a:pt x="2512791" y="-513422"/>
                  <a:pt x="4033979" y="213636"/>
                </a:cubicBezTo>
                <a:cubicBezTo>
                  <a:pt x="5555167" y="940694"/>
                  <a:pt x="7063725" y="4456578"/>
                  <a:pt x="8614998" y="2981586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733FCF48-AD30-B6BB-F379-2423EA8C70FC}"/>
              </a:ext>
            </a:extLst>
          </p:cNvPr>
          <p:cNvSpPr/>
          <p:nvPr/>
        </p:nvSpPr>
        <p:spPr>
          <a:xfrm>
            <a:off x="8709418" y="4800344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A6A4615-571F-F091-D7C8-E9A217190B25}"/>
              </a:ext>
            </a:extLst>
          </p:cNvPr>
          <p:cNvCxnSpPr>
            <a:cxnSpLocks/>
          </p:cNvCxnSpPr>
          <p:nvPr/>
        </p:nvCxnSpPr>
        <p:spPr>
          <a:xfrm>
            <a:off x="8758296" y="4827549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00ECBAF-2174-3DA2-E580-EAC5883ADEB5}"/>
              </a:ext>
            </a:extLst>
          </p:cNvPr>
          <p:cNvGrpSpPr/>
          <p:nvPr/>
        </p:nvGrpSpPr>
        <p:grpSpPr>
          <a:xfrm>
            <a:off x="413706" y="4221613"/>
            <a:ext cx="1719929" cy="1784800"/>
            <a:chOff x="413706" y="4221613"/>
            <a:chExt cx="1719929" cy="1784800"/>
          </a:xfrm>
        </p:grpSpPr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A8F4C102-A177-F9E3-7070-5685D86DC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1522867" y="4278183"/>
              <a:ext cx="267313" cy="1140629"/>
            </a:xfrm>
            <a:prstGeom prst="rect">
              <a:avLst/>
            </a:prstGeom>
          </p:spPr>
        </p:pic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071EB20D-22D9-E995-7928-992DEA549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3706" y="4278183"/>
              <a:ext cx="336160" cy="1140543"/>
            </a:xfrm>
            <a:prstGeom prst="rect">
              <a:avLst/>
            </a:prstGeom>
          </p:spPr>
        </p:pic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BB9B26F-2F7E-9A7C-BE9D-EFB9717AFAAC}"/>
                </a:ext>
              </a:extLst>
            </p:cNvPr>
            <p:cNvSpPr/>
            <p:nvPr/>
          </p:nvSpPr>
          <p:spPr>
            <a:xfrm>
              <a:off x="772732" y="422161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2E294AAE-4D33-EC8C-A863-5A127EAC64CE}"/>
                </a:ext>
              </a:extLst>
            </p:cNvPr>
            <p:cNvSpPr txBox="1"/>
            <p:nvPr/>
          </p:nvSpPr>
          <p:spPr>
            <a:xfrm>
              <a:off x="845845" y="4249329"/>
              <a:ext cx="54694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Many M</a:t>
              </a:r>
              <a:r>
                <a:rPr lang="el-GR" sz="700"/>
                <a:t>Ω</a:t>
              </a:r>
              <a:endParaRPr lang="LID4096" sz="700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3828C80-5A7F-0313-2508-5765FCE2B29B}"/>
                </a:ext>
              </a:extLst>
            </p:cNvPr>
            <p:cNvCxnSpPr>
              <a:stCxn id="106" idx="1"/>
            </p:cNvCxnSpPr>
            <p:nvPr/>
          </p:nvCxnSpPr>
          <p:spPr>
            <a:xfrm flipH="1">
              <a:off x="493690" y="434802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35ABB66-948B-67B2-0365-320DC638A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13" y="423368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613DB20-0DDA-D543-DBA2-3A05ACBCC7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7671" y="423614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B57504A-665E-6837-F8F1-81884CBD7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576" y="429145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4FE4C68-03C7-1604-B4BE-6DCBFC3150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6727" y="4348544"/>
              <a:ext cx="686908" cy="98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82175833-8EEF-469C-BB91-F3CB8A632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60806" y="4911892"/>
              <a:ext cx="929375" cy="1094521"/>
            </a:xfrm>
            <a:prstGeom prst="rect">
              <a:avLst/>
            </a:prstGeom>
          </p:spPr>
        </p:pic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E1ADE3A-99B0-8FB4-D700-4CD5C3D00313}"/>
                </a:ext>
              </a:extLst>
            </p:cNvPr>
            <p:cNvSpPr/>
            <p:nvPr/>
          </p:nvSpPr>
          <p:spPr>
            <a:xfrm>
              <a:off x="1550421" y="5388677"/>
              <a:ext cx="123598" cy="45719"/>
            </a:xfrm>
            <a:custGeom>
              <a:avLst/>
              <a:gdLst>
                <a:gd name="csX0" fmla="*/ 107156 w 107156"/>
                <a:gd name="csY0" fmla="*/ 0 h 40481"/>
                <a:gd name="csX1" fmla="*/ 0 w 107156"/>
                <a:gd name="csY1" fmla="*/ 40481 h 40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156" h="40481">
                  <a:moveTo>
                    <a:pt x="107156" y="0"/>
                  </a:moveTo>
                  <a:lnTo>
                    <a:pt x="0" y="40481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A558C545-997D-91FC-F08F-D49902454706}"/>
                </a:ext>
              </a:extLst>
            </p:cNvPr>
            <p:cNvCxnSpPr/>
            <p:nvPr/>
          </p:nvCxnSpPr>
          <p:spPr>
            <a:xfrm flipV="1">
              <a:off x="711994" y="5250656"/>
              <a:ext cx="378619" cy="92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3878A2D-A4A1-1D7D-3FBC-5B10E03AAE51}"/>
                </a:ext>
              </a:extLst>
            </p:cNvPr>
            <p:cNvSpPr/>
            <p:nvPr/>
          </p:nvSpPr>
          <p:spPr>
            <a:xfrm>
              <a:off x="1197154" y="5078820"/>
              <a:ext cx="267315" cy="128974"/>
            </a:xfrm>
            <a:custGeom>
              <a:avLst/>
              <a:gdLst>
                <a:gd name="csX0" fmla="*/ 228600 w 240506"/>
                <a:gd name="csY0" fmla="*/ 107156 h 107156"/>
                <a:gd name="csX1" fmla="*/ 240506 w 240506"/>
                <a:gd name="csY1" fmla="*/ 2381 h 107156"/>
                <a:gd name="csX2" fmla="*/ 9525 w 240506"/>
                <a:gd name="csY2" fmla="*/ 0 h 107156"/>
                <a:gd name="csX3" fmla="*/ 0 w 240506"/>
                <a:gd name="csY3" fmla="*/ 95250 h 107156"/>
                <a:gd name="csX4" fmla="*/ 228600 w 240506"/>
                <a:gd name="csY4" fmla="*/ 107156 h 1071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40506" h="107156">
                  <a:moveTo>
                    <a:pt x="228600" y="107156"/>
                  </a:moveTo>
                  <a:lnTo>
                    <a:pt x="240506" y="2381"/>
                  </a:lnTo>
                  <a:lnTo>
                    <a:pt x="9525" y="0"/>
                  </a:lnTo>
                  <a:lnTo>
                    <a:pt x="0" y="95250"/>
                  </a:lnTo>
                  <a:lnTo>
                    <a:pt x="228600" y="1071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AA20418-21B7-87E5-0C59-67D37C5F1387}"/>
                </a:ext>
              </a:extLst>
            </p:cNvPr>
            <p:cNvSpPr txBox="1"/>
            <p:nvPr/>
          </p:nvSpPr>
          <p:spPr>
            <a:xfrm>
              <a:off x="1151300" y="5056932"/>
              <a:ext cx="320922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/>
                <a:t>  0V</a:t>
              </a:r>
              <a:endParaRPr lang="LID4096" sz="7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7AE76F-AC2F-BE5A-F998-110B889B7804}"/>
              </a:ext>
            </a:extLst>
          </p:cNvPr>
          <p:cNvGrpSpPr/>
          <p:nvPr/>
        </p:nvGrpSpPr>
        <p:grpSpPr>
          <a:xfrm rot="4290278">
            <a:off x="3183653" y="3243941"/>
            <a:ext cx="2661949" cy="1775129"/>
            <a:chOff x="3535244" y="2669588"/>
            <a:chExt cx="2661949" cy="1775129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F5A2855-6943-90FB-6888-D657B893731B}"/>
                </a:ext>
              </a:extLst>
            </p:cNvPr>
            <p:cNvSpPr/>
            <p:nvPr/>
          </p:nvSpPr>
          <p:spPr>
            <a:xfrm rot="15300440">
              <a:off x="3573100" y="2631732"/>
              <a:ext cx="1775129" cy="1850841"/>
            </a:xfrm>
            <a:custGeom>
              <a:avLst/>
              <a:gdLst>
                <a:gd name="connsiteX0" fmla="*/ 666925 w 666925"/>
                <a:gd name="connsiteY0" fmla="*/ 0 h 755009"/>
                <a:gd name="connsiteX1" fmla="*/ 360727 w 666925"/>
                <a:gd name="connsiteY1" fmla="*/ 444616 h 755009"/>
                <a:gd name="connsiteX2" fmla="*/ 0 w 666925"/>
                <a:gd name="connsiteY2" fmla="*/ 755009 h 755009"/>
                <a:gd name="csX0" fmla="*/ 4848 w 1209805"/>
                <a:gd name="csY0" fmla="*/ 0 h 1740331"/>
                <a:gd name="csX1" fmla="*/ 1203546 w 1209805"/>
                <a:gd name="csY1" fmla="*/ 1429938 h 1740331"/>
                <a:gd name="csX2" fmla="*/ 842819 w 1209805"/>
                <a:gd name="csY2" fmla="*/ 1740331 h 1740331"/>
                <a:gd name="csX0" fmla="*/ 0 w 1212527"/>
                <a:gd name="csY0" fmla="*/ 53230 h 1793561"/>
                <a:gd name="csX1" fmla="*/ 1198698 w 1212527"/>
                <a:gd name="csY1" fmla="*/ 1483168 h 1793561"/>
                <a:gd name="csX2" fmla="*/ 837971 w 1212527"/>
                <a:gd name="csY2" fmla="*/ 1793561 h 1793561"/>
                <a:gd name="csX0" fmla="*/ 0 w 1781739"/>
                <a:gd name="csY0" fmla="*/ 97869 h 1838200"/>
                <a:gd name="csX1" fmla="*/ 1774236 w 1781739"/>
                <a:gd name="csY1" fmla="*/ 642308 h 1838200"/>
                <a:gd name="csX2" fmla="*/ 837971 w 1781739"/>
                <a:gd name="csY2" fmla="*/ 1838200 h 1838200"/>
                <a:gd name="csX0" fmla="*/ 0 w 1774236"/>
                <a:gd name="csY0" fmla="*/ 110510 h 1850841"/>
                <a:gd name="csX1" fmla="*/ 1774236 w 1774236"/>
                <a:gd name="csY1" fmla="*/ 654949 h 1850841"/>
                <a:gd name="csX2" fmla="*/ 837971 w 1774236"/>
                <a:gd name="csY2" fmla="*/ 1850841 h 1850841"/>
                <a:gd name="csX0" fmla="*/ 0 w 1775129"/>
                <a:gd name="csY0" fmla="*/ 110510 h 1850841"/>
                <a:gd name="csX1" fmla="*/ 1774236 w 1775129"/>
                <a:gd name="csY1" fmla="*/ 654949 h 1850841"/>
                <a:gd name="csX2" fmla="*/ 837971 w 1775129"/>
                <a:gd name="csY2" fmla="*/ 1850841 h 18508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775129" h="1850841">
                  <a:moveTo>
                    <a:pt x="0" y="110510"/>
                  </a:moveTo>
                  <a:cubicBezTo>
                    <a:pt x="736455" y="-259313"/>
                    <a:pt x="1762282" y="396194"/>
                    <a:pt x="1774236" y="654949"/>
                  </a:cubicBezTo>
                  <a:cubicBezTo>
                    <a:pt x="1806350" y="891010"/>
                    <a:pt x="962757" y="1758562"/>
                    <a:pt x="837971" y="185084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33E9AE8-AFE6-E495-A2D7-CF3332E14CC9}"/>
                </a:ext>
              </a:extLst>
            </p:cNvPr>
            <p:cNvGrpSpPr/>
            <p:nvPr/>
          </p:nvGrpSpPr>
          <p:grpSpPr>
            <a:xfrm rot="12438241">
              <a:off x="5290025" y="3369981"/>
              <a:ext cx="550143" cy="184758"/>
              <a:chOff x="7629989" y="5236460"/>
              <a:chExt cx="1027147" cy="344953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CF9408EF-4BFA-D8C8-3BCB-FEC62B2A26CA}"/>
                  </a:ext>
                </a:extLst>
              </p:cNvPr>
              <p:cNvSpPr/>
              <p:nvPr/>
            </p:nvSpPr>
            <p:spPr>
              <a:xfrm>
                <a:off x="7629989" y="5236460"/>
                <a:ext cx="341624" cy="34162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313CBE04-E67A-6EC2-3C66-09BE5065426F}"/>
                  </a:ext>
                </a:extLst>
              </p:cNvPr>
              <p:cNvSpPr/>
              <p:nvPr/>
            </p:nvSpPr>
            <p:spPr>
              <a:xfrm>
                <a:off x="8315512" y="5239789"/>
                <a:ext cx="341624" cy="341624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2CA5043-6859-7A7E-DF59-B121426D4B8B}"/>
                  </a:ext>
                </a:extLst>
              </p:cNvPr>
              <p:cNvSpPr/>
              <p:nvPr/>
            </p:nvSpPr>
            <p:spPr>
              <a:xfrm>
                <a:off x="7866077" y="5260841"/>
                <a:ext cx="541140" cy="292863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A39B265B-FFAA-CD14-7A2D-F5E577C968D2}"/>
                  </a:ext>
                </a:extLst>
              </p:cNvPr>
              <p:cNvCxnSpPr/>
              <p:nvPr/>
            </p:nvCxnSpPr>
            <p:spPr>
              <a:xfrm>
                <a:off x="7953306" y="5260841"/>
                <a:ext cx="0" cy="29286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CCA23CC-CDA7-CD91-0570-6E84F4F59E0F}"/>
                  </a:ext>
                </a:extLst>
              </p:cNvPr>
              <p:cNvCxnSpPr/>
              <p:nvPr/>
            </p:nvCxnSpPr>
            <p:spPr>
              <a:xfrm>
                <a:off x="8266751" y="5260841"/>
                <a:ext cx="0" cy="29286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B892213B-805B-A679-F02B-1F4AD20588D0}"/>
                  </a:ext>
                </a:extLst>
              </p:cNvPr>
              <p:cNvCxnSpPr/>
              <p:nvPr/>
            </p:nvCxnSpPr>
            <p:spPr>
              <a:xfrm>
                <a:off x="8099972" y="5260841"/>
                <a:ext cx="0" cy="292863"/>
              </a:xfrm>
              <a:prstGeom prst="line">
                <a:avLst/>
              </a:prstGeom>
              <a:ln w="508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52F1D849-75AA-A0B8-F06A-AE794ADE78AE}"/>
                  </a:ext>
                </a:extLst>
              </p:cNvPr>
              <p:cNvCxnSpPr/>
              <p:nvPr/>
            </p:nvCxnSpPr>
            <p:spPr>
              <a:xfrm>
                <a:off x="8196330" y="5260841"/>
                <a:ext cx="0" cy="292863"/>
              </a:xfrm>
              <a:prstGeom prst="line">
                <a:avLst/>
              </a:prstGeom>
              <a:ln w="508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B1EFDF90-7E8F-E671-E38F-460FA68A058C}"/>
                </a:ext>
              </a:extLst>
            </p:cNvPr>
            <p:cNvSpPr/>
            <p:nvPr/>
          </p:nvSpPr>
          <p:spPr>
            <a:xfrm rot="15300440">
              <a:off x="5888315" y="3496863"/>
              <a:ext cx="272702" cy="345054"/>
            </a:xfrm>
            <a:custGeom>
              <a:avLst/>
              <a:gdLst>
                <a:gd name="connsiteX0" fmla="*/ 666925 w 666925"/>
                <a:gd name="connsiteY0" fmla="*/ 0 h 755009"/>
                <a:gd name="connsiteX1" fmla="*/ 360727 w 666925"/>
                <a:gd name="connsiteY1" fmla="*/ 444616 h 755009"/>
                <a:gd name="connsiteX2" fmla="*/ 0 w 666925"/>
                <a:gd name="connsiteY2" fmla="*/ 755009 h 755009"/>
                <a:gd name="csX0" fmla="*/ 666925 w 666925"/>
                <a:gd name="csY0" fmla="*/ 0 h 755009"/>
                <a:gd name="csX1" fmla="*/ 0 w 666925"/>
                <a:gd name="csY1" fmla="*/ 755009 h 755009"/>
                <a:gd name="csX0" fmla="*/ 272702 w 272702"/>
                <a:gd name="csY0" fmla="*/ 0 h 345054"/>
                <a:gd name="csX1" fmla="*/ 0 w 272702"/>
                <a:gd name="csY1" fmla="*/ 345054 h 345054"/>
                <a:gd name="csX0" fmla="*/ 272702 w 272702"/>
                <a:gd name="csY0" fmla="*/ 0 h 345054"/>
                <a:gd name="csX1" fmla="*/ 0 w 272702"/>
                <a:gd name="csY1" fmla="*/ 345054 h 3450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2702" h="345054">
                  <a:moveTo>
                    <a:pt x="272702" y="0"/>
                  </a:moveTo>
                  <a:cubicBezTo>
                    <a:pt x="181801" y="115018"/>
                    <a:pt x="118747" y="308601"/>
                    <a:pt x="0" y="34505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591945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40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BBB50-29C8-DDA6-F296-01CE3294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2517-AF05-83A6-4112-1C2AD3AA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7568C2-B389-F3AD-2813-6D73922CF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569407" y="3321770"/>
            <a:ext cx="3095687" cy="16029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35C8E9-BE0F-356F-BA9E-6F559D0C6A64}"/>
              </a:ext>
            </a:extLst>
          </p:cNvPr>
          <p:cNvSpPr/>
          <p:nvPr/>
        </p:nvSpPr>
        <p:spPr>
          <a:xfrm rot="16200000">
            <a:off x="6329117" y="3627628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4A7A31D-4C8D-3C3D-6F56-ACF34D173F3A}"/>
              </a:ext>
            </a:extLst>
          </p:cNvPr>
          <p:cNvSpPr/>
          <p:nvPr/>
        </p:nvSpPr>
        <p:spPr>
          <a:xfrm rot="16200000">
            <a:off x="5793231" y="3922834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7956FBD-E600-5B66-7CB8-424D69207342}"/>
              </a:ext>
            </a:extLst>
          </p:cNvPr>
          <p:cNvSpPr/>
          <p:nvPr/>
        </p:nvSpPr>
        <p:spPr>
          <a:xfrm rot="16200000">
            <a:off x="7293493" y="4524261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EAB0BA-B25F-7C58-D7E8-8C80A05DAA56}"/>
              </a:ext>
            </a:extLst>
          </p:cNvPr>
          <p:cNvSpPr/>
          <p:nvPr/>
        </p:nvSpPr>
        <p:spPr>
          <a:xfrm rot="16200000">
            <a:off x="6339582" y="3446980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64F9B0-1ADC-9E91-6BDC-BDE1132C03C8}"/>
              </a:ext>
            </a:extLst>
          </p:cNvPr>
          <p:cNvSpPr/>
          <p:nvPr/>
        </p:nvSpPr>
        <p:spPr>
          <a:xfrm rot="16200000">
            <a:off x="6422609" y="3528354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8E41DA-49D4-8915-73F7-D2521A8B9D3D}"/>
              </a:ext>
            </a:extLst>
          </p:cNvPr>
          <p:cNvSpPr/>
          <p:nvPr/>
        </p:nvSpPr>
        <p:spPr>
          <a:xfrm rot="16200000">
            <a:off x="7509665" y="3811306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70AF5AB-831F-F437-075D-F02662CA6488}"/>
              </a:ext>
            </a:extLst>
          </p:cNvPr>
          <p:cNvGrpSpPr/>
          <p:nvPr/>
        </p:nvGrpSpPr>
        <p:grpSpPr>
          <a:xfrm rot="16200000">
            <a:off x="7153050" y="3363815"/>
            <a:ext cx="121167" cy="90875"/>
            <a:chOff x="6669881" y="4393406"/>
            <a:chExt cx="209550" cy="1571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1D18FB-E5DA-8426-A3EC-661A2F5383A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C6C4308-EAB5-0DBC-B744-ACB39D65CF3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6AE6E9-BC2E-D4FF-FDB0-33E9BE00E012}"/>
              </a:ext>
            </a:extLst>
          </p:cNvPr>
          <p:cNvGrpSpPr/>
          <p:nvPr/>
        </p:nvGrpSpPr>
        <p:grpSpPr>
          <a:xfrm rot="16200000">
            <a:off x="7170950" y="3621295"/>
            <a:ext cx="121167" cy="90875"/>
            <a:chOff x="6669881" y="4393406"/>
            <a:chExt cx="209550" cy="1571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29F2CF-94F1-09ED-5289-BF58313C8E3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9D4869-5BDF-FD22-EBED-069AF944263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425D54-70EB-61AC-8EC7-9F5CA23182D6}"/>
              </a:ext>
            </a:extLst>
          </p:cNvPr>
          <p:cNvGrpSpPr/>
          <p:nvPr/>
        </p:nvGrpSpPr>
        <p:grpSpPr>
          <a:xfrm rot="16200000">
            <a:off x="7188849" y="3878774"/>
            <a:ext cx="121167" cy="90875"/>
            <a:chOff x="6669881" y="4393406"/>
            <a:chExt cx="209550" cy="1571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D11EC27-A461-6D5C-880D-B423C9F6808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D48F37E-8095-AC7F-633A-709E9FE7E3A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263B444-49D5-69B2-B0D3-D3251C8DCDC8}"/>
              </a:ext>
            </a:extLst>
          </p:cNvPr>
          <p:cNvGrpSpPr/>
          <p:nvPr/>
        </p:nvGrpSpPr>
        <p:grpSpPr>
          <a:xfrm rot="16200000">
            <a:off x="7195733" y="4168611"/>
            <a:ext cx="121167" cy="90875"/>
            <a:chOff x="6669881" y="4393406"/>
            <a:chExt cx="209550" cy="1571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B559DE-8F47-49CC-4789-F2F0ADCE840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107EEBC-6C32-6FD1-9B3A-24FB59C0C9C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3F1B91E-2F7A-728E-0A1B-CC40AF094A2C}"/>
              </a:ext>
            </a:extLst>
          </p:cNvPr>
          <p:cNvGrpSpPr/>
          <p:nvPr/>
        </p:nvGrpSpPr>
        <p:grpSpPr>
          <a:xfrm rot="16200000">
            <a:off x="7207138" y="4461335"/>
            <a:ext cx="121167" cy="90875"/>
            <a:chOff x="6669881" y="4393406"/>
            <a:chExt cx="209550" cy="1571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39A430C-17CC-F4BB-1E8B-C7A56DF1110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AD449BB-22EB-875D-F614-F1FB3009B2E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08CE7B-4486-6E60-4451-7424C96C1C9C}"/>
              </a:ext>
            </a:extLst>
          </p:cNvPr>
          <p:cNvGrpSpPr/>
          <p:nvPr/>
        </p:nvGrpSpPr>
        <p:grpSpPr>
          <a:xfrm rot="16200000">
            <a:off x="7442585" y="4468220"/>
            <a:ext cx="121167" cy="90875"/>
            <a:chOff x="6669881" y="4393406"/>
            <a:chExt cx="209550" cy="1571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F659A5E-F7EA-E322-1422-9FD719F1A40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272AA7E-9F62-C0F1-D6C0-1125A965C5E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C29D822-C599-03D0-C522-59F85B7520BD}"/>
              </a:ext>
            </a:extLst>
          </p:cNvPr>
          <p:cNvGrpSpPr/>
          <p:nvPr/>
        </p:nvGrpSpPr>
        <p:grpSpPr>
          <a:xfrm rot="16200000">
            <a:off x="7434324" y="4169989"/>
            <a:ext cx="121167" cy="90875"/>
            <a:chOff x="6669881" y="4393406"/>
            <a:chExt cx="209550" cy="1571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33DA4C8-206F-D308-4BF5-4179F2DA744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ECA6F7A-26B8-2BCC-DB78-CDE4F3ABA31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EA850FD-3202-387C-3619-90357DBCADFC}"/>
              </a:ext>
            </a:extLst>
          </p:cNvPr>
          <p:cNvGrpSpPr/>
          <p:nvPr/>
        </p:nvGrpSpPr>
        <p:grpSpPr>
          <a:xfrm rot="16200000">
            <a:off x="7430583" y="3874645"/>
            <a:ext cx="121167" cy="90875"/>
            <a:chOff x="6669881" y="4393406"/>
            <a:chExt cx="209550" cy="15716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8333D04-B368-5F5A-70FE-99CF60D3FA3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9B44880-19BD-A676-FA48-B4E3EAF6BCF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5F930F0-A56A-2203-4A67-8E3356B2DF69}"/>
              </a:ext>
            </a:extLst>
          </p:cNvPr>
          <p:cNvGrpSpPr/>
          <p:nvPr/>
        </p:nvGrpSpPr>
        <p:grpSpPr>
          <a:xfrm rot="16200000">
            <a:off x="7433906" y="3603397"/>
            <a:ext cx="121167" cy="90875"/>
            <a:chOff x="6669881" y="4393406"/>
            <a:chExt cx="209550" cy="1571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C298F05-8A6A-6F77-3BFE-09B614642A3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A74164C-115B-A662-A025-CCECD6CF5DA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98F2B04-2A55-70E8-5FD1-C5AC2B8E558C}"/>
              </a:ext>
            </a:extLst>
          </p:cNvPr>
          <p:cNvGrpSpPr/>
          <p:nvPr/>
        </p:nvGrpSpPr>
        <p:grpSpPr>
          <a:xfrm rot="16200000">
            <a:off x="7427829" y="3347297"/>
            <a:ext cx="121167" cy="90875"/>
            <a:chOff x="6669881" y="4393406"/>
            <a:chExt cx="209550" cy="15716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0A11E5A-61B1-8360-8A48-4AD3BFBF540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03CB151-D574-AF2D-A60F-076289B400C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0ADF7AD-448E-BE9B-695C-3E4A204B724B}"/>
              </a:ext>
            </a:extLst>
          </p:cNvPr>
          <p:cNvCxnSpPr>
            <a:cxnSpLocks/>
          </p:cNvCxnSpPr>
          <p:nvPr/>
        </p:nvCxnSpPr>
        <p:spPr>
          <a:xfrm flipV="1">
            <a:off x="7618783" y="4529074"/>
            <a:ext cx="580208" cy="109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46D01C5-0D2F-74FC-7040-06D83603BEC9}"/>
              </a:ext>
            </a:extLst>
          </p:cNvPr>
          <p:cNvSpPr txBox="1"/>
          <p:nvPr/>
        </p:nvSpPr>
        <p:spPr>
          <a:xfrm>
            <a:off x="7968336" y="4335431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GND</a:t>
            </a:r>
            <a:endParaRPr lang="LID4096" sz="10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3397D34-756A-BF1B-9679-28B40769BEB5}"/>
              </a:ext>
            </a:extLst>
          </p:cNvPr>
          <p:cNvCxnSpPr>
            <a:cxnSpLocks/>
          </p:cNvCxnSpPr>
          <p:nvPr/>
        </p:nvCxnSpPr>
        <p:spPr>
          <a:xfrm rot="16200000">
            <a:off x="6604320" y="2925218"/>
            <a:ext cx="15915" cy="96746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4F82FFE-B333-E836-A470-47763C7B256B}"/>
              </a:ext>
            </a:extLst>
          </p:cNvPr>
          <p:cNvSpPr txBox="1"/>
          <p:nvPr/>
        </p:nvSpPr>
        <p:spPr>
          <a:xfrm>
            <a:off x="6288311" y="3138252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F476DA-38D0-9EC9-27D9-05D702F6A6A3}"/>
              </a:ext>
            </a:extLst>
          </p:cNvPr>
          <p:cNvCxnSpPr>
            <a:cxnSpLocks/>
          </p:cNvCxnSpPr>
          <p:nvPr/>
        </p:nvCxnSpPr>
        <p:spPr>
          <a:xfrm rot="16200000">
            <a:off x="6649303" y="4089372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8C23263-50A3-DB46-112C-9D53AA519633}"/>
              </a:ext>
            </a:extLst>
          </p:cNvPr>
          <p:cNvSpPr txBox="1"/>
          <p:nvPr/>
        </p:nvSpPr>
        <p:spPr>
          <a:xfrm>
            <a:off x="6284124" y="428945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9B3371-2881-8B68-4459-62687F40075D}"/>
              </a:ext>
            </a:extLst>
          </p:cNvPr>
          <p:cNvCxnSpPr>
            <a:cxnSpLocks/>
          </p:cNvCxnSpPr>
          <p:nvPr/>
        </p:nvCxnSpPr>
        <p:spPr>
          <a:xfrm>
            <a:off x="5573182" y="4226593"/>
            <a:ext cx="152282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B3A33B2-C504-3F81-66DF-47D4A5F370A0}"/>
              </a:ext>
            </a:extLst>
          </p:cNvPr>
          <p:cNvSpPr txBox="1"/>
          <p:nvPr/>
        </p:nvSpPr>
        <p:spPr>
          <a:xfrm>
            <a:off x="6284124" y="394141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D7EFBD4-EF3E-6FF7-2270-3EE2C75486E5}"/>
              </a:ext>
            </a:extLst>
          </p:cNvPr>
          <p:cNvCxnSpPr>
            <a:cxnSpLocks/>
          </p:cNvCxnSpPr>
          <p:nvPr/>
        </p:nvCxnSpPr>
        <p:spPr>
          <a:xfrm rot="16200000">
            <a:off x="6649303" y="3479632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E302BE-1E77-98DD-7942-203EAE4C2F68}"/>
              </a:ext>
            </a:extLst>
          </p:cNvPr>
          <p:cNvSpPr txBox="1"/>
          <p:nvPr/>
        </p:nvSpPr>
        <p:spPr>
          <a:xfrm>
            <a:off x="6284124" y="368135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D59C880-42C5-02D3-6A30-D8CA006CD2EB}"/>
              </a:ext>
            </a:extLst>
          </p:cNvPr>
          <p:cNvCxnSpPr>
            <a:cxnSpLocks/>
          </p:cNvCxnSpPr>
          <p:nvPr/>
        </p:nvCxnSpPr>
        <p:spPr>
          <a:xfrm rot="16200000">
            <a:off x="6641154" y="321695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58032E2-41EA-10DC-C3EB-6CD8A72065FB}"/>
              </a:ext>
            </a:extLst>
          </p:cNvPr>
          <p:cNvSpPr txBox="1"/>
          <p:nvPr/>
        </p:nvSpPr>
        <p:spPr>
          <a:xfrm>
            <a:off x="6284124" y="342051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6A459F7-4670-CF80-C9D8-28C76FE87814}"/>
              </a:ext>
            </a:extLst>
          </p:cNvPr>
          <p:cNvCxnSpPr>
            <a:cxnSpLocks/>
          </p:cNvCxnSpPr>
          <p:nvPr/>
        </p:nvCxnSpPr>
        <p:spPr>
          <a:xfrm rot="16200000">
            <a:off x="7822048" y="4000596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7FEC518-7840-A29B-4C97-B6EFD35D9170}"/>
              </a:ext>
            </a:extLst>
          </p:cNvPr>
          <p:cNvSpPr txBox="1"/>
          <p:nvPr/>
        </p:nvSpPr>
        <p:spPr>
          <a:xfrm>
            <a:off x="7998562" y="404431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bit1</a:t>
            </a:r>
            <a:endParaRPr lang="LID4096" sz="1000" b="1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BA324207-2A7B-B942-FE94-733FF394816E}"/>
              </a:ext>
            </a:extLst>
          </p:cNvPr>
          <p:cNvCxnSpPr>
            <a:cxnSpLocks/>
          </p:cNvCxnSpPr>
          <p:nvPr/>
        </p:nvCxnSpPr>
        <p:spPr>
          <a:xfrm rot="16200000">
            <a:off x="7820876" y="3702198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AE5D445-BA13-7D3A-F0B5-35CEF657CB13}"/>
              </a:ext>
            </a:extLst>
          </p:cNvPr>
          <p:cNvSpPr txBox="1"/>
          <p:nvPr/>
        </p:nvSpPr>
        <p:spPr>
          <a:xfrm>
            <a:off x="7997390" y="374591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bit3</a:t>
            </a:r>
            <a:endParaRPr lang="LID4096" sz="1000" b="1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E98CBA9-AA59-EA14-A9FB-314BFA422E35}"/>
              </a:ext>
            </a:extLst>
          </p:cNvPr>
          <p:cNvCxnSpPr>
            <a:cxnSpLocks/>
          </p:cNvCxnSpPr>
          <p:nvPr/>
        </p:nvCxnSpPr>
        <p:spPr>
          <a:xfrm rot="16200000">
            <a:off x="7821462" y="3423236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19B9DB78-DCE0-490F-F6D0-9393448F4DB9}"/>
              </a:ext>
            </a:extLst>
          </p:cNvPr>
          <p:cNvSpPr txBox="1"/>
          <p:nvPr/>
        </p:nvSpPr>
        <p:spPr>
          <a:xfrm>
            <a:off x="7997977" y="346695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bit5</a:t>
            </a:r>
            <a:endParaRPr lang="LID4096" sz="1000" b="1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96CB7B0-3946-4F42-EF5C-B2FAA030A301}"/>
              </a:ext>
            </a:extLst>
          </p:cNvPr>
          <p:cNvCxnSpPr>
            <a:cxnSpLocks/>
          </p:cNvCxnSpPr>
          <p:nvPr/>
        </p:nvCxnSpPr>
        <p:spPr>
          <a:xfrm rot="16200000">
            <a:off x="7820876" y="3161212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C2E0B97-5835-F164-9095-588A83AC1386}"/>
              </a:ext>
            </a:extLst>
          </p:cNvPr>
          <p:cNvSpPr txBox="1"/>
          <p:nvPr/>
        </p:nvSpPr>
        <p:spPr>
          <a:xfrm>
            <a:off x="7997390" y="320492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bit7</a:t>
            </a:r>
            <a:endParaRPr lang="LID4096" sz="1000" b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E293134-0495-F74D-FB99-2D29669397AD}"/>
              </a:ext>
            </a:extLst>
          </p:cNvPr>
          <p:cNvGrpSpPr/>
          <p:nvPr/>
        </p:nvGrpSpPr>
        <p:grpSpPr>
          <a:xfrm>
            <a:off x="1374661" y="2050956"/>
            <a:ext cx="1086251" cy="2080948"/>
            <a:chOff x="1688174" y="1407516"/>
            <a:chExt cx="1086251" cy="208094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557C04F-FAEA-5434-DC6E-9570472D79FE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6DB5446-996B-5ADF-D936-E28F9D0C82F8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BB8A56F-D759-0C91-1361-9E0F35EAB412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424A6CE-D961-E166-DE68-BF4C354AA6EC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1A13F16-52C1-5AD2-2E2C-48A2D967F591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14F4C0A-6375-C023-BB74-644C4C396D99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8CFEC98-1394-8527-AB60-4D1227CF6212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10206A0-1CC7-3B33-219F-ACBF3D11ADF5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9CFC3C2-9C2E-057B-148B-90283CD08F0C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77C16A1E-CD70-E537-901E-735C0B11A67C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A2C1C55-012A-2002-8FC2-70A5B3523F9D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F2D7A08-B0D1-40DD-FDE9-667FD2D5BF96}"/>
              </a:ext>
            </a:extLst>
          </p:cNvPr>
          <p:cNvSpPr txBox="1"/>
          <p:nvPr/>
        </p:nvSpPr>
        <p:spPr>
          <a:xfrm>
            <a:off x="1969914" y="6104986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76705DC-9955-D7BE-AD1D-9A4C1FEC7C48}"/>
              </a:ext>
            </a:extLst>
          </p:cNvPr>
          <p:cNvSpPr txBox="1"/>
          <p:nvPr/>
        </p:nvSpPr>
        <p:spPr>
          <a:xfrm>
            <a:off x="1971594" y="5992147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13D82B-593F-DE86-1652-82E2A730D0B4}"/>
              </a:ext>
            </a:extLst>
          </p:cNvPr>
          <p:cNvSpPr txBox="1"/>
          <p:nvPr/>
        </p:nvSpPr>
        <p:spPr>
          <a:xfrm>
            <a:off x="1984500" y="4270259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8B860CE-AD2D-F2DA-A827-86D857EE9C99}"/>
              </a:ext>
            </a:extLst>
          </p:cNvPr>
          <p:cNvSpPr/>
          <p:nvPr/>
        </p:nvSpPr>
        <p:spPr>
          <a:xfrm rot="16200000">
            <a:off x="592941" y="5056226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201AE47-AF54-C94A-8787-7AC71894442A}"/>
              </a:ext>
            </a:extLst>
          </p:cNvPr>
          <p:cNvCxnSpPr>
            <a:cxnSpLocks/>
          </p:cNvCxnSpPr>
          <p:nvPr/>
        </p:nvCxnSpPr>
        <p:spPr>
          <a:xfrm>
            <a:off x="1803869" y="6228098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1A0DC6D-94E7-C460-519A-AF626B9861BE}"/>
              </a:ext>
            </a:extLst>
          </p:cNvPr>
          <p:cNvCxnSpPr>
            <a:cxnSpLocks/>
          </p:cNvCxnSpPr>
          <p:nvPr/>
        </p:nvCxnSpPr>
        <p:spPr>
          <a:xfrm>
            <a:off x="1803869" y="6120337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06803A4-49F7-2D23-A97D-744B91BDEA31}"/>
              </a:ext>
            </a:extLst>
          </p:cNvPr>
          <p:cNvCxnSpPr>
            <a:cxnSpLocks/>
          </p:cNvCxnSpPr>
          <p:nvPr/>
        </p:nvCxnSpPr>
        <p:spPr>
          <a:xfrm>
            <a:off x="1803869" y="5998697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171A26F-B78A-6B72-5866-A1908B38AB29}"/>
              </a:ext>
            </a:extLst>
          </p:cNvPr>
          <p:cNvSpPr txBox="1"/>
          <p:nvPr/>
        </p:nvSpPr>
        <p:spPr>
          <a:xfrm rot="16200000">
            <a:off x="1681372" y="54030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C965AF-4478-F7AD-841C-CB30D1F053B5}"/>
              </a:ext>
            </a:extLst>
          </p:cNvPr>
          <p:cNvSpPr txBox="1"/>
          <p:nvPr/>
        </p:nvSpPr>
        <p:spPr>
          <a:xfrm rot="16200000">
            <a:off x="1657065" y="440116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D1852A1-7A10-D709-0417-264F4869C8FA}"/>
              </a:ext>
            </a:extLst>
          </p:cNvPr>
          <p:cNvSpPr txBox="1"/>
          <p:nvPr/>
        </p:nvSpPr>
        <p:spPr>
          <a:xfrm>
            <a:off x="1969914" y="5863516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4A8D9C71-BDD6-61D6-5937-D6203401FB26}"/>
              </a:ext>
            </a:extLst>
          </p:cNvPr>
          <p:cNvCxnSpPr>
            <a:cxnSpLocks/>
          </p:cNvCxnSpPr>
          <p:nvPr/>
        </p:nvCxnSpPr>
        <p:spPr>
          <a:xfrm>
            <a:off x="1805738" y="4393369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0D3869B-9923-D2B0-526A-E12D869A08FE}"/>
              </a:ext>
            </a:extLst>
          </p:cNvPr>
          <p:cNvCxnSpPr>
            <a:cxnSpLocks/>
          </p:cNvCxnSpPr>
          <p:nvPr/>
        </p:nvCxnSpPr>
        <p:spPr>
          <a:xfrm>
            <a:off x="2302013" y="5986309"/>
            <a:ext cx="293592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1054B2CB-797B-BE81-1FC0-638216AC51AD}"/>
              </a:ext>
            </a:extLst>
          </p:cNvPr>
          <p:cNvCxnSpPr>
            <a:cxnSpLocks/>
          </p:cNvCxnSpPr>
          <p:nvPr/>
        </p:nvCxnSpPr>
        <p:spPr>
          <a:xfrm>
            <a:off x="2315222" y="3753287"/>
            <a:ext cx="292271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A192D291-CAD7-043B-0B22-14E4564D60A3}"/>
              </a:ext>
            </a:extLst>
          </p:cNvPr>
          <p:cNvCxnSpPr>
            <a:cxnSpLocks/>
          </p:cNvCxnSpPr>
          <p:nvPr/>
        </p:nvCxnSpPr>
        <p:spPr>
          <a:xfrm>
            <a:off x="5237939" y="4465903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75A9037E-D7C4-9C96-F6C5-793F48E5FD74}"/>
              </a:ext>
            </a:extLst>
          </p:cNvPr>
          <p:cNvSpPr/>
          <p:nvPr/>
        </p:nvSpPr>
        <p:spPr>
          <a:xfrm>
            <a:off x="5455307" y="4179234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58B08285-BFB3-A9B7-BE11-6F40E19C3BB7}"/>
              </a:ext>
            </a:extLst>
          </p:cNvPr>
          <p:cNvSpPr/>
          <p:nvPr/>
        </p:nvSpPr>
        <p:spPr>
          <a:xfrm>
            <a:off x="5189694" y="3956037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8CDACA6E-C377-1C2C-6CA4-D1F6A928C105}"/>
              </a:ext>
            </a:extLst>
          </p:cNvPr>
          <p:cNvSpPr/>
          <p:nvPr/>
        </p:nvSpPr>
        <p:spPr>
          <a:xfrm>
            <a:off x="5193439" y="4396335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815B4B8D-30E7-C6F6-EC09-215DD6E12172}"/>
              </a:ext>
            </a:extLst>
          </p:cNvPr>
          <p:cNvCxnSpPr>
            <a:cxnSpLocks/>
            <a:endCxn id="88" idx="5"/>
          </p:cNvCxnSpPr>
          <p:nvPr/>
        </p:nvCxnSpPr>
        <p:spPr>
          <a:xfrm flipH="1" flipV="1">
            <a:off x="5282780" y="4049123"/>
            <a:ext cx="181705" cy="18463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619CD69-4E9A-48EB-13D5-47D02EE4F632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5243531" y="3751608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33829CCC-7522-81AA-47E3-88F22EDFCDB2}"/>
              </a:ext>
            </a:extLst>
          </p:cNvPr>
          <p:cNvSpPr/>
          <p:nvPr/>
        </p:nvSpPr>
        <p:spPr>
          <a:xfrm flipH="1">
            <a:off x="10200129" y="4347631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F3882BE4-07B7-0A00-5172-BD0F806F8358}"/>
              </a:ext>
            </a:extLst>
          </p:cNvPr>
          <p:cNvSpPr/>
          <p:nvPr/>
        </p:nvSpPr>
        <p:spPr>
          <a:xfrm>
            <a:off x="9253701" y="4350064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505F60F-522D-8787-AA8D-1F5196B85890}"/>
              </a:ext>
            </a:extLst>
          </p:cNvPr>
          <p:cNvSpPr/>
          <p:nvPr/>
        </p:nvSpPr>
        <p:spPr>
          <a:xfrm>
            <a:off x="10009926" y="3867134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336DDBE8-2E5F-C521-5097-61B17DA78729}"/>
              </a:ext>
            </a:extLst>
          </p:cNvPr>
          <p:cNvSpPr/>
          <p:nvPr/>
        </p:nvSpPr>
        <p:spPr>
          <a:xfrm>
            <a:off x="9682406" y="2982756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9CF514D-27F4-82B7-1F5F-B6A3E692AA18}"/>
              </a:ext>
            </a:extLst>
          </p:cNvPr>
          <p:cNvGrpSpPr/>
          <p:nvPr/>
        </p:nvGrpSpPr>
        <p:grpSpPr>
          <a:xfrm>
            <a:off x="9733581" y="3873840"/>
            <a:ext cx="631874" cy="503488"/>
            <a:chOff x="5198211" y="3413816"/>
            <a:chExt cx="307830" cy="260468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74510AC-CD8F-ACDC-EAFA-67A0A57AECB1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A49891FF-560E-9BF0-B37E-52DC035A662B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D9AEC96-D181-B022-2BAB-2156BF0F8D5D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B8736E96-2805-630C-EC62-69A26DE7FB40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9B92A8B-7D29-5751-4079-BEE3909D356F}"/>
              </a:ext>
            </a:extLst>
          </p:cNvPr>
          <p:cNvCxnSpPr>
            <a:cxnSpLocks/>
          </p:cNvCxnSpPr>
          <p:nvPr/>
        </p:nvCxnSpPr>
        <p:spPr>
          <a:xfrm flipH="1">
            <a:off x="9831459" y="4851425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6B3DD32-825F-8B18-FE30-5B68AC2B6F14}"/>
              </a:ext>
            </a:extLst>
          </p:cNvPr>
          <p:cNvCxnSpPr>
            <a:cxnSpLocks/>
          </p:cNvCxnSpPr>
          <p:nvPr/>
        </p:nvCxnSpPr>
        <p:spPr>
          <a:xfrm flipH="1">
            <a:off x="9875507" y="4856312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A069B777-C110-8883-8E07-520BFD6D0E1D}"/>
              </a:ext>
            </a:extLst>
          </p:cNvPr>
          <p:cNvSpPr/>
          <p:nvPr/>
        </p:nvSpPr>
        <p:spPr>
          <a:xfrm>
            <a:off x="9779505" y="3068767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C1D3F404-FF7D-D3B6-47F1-8B9D1D1521BE}"/>
              </a:ext>
            </a:extLst>
          </p:cNvPr>
          <p:cNvCxnSpPr>
            <a:cxnSpLocks/>
          </p:cNvCxnSpPr>
          <p:nvPr/>
        </p:nvCxnSpPr>
        <p:spPr>
          <a:xfrm>
            <a:off x="10017199" y="4479943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A2631450-43D4-DF50-AB1D-24A44498DD70}"/>
              </a:ext>
            </a:extLst>
          </p:cNvPr>
          <p:cNvSpPr/>
          <p:nvPr/>
        </p:nvSpPr>
        <p:spPr>
          <a:xfrm>
            <a:off x="7204804" y="4126749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2EFEB66B-CE7A-7C2B-D40D-AACE73F817F4}"/>
              </a:ext>
            </a:extLst>
          </p:cNvPr>
          <p:cNvSpPr/>
          <p:nvPr/>
        </p:nvSpPr>
        <p:spPr>
          <a:xfrm>
            <a:off x="7320321" y="4099034"/>
            <a:ext cx="2662967" cy="735584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4465492 w 4629070"/>
              <a:gd name="connsiteY0" fmla="*/ 6513 h 2846514"/>
              <a:gd name="connsiteX1" fmla="*/ 52875 w 4629070"/>
              <a:gd name="connsiteY1" fmla="*/ 1296527 h 2846514"/>
              <a:gd name="connsiteX2" fmla="*/ 2123880 w 4629070"/>
              <a:gd name="connsiteY2" fmla="*/ 1595182 h 2846514"/>
              <a:gd name="connsiteX3" fmla="*/ 3546890 w 4629070"/>
              <a:gd name="connsiteY3" fmla="*/ 2814934 h 2846514"/>
              <a:gd name="connsiteX4" fmla="*/ 4629070 w 4629070"/>
              <a:gd name="connsiteY4" fmla="*/ 2408068 h 2846514"/>
              <a:gd name="connsiteX0" fmla="*/ 2412093 w 3812362"/>
              <a:gd name="connsiteY0" fmla="*/ 7737 h 2847738"/>
              <a:gd name="connsiteX1" fmla="*/ 3744561 w 3812362"/>
              <a:gd name="connsiteY1" fmla="*/ 1107237 h 2847738"/>
              <a:gd name="connsiteX2" fmla="*/ 70481 w 3812362"/>
              <a:gd name="connsiteY2" fmla="*/ 1596406 h 2847738"/>
              <a:gd name="connsiteX3" fmla="*/ 1493491 w 3812362"/>
              <a:gd name="connsiteY3" fmla="*/ 2816158 h 2847738"/>
              <a:gd name="connsiteX4" fmla="*/ 2575671 w 3812362"/>
              <a:gd name="connsiteY4" fmla="*/ 2409292 h 2847738"/>
              <a:gd name="connsiteX0" fmla="*/ 918602 w 2264801"/>
              <a:gd name="connsiteY0" fmla="*/ 9618 h 2849619"/>
              <a:gd name="connsiteX1" fmla="*/ 2251070 w 2264801"/>
              <a:gd name="connsiteY1" fmla="*/ 1109118 h 2849619"/>
              <a:gd name="connsiteX2" fmla="*/ 0 w 2264801"/>
              <a:gd name="connsiteY2" fmla="*/ 2818039 h 2849619"/>
              <a:gd name="connsiteX3" fmla="*/ 1082180 w 2264801"/>
              <a:gd name="connsiteY3" fmla="*/ 2411173 h 2849619"/>
              <a:gd name="connsiteX0" fmla="*/ 0 w 1333041"/>
              <a:gd name="connsiteY0" fmla="*/ 8900 h 2410455"/>
              <a:gd name="connsiteX1" fmla="*/ 1332468 w 1333041"/>
              <a:gd name="connsiteY1" fmla="*/ 1108400 h 2410455"/>
              <a:gd name="connsiteX2" fmla="*/ 163578 w 1333041"/>
              <a:gd name="connsiteY2" fmla="*/ 2410455 h 2410455"/>
              <a:gd name="connsiteX0" fmla="*/ 0 w 2569618"/>
              <a:gd name="connsiteY0" fmla="*/ 7115 h 1144669"/>
              <a:gd name="connsiteX1" fmla="*/ 1332468 w 2569618"/>
              <a:gd name="connsiteY1" fmla="*/ 1106615 h 1144669"/>
              <a:gd name="connsiteX2" fmla="*/ 2532592 w 2569618"/>
              <a:gd name="connsiteY2" fmla="*/ 1054364 h 1144669"/>
              <a:gd name="connsiteX0" fmla="*/ 0 w 2532592"/>
              <a:gd name="connsiteY0" fmla="*/ 7115 h 1207188"/>
              <a:gd name="connsiteX1" fmla="*/ 1332468 w 2532592"/>
              <a:gd name="connsiteY1" fmla="*/ 1106615 h 1207188"/>
              <a:gd name="connsiteX2" fmla="*/ 2532592 w 2532592"/>
              <a:gd name="connsiteY2" fmla="*/ 1054364 h 1207188"/>
              <a:gd name="connsiteX0" fmla="*/ 0 w 2532592"/>
              <a:gd name="connsiteY0" fmla="*/ 6958 h 1223478"/>
              <a:gd name="connsiteX1" fmla="*/ 1217123 w 2532592"/>
              <a:gd name="connsiteY1" fmla="*/ 1131308 h 1223478"/>
              <a:gd name="connsiteX2" fmla="*/ 2532592 w 2532592"/>
              <a:gd name="connsiteY2" fmla="*/ 1054207 h 1223478"/>
              <a:gd name="connsiteX0" fmla="*/ 0 w 2816518"/>
              <a:gd name="connsiteY0" fmla="*/ 11191 h 681250"/>
              <a:gd name="connsiteX1" fmla="*/ 1501049 w 2816518"/>
              <a:gd name="connsiteY1" fmla="*/ 626123 h 681250"/>
              <a:gd name="connsiteX2" fmla="*/ 2816518 w 2816518"/>
              <a:gd name="connsiteY2" fmla="*/ 549022 h 681250"/>
              <a:gd name="connsiteX0" fmla="*/ 0 w 2816518"/>
              <a:gd name="connsiteY0" fmla="*/ 56251 h 726310"/>
              <a:gd name="connsiteX1" fmla="*/ 1501049 w 2816518"/>
              <a:gd name="connsiteY1" fmla="*/ 671183 h 726310"/>
              <a:gd name="connsiteX2" fmla="*/ 2816518 w 2816518"/>
              <a:gd name="connsiteY2" fmla="*/ 594082 h 72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6518" h="726310">
                <a:moveTo>
                  <a:pt x="0" y="56251"/>
                </a:moveTo>
                <a:cubicBezTo>
                  <a:pt x="673931" y="-215620"/>
                  <a:pt x="1031629" y="581545"/>
                  <a:pt x="1501049" y="671183"/>
                </a:cubicBezTo>
                <a:cubicBezTo>
                  <a:pt x="1970469" y="760821"/>
                  <a:pt x="2199383" y="745265"/>
                  <a:pt x="2816518" y="594082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20DDBE0F-B6F3-2FAD-34C3-828F4DB147A8}"/>
              </a:ext>
            </a:extLst>
          </p:cNvPr>
          <p:cNvSpPr/>
          <p:nvPr/>
        </p:nvSpPr>
        <p:spPr>
          <a:xfrm>
            <a:off x="7162384" y="3307713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6B859330-FAEC-E3E5-52EE-A22A7417995B}"/>
              </a:ext>
            </a:extLst>
          </p:cNvPr>
          <p:cNvSpPr/>
          <p:nvPr/>
        </p:nvSpPr>
        <p:spPr>
          <a:xfrm>
            <a:off x="7206531" y="3452144"/>
            <a:ext cx="2697062" cy="1681679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0 w 5478012"/>
              <a:gd name="connsiteY0" fmla="*/ 0 h 1673603"/>
              <a:gd name="connsiteX1" fmla="*/ 5478012 w 5478012"/>
              <a:gd name="connsiteY1" fmla="*/ 1673603 h 1673603"/>
              <a:gd name="connsiteX0" fmla="*/ 0 w 411062"/>
              <a:gd name="connsiteY0" fmla="*/ 0 h 3145871"/>
              <a:gd name="connsiteX1" fmla="*/ 411062 w 411062"/>
              <a:gd name="connsiteY1" fmla="*/ 3145871 h 3145871"/>
              <a:gd name="connsiteX0" fmla="*/ 0 w 2697062"/>
              <a:gd name="connsiteY0" fmla="*/ 0 h 1661020"/>
              <a:gd name="connsiteX1" fmla="*/ 2697062 w 2697062"/>
              <a:gd name="connsiteY1" fmla="*/ 1661020 h 1661020"/>
              <a:gd name="connsiteX0" fmla="*/ 0 w 2697062"/>
              <a:gd name="connsiteY0" fmla="*/ 0 h 1669972"/>
              <a:gd name="connsiteX1" fmla="*/ 2697062 w 2697062"/>
              <a:gd name="connsiteY1" fmla="*/ 1661020 h 1669972"/>
              <a:gd name="connsiteX0" fmla="*/ 0 w 2697062"/>
              <a:gd name="connsiteY0" fmla="*/ 0 h 1681679"/>
              <a:gd name="connsiteX1" fmla="*/ 2697062 w 2697062"/>
              <a:gd name="connsiteY1" fmla="*/ 1661020 h 1681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062" h="1681679">
                <a:moveTo>
                  <a:pt x="0" y="0"/>
                </a:moveTo>
                <a:cubicBezTo>
                  <a:pt x="123040" y="1350627"/>
                  <a:pt x="1147894" y="1786856"/>
                  <a:pt x="2697062" y="1661020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3BDEFA25-CABD-27FF-5CE5-D6130C452FF3}"/>
              </a:ext>
            </a:extLst>
          </p:cNvPr>
          <p:cNvSpPr/>
          <p:nvPr/>
        </p:nvSpPr>
        <p:spPr>
          <a:xfrm>
            <a:off x="9682406" y="4917505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28A377B8-5830-DE7A-4769-8C00E446ABF0}"/>
              </a:ext>
            </a:extLst>
          </p:cNvPr>
          <p:cNvSpPr/>
          <p:nvPr/>
        </p:nvSpPr>
        <p:spPr>
          <a:xfrm>
            <a:off x="9968321" y="4432902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6C6F7BC-0CEE-77F5-B909-D93D6A6F707A}"/>
              </a:ext>
            </a:extLst>
          </p:cNvPr>
          <p:cNvGrpSpPr/>
          <p:nvPr/>
        </p:nvGrpSpPr>
        <p:grpSpPr>
          <a:xfrm rot="16200000">
            <a:off x="2871395" y="5103641"/>
            <a:ext cx="1016151" cy="252820"/>
            <a:chOff x="2756977" y="4479943"/>
            <a:chExt cx="1016151" cy="2528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1DD2457-E2CF-8D57-C0B8-5C000D0CE486}"/>
                </a:ext>
              </a:extLst>
            </p:cNvPr>
            <p:cNvSpPr/>
            <p:nvPr/>
          </p:nvSpPr>
          <p:spPr>
            <a:xfrm>
              <a:off x="3099133" y="447994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196292C-0884-ECBD-8CC6-2CD3F36F2557}"/>
                </a:ext>
              </a:extLst>
            </p:cNvPr>
            <p:cNvSpPr txBox="1"/>
            <p:nvPr/>
          </p:nvSpPr>
          <p:spPr>
            <a:xfrm>
              <a:off x="3157819" y="4507661"/>
              <a:ext cx="57579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700"/>
                <a:t>Pull Down</a:t>
              </a:r>
              <a:endParaRPr lang="LID4096" sz="700"/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8B10613-830D-E39A-80DD-079366F0543A}"/>
                </a:ext>
              </a:extLst>
            </p:cNvPr>
            <p:cNvCxnSpPr>
              <a:stCxn id="3" idx="1"/>
            </p:cNvCxnSpPr>
            <p:nvPr/>
          </p:nvCxnSpPr>
          <p:spPr>
            <a:xfrm flipH="1">
              <a:off x="2820091" y="460635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0E5DAD5E-8DAD-8244-D72E-F1C46514C5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0314" y="4492013"/>
              <a:ext cx="9777" cy="2265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C32DF96-6475-1313-B4D2-C6496A407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84072" y="4494477"/>
              <a:ext cx="4890" cy="187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A6924E7-3ED8-EB4C-1EE3-7289428C7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6977" y="4549783"/>
              <a:ext cx="0" cy="9815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AB4B71E-2B11-7B25-712D-FA217516F840}"/>
              </a:ext>
            </a:extLst>
          </p:cNvPr>
          <p:cNvGrpSpPr/>
          <p:nvPr/>
        </p:nvGrpSpPr>
        <p:grpSpPr>
          <a:xfrm rot="16200000">
            <a:off x="3434767" y="5086956"/>
            <a:ext cx="953037" cy="252820"/>
            <a:chOff x="2820091" y="4479943"/>
            <a:chExt cx="953037" cy="252820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20516E26-A958-6545-2B08-39807870A7FF}"/>
                </a:ext>
              </a:extLst>
            </p:cNvPr>
            <p:cNvSpPr/>
            <p:nvPr/>
          </p:nvSpPr>
          <p:spPr>
            <a:xfrm>
              <a:off x="3099133" y="4479943"/>
              <a:ext cx="673995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475915A-FAD9-35D8-8835-7285494381D1}"/>
                </a:ext>
              </a:extLst>
            </p:cNvPr>
            <p:cNvSpPr txBox="1"/>
            <p:nvPr/>
          </p:nvSpPr>
          <p:spPr>
            <a:xfrm>
              <a:off x="3214725" y="4507661"/>
              <a:ext cx="461986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700"/>
                <a:t>Pull Up</a:t>
              </a:r>
              <a:endParaRPr lang="LID4096" sz="700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6D52517-CC5C-A010-8BD5-A7482BF04DCA}"/>
                </a:ext>
              </a:extLst>
            </p:cNvPr>
            <p:cNvCxnSpPr>
              <a:stCxn id="123" idx="1"/>
            </p:cNvCxnSpPr>
            <p:nvPr/>
          </p:nvCxnSpPr>
          <p:spPr>
            <a:xfrm flipH="1">
              <a:off x="2820091" y="4606353"/>
              <a:ext cx="27904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7AA9ACD3-4926-F5B5-F35E-DA8AA9169276}"/>
              </a:ext>
            </a:extLst>
          </p:cNvPr>
          <p:cNvSpPr txBox="1"/>
          <p:nvPr/>
        </p:nvSpPr>
        <p:spPr>
          <a:xfrm>
            <a:off x="3691475" y="5628945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3.3V</a:t>
            </a:r>
            <a:endParaRPr lang="LID4096" sz="1000" b="1" dirty="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9B70128B-A94B-E57D-D7A7-349B18229834}"/>
              </a:ext>
            </a:extLst>
          </p:cNvPr>
          <p:cNvGrpSpPr/>
          <p:nvPr/>
        </p:nvGrpSpPr>
        <p:grpSpPr>
          <a:xfrm rot="16200000">
            <a:off x="3472472" y="4260998"/>
            <a:ext cx="374670" cy="549355"/>
            <a:chOff x="3602163" y="3971076"/>
            <a:chExt cx="374670" cy="549355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E2D8058-6D80-CDDA-44B3-0F375F1C077D}"/>
                </a:ext>
              </a:extLst>
            </p:cNvPr>
            <p:cNvSpPr/>
            <p:nvPr/>
          </p:nvSpPr>
          <p:spPr>
            <a:xfrm>
              <a:off x="3867776" y="4194273"/>
              <a:ext cx="109057" cy="109057"/>
            </a:xfrm>
            <a:prstGeom prst="ellipse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FEC0EEC-7B97-20A5-55AD-484D65E25084}"/>
                </a:ext>
              </a:extLst>
            </p:cNvPr>
            <p:cNvSpPr/>
            <p:nvPr/>
          </p:nvSpPr>
          <p:spPr>
            <a:xfrm>
              <a:off x="3602163" y="3971076"/>
              <a:ext cx="109057" cy="10905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DA17FC2-1457-6770-92D4-30AA57E5370B}"/>
                </a:ext>
              </a:extLst>
            </p:cNvPr>
            <p:cNvSpPr/>
            <p:nvPr/>
          </p:nvSpPr>
          <p:spPr>
            <a:xfrm>
              <a:off x="3605908" y="4411374"/>
              <a:ext cx="109057" cy="10905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0AFDE35-6E90-7D7D-AC2C-394F431FD77A}"/>
                </a:ext>
              </a:extLst>
            </p:cNvPr>
            <p:cNvCxnSpPr>
              <a:cxnSpLocks/>
              <a:endCxn id="131" idx="4"/>
            </p:cNvCxnSpPr>
            <p:nvPr/>
          </p:nvCxnSpPr>
          <p:spPr>
            <a:xfrm rot="5400000" flipH="1">
              <a:off x="3682489" y="4054336"/>
              <a:ext cx="168668" cy="220263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1662958-6851-E335-5BA9-F0BC128D81A9}"/>
              </a:ext>
            </a:extLst>
          </p:cNvPr>
          <p:cNvCxnSpPr>
            <a:cxnSpLocks/>
          </p:cNvCxnSpPr>
          <p:nvPr/>
        </p:nvCxnSpPr>
        <p:spPr>
          <a:xfrm>
            <a:off x="3661129" y="4064523"/>
            <a:ext cx="0" cy="28992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8C26CBF2-5BAC-ED16-C69D-26D302F36EC5}"/>
              </a:ext>
            </a:extLst>
          </p:cNvPr>
          <p:cNvSpPr/>
          <p:nvPr/>
        </p:nvSpPr>
        <p:spPr>
          <a:xfrm>
            <a:off x="3606600" y="3997165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FDB57D7-D8C3-C322-47E1-01B14032672C}"/>
              </a:ext>
            </a:extLst>
          </p:cNvPr>
          <p:cNvCxnSpPr>
            <a:cxnSpLocks/>
          </p:cNvCxnSpPr>
          <p:nvPr/>
        </p:nvCxnSpPr>
        <p:spPr>
          <a:xfrm flipH="1" flipV="1">
            <a:off x="3470012" y="3804468"/>
            <a:ext cx="166628" cy="2013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987C499B-36DB-39E8-489A-6CFD362BAFCE}"/>
              </a:ext>
            </a:extLst>
          </p:cNvPr>
          <p:cNvSpPr/>
          <p:nvPr/>
        </p:nvSpPr>
        <p:spPr>
          <a:xfrm>
            <a:off x="3621450" y="3689574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47124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1648B-1D83-0F70-697D-D5B4607BD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370F5-694B-7C66-4BA7-F071BFBA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D38A3A-ABD1-78E8-2856-73B0CA978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5569407" y="3321770"/>
            <a:ext cx="3095687" cy="16029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EA57C6-0A79-9BC9-B9A5-50AB4212BDAA}"/>
              </a:ext>
            </a:extLst>
          </p:cNvPr>
          <p:cNvSpPr/>
          <p:nvPr/>
        </p:nvSpPr>
        <p:spPr>
          <a:xfrm rot="16200000">
            <a:off x="6329117" y="3627628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0C9ADE7-E42F-59A0-572E-0FEE5C8E85C9}"/>
              </a:ext>
            </a:extLst>
          </p:cNvPr>
          <p:cNvSpPr/>
          <p:nvPr/>
        </p:nvSpPr>
        <p:spPr>
          <a:xfrm rot="16200000">
            <a:off x="5793231" y="3922834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5DD1F0-0503-C2CE-9F5D-C667714505B8}"/>
              </a:ext>
            </a:extLst>
          </p:cNvPr>
          <p:cNvSpPr/>
          <p:nvPr/>
        </p:nvSpPr>
        <p:spPr>
          <a:xfrm rot="16200000">
            <a:off x="7293493" y="4524261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5F0FCA-1263-DD7A-BF0B-2C46C2A0917A}"/>
              </a:ext>
            </a:extLst>
          </p:cNvPr>
          <p:cNvSpPr/>
          <p:nvPr/>
        </p:nvSpPr>
        <p:spPr>
          <a:xfrm rot="16200000">
            <a:off x="6339582" y="3446980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447CF3-65B2-AC98-01D6-E8FA788A7DAD}"/>
              </a:ext>
            </a:extLst>
          </p:cNvPr>
          <p:cNvSpPr/>
          <p:nvPr/>
        </p:nvSpPr>
        <p:spPr>
          <a:xfrm rot="16200000">
            <a:off x="6422609" y="3528354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06D703-C932-D8C7-9CEB-DCC8D5CB5881}"/>
              </a:ext>
            </a:extLst>
          </p:cNvPr>
          <p:cNvSpPr/>
          <p:nvPr/>
        </p:nvSpPr>
        <p:spPr>
          <a:xfrm rot="16200000">
            <a:off x="7509665" y="3811306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EEA59B-0A07-4145-29C2-5EFB6D0410F2}"/>
              </a:ext>
            </a:extLst>
          </p:cNvPr>
          <p:cNvGrpSpPr/>
          <p:nvPr/>
        </p:nvGrpSpPr>
        <p:grpSpPr>
          <a:xfrm rot="16200000">
            <a:off x="7153050" y="3363815"/>
            <a:ext cx="121167" cy="90875"/>
            <a:chOff x="6669881" y="4393406"/>
            <a:chExt cx="209550" cy="1571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73AB91-6AB0-9F34-0F56-8CE178715DC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CB5A88-1FA0-A9D7-C2FB-F1A8F6DEBE9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5828E-B0B4-B4DA-28BC-14122775E618}"/>
              </a:ext>
            </a:extLst>
          </p:cNvPr>
          <p:cNvGrpSpPr/>
          <p:nvPr/>
        </p:nvGrpSpPr>
        <p:grpSpPr>
          <a:xfrm rot="16200000">
            <a:off x="7170950" y="3621295"/>
            <a:ext cx="121167" cy="90875"/>
            <a:chOff x="6669881" y="4393406"/>
            <a:chExt cx="209550" cy="1571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66C69F-9713-4074-CB8A-E2806E16188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2022C2-F787-7ECF-C2E2-1A8C1BFDE4B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062D305-37DD-9A02-CD8D-65405A7E8C31}"/>
              </a:ext>
            </a:extLst>
          </p:cNvPr>
          <p:cNvGrpSpPr/>
          <p:nvPr/>
        </p:nvGrpSpPr>
        <p:grpSpPr>
          <a:xfrm rot="16200000">
            <a:off x="7188849" y="3878774"/>
            <a:ext cx="121167" cy="90875"/>
            <a:chOff x="6669881" y="4393406"/>
            <a:chExt cx="209550" cy="1571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FD395B8-D9CA-ED2E-DAB8-061BE0FCC11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8A89DA7-EE10-54B2-537C-8F5B15231DC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ABC6A3-100D-7B85-F655-3386DBB111DB}"/>
              </a:ext>
            </a:extLst>
          </p:cNvPr>
          <p:cNvGrpSpPr/>
          <p:nvPr/>
        </p:nvGrpSpPr>
        <p:grpSpPr>
          <a:xfrm rot="16200000">
            <a:off x="7195733" y="4168611"/>
            <a:ext cx="121167" cy="90875"/>
            <a:chOff x="6669881" y="4393406"/>
            <a:chExt cx="209550" cy="1571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EC3C75-4F0D-0006-D07A-094340A1B36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8191364-588E-EEA4-9318-DB14B7FC83A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66D48F1-CDA5-EF6D-078B-31A64101299A}"/>
              </a:ext>
            </a:extLst>
          </p:cNvPr>
          <p:cNvGrpSpPr/>
          <p:nvPr/>
        </p:nvGrpSpPr>
        <p:grpSpPr>
          <a:xfrm rot="16200000">
            <a:off x="7207138" y="4461335"/>
            <a:ext cx="121167" cy="90875"/>
            <a:chOff x="6669881" y="4393406"/>
            <a:chExt cx="209550" cy="1571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398D4B-2D2C-A2D3-28F9-26B83FB659C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5BE8097-160F-032C-283E-13B9B375A5D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EB4C8CA-297E-D159-95BD-220C24AD57CF}"/>
              </a:ext>
            </a:extLst>
          </p:cNvPr>
          <p:cNvGrpSpPr/>
          <p:nvPr/>
        </p:nvGrpSpPr>
        <p:grpSpPr>
          <a:xfrm rot="16200000">
            <a:off x="7442585" y="4468220"/>
            <a:ext cx="121167" cy="90875"/>
            <a:chOff x="6669881" y="4393406"/>
            <a:chExt cx="209550" cy="157163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BA77AA7-2F63-C095-7C9B-3AE4F5EE5DE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69D1C47-0EFA-F409-BAD7-77245959520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A94064-7241-F528-72F9-9560F516BB5C}"/>
              </a:ext>
            </a:extLst>
          </p:cNvPr>
          <p:cNvGrpSpPr/>
          <p:nvPr/>
        </p:nvGrpSpPr>
        <p:grpSpPr>
          <a:xfrm rot="16200000">
            <a:off x="7434324" y="4169989"/>
            <a:ext cx="121167" cy="90875"/>
            <a:chOff x="6669881" y="4393406"/>
            <a:chExt cx="209550" cy="15716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1FC075-C741-D386-6B17-2A128D93DD7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6257887-F3DF-AFF3-1AB8-FF57767F8B4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7E85DD-0B48-0B81-3680-F27BF2117B68}"/>
              </a:ext>
            </a:extLst>
          </p:cNvPr>
          <p:cNvGrpSpPr/>
          <p:nvPr/>
        </p:nvGrpSpPr>
        <p:grpSpPr>
          <a:xfrm rot="16200000">
            <a:off x="7430583" y="3874645"/>
            <a:ext cx="121167" cy="90875"/>
            <a:chOff x="6669881" y="4393406"/>
            <a:chExt cx="209550" cy="157163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43901C45-B421-C8D0-1575-F9799917AE0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CE08360-7580-61F6-E57A-CB16591E71F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8B2B9E3-C299-CA81-1176-CF72C5BB2A97}"/>
              </a:ext>
            </a:extLst>
          </p:cNvPr>
          <p:cNvGrpSpPr/>
          <p:nvPr/>
        </p:nvGrpSpPr>
        <p:grpSpPr>
          <a:xfrm rot="16200000">
            <a:off x="7433906" y="3603397"/>
            <a:ext cx="121167" cy="90875"/>
            <a:chOff x="6669881" y="4393406"/>
            <a:chExt cx="209550" cy="157163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B8B53D1-18DB-70CC-3F66-4C997D0AA80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FC77837-6474-AFB9-22AC-90C94F550EE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D82D78-94F3-9C51-12B0-EB1219234270}"/>
              </a:ext>
            </a:extLst>
          </p:cNvPr>
          <p:cNvGrpSpPr/>
          <p:nvPr/>
        </p:nvGrpSpPr>
        <p:grpSpPr>
          <a:xfrm rot="16200000">
            <a:off x="7427829" y="3347297"/>
            <a:ext cx="121167" cy="90875"/>
            <a:chOff x="6669881" y="4393406"/>
            <a:chExt cx="209550" cy="15716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B1D14993-1784-684C-5B7C-2BF955C6088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9EEFA61-F41C-67DA-87DE-EDCF227FF95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7327B5C-A540-2C46-0611-B5F2F7412424}"/>
              </a:ext>
            </a:extLst>
          </p:cNvPr>
          <p:cNvCxnSpPr>
            <a:cxnSpLocks/>
          </p:cNvCxnSpPr>
          <p:nvPr/>
        </p:nvCxnSpPr>
        <p:spPr>
          <a:xfrm flipV="1">
            <a:off x="7618783" y="4529074"/>
            <a:ext cx="580208" cy="109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540B2089-32A6-5D5F-015A-A91864228529}"/>
              </a:ext>
            </a:extLst>
          </p:cNvPr>
          <p:cNvSpPr txBox="1"/>
          <p:nvPr/>
        </p:nvSpPr>
        <p:spPr>
          <a:xfrm>
            <a:off x="7968336" y="4335431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GND</a:t>
            </a:r>
            <a:endParaRPr lang="LID4096" sz="10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C2C4ED1-D5E9-9D99-3658-9AA29580686F}"/>
              </a:ext>
            </a:extLst>
          </p:cNvPr>
          <p:cNvCxnSpPr>
            <a:cxnSpLocks/>
          </p:cNvCxnSpPr>
          <p:nvPr/>
        </p:nvCxnSpPr>
        <p:spPr>
          <a:xfrm rot="16200000">
            <a:off x="6604320" y="2925218"/>
            <a:ext cx="15915" cy="96746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273101D-9663-E558-E8DC-8E574453F615}"/>
              </a:ext>
            </a:extLst>
          </p:cNvPr>
          <p:cNvSpPr txBox="1"/>
          <p:nvPr/>
        </p:nvSpPr>
        <p:spPr>
          <a:xfrm>
            <a:off x="6288311" y="3138252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345EB76-47B5-4FCD-C9DF-3D452FF244A5}"/>
              </a:ext>
            </a:extLst>
          </p:cNvPr>
          <p:cNvCxnSpPr>
            <a:cxnSpLocks/>
          </p:cNvCxnSpPr>
          <p:nvPr/>
        </p:nvCxnSpPr>
        <p:spPr>
          <a:xfrm rot="16200000">
            <a:off x="6649303" y="4089372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18BA523-0F0E-91A9-4742-5E100A25516D}"/>
              </a:ext>
            </a:extLst>
          </p:cNvPr>
          <p:cNvSpPr txBox="1"/>
          <p:nvPr/>
        </p:nvSpPr>
        <p:spPr>
          <a:xfrm>
            <a:off x="6284124" y="428945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910117-D60B-DD55-59C1-E6DE9C23A201}"/>
              </a:ext>
            </a:extLst>
          </p:cNvPr>
          <p:cNvCxnSpPr>
            <a:cxnSpLocks/>
          </p:cNvCxnSpPr>
          <p:nvPr/>
        </p:nvCxnSpPr>
        <p:spPr>
          <a:xfrm>
            <a:off x="5573182" y="4226593"/>
            <a:ext cx="1522826" cy="0"/>
          </a:xfrm>
          <a:prstGeom prst="line">
            <a:avLst/>
          </a:prstGeom>
          <a:ln w="2540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41F0137-E179-A823-C1D0-0DE01720B656}"/>
              </a:ext>
            </a:extLst>
          </p:cNvPr>
          <p:cNvSpPr txBox="1"/>
          <p:nvPr/>
        </p:nvSpPr>
        <p:spPr>
          <a:xfrm>
            <a:off x="6284124" y="394141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ED62C6B-836C-EB9A-CE46-6739CE1E0289}"/>
              </a:ext>
            </a:extLst>
          </p:cNvPr>
          <p:cNvCxnSpPr>
            <a:cxnSpLocks/>
          </p:cNvCxnSpPr>
          <p:nvPr/>
        </p:nvCxnSpPr>
        <p:spPr>
          <a:xfrm rot="16200000">
            <a:off x="6649303" y="3479632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1055693C-32F0-C372-FA3D-2356C952892E}"/>
              </a:ext>
            </a:extLst>
          </p:cNvPr>
          <p:cNvSpPr txBox="1"/>
          <p:nvPr/>
        </p:nvSpPr>
        <p:spPr>
          <a:xfrm>
            <a:off x="6284124" y="368135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710791E-7FDE-043D-FF89-43403DC36C32}"/>
              </a:ext>
            </a:extLst>
          </p:cNvPr>
          <p:cNvCxnSpPr>
            <a:cxnSpLocks/>
          </p:cNvCxnSpPr>
          <p:nvPr/>
        </p:nvCxnSpPr>
        <p:spPr>
          <a:xfrm rot="16200000">
            <a:off x="6641154" y="321695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2317E34-312B-D53D-648E-B9B29EF99D55}"/>
              </a:ext>
            </a:extLst>
          </p:cNvPr>
          <p:cNvSpPr txBox="1"/>
          <p:nvPr/>
        </p:nvSpPr>
        <p:spPr>
          <a:xfrm>
            <a:off x="6284124" y="3420513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bit6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66B618E-96EA-0192-FD58-2A6347BB01D0}"/>
              </a:ext>
            </a:extLst>
          </p:cNvPr>
          <p:cNvCxnSpPr>
            <a:cxnSpLocks/>
          </p:cNvCxnSpPr>
          <p:nvPr/>
        </p:nvCxnSpPr>
        <p:spPr>
          <a:xfrm rot="16200000">
            <a:off x="7822048" y="4000596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B713D95-1E72-4A34-246E-41C84E964DDD}"/>
              </a:ext>
            </a:extLst>
          </p:cNvPr>
          <p:cNvSpPr txBox="1"/>
          <p:nvPr/>
        </p:nvSpPr>
        <p:spPr>
          <a:xfrm>
            <a:off x="7998562" y="404431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bit1</a:t>
            </a:r>
            <a:endParaRPr lang="LID4096" sz="1000" b="1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39CF211-31DA-7BEE-2573-A4B8B729EA6D}"/>
              </a:ext>
            </a:extLst>
          </p:cNvPr>
          <p:cNvCxnSpPr>
            <a:cxnSpLocks/>
          </p:cNvCxnSpPr>
          <p:nvPr/>
        </p:nvCxnSpPr>
        <p:spPr>
          <a:xfrm rot="16200000">
            <a:off x="7820876" y="3702198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97CF550-44A6-4FAA-5D80-D8762E274756}"/>
              </a:ext>
            </a:extLst>
          </p:cNvPr>
          <p:cNvSpPr txBox="1"/>
          <p:nvPr/>
        </p:nvSpPr>
        <p:spPr>
          <a:xfrm>
            <a:off x="7997390" y="3745915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bit3</a:t>
            </a:r>
            <a:endParaRPr lang="LID4096" sz="1000" b="1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B0DA37A-E49E-1956-030D-5B137B690E64}"/>
              </a:ext>
            </a:extLst>
          </p:cNvPr>
          <p:cNvCxnSpPr>
            <a:cxnSpLocks/>
          </p:cNvCxnSpPr>
          <p:nvPr/>
        </p:nvCxnSpPr>
        <p:spPr>
          <a:xfrm rot="16200000">
            <a:off x="7821462" y="3423236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57C9FCD9-E8C5-2A93-D2CE-1AA358B753AC}"/>
              </a:ext>
            </a:extLst>
          </p:cNvPr>
          <p:cNvSpPr txBox="1"/>
          <p:nvPr/>
        </p:nvSpPr>
        <p:spPr>
          <a:xfrm>
            <a:off x="7997977" y="3466952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bit5</a:t>
            </a:r>
            <a:endParaRPr lang="LID4096" sz="1000" b="1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31D04D4E-D7E7-47C6-C6E9-797C0B4818E2}"/>
              </a:ext>
            </a:extLst>
          </p:cNvPr>
          <p:cNvCxnSpPr>
            <a:cxnSpLocks/>
          </p:cNvCxnSpPr>
          <p:nvPr/>
        </p:nvCxnSpPr>
        <p:spPr>
          <a:xfrm rot="16200000">
            <a:off x="7820876" y="3161212"/>
            <a:ext cx="0" cy="46825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173E45E-F8E7-57D9-24C6-7F3F33CB66AA}"/>
              </a:ext>
            </a:extLst>
          </p:cNvPr>
          <p:cNvSpPr txBox="1"/>
          <p:nvPr/>
        </p:nvSpPr>
        <p:spPr>
          <a:xfrm>
            <a:off x="7997390" y="320492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bit7</a:t>
            </a:r>
            <a:endParaRPr lang="LID4096" sz="1000" b="1"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97B4EEB-3C5E-5853-1107-AFD9C383057E}"/>
              </a:ext>
            </a:extLst>
          </p:cNvPr>
          <p:cNvGrpSpPr/>
          <p:nvPr/>
        </p:nvGrpSpPr>
        <p:grpSpPr>
          <a:xfrm>
            <a:off x="1374661" y="2050956"/>
            <a:ext cx="1086251" cy="2080948"/>
            <a:chOff x="1688174" y="1407516"/>
            <a:chExt cx="1086251" cy="2080948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2F77871-D8BB-EE36-CE2C-BCEE15C660D5}"/>
                </a:ext>
              </a:extLst>
            </p:cNvPr>
            <p:cNvSpPr txBox="1"/>
            <p:nvPr/>
          </p:nvSpPr>
          <p:spPr>
            <a:xfrm>
              <a:off x="2283427" y="324224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E3917E6C-E96E-C9B4-B327-6ECC29B5041B}"/>
                </a:ext>
              </a:extLst>
            </p:cNvPr>
            <p:cNvSpPr txBox="1"/>
            <p:nvPr/>
          </p:nvSpPr>
          <p:spPr>
            <a:xfrm>
              <a:off x="2285107" y="3129404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</a:t>
              </a:r>
              <a:endParaRPr lang="LID4096" sz="10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0165337-AE81-C7D6-9E57-E47FBF5F867A}"/>
                </a:ext>
              </a:extLst>
            </p:cNvPr>
            <p:cNvSpPr txBox="1"/>
            <p:nvPr/>
          </p:nvSpPr>
          <p:spPr>
            <a:xfrm>
              <a:off x="2298013" y="1407516"/>
              <a:ext cx="47641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bit15</a:t>
              </a:r>
              <a:endParaRPr lang="LID4096" sz="1000" b="1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CEF0135-7F0B-94E0-F6A1-A210F338953C}"/>
                </a:ext>
              </a:extLst>
            </p:cNvPr>
            <p:cNvSpPr/>
            <p:nvPr/>
          </p:nvSpPr>
          <p:spPr>
            <a:xfrm rot="16200000">
              <a:off x="906454" y="2193483"/>
              <a:ext cx="2011953" cy="448513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/>
                <a:t>INDR</a:t>
              </a:r>
              <a:endParaRPr lang="LID4096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03EF6F4-EE21-7F31-75B8-2C552BA18D6F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365355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90D5F03-1170-B9BB-BDD3-A78B7E64FF34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25759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4D17FDB-2DBC-FCDE-3842-8EBD42D7FCB0}"/>
                </a:ext>
              </a:extLst>
            </p:cNvPr>
            <p:cNvCxnSpPr>
              <a:cxnSpLocks/>
            </p:cNvCxnSpPr>
            <p:nvPr/>
          </p:nvCxnSpPr>
          <p:spPr>
            <a:xfrm>
              <a:off x="2117382" y="3135954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F7A63E1-51B4-F478-4827-8C4F82350C5E}"/>
                </a:ext>
              </a:extLst>
            </p:cNvPr>
            <p:cNvSpPr txBox="1"/>
            <p:nvPr/>
          </p:nvSpPr>
          <p:spPr>
            <a:xfrm rot="16200000">
              <a:off x="1994885" y="254032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FAA85B0-612F-FC03-9A0C-285416D55CB5}"/>
                </a:ext>
              </a:extLst>
            </p:cNvPr>
            <p:cNvSpPr txBox="1"/>
            <p:nvPr/>
          </p:nvSpPr>
          <p:spPr>
            <a:xfrm rot="16200000">
              <a:off x="1970578" y="153842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/>
                <a:t>...</a:t>
              </a:r>
              <a:endParaRPr lang="LID4096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2E8DA441-CE5D-ABB7-63B4-E5F6E9510BD7}"/>
                </a:ext>
              </a:extLst>
            </p:cNvPr>
            <p:cNvSpPr txBox="1"/>
            <p:nvPr/>
          </p:nvSpPr>
          <p:spPr>
            <a:xfrm>
              <a:off x="2283427" y="3000773"/>
              <a:ext cx="40748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/>
                <a:t>bit2</a:t>
              </a:r>
              <a:endParaRPr lang="LID4096" sz="1000" b="1" dirty="0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F1C955A-0263-B511-865E-AB6CD73EC844}"/>
                </a:ext>
              </a:extLst>
            </p:cNvPr>
            <p:cNvCxnSpPr>
              <a:cxnSpLocks/>
            </p:cNvCxnSpPr>
            <p:nvPr/>
          </p:nvCxnSpPr>
          <p:spPr>
            <a:xfrm>
              <a:off x="2119251" y="1530626"/>
              <a:ext cx="217141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9098506A-1826-9EA7-AFE3-E9AB482F4AFD}"/>
              </a:ext>
            </a:extLst>
          </p:cNvPr>
          <p:cNvSpPr txBox="1"/>
          <p:nvPr/>
        </p:nvSpPr>
        <p:spPr>
          <a:xfrm>
            <a:off x="1969914" y="6104986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8E0C20-3104-D2A6-BCD3-76D1F5A8F810}"/>
              </a:ext>
            </a:extLst>
          </p:cNvPr>
          <p:cNvSpPr txBox="1"/>
          <p:nvPr/>
        </p:nvSpPr>
        <p:spPr>
          <a:xfrm>
            <a:off x="1971594" y="5992147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3C1866-7E05-1BD8-A5EC-E36012D32CC3}"/>
              </a:ext>
            </a:extLst>
          </p:cNvPr>
          <p:cNvSpPr txBox="1"/>
          <p:nvPr/>
        </p:nvSpPr>
        <p:spPr>
          <a:xfrm>
            <a:off x="1984500" y="4270259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39CFB3C-277F-1723-4E13-B58288726648}"/>
              </a:ext>
            </a:extLst>
          </p:cNvPr>
          <p:cNvSpPr/>
          <p:nvPr/>
        </p:nvSpPr>
        <p:spPr>
          <a:xfrm rot="16200000">
            <a:off x="592941" y="5056226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75EC741-CB0F-5841-6CE7-16298B3A050F}"/>
              </a:ext>
            </a:extLst>
          </p:cNvPr>
          <p:cNvCxnSpPr>
            <a:cxnSpLocks/>
          </p:cNvCxnSpPr>
          <p:nvPr/>
        </p:nvCxnSpPr>
        <p:spPr>
          <a:xfrm>
            <a:off x="1803869" y="6228098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D414607-9720-0640-710C-DC3FB5AD4FD9}"/>
              </a:ext>
            </a:extLst>
          </p:cNvPr>
          <p:cNvCxnSpPr>
            <a:cxnSpLocks/>
          </p:cNvCxnSpPr>
          <p:nvPr/>
        </p:nvCxnSpPr>
        <p:spPr>
          <a:xfrm>
            <a:off x="1803869" y="6120337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E9D0DA3-CE21-34C1-5A3B-5DA8E80D865F}"/>
              </a:ext>
            </a:extLst>
          </p:cNvPr>
          <p:cNvCxnSpPr>
            <a:cxnSpLocks/>
          </p:cNvCxnSpPr>
          <p:nvPr/>
        </p:nvCxnSpPr>
        <p:spPr>
          <a:xfrm>
            <a:off x="1803869" y="5998697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F7B1759-25FC-207F-487E-BAEAA56FBC84}"/>
              </a:ext>
            </a:extLst>
          </p:cNvPr>
          <p:cNvSpPr txBox="1"/>
          <p:nvPr/>
        </p:nvSpPr>
        <p:spPr>
          <a:xfrm rot="16200000">
            <a:off x="1681372" y="54030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2C0D12-6465-88DB-C4A2-F9851BAFEBE9}"/>
              </a:ext>
            </a:extLst>
          </p:cNvPr>
          <p:cNvSpPr txBox="1"/>
          <p:nvPr/>
        </p:nvSpPr>
        <p:spPr>
          <a:xfrm rot="16200000">
            <a:off x="1657065" y="440116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C9F76AD-F87B-C639-2262-A17E2E09384C}"/>
              </a:ext>
            </a:extLst>
          </p:cNvPr>
          <p:cNvSpPr txBox="1"/>
          <p:nvPr/>
        </p:nvSpPr>
        <p:spPr>
          <a:xfrm>
            <a:off x="1969914" y="5863516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bit2</a:t>
            </a:r>
            <a:endParaRPr lang="LID4096" sz="1000" b="1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FF89C5D-3152-E051-9C04-B8AC1F2364FE}"/>
              </a:ext>
            </a:extLst>
          </p:cNvPr>
          <p:cNvCxnSpPr>
            <a:cxnSpLocks/>
          </p:cNvCxnSpPr>
          <p:nvPr/>
        </p:nvCxnSpPr>
        <p:spPr>
          <a:xfrm>
            <a:off x="1805738" y="4393369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56BC4FF-2FAA-BD40-8780-7CA8595F481B}"/>
              </a:ext>
            </a:extLst>
          </p:cNvPr>
          <p:cNvCxnSpPr>
            <a:cxnSpLocks/>
          </p:cNvCxnSpPr>
          <p:nvPr/>
        </p:nvCxnSpPr>
        <p:spPr>
          <a:xfrm>
            <a:off x="2302013" y="5986309"/>
            <a:ext cx="293592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6E95DB-F4B1-8568-E594-B4B2D424A4AD}"/>
              </a:ext>
            </a:extLst>
          </p:cNvPr>
          <p:cNvCxnSpPr>
            <a:cxnSpLocks/>
          </p:cNvCxnSpPr>
          <p:nvPr/>
        </p:nvCxnSpPr>
        <p:spPr>
          <a:xfrm>
            <a:off x="2315222" y="3753287"/>
            <a:ext cx="2922717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B22A3E1-8A61-7449-FE27-FB25C26BF609}"/>
              </a:ext>
            </a:extLst>
          </p:cNvPr>
          <p:cNvCxnSpPr>
            <a:cxnSpLocks/>
          </p:cNvCxnSpPr>
          <p:nvPr/>
        </p:nvCxnSpPr>
        <p:spPr>
          <a:xfrm>
            <a:off x="5237939" y="4465903"/>
            <a:ext cx="0" cy="153323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B922E22F-36A3-3B38-6E17-A086E92DF3FA}"/>
              </a:ext>
            </a:extLst>
          </p:cNvPr>
          <p:cNvSpPr/>
          <p:nvPr/>
        </p:nvSpPr>
        <p:spPr>
          <a:xfrm>
            <a:off x="5455307" y="4179234"/>
            <a:ext cx="109057" cy="109057"/>
          </a:xfrm>
          <a:prstGeom prst="ellips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D557B0C5-3D07-F53C-E550-0A146A6DF498}"/>
              </a:ext>
            </a:extLst>
          </p:cNvPr>
          <p:cNvSpPr/>
          <p:nvPr/>
        </p:nvSpPr>
        <p:spPr>
          <a:xfrm>
            <a:off x="5189694" y="3956037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4372CB0-8826-9B12-2EDE-CAB21333633D}"/>
              </a:ext>
            </a:extLst>
          </p:cNvPr>
          <p:cNvSpPr/>
          <p:nvPr/>
        </p:nvSpPr>
        <p:spPr>
          <a:xfrm>
            <a:off x="5193439" y="4396335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FDD1785-5348-1A5B-36AD-5B0EB5FD5FBA}"/>
              </a:ext>
            </a:extLst>
          </p:cNvPr>
          <p:cNvCxnSpPr>
            <a:cxnSpLocks/>
            <a:endCxn id="88" idx="5"/>
          </p:cNvCxnSpPr>
          <p:nvPr/>
        </p:nvCxnSpPr>
        <p:spPr>
          <a:xfrm flipH="1" flipV="1">
            <a:off x="5282780" y="4049123"/>
            <a:ext cx="181705" cy="18463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E16336F-7727-BB1D-E702-2E97B48CC0A3}"/>
              </a:ext>
            </a:extLst>
          </p:cNvPr>
          <p:cNvCxnSpPr>
            <a:cxnSpLocks/>
            <a:endCxn id="88" idx="0"/>
          </p:cNvCxnSpPr>
          <p:nvPr/>
        </p:nvCxnSpPr>
        <p:spPr>
          <a:xfrm>
            <a:off x="5243531" y="3751608"/>
            <a:ext cx="692" cy="20442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97CDDEB6-45CC-100C-C526-6ADD285F18D9}"/>
              </a:ext>
            </a:extLst>
          </p:cNvPr>
          <p:cNvSpPr/>
          <p:nvPr/>
        </p:nvSpPr>
        <p:spPr>
          <a:xfrm flipH="1">
            <a:off x="10200129" y="4347631"/>
            <a:ext cx="617210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AF26A4D3-F146-637A-3AF8-2B0085FF8CD0}"/>
              </a:ext>
            </a:extLst>
          </p:cNvPr>
          <p:cNvSpPr/>
          <p:nvPr/>
        </p:nvSpPr>
        <p:spPr>
          <a:xfrm>
            <a:off x="9253701" y="4350064"/>
            <a:ext cx="659869" cy="410586"/>
          </a:xfrm>
          <a:custGeom>
            <a:avLst/>
            <a:gdLst>
              <a:gd name="connsiteX0" fmla="*/ 0 w 321468"/>
              <a:gd name="connsiteY0" fmla="*/ 200025 h 200025"/>
              <a:gd name="connsiteX1" fmla="*/ 0 w 321468"/>
              <a:gd name="connsiteY1" fmla="*/ 0 h 200025"/>
              <a:gd name="connsiteX2" fmla="*/ 321468 w 321468"/>
              <a:gd name="connsiteY2" fmla="*/ 0 h 200025"/>
              <a:gd name="connsiteX3" fmla="*/ 321468 w 321468"/>
              <a:gd name="connsiteY3" fmla="*/ 61913 h 200025"/>
              <a:gd name="connsiteX4" fmla="*/ 71437 w 321468"/>
              <a:gd name="connsiteY4" fmla="*/ 61913 h 200025"/>
              <a:gd name="connsiteX5" fmla="*/ 71437 w 321468"/>
              <a:gd name="connsiteY5" fmla="*/ 192882 h 200025"/>
              <a:gd name="connsiteX6" fmla="*/ 0 w 321468"/>
              <a:gd name="connsiteY6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468" h="200025">
                <a:moveTo>
                  <a:pt x="0" y="200025"/>
                </a:moveTo>
                <a:lnTo>
                  <a:pt x="0" y="0"/>
                </a:lnTo>
                <a:lnTo>
                  <a:pt x="321468" y="0"/>
                </a:lnTo>
                <a:lnTo>
                  <a:pt x="321468" y="61913"/>
                </a:lnTo>
                <a:lnTo>
                  <a:pt x="71437" y="61913"/>
                </a:lnTo>
                <a:lnTo>
                  <a:pt x="71437" y="192882"/>
                </a:lnTo>
                <a:lnTo>
                  <a:pt x="0" y="200025"/>
                </a:lnTo>
                <a:close/>
              </a:path>
            </a:pathLst>
          </a:custGeom>
          <a:solidFill>
            <a:sysClr val="window" lastClr="FFFFFF">
              <a:lumMod val="75000"/>
            </a:sys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BE2DB629-4AC4-FC7F-98C5-86E8FDB4A05C}"/>
              </a:ext>
            </a:extLst>
          </p:cNvPr>
          <p:cNvSpPr/>
          <p:nvPr/>
        </p:nvSpPr>
        <p:spPr>
          <a:xfrm>
            <a:off x="10009926" y="3867134"/>
            <a:ext cx="93846" cy="565768"/>
          </a:xfrm>
          <a:prstGeom prst="rect">
            <a:avLst/>
          </a:prstGeom>
          <a:solidFill>
            <a:sysClr val="windowText" lastClr="000000">
              <a:lumMod val="65000"/>
              <a:lumOff val="35000"/>
            </a:sysClr>
          </a:solidFill>
          <a:ln w="38100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18B7B96A-2766-14BE-12ED-F10A6320CC01}"/>
              </a:ext>
            </a:extLst>
          </p:cNvPr>
          <p:cNvSpPr/>
          <p:nvPr/>
        </p:nvSpPr>
        <p:spPr>
          <a:xfrm>
            <a:off x="9682406" y="2982756"/>
            <a:ext cx="748889" cy="89108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38100" cap="flat" cmpd="sng" algn="ctr">
            <a:solidFill>
              <a:srgbClr val="4472C4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5B3ACA3-5AD9-7413-2946-658F7ADE9A69}"/>
              </a:ext>
            </a:extLst>
          </p:cNvPr>
          <p:cNvGrpSpPr/>
          <p:nvPr/>
        </p:nvGrpSpPr>
        <p:grpSpPr>
          <a:xfrm>
            <a:off x="9733581" y="3873840"/>
            <a:ext cx="631874" cy="503488"/>
            <a:chOff x="5198211" y="3413816"/>
            <a:chExt cx="307830" cy="260468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2F3318C-B263-273E-2A4A-087E40DC4B19}"/>
                </a:ext>
              </a:extLst>
            </p:cNvPr>
            <p:cNvSpPr/>
            <p:nvPr/>
          </p:nvSpPr>
          <p:spPr>
            <a:xfrm>
              <a:off x="5198211" y="341381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9107CC9-0330-88FB-8BC5-21F7823AD85F}"/>
                </a:ext>
              </a:extLst>
            </p:cNvPr>
            <p:cNvSpPr/>
            <p:nvPr/>
          </p:nvSpPr>
          <p:spPr>
            <a:xfrm>
              <a:off x="5205355" y="346144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E54A85C-2CB2-B1E1-F203-C0FB239877D7}"/>
                </a:ext>
              </a:extLst>
            </p:cNvPr>
            <p:cNvSpPr/>
            <p:nvPr/>
          </p:nvSpPr>
          <p:spPr>
            <a:xfrm>
              <a:off x="5202974" y="3509066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8A96637-9705-4554-1FD8-CCE780DD26AD}"/>
                </a:ext>
              </a:extLst>
            </p:cNvPr>
            <p:cNvSpPr/>
            <p:nvPr/>
          </p:nvSpPr>
          <p:spPr>
            <a:xfrm>
              <a:off x="5200593" y="3556691"/>
              <a:ext cx="300686" cy="117593"/>
            </a:xfrm>
            <a:custGeom>
              <a:avLst/>
              <a:gdLst>
                <a:gd name="connsiteX0" fmla="*/ 157594 w 310623"/>
                <a:gd name="connsiteY0" fmla="*/ 3666 h 63205"/>
                <a:gd name="connsiteX1" fmla="*/ 76632 w 310623"/>
                <a:gd name="connsiteY1" fmla="*/ 3666 h 63205"/>
                <a:gd name="connsiteX2" fmla="*/ 2813 w 310623"/>
                <a:gd name="connsiteY2" fmla="*/ 41766 h 63205"/>
                <a:gd name="connsiteX3" fmla="*/ 179026 w 310623"/>
                <a:gd name="connsiteY3" fmla="*/ 63197 h 63205"/>
                <a:gd name="connsiteX4" fmla="*/ 309994 w 310623"/>
                <a:gd name="connsiteY4" fmla="*/ 44147 h 63205"/>
                <a:gd name="connsiteX5" fmla="*/ 219507 w 310623"/>
                <a:gd name="connsiteY5" fmla="*/ 25097 h 63205"/>
                <a:gd name="connsiteX0" fmla="*/ 159989 w 310637"/>
                <a:gd name="connsiteY0" fmla="*/ 666 h 74492"/>
                <a:gd name="connsiteX1" fmla="*/ 76646 w 310637"/>
                <a:gd name="connsiteY1" fmla="*/ 14953 h 74492"/>
                <a:gd name="connsiteX2" fmla="*/ 2827 w 310637"/>
                <a:gd name="connsiteY2" fmla="*/ 53053 h 74492"/>
                <a:gd name="connsiteX3" fmla="*/ 179040 w 310637"/>
                <a:gd name="connsiteY3" fmla="*/ 74484 h 74492"/>
                <a:gd name="connsiteX4" fmla="*/ 310008 w 310637"/>
                <a:gd name="connsiteY4" fmla="*/ 55434 h 74492"/>
                <a:gd name="connsiteX5" fmla="*/ 219521 w 310637"/>
                <a:gd name="connsiteY5" fmla="*/ 36384 h 74492"/>
                <a:gd name="connsiteX0" fmla="*/ 159989 w 310297"/>
                <a:gd name="connsiteY0" fmla="*/ 666 h 74492"/>
                <a:gd name="connsiteX1" fmla="*/ 76646 w 310297"/>
                <a:gd name="connsiteY1" fmla="*/ 14953 h 74492"/>
                <a:gd name="connsiteX2" fmla="*/ 2827 w 310297"/>
                <a:gd name="connsiteY2" fmla="*/ 53053 h 74492"/>
                <a:gd name="connsiteX3" fmla="*/ 179040 w 310297"/>
                <a:gd name="connsiteY3" fmla="*/ 74484 h 74492"/>
                <a:gd name="connsiteX4" fmla="*/ 310008 w 310297"/>
                <a:gd name="connsiteY4" fmla="*/ 55434 h 74492"/>
                <a:gd name="connsiteX5" fmla="*/ 155228 w 310297"/>
                <a:gd name="connsiteY5" fmla="*/ 31621 h 74492"/>
                <a:gd name="connsiteX0" fmla="*/ 159989 w 310598"/>
                <a:gd name="connsiteY0" fmla="*/ 666 h 74492"/>
                <a:gd name="connsiteX1" fmla="*/ 76646 w 310598"/>
                <a:gd name="connsiteY1" fmla="*/ 14953 h 74492"/>
                <a:gd name="connsiteX2" fmla="*/ 2827 w 310598"/>
                <a:gd name="connsiteY2" fmla="*/ 53053 h 74492"/>
                <a:gd name="connsiteX3" fmla="*/ 179040 w 310598"/>
                <a:gd name="connsiteY3" fmla="*/ 74484 h 74492"/>
                <a:gd name="connsiteX4" fmla="*/ 310008 w 310598"/>
                <a:gd name="connsiteY4" fmla="*/ 55434 h 74492"/>
                <a:gd name="connsiteX5" fmla="*/ 155228 w 310598"/>
                <a:gd name="connsiteY5" fmla="*/ 31621 h 74492"/>
                <a:gd name="connsiteX0" fmla="*/ 162970 w 313579"/>
                <a:gd name="connsiteY0" fmla="*/ 830 h 74656"/>
                <a:gd name="connsiteX1" fmla="*/ 53433 w 313579"/>
                <a:gd name="connsiteY1" fmla="*/ 12736 h 74656"/>
                <a:gd name="connsiteX2" fmla="*/ 5808 w 313579"/>
                <a:gd name="connsiteY2" fmla="*/ 53217 h 74656"/>
                <a:gd name="connsiteX3" fmla="*/ 182021 w 313579"/>
                <a:gd name="connsiteY3" fmla="*/ 74648 h 74656"/>
                <a:gd name="connsiteX4" fmla="*/ 312989 w 313579"/>
                <a:gd name="connsiteY4" fmla="*/ 55598 h 74656"/>
                <a:gd name="connsiteX5" fmla="*/ 158209 w 313579"/>
                <a:gd name="connsiteY5" fmla="*/ 31785 h 74656"/>
                <a:gd name="connsiteX0" fmla="*/ 145931 w 296540"/>
                <a:gd name="connsiteY0" fmla="*/ 1014 h 75464"/>
                <a:gd name="connsiteX1" fmla="*/ 36394 w 296540"/>
                <a:gd name="connsiteY1" fmla="*/ 12920 h 75464"/>
                <a:gd name="connsiteX2" fmla="*/ 7819 w 296540"/>
                <a:gd name="connsiteY2" fmla="*/ 65307 h 75464"/>
                <a:gd name="connsiteX3" fmla="*/ 164982 w 296540"/>
                <a:gd name="connsiteY3" fmla="*/ 74832 h 75464"/>
                <a:gd name="connsiteX4" fmla="*/ 295950 w 296540"/>
                <a:gd name="connsiteY4" fmla="*/ 55782 h 75464"/>
                <a:gd name="connsiteX5" fmla="*/ 141170 w 296540"/>
                <a:gd name="connsiteY5" fmla="*/ 31969 h 75464"/>
                <a:gd name="connsiteX0" fmla="*/ 150077 w 300686"/>
                <a:gd name="connsiteY0" fmla="*/ 897 h 74731"/>
                <a:gd name="connsiteX1" fmla="*/ 40540 w 300686"/>
                <a:gd name="connsiteY1" fmla="*/ 12803 h 74731"/>
                <a:gd name="connsiteX2" fmla="*/ 7202 w 300686"/>
                <a:gd name="connsiteY2" fmla="*/ 58047 h 74731"/>
                <a:gd name="connsiteX3" fmla="*/ 169128 w 300686"/>
                <a:gd name="connsiteY3" fmla="*/ 74715 h 74731"/>
                <a:gd name="connsiteX4" fmla="*/ 300096 w 300686"/>
                <a:gd name="connsiteY4" fmla="*/ 55665 h 74731"/>
                <a:gd name="connsiteX5" fmla="*/ 145316 w 300686"/>
                <a:gd name="connsiteY5" fmla="*/ 31852 h 74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0686" h="74731">
                  <a:moveTo>
                    <a:pt x="150077" y="897"/>
                  </a:moveTo>
                  <a:cubicBezTo>
                    <a:pt x="122494" y="-2278"/>
                    <a:pt x="64353" y="3278"/>
                    <a:pt x="40540" y="12803"/>
                  </a:cubicBezTo>
                  <a:cubicBezTo>
                    <a:pt x="16728" y="22328"/>
                    <a:pt x="-14229" y="47728"/>
                    <a:pt x="7202" y="58047"/>
                  </a:cubicBezTo>
                  <a:cubicBezTo>
                    <a:pt x="28633" y="68366"/>
                    <a:pt x="120312" y="75112"/>
                    <a:pt x="169128" y="74715"/>
                  </a:cubicBezTo>
                  <a:cubicBezTo>
                    <a:pt x="217944" y="74318"/>
                    <a:pt x="293349" y="62015"/>
                    <a:pt x="300096" y="55665"/>
                  </a:cubicBezTo>
                  <a:cubicBezTo>
                    <a:pt x="306843" y="49315"/>
                    <a:pt x="255845" y="23915"/>
                    <a:pt x="145316" y="31852"/>
                  </a:cubicBezTo>
                </a:path>
              </a:pathLst>
            </a:custGeom>
            <a:noFill/>
            <a:ln w="381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2847CAE-3713-3052-BB7B-C0D31F363A20}"/>
              </a:ext>
            </a:extLst>
          </p:cNvPr>
          <p:cNvCxnSpPr>
            <a:cxnSpLocks/>
          </p:cNvCxnSpPr>
          <p:nvPr/>
        </p:nvCxnSpPr>
        <p:spPr>
          <a:xfrm flipH="1">
            <a:off x="9831459" y="4851425"/>
            <a:ext cx="268837" cy="112423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274E249-B60E-D841-1A7A-16F6D00A5D42}"/>
              </a:ext>
            </a:extLst>
          </p:cNvPr>
          <p:cNvCxnSpPr>
            <a:cxnSpLocks/>
          </p:cNvCxnSpPr>
          <p:nvPr/>
        </p:nvCxnSpPr>
        <p:spPr>
          <a:xfrm flipH="1">
            <a:off x="9875507" y="4856312"/>
            <a:ext cx="381202" cy="147409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AA31759E-1587-E39A-5693-9BC40980EAE0}"/>
              </a:ext>
            </a:extLst>
          </p:cNvPr>
          <p:cNvSpPr/>
          <p:nvPr/>
        </p:nvSpPr>
        <p:spPr>
          <a:xfrm>
            <a:off x="9779505" y="3068767"/>
            <a:ext cx="140598" cy="381299"/>
          </a:xfrm>
          <a:custGeom>
            <a:avLst/>
            <a:gdLst>
              <a:gd name="connsiteX0" fmla="*/ 140598 w 140598"/>
              <a:gd name="connsiteY0" fmla="*/ 3794 h 381299"/>
              <a:gd name="connsiteX1" fmla="*/ 18957 w 140598"/>
              <a:gd name="connsiteY1" fmla="*/ 54128 h 381299"/>
              <a:gd name="connsiteX2" fmla="*/ 2179 w 140598"/>
              <a:gd name="connsiteY2" fmla="*/ 381299 h 3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0598" h="381299">
                <a:moveTo>
                  <a:pt x="140598" y="3794"/>
                </a:moveTo>
                <a:cubicBezTo>
                  <a:pt x="91312" y="-2498"/>
                  <a:pt x="42027" y="-8789"/>
                  <a:pt x="18957" y="54128"/>
                </a:cubicBezTo>
                <a:cubicBezTo>
                  <a:pt x="-4113" y="117045"/>
                  <a:pt x="-967" y="249172"/>
                  <a:pt x="2179" y="381299"/>
                </a:cubicBezTo>
              </a:path>
            </a:pathLst>
          </a:custGeom>
          <a:noFill/>
          <a:ln w="38100" cap="rnd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5B76CAF-3383-ED46-628D-F008AC58D66B}"/>
              </a:ext>
            </a:extLst>
          </p:cNvPr>
          <p:cNvCxnSpPr>
            <a:cxnSpLocks/>
          </p:cNvCxnSpPr>
          <p:nvPr/>
        </p:nvCxnSpPr>
        <p:spPr>
          <a:xfrm>
            <a:off x="10017199" y="4479943"/>
            <a:ext cx="0" cy="175965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09" name="Oval 108">
            <a:extLst>
              <a:ext uri="{FF2B5EF4-FFF2-40B4-BE49-F238E27FC236}">
                <a16:creationId xmlns:a16="http://schemas.microsoft.com/office/drawing/2014/main" id="{A972F0A2-C59E-B963-C042-7FEB566C77A7}"/>
              </a:ext>
            </a:extLst>
          </p:cNvPr>
          <p:cNvSpPr/>
          <p:nvPr/>
        </p:nvSpPr>
        <p:spPr>
          <a:xfrm>
            <a:off x="7204804" y="4126749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4DC5411D-62E3-8F1A-FBE5-6042504086A5}"/>
              </a:ext>
            </a:extLst>
          </p:cNvPr>
          <p:cNvSpPr/>
          <p:nvPr/>
        </p:nvSpPr>
        <p:spPr>
          <a:xfrm>
            <a:off x="7320321" y="4099034"/>
            <a:ext cx="2662967" cy="735584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4465492 w 4629070"/>
              <a:gd name="connsiteY0" fmla="*/ 6513 h 2846514"/>
              <a:gd name="connsiteX1" fmla="*/ 52875 w 4629070"/>
              <a:gd name="connsiteY1" fmla="*/ 1296527 h 2846514"/>
              <a:gd name="connsiteX2" fmla="*/ 2123880 w 4629070"/>
              <a:gd name="connsiteY2" fmla="*/ 1595182 h 2846514"/>
              <a:gd name="connsiteX3" fmla="*/ 3546890 w 4629070"/>
              <a:gd name="connsiteY3" fmla="*/ 2814934 h 2846514"/>
              <a:gd name="connsiteX4" fmla="*/ 4629070 w 4629070"/>
              <a:gd name="connsiteY4" fmla="*/ 2408068 h 2846514"/>
              <a:gd name="connsiteX0" fmla="*/ 2412093 w 3812362"/>
              <a:gd name="connsiteY0" fmla="*/ 7737 h 2847738"/>
              <a:gd name="connsiteX1" fmla="*/ 3744561 w 3812362"/>
              <a:gd name="connsiteY1" fmla="*/ 1107237 h 2847738"/>
              <a:gd name="connsiteX2" fmla="*/ 70481 w 3812362"/>
              <a:gd name="connsiteY2" fmla="*/ 1596406 h 2847738"/>
              <a:gd name="connsiteX3" fmla="*/ 1493491 w 3812362"/>
              <a:gd name="connsiteY3" fmla="*/ 2816158 h 2847738"/>
              <a:gd name="connsiteX4" fmla="*/ 2575671 w 3812362"/>
              <a:gd name="connsiteY4" fmla="*/ 2409292 h 2847738"/>
              <a:gd name="connsiteX0" fmla="*/ 918602 w 2264801"/>
              <a:gd name="connsiteY0" fmla="*/ 9618 h 2849619"/>
              <a:gd name="connsiteX1" fmla="*/ 2251070 w 2264801"/>
              <a:gd name="connsiteY1" fmla="*/ 1109118 h 2849619"/>
              <a:gd name="connsiteX2" fmla="*/ 0 w 2264801"/>
              <a:gd name="connsiteY2" fmla="*/ 2818039 h 2849619"/>
              <a:gd name="connsiteX3" fmla="*/ 1082180 w 2264801"/>
              <a:gd name="connsiteY3" fmla="*/ 2411173 h 2849619"/>
              <a:gd name="connsiteX0" fmla="*/ 0 w 1333041"/>
              <a:gd name="connsiteY0" fmla="*/ 8900 h 2410455"/>
              <a:gd name="connsiteX1" fmla="*/ 1332468 w 1333041"/>
              <a:gd name="connsiteY1" fmla="*/ 1108400 h 2410455"/>
              <a:gd name="connsiteX2" fmla="*/ 163578 w 1333041"/>
              <a:gd name="connsiteY2" fmla="*/ 2410455 h 2410455"/>
              <a:gd name="connsiteX0" fmla="*/ 0 w 2569618"/>
              <a:gd name="connsiteY0" fmla="*/ 7115 h 1144669"/>
              <a:gd name="connsiteX1" fmla="*/ 1332468 w 2569618"/>
              <a:gd name="connsiteY1" fmla="*/ 1106615 h 1144669"/>
              <a:gd name="connsiteX2" fmla="*/ 2532592 w 2569618"/>
              <a:gd name="connsiteY2" fmla="*/ 1054364 h 1144669"/>
              <a:gd name="connsiteX0" fmla="*/ 0 w 2532592"/>
              <a:gd name="connsiteY0" fmla="*/ 7115 h 1207188"/>
              <a:gd name="connsiteX1" fmla="*/ 1332468 w 2532592"/>
              <a:gd name="connsiteY1" fmla="*/ 1106615 h 1207188"/>
              <a:gd name="connsiteX2" fmla="*/ 2532592 w 2532592"/>
              <a:gd name="connsiteY2" fmla="*/ 1054364 h 1207188"/>
              <a:gd name="connsiteX0" fmla="*/ 0 w 2532592"/>
              <a:gd name="connsiteY0" fmla="*/ 6958 h 1223478"/>
              <a:gd name="connsiteX1" fmla="*/ 1217123 w 2532592"/>
              <a:gd name="connsiteY1" fmla="*/ 1131308 h 1223478"/>
              <a:gd name="connsiteX2" fmla="*/ 2532592 w 2532592"/>
              <a:gd name="connsiteY2" fmla="*/ 1054207 h 1223478"/>
              <a:gd name="connsiteX0" fmla="*/ 0 w 2816518"/>
              <a:gd name="connsiteY0" fmla="*/ 11191 h 681250"/>
              <a:gd name="connsiteX1" fmla="*/ 1501049 w 2816518"/>
              <a:gd name="connsiteY1" fmla="*/ 626123 h 681250"/>
              <a:gd name="connsiteX2" fmla="*/ 2816518 w 2816518"/>
              <a:gd name="connsiteY2" fmla="*/ 549022 h 681250"/>
              <a:gd name="connsiteX0" fmla="*/ 0 w 2816518"/>
              <a:gd name="connsiteY0" fmla="*/ 56251 h 726310"/>
              <a:gd name="connsiteX1" fmla="*/ 1501049 w 2816518"/>
              <a:gd name="connsiteY1" fmla="*/ 671183 h 726310"/>
              <a:gd name="connsiteX2" fmla="*/ 2816518 w 2816518"/>
              <a:gd name="connsiteY2" fmla="*/ 594082 h 726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6518" h="726310">
                <a:moveTo>
                  <a:pt x="0" y="56251"/>
                </a:moveTo>
                <a:cubicBezTo>
                  <a:pt x="673931" y="-215620"/>
                  <a:pt x="1031629" y="581545"/>
                  <a:pt x="1501049" y="671183"/>
                </a:cubicBezTo>
                <a:cubicBezTo>
                  <a:pt x="1970469" y="760821"/>
                  <a:pt x="2199383" y="745265"/>
                  <a:pt x="2816518" y="594082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6B5ACBD-B10B-4AB1-C011-3AA496BCC300}"/>
              </a:ext>
            </a:extLst>
          </p:cNvPr>
          <p:cNvSpPr/>
          <p:nvPr/>
        </p:nvSpPr>
        <p:spPr>
          <a:xfrm>
            <a:off x="7162384" y="3307713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D18BA7A9-BD3A-1DC9-7F89-F1F727ECA0F9}"/>
              </a:ext>
            </a:extLst>
          </p:cNvPr>
          <p:cNvSpPr/>
          <p:nvPr/>
        </p:nvSpPr>
        <p:spPr>
          <a:xfrm>
            <a:off x="7206531" y="3452144"/>
            <a:ext cx="2697062" cy="1681679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0 w 5478012"/>
              <a:gd name="connsiteY0" fmla="*/ 0 h 1673603"/>
              <a:gd name="connsiteX1" fmla="*/ 5478012 w 5478012"/>
              <a:gd name="connsiteY1" fmla="*/ 1673603 h 1673603"/>
              <a:gd name="connsiteX0" fmla="*/ 0 w 411062"/>
              <a:gd name="connsiteY0" fmla="*/ 0 h 3145871"/>
              <a:gd name="connsiteX1" fmla="*/ 411062 w 411062"/>
              <a:gd name="connsiteY1" fmla="*/ 3145871 h 3145871"/>
              <a:gd name="connsiteX0" fmla="*/ 0 w 2697062"/>
              <a:gd name="connsiteY0" fmla="*/ 0 h 1661020"/>
              <a:gd name="connsiteX1" fmla="*/ 2697062 w 2697062"/>
              <a:gd name="connsiteY1" fmla="*/ 1661020 h 1661020"/>
              <a:gd name="connsiteX0" fmla="*/ 0 w 2697062"/>
              <a:gd name="connsiteY0" fmla="*/ 0 h 1669972"/>
              <a:gd name="connsiteX1" fmla="*/ 2697062 w 2697062"/>
              <a:gd name="connsiteY1" fmla="*/ 1661020 h 1669972"/>
              <a:gd name="connsiteX0" fmla="*/ 0 w 2697062"/>
              <a:gd name="connsiteY0" fmla="*/ 0 h 1681679"/>
              <a:gd name="connsiteX1" fmla="*/ 2697062 w 2697062"/>
              <a:gd name="connsiteY1" fmla="*/ 1661020 h 1681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97062" h="1681679">
                <a:moveTo>
                  <a:pt x="0" y="0"/>
                </a:moveTo>
                <a:cubicBezTo>
                  <a:pt x="123040" y="1350627"/>
                  <a:pt x="1147894" y="1786856"/>
                  <a:pt x="2697062" y="1661020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734B8515-75DF-32DF-E585-D5504A48D016}"/>
              </a:ext>
            </a:extLst>
          </p:cNvPr>
          <p:cNvSpPr/>
          <p:nvPr/>
        </p:nvSpPr>
        <p:spPr>
          <a:xfrm>
            <a:off x="9682406" y="4917505"/>
            <a:ext cx="816282" cy="244395"/>
          </a:xfrm>
          <a:custGeom>
            <a:avLst/>
            <a:gdLst>
              <a:gd name="connsiteX0" fmla="*/ 328612 w 397668"/>
              <a:gd name="connsiteY0" fmla="*/ 2381 h 119062"/>
              <a:gd name="connsiteX1" fmla="*/ 66675 w 397668"/>
              <a:gd name="connsiteY1" fmla="*/ 0 h 119062"/>
              <a:gd name="connsiteX2" fmla="*/ 0 w 397668"/>
              <a:gd name="connsiteY2" fmla="*/ 119062 h 119062"/>
              <a:gd name="connsiteX3" fmla="*/ 397668 w 397668"/>
              <a:gd name="connsiteY3" fmla="*/ 119062 h 119062"/>
              <a:gd name="connsiteX4" fmla="*/ 328612 w 397668"/>
              <a:gd name="connsiteY4" fmla="*/ 2381 h 11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668" h="119062">
                <a:moveTo>
                  <a:pt x="328612" y="2381"/>
                </a:moveTo>
                <a:lnTo>
                  <a:pt x="66675" y="0"/>
                </a:lnTo>
                <a:lnTo>
                  <a:pt x="0" y="119062"/>
                </a:lnTo>
                <a:lnTo>
                  <a:pt x="397668" y="119062"/>
                </a:lnTo>
                <a:lnTo>
                  <a:pt x="328612" y="2381"/>
                </a:lnTo>
                <a:close/>
              </a:path>
            </a:pathLst>
          </a:cu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F6D9F913-F4EE-AA35-1B81-82009D473892}"/>
              </a:ext>
            </a:extLst>
          </p:cNvPr>
          <p:cNvSpPr/>
          <p:nvPr/>
        </p:nvSpPr>
        <p:spPr>
          <a:xfrm>
            <a:off x="9968321" y="4432902"/>
            <a:ext cx="185740" cy="325316"/>
          </a:xfrm>
          <a:prstGeom prst="roundRect">
            <a:avLst/>
          </a:prstGeom>
          <a:solidFill>
            <a:srgbClr val="FFC000">
              <a:lumMod val="40000"/>
              <a:lumOff val="60000"/>
            </a:srgbClr>
          </a:solidFill>
          <a:ln w="38100" cap="flat" cmpd="sng" algn="ctr">
            <a:solidFill>
              <a:srgbClr val="FFC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DC21EFD-509E-7466-5D76-1E19A010C0DB}"/>
              </a:ext>
            </a:extLst>
          </p:cNvPr>
          <p:cNvGrpSpPr/>
          <p:nvPr/>
        </p:nvGrpSpPr>
        <p:grpSpPr>
          <a:xfrm rot="16200000">
            <a:off x="2843084" y="5022688"/>
            <a:ext cx="1644243" cy="307777"/>
            <a:chOff x="2128885" y="4456533"/>
            <a:chExt cx="1644243" cy="307777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23EBF3F-BDBC-A158-DC74-B31177E6D6C6}"/>
                </a:ext>
              </a:extLst>
            </p:cNvPr>
            <p:cNvSpPr/>
            <p:nvPr/>
          </p:nvSpPr>
          <p:spPr>
            <a:xfrm>
              <a:off x="2730771" y="4479943"/>
              <a:ext cx="1042357" cy="2528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14106744-1913-B59C-3C61-69814E201DEC}"/>
                </a:ext>
              </a:extLst>
            </p:cNvPr>
            <p:cNvSpPr txBox="1"/>
            <p:nvPr/>
          </p:nvSpPr>
          <p:spPr>
            <a:xfrm>
              <a:off x="2737095" y="4456533"/>
              <a:ext cx="102944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700"/>
                <a:t>Pull Up </a:t>
              </a:r>
              <a:r>
                <a:rPr lang="sv-SE" sz="700" i="1"/>
                <a:t>or</a:t>
              </a:r>
              <a:r>
                <a:rPr lang="sv-SE" sz="700"/>
                <a:t>  Pull Down, </a:t>
              </a:r>
              <a:br>
                <a:rPr lang="sv-SE" sz="700"/>
              </a:br>
              <a:r>
                <a:rPr lang="sv-SE" sz="700"/>
                <a:t>depending on OUTDR</a:t>
              </a:r>
              <a:endParaRPr lang="LID4096" sz="700"/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CC8C42B0-B583-7304-684E-2C706205070C}"/>
                </a:ext>
              </a:extLst>
            </p:cNvPr>
            <p:cNvCxnSpPr>
              <a:cxnSpLocks/>
              <a:stCxn id="123" idx="1"/>
            </p:cNvCxnSpPr>
            <p:nvPr/>
          </p:nvCxnSpPr>
          <p:spPr>
            <a:xfrm rot="5400000">
              <a:off x="2429828" y="4305411"/>
              <a:ext cx="0" cy="60188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83E4202-8363-8384-B0AB-0E9F1F0AA962}"/>
              </a:ext>
            </a:extLst>
          </p:cNvPr>
          <p:cNvCxnSpPr>
            <a:cxnSpLocks/>
          </p:cNvCxnSpPr>
          <p:nvPr/>
        </p:nvCxnSpPr>
        <p:spPr>
          <a:xfrm>
            <a:off x="3661129" y="4064523"/>
            <a:ext cx="0" cy="28992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24EAE060-5E3C-82AC-56F0-C9479B60E3A3}"/>
              </a:ext>
            </a:extLst>
          </p:cNvPr>
          <p:cNvSpPr/>
          <p:nvPr/>
        </p:nvSpPr>
        <p:spPr>
          <a:xfrm>
            <a:off x="3606600" y="3997165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756EA53-E01B-51FC-FC1B-510B61F31F05}"/>
              </a:ext>
            </a:extLst>
          </p:cNvPr>
          <p:cNvCxnSpPr>
            <a:cxnSpLocks/>
          </p:cNvCxnSpPr>
          <p:nvPr/>
        </p:nvCxnSpPr>
        <p:spPr>
          <a:xfrm flipH="1" flipV="1">
            <a:off x="3470012" y="3804468"/>
            <a:ext cx="166628" cy="2013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Oval 140">
            <a:extLst>
              <a:ext uri="{FF2B5EF4-FFF2-40B4-BE49-F238E27FC236}">
                <a16:creationId xmlns:a16="http://schemas.microsoft.com/office/drawing/2014/main" id="{E6895E04-20D6-A0AC-0839-27ADBD7F6761}"/>
              </a:ext>
            </a:extLst>
          </p:cNvPr>
          <p:cNvSpPr/>
          <p:nvPr/>
        </p:nvSpPr>
        <p:spPr>
          <a:xfrm>
            <a:off x="3621450" y="3689574"/>
            <a:ext cx="109057" cy="10905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92437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2D709-0828-C41D-9603-9017EAF8B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9475A6A-753C-BDF8-6BF0-269B5170637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v-SE"/>
              <a:t>Recap: Konfigurera som in- eller ut-pinne.</a:t>
            </a:r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5BCCDE-AB10-4FE2-F743-9EAE69D0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Konfigurera pinnar</a:t>
            </a:r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0A90E6-8E98-96A0-CDA7-1B4858DA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356665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5E9D33-8F98-D5B4-043F-15CF63AB6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2286" y="2561063"/>
            <a:ext cx="3900312" cy="33007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41D59F-0F4D-00F4-A4AE-DD3C784B6B59}"/>
              </a:ext>
            </a:extLst>
          </p:cNvPr>
          <p:cNvSpPr txBox="1"/>
          <p:nvPr/>
        </p:nvSpPr>
        <p:spPr>
          <a:xfrm>
            <a:off x="3462919" y="5505403"/>
            <a:ext cx="5020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50" b="1"/>
              <a:t>etc...</a:t>
            </a:r>
            <a:endParaRPr lang="LID4096" sz="1050" b="1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9065B0-94C2-40A3-0468-A6CE0CE84096}"/>
              </a:ext>
            </a:extLst>
          </p:cNvPr>
          <p:cNvSpPr/>
          <p:nvPr/>
        </p:nvSpPr>
        <p:spPr>
          <a:xfrm>
            <a:off x="3580069" y="1944498"/>
            <a:ext cx="1907659" cy="210355"/>
          </a:xfrm>
          <a:prstGeom prst="round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F3AA4B-517E-C9DD-9706-B22A4AB11CE7}"/>
              </a:ext>
            </a:extLst>
          </p:cNvPr>
          <p:cNvSpPr/>
          <p:nvPr/>
        </p:nvSpPr>
        <p:spPr>
          <a:xfrm>
            <a:off x="155106" y="2055813"/>
            <a:ext cx="2360567" cy="223748"/>
          </a:xfrm>
          <a:prstGeom prst="roundRect">
            <a:avLst/>
          </a:prstGeom>
          <a:noFill/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5ED94D-4B59-E23B-B980-5446661AF60C}"/>
              </a:ext>
            </a:extLst>
          </p:cNvPr>
          <p:cNvGrpSpPr/>
          <p:nvPr/>
        </p:nvGrpSpPr>
        <p:grpSpPr>
          <a:xfrm>
            <a:off x="3953813" y="3294530"/>
            <a:ext cx="5142964" cy="1114339"/>
            <a:chOff x="3953813" y="3294530"/>
            <a:chExt cx="5142964" cy="111433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A0E6247-0E8B-7CFE-192B-B8C05D3DE9B1}"/>
                </a:ext>
              </a:extLst>
            </p:cNvPr>
            <p:cNvSpPr/>
            <p:nvPr/>
          </p:nvSpPr>
          <p:spPr>
            <a:xfrm>
              <a:off x="3953813" y="3966694"/>
              <a:ext cx="764147" cy="442175"/>
            </a:xfrm>
            <a:prstGeom prst="rect">
              <a:avLst/>
            </a:prstGeom>
            <a:noFill/>
            <a:ln w="254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8F7C6A5-6D32-8E6E-B059-4ED193880EF3}"/>
                </a:ext>
              </a:extLst>
            </p:cNvPr>
            <p:cNvSpPr/>
            <p:nvPr/>
          </p:nvSpPr>
          <p:spPr>
            <a:xfrm>
              <a:off x="4323008" y="3541690"/>
              <a:ext cx="4773769" cy="699752"/>
            </a:xfrm>
            <a:custGeom>
              <a:avLst/>
              <a:gdLst>
                <a:gd name="csX0" fmla="*/ 0 w 4773769"/>
                <a:gd name="csY0" fmla="*/ 412124 h 699752"/>
                <a:gd name="csX1" fmla="*/ 0 w 4773769"/>
                <a:gd name="csY1" fmla="*/ 0 h 699752"/>
                <a:gd name="csX2" fmla="*/ 4292958 w 4773769"/>
                <a:gd name="csY2" fmla="*/ 0 h 699752"/>
                <a:gd name="csX3" fmla="*/ 4773769 w 4773769"/>
                <a:gd name="csY3" fmla="*/ 699752 h 699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73769" h="699752">
                  <a:moveTo>
                    <a:pt x="0" y="412124"/>
                  </a:moveTo>
                  <a:lnTo>
                    <a:pt x="0" y="0"/>
                  </a:lnTo>
                  <a:lnTo>
                    <a:pt x="4292958" y="0"/>
                  </a:lnTo>
                  <a:lnTo>
                    <a:pt x="4773769" y="699752"/>
                  </a:lnTo>
                </a:path>
              </a:pathLst>
            </a:custGeom>
            <a:noFill/>
            <a:ln>
              <a:solidFill>
                <a:schemeClr val="accent5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DCA2362-4984-7422-41B5-0B35958AD789}"/>
                </a:ext>
              </a:extLst>
            </p:cNvPr>
            <p:cNvSpPr txBox="1"/>
            <p:nvPr/>
          </p:nvSpPr>
          <p:spPr>
            <a:xfrm>
              <a:off x="5552663" y="3294530"/>
              <a:ext cx="47801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50" b="1">
                  <a:solidFill>
                    <a:schemeClr val="accent5">
                      <a:lumMod val="75000"/>
                    </a:schemeClr>
                  </a:solidFill>
                </a:rPr>
                <a:t>pin 2</a:t>
              </a:r>
              <a:endParaRPr lang="LID4096" sz="1050" b="1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5A2A4B55-48FF-F704-AF3C-80C8FE028920}"/>
              </a:ext>
            </a:extLst>
          </p:cNvPr>
          <p:cNvSpPr/>
          <p:nvPr/>
        </p:nvSpPr>
        <p:spPr>
          <a:xfrm>
            <a:off x="4009623" y="4228563"/>
            <a:ext cx="270456" cy="154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CD2FD8-9006-D1BA-A8FA-7B9A7C7C7BA7}"/>
              </a:ext>
            </a:extLst>
          </p:cNvPr>
          <p:cNvSpPr/>
          <p:nvPr/>
        </p:nvSpPr>
        <p:spPr>
          <a:xfrm>
            <a:off x="4372376" y="4211428"/>
            <a:ext cx="323047" cy="1545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8CCB0A-62AA-1790-E56E-D44CE42217CD}"/>
              </a:ext>
            </a:extLst>
          </p:cNvPr>
          <p:cNvSpPr txBox="1"/>
          <p:nvPr/>
        </p:nvSpPr>
        <p:spPr>
          <a:xfrm>
            <a:off x="3987674" y="4163068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10</a:t>
            </a:r>
            <a:endParaRPr lang="LID4096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941D72-5AB3-5322-243D-16D7B962CED2}"/>
              </a:ext>
            </a:extLst>
          </p:cNvPr>
          <p:cNvSpPr txBox="1"/>
          <p:nvPr/>
        </p:nvSpPr>
        <p:spPr>
          <a:xfrm>
            <a:off x="4364622" y="4155164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00</a:t>
            </a:r>
            <a:endParaRPr lang="LID4096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D5F001-31EC-5791-5E2B-20B29ADE80FD}"/>
              </a:ext>
            </a:extLst>
          </p:cNvPr>
          <p:cNvGrpSpPr/>
          <p:nvPr/>
        </p:nvGrpSpPr>
        <p:grpSpPr>
          <a:xfrm>
            <a:off x="2333793" y="5056380"/>
            <a:ext cx="4406151" cy="1562594"/>
            <a:chOff x="2333793" y="3341917"/>
            <a:chExt cx="9240540" cy="327705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C787728-F95E-6B8F-FED0-3D620B922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33793" y="3341917"/>
              <a:ext cx="9240540" cy="3277057"/>
            </a:xfrm>
            <a:prstGeom prst="rect">
              <a:avLst/>
            </a:prstGeom>
            <a:ln>
              <a:solidFill>
                <a:schemeClr val="accent1">
                  <a:shade val="1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AF4546A-A22F-ADE6-0196-476C2E8A4D8F}"/>
                </a:ext>
              </a:extLst>
            </p:cNvPr>
            <p:cNvSpPr/>
            <p:nvPr/>
          </p:nvSpPr>
          <p:spPr>
            <a:xfrm>
              <a:off x="9775065" y="5203066"/>
              <a:ext cx="201770" cy="338026"/>
            </a:xfrm>
            <a:prstGeom prst="roundRect">
              <a:avLst/>
            </a:prstGeom>
            <a:noFill/>
            <a:ln w="254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</p:spTree>
    <p:extLst>
      <p:ext uri="{BB962C8B-B14F-4D97-AF65-F5344CB8AC3E}">
        <p14:creationId xmlns:p14="http://schemas.microsoft.com/office/powerpoint/2010/main" val="205133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1ED85-4613-ABAE-A669-8C18DF933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Exempel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84B9D-B663-C6B7-1990-C7551DC0850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>
              <a:lumMod val="85000"/>
              <a:lumOff val="15000"/>
            </a:schemeClr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.global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main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.section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.text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</a:t>
            </a:r>
            <a:r>
              <a:rPr lang="en-US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equ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GPIO_D_CFGLR,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0x40011400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</a:t>
            </a:r>
            <a:r>
              <a:rPr lang="en-US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equ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GPIO_D_CFGHR,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0x40011404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</a:t>
            </a:r>
            <a:r>
              <a:rPr lang="en-US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equ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GPIO_D_INDR,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0x40011408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569CD6"/>
                </a:solidFill>
                <a:latin typeface="Consolas" panose="020B0609020204030204" pitchFamily="49" charset="0"/>
              </a:rPr>
              <a:t>.</a:t>
            </a:r>
            <a:r>
              <a:rPr lang="en-US" sz="800" dirty="0" err="1">
                <a:solidFill>
                  <a:srgbClr val="569CD6"/>
                </a:solidFill>
                <a:latin typeface="Consolas" panose="020B0609020204030204" pitchFamily="49" charset="0"/>
              </a:rPr>
              <a:t>equ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GPIO_D_OUTDR,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0x4001140C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main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GPIO_D_CFGLR </a:t>
            </a:r>
            <a:r>
              <a:rPr lang="en-US" sz="800" dirty="0">
                <a:solidFill>
                  <a:srgbClr val="6A9955"/>
                </a:solidFill>
                <a:latin typeface="Consolas" panose="020B0609020204030204" pitchFamily="49" charset="0"/>
              </a:rPr>
              <a:t># Configure pin 6 as input with pull up/down active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li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0x08000200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6A9955"/>
                </a:solidFill>
                <a:latin typeface="Consolas" panose="020B0609020204030204" pitchFamily="49" charset="0"/>
              </a:rPr>
              <a:t># Binary: ... 1000 0000 0000 0000 0000 0000 0000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sz="800" dirty="0">
                <a:solidFill>
                  <a:srgbClr val="6A9955"/>
                </a:solidFill>
                <a:latin typeface="Consolas" panose="020B0609020204030204" pitchFamily="49" charset="0"/>
              </a:rPr>
              <a:t># Hex:           8    0    0    0    0    0    0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  </a:t>
            </a:r>
            <a:r>
              <a:rPr lang="en-US" sz="800" dirty="0">
                <a:solidFill>
                  <a:srgbClr val="6A9955"/>
                </a:solidFill>
                <a:latin typeface="Consolas" panose="020B0609020204030204" pitchFamily="49" charset="0"/>
              </a:rPr>
              <a:t># Pin:    ...    6    5    4    3    2    1    0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sw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GPIO_D_OUTDR   </a:t>
            </a:r>
            <a:r>
              <a:rPr lang="en-US" sz="800" dirty="0">
                <a:solidFill>
                  <a:srgbClr val="6A9955"/>
                </a:solidFill>
                <a:latin typeface="Consolas" panose="020B0609020204030204" pitchFamily="49" charset="0"/>
              </a:rPr>
              <a:t># Make it pull UP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li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0x40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sh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await_button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GPIO_D_INDR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lh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andi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0x40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6A9955"/>
                </a:solidFill>
                <a:latin typeface="Consolas" panose="020B0609020204030204" pitchFamily="49" charset="0"/>
              </a:rPr>
              <a:t># Mask for pin 6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bnez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await_button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continue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la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GPIO_D_OUTDR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lw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xori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0b100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800" dirty="0" err="1">
                <a:solidFill>
                  <a:srgbClr val="DCDCAA"/>
                </a:solidFill>
                <a:latin typeface="Consolas" panose="020B0609020204030204" pitchFamily="49" charset="0"/>
              </a:rPr>
              <a:t>sw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t1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sz="800" dirty="0">
                <a:solidFill>
                  <a:srgbClr val="B5CEA8"/>
                </a:solidFill>
                <a:latin typeface="Consolas" panose="020B0609020204030204" pitchFamily="49" charset="0"/>
              </a:rPr>
              <a:t>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sz="800" dirty="0">
                <a:solidFill>
                  <a:srgbClr val="9CDCFE"/>
                </a:solidFill>
                <a:latin typeface="Consolas" panose="020B0609020204030204" pitchFamily="49" charset="0"/>
              </a:rPr>
              <a:t>t0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sz="800" dirty="0">
                <a:solidFill>
                  <a:srgbClr val="DCDCAA"/>
                </a:solidFill>
                <a:latin typeface="Consolas" panose="020B0609020204030204" pitchFamily="49" charset="0"/>
              </a:rPr>
              <a:t>j</a:t>
            </a:r>
            <a: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800" dirty="0" err="1">
                <a:solidFill>
                  <a:srgbClr val="CCCCCC"/>
                </a:solidFill>
                <a:latin typeface="Consolas" panose="020B0609020204030204" pitchFamily="49" charset="0"/>
              </a:rPr>
              <a:t>await_button</a:t>
            </a: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br>
              <a:rPr lang="en-US" sz="800" dirty="0">
                <a:solidFill>
                  <a:srgbClr val="CCCCCC"/>
                </a:solidFill>
                <a:latin typeface="Consolas" panose="020B0609020204030204" pitchFamily="49" charset="0"/>
              </a:rPr>
            </a:br>
            <a:endParaRPr lang="en-US" sz="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LID4096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DA9639-81CB-C18B-EEF9-1EBF9B5E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890" y="2462241"/>
            <a:ext cx="7314202" cy="30781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08F75F-F778-3296-5A72-0E707AE2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045" y="5439347"/>
            <a:ext cx="2642316" cy="111199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398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2E3E5-BDDB-BB9B-A958-C457EAE1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06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59C3-B3E8-AA9A-8E40-F22C5005A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C6E513-DD79-A478-4201-EACC69FF6A5F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6A918AE-6C84-94DD-3BE4-775959092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849737D-EFD2-6032-0012-A913C2E7F104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FFFF0C8-1D33-6353-D2EA-499D4BAE0308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D3EB111-C292-FB21-A70D-8C862C5B2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B4899A-6CC7-2750-19F8-8AA16C96D419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E6DE320-6B1D-2D17-3544-61B3A60A7680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F18C6B-693E-D6B1-8650-C965DB0117C9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6D1222-EAA5-7FEC-9BA9-7EE37C829171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9A69BF5-A5A6-CF62-95C1-0FFD71ADAC49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B7C672B-3669-08CF-24FE-2C0500B8F902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C6EAE4-E645-77E2-72AF-C4768855C61D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5129332-464E-9910-4C7D-305B0638D3A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8881D619-7C32-3942-1CE7-753A91EC760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7E73D6-386E-C32F-2515-272B9F1D72D9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9278072-FFE9-C3BB-0A25-C02F9B192F8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E0D3DDA-527E-801A-46AC-9734363513C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9E687C7-C2A1-21F5-9BE2-BCA83AD09E75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860EE40-FEDB-77B7-B392-E96CDD734B7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7493EF9-ADA2-B9E9-9390-177099599ED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04AD06E-A910-E811-7F4E-6A488DF615FE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BD9A61E-ECFC-EA7D-6BBB-8BA8C11BC22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29357F6-43B4-35D9-6B11-839EB4140AA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80B6446-2CAC-13ED-D9F4-DE1A0C1521AD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42AE18E-A0BF-4805-D3BE-DFE86462B56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6E1185D7-B242-3234-B4AC-29919FE2A3F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3B73FE2-8FB3-EE8E-BFF9-6544EE88D6D7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3F4C64F-6B2F-FF75-784E-0E29B556E31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D124CAD-72F7-678F-DCF5-3A8460CAFE7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978A6E-1FFE-5F39-C17A-F3E334B5A6B2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9608A16E-5B13-C7B6-DFA7-45FC09C6DCC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47F64C2-6B7E-F854-454C-15DCDDA8680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8785BE7-AE97-D77E-4DF2-720C54D7CE4A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F0B4691-1E3C-F2B5-2D15-5F59A2C1F8A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1E2A382-B0B9-9BA9-E6C2-83A0496C4F4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A0C1B48-95A7-5D5B-AEEA-8C7BFED12EB5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A2091FA-A1C5-66B0-D617-1419E212C2B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BC99CC2-1919-5C52-F0D1-4F408B578C1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D7984EC-7F4B-212C-57BE-69D96B211D5C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0943B19-E6D6-D734-C33D-C0E3A4DE786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4AAB6E5-4BD9-CD1D-C3FF-5C5884ECED0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255A6C9-C447-97AE-7BC0-040E11850E7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41CB48-453D-010C-AD20-162A4669B70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30201E-C0E8-1437-0535-6694E17567C5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132F14-BDA5-40FE-D2E1-51F411A365DE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14297AD-62DE-6065-905E-9F6C2737F5F7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D4209AC-24D8-B96C-9B76-69F4E772231A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FCEB5E-16EB-E2D6-440A-8565E6FD3B4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6B7ABF6-D562-387B-2630-E1A275D5A7B0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0F89585-D209-E416-01EF-8FF307044443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1E1D1D7-C86D-89BB-CBA9-8AB05230FFA7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986D479-B4D0-6773-DAE5-3BB77102A966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BF81ADA-493D-D745-7C1B-E920CEE23EFF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B52698D-A0C3-184E-F663-85BF552A4E69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C1C5B9-D677-49FA-AD6B-BCB2296642B3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CE1ABC8-343E-D11C-8469-F3B61E4F346A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146A14A-A50A-755E-F594-4056810ADE1F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2AFB6ED-2C24-DE50-068A-A02E775CD2BA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A8D1366-FD0F-06A1-5BBC-5119C9E18371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481B909-2636-4878-A7CD-322C15E71CB1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4096DCE-6A49-8BF4-B743-00D2F7B26CE8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564D9D6C-C5B2-8FE0-199B-4212B461B7FC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AD63C6D-29CF-12FE-485B-D06DB8C25FD3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B02A3F0-11B8-C8FF-FF4A-4DAFB6443C1D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5AA6A777-A14C-5423-9CD9-473073D36921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5A1F679-4A66-23B8-89D2-9ADB2FD556EB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E010EA7-555C-EA05-7813-A28D24391393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6986889-551F-2A40-D76A-7F6568A27682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932A217-A86B-DB1E-9B30-D4B6070E31EA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3230187-A425-14CC-AF24-F01F7B2E81FC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940C501-97F9-E586-76A8-8D9984151F81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3BEA1D0-1C1C-7F3E-CFA1-9C318B72DCC2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B8C512C-62D7-3393-9669-BC7DA52C7ABB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A273FD7-39F9-ACE5-B3AF-F79C9E49106D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073C418-E2F8-A7C5-FE45-3B7649DB2FC2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D38733D7-B87D-5411-2C29-6B3DD6827A91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55373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2CE79-BE2D-683A-6849-881BE33FE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6275-DC65-9160-A103-0C1BBC39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C8DFD1-EED4-B3E2-A14F-2A702AFAF0C1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9E361B6-7A1C-FDF3-C184-66C3B230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6CFEC5B-2392-D340-7AC7-D59E4DB0F508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C556681-48BB-0899-FADB-25C1E627994A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CDB943-6D00-58E7-4B60-691CDD260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9C38476-52E9-CB96-F2F2-7A7391518D72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F125A17-6835-F143-A9AF-D5FDF3E8E244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1CFCCA-ED39-AA69-9898-D0D46319B61E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5EDEFBB-412C-AA7D-69B6-560175D7F822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C4E0620-3333-4D4B-6095-98643C44A750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6F3DF36-2C5B-03FE-216D-F461A276F23A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1E8202-02A9-15DC-046E-D2DAA683239E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0CDE47F-C956-A703-64A4-727719306F2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9F241FB-AC1D-4F52-EFF8-BA1F49F33D6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67023A-7B15-793E-486D-8BE079EBACCC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794ECF6E-FC4B-7981-A624-2BE629BD048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36A0437-7122-D6EB-C22D-394EC1889F6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9F9282C-BB59-FA0C-5E74-8AFAF4C885D2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590D18F-BFB4-38FB-9F4B-1286C56FDBA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9AEEA22-60F6-C9A1-F18E-1889C286C55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D6C972D-B4C8-9C5C-5995-1A80E8659317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89B5F192-F9D7-FC87-A652-819BB3387C8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37A4661E-06E9-94D7-7C49-8904DC646CB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3B06487-CF76-C48D-8261-9135216B223B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0809B5F-1580-16A5-FA46-F884D7806C7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62633FA-A856-8B3E-32B0-69E91E01CA3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8A5F4A2-9D2C-2F75-23CF-17836C4F9353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4B62382-B470-9AB4-E23E-AAFD052BE79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3EA2041-7D78-03E6-486B-A99FADDE55C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CDEEFBA-659A-088C-B727-B0F9957D5C1D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A256D3F-5213-7FC9-3045-63A8862E309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D51CB4D-E572-ABAC-5DA8-68911A5DAC7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FFBDBD82-6124-2399-A860-414B94BF123B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7B0330E-1B5A-F318-F60C-6D90D4473B7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AF5C6AA2-BBDB-AF7E-5351-2298511A63A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78233A-391F-C35A-3351-1EE027629628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14CB0F1-77DB-090D-EB9A-E9E9173707D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75C7967-A5A3-42D5-E509-7086458417F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769EC9-5C58-A653-1A61-1B2A51B22094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DD5AC65-8B6A-8428-40DB-6E87289B3C2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97D3836C-912B-60FB-D4C7-7EC72D38E5B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C240B85-E884-39B7-1C35-CDD2FC2A1F95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5A6752F-E1A7-0825-A3DB-7A11E8148AAA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A9A1A4-BD3E-465F-DF5B-B4B5B68832BD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893B28-DF0E-6536-E0D5-5ECB4FE31477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2F0F1C2-8147-6FB1-2969-60EE32F37F5F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93C7EF-2C2C-77CC-B529-DED3FEADF57F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2004337-99D0-8B9F-106A-97E3BA0E741F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8E76D7E-611E-E411-001B-1581BB0D8B79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84AC07-C5FC-CFCB-B99C-FEEBE066B104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55F314E-4D83-5421-5B2E-6BCC5A13E679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0628851-D8AA-7A1F-87C3-91C1DD63EAEC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AD0E9E1-5405-7207-8411-5FFB5A252CD8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4AB198C-1252-3F5B-77AF-2DC69600E6C2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748DB0E-0D4B-9BC5-7997-7DEED10480B6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5C1590A-A48F-E4B4-D002-50D2C059CE44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11423D6-BB97-FA52-C014-65CD1EC91491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64048D0-662C-E7DF-5905-DF44D57AC4C6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2EBED02-7AE9-B987-76D1-2DDA7B83AC7A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31C387A-410E-4F14-40D2-B19F290889F8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89C42BB-A527-B1C6-A0F1-A72991856EAB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DA1CBCA0-282E-00FC-BAE9-64AEE09D933E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788EF72-5C1A-C5BA-406C-7A8088B21505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18BAA8B-D023-7EC2-B9D3-3DCD9B840542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75FA9252-BDC6-4DB6-3405-E8AA1B1F3166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3310B71-6998-D8F5-9F2E-DF7C5E6918CC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2EF7BDAC-4C32-CCA6-FA79-C9B2E96F8442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B8B5D1A-A874-5534-FE60-9BE0C19D505C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988BCB39-3695-DFC8-1B04-067788D74F1D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7594093-1D82-F3CA-C23F-C503239E48C4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8F0D469B-DA0A-9EDA-4652-1A9751A6BEF7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EDFF07-350D-1AF6-B72F-389B1830EEC3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EA35C56-0E0B-9251-EEB7-C1C4A1385AC8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4092EDF-50CD-070A-5D86-309B1F6CA7E2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71B875A-A66B-2DB1-C170-FEDAE2B18108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581156C6-2A5C-E134-5642-707ADF50686D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E05EA14-8155-F886-C695-EDDC522B3E79}"/>
              </a:ext>
            </a:extLst>
          </p:cNvPr>
          <p:cNvSpPr txBox="1"/>
          <p:nvPr/>
        </p:nvSpPr>
        <p:spPr>
          <a:xfrm>
            <a:off x="4635330" y="3035936"/>
            <a:ext cx="22942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Om bit5 och bit 6 är </a:t>
            </a:r>
            <a:r>
              <a:rPr lang="sv-SE" b="1" dirty="0"/>
              <a:t>1</a:t>
            </a:r>
            <a:endParaRPr lang="LID409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88BB49-92A3-DD23-3F9F-259BE4C267B2}"/>
              </a:ext>
            </a:extLst>
          </p:cNvPr>
          <p:cNvSpPr txBox="1"/>
          <p:nvPr/>
        </p:nvSpPr>
        <p:spPr>
          <a:xfrm>
            <a:off x="3143421" y="328324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C9948E-7C62-F380-0C91-E5627C0AFE2F}"/>
              </a:ext>
            </a:extLst>
          </p:cNvPr>
          <p:cNvSpPr txBox="1"/>
          <p:nvPr/>
        </p:nvSpPr>
        <p:spPr>
          <a:xfrm>
            <a:off x="3352585" y="4098346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A50D7E6-1534-73B7-6EE1-DF2DAECD33AB}"/>
              </a:ext>
            </a:extLst>
          </p:cNvPr>
          <p:cNvSpPr txBox="1"/>
          <p:nvPr/>
        </p:nvSpPr>
        <p:spPr>
          <a:xfrm>
            <a:off x="3387607" y="4445260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F6AD8F5-35FB-90B0-C9CE-EF5B0540E87B}"/>
              </a:ext>
            </a:extLst>
          </p:cNvPr>
          <p:cNvSpPr txBox="1"/>
          <p:nvPr/>
        </p:nvSpPr>
        <p:spPr>
          <a:xfrm>
            <a:off x="9546229" y="4645964"/>
            <a:ext cx="17200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Lampan släckt!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21769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DB54D-44B2-C151-3D8A-21AE0388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8F539-F540-AB27-290F-49D12F9C0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CD2DB0-F1C9-61BB-0CF7-AEF34107674E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CAFC6AC-0D0C-DEB0-6FFA-452A5EE72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1E0B08F-4D00-E1B7-F22F-2BD998F7EBF7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5C91127-95B3-3D89-85B8-8F3727165C87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2445B36-7E5B-8E9E-1A86-CE5A7CDCF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2DAD30-412B-9C6A-B18B-C53700F2D719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9F10377-0651-2AC1-59B5-C3DDE74B75C4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0B09FE-8EEE-9694-6BD1-B3353757E63D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51BCD89-3540-E6A8-4BC6-3286591E132F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232D63C-DA8D-0A59-6E51-48BA8563FF5A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0641933-C638-B1C2-0D97-03ECF0889E0C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41E599A-52AF-D7C9-27EF-CFC307A3CFF8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BC1D7BA-19D2-1A02-244D-B7D8421E829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DC9FC2E-A589-997D-4823-153619B4330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01CB0F1-594D-1B93-11C2-31A3B7201F00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1BC97BE-3210-81A8-FBA3-7C9D92636C1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6811207-2F0A-E144-A1E4-4924DEF928F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D3A48E3-5B22-C1E0-4B10-3CEF84D5784A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63839B1-1333-9F6C-20D2-294A32FF73C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B6EEFE0F-A922-6A38-DD81-1989D6F2CC1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9063494-6701-DE2B-9082-31697FD2C508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72B6916E-B6A1-5E25-BE96-E93FF7DFE73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B10FAFD-92BD-A32F-8581-33D76C46087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AF893F5-C8FD-9266-0813-8498DECD9310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F0D200B-3709-DCB2-9F93-931E1587685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1C0554FD-73BC-11A0-90A8-CA36E6EAAA8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E483577-B265-B403-FBDA-B960711FF393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340C0DB-EC84-1CC3-BDA8-6CEEE77B964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F936696-44A0-A7F2-C51D-A484F1367BB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D8AB31A-62F7-3A50-1D15-185F6B009808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6BFB263A-C3B4-7166-5A1E-045D1432F41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BF28215-A857-C988-E4F7-9D57A534A96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B976E2C-FBF3-5996-5F4E-5376F6B912B7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346A9D0-D418-E15C-D0B5-A17220A57D0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15D0B90-AC83-0E02-6CE9-E6589972BE2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163C2DF-06F9-1A8F-4600-C1F9CBEABB91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910493C-A717-7A94-544E-2000426349C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B8139F64-EBB5-D06A-693C-CA4C073F1AC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24600F3-38CD-EC53-A059-4ED110A70CE9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D98A905-3A7E-80F9-802B-D78E87A4212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B0D1186-1E2C-F8D2-522C-65BE8F5C579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C308D5-FF21-C516-FDA1-120CBD86313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E4007E-F4F2-F946-AA92-8B7E90518AC9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359401A-0FE2-E19B-0677-116D573E73AA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29EC70C-D7C2-5036-C908-D04C475216CD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DF5FA12-5E80-2728-92E8-5F2FF1131340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3DF1E69-12C5-6B5A-1780-00B280DE98EA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14ACF7B-B92E-4F00-0477-BC3D54320E87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F925848-6EC8-7C02-D85C-61A289D74B57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B9E12B9-50C3-4E1D-6DB4-A1C86D8E78AE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B2647CD-C73F-A880-2B8B-C3AB8CDAD849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C8662C1-655A-78A8-5775-B7EE49AD1775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12E0EDA-C3CF-B5F9-6087-B1DA05F99C43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B0877B-D1DA-C637-B047-83BF32E79B41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24DA361-F17D-AD48-EF9C-FC15E01C2D54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24085E7-F915-B001-19CB-765C38BF4D04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FFFB70F-9E4C-5225-D86D-8413655B1776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C844ED5-D374-2106-4D3A-41A0E91958F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B8D9F8F-D681-0C52-1984-237E793FAE81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E82B192-1716-4B33-558D-47616B7BABD2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6BC8625-5F4D-F748-8E57-5D976449C423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2382E1AB-7C8E-06EB-520D-676CFE381977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C0AE71C-85B9-51E8-C21A-7FD1B0A3222E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A501A70-6FB6-1057-AC3E-C1FDF34CD65C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AF6A3DD-D58E-CB18-B338-10323F67EC64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29D3439B-FA08-9C66-564C-DA91D18FE667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094864B-7261-D6BB-9800-0D019F040F0B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8BBE877-EC42-3B5D-AF38-6272BAD9C701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0B91B39-86A9-4771-766E-D06DEC2AA12D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04A5E5C4-5F92-620D-785A-2CAEB608774E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7DB709F-AFBB-B1A2-6BE3-E535DC5F3E5A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A30BFB9-4573-80AC-320E-74DDD1E34685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52E87DFD-A1E2-0643-16E6-408E2F560F4B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218803F-6790-716D-F226-CFED0CF06B33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E7DB477-3B2E-E4E7-C217-21ABAF9FE197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91601091-3304-93AA-032E-0ECA823B8E19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73E4B7F-5EB1-98B0-DFB8-254FA20B7C92}"/>
              </a:ext>
            </a:extLst>
          </p:cNvPr>
          <p:cNvSpPr txBox="1"/>
          <p:nvPr/>
        </p:nvSpPr>
        <p:spPr>
          <a:xfrm>
            <a:off x="5441900" y="3254427"/>
            <a:ext cx="22942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Om bit5 och bit 6 är </a:t>
            </a:r>
            <a:r>
              <a:rPr lang="sv-SE" b="1" dirty="0"/>
              <a:t>0</a:t>
            </a:r>
            <a:endParaRPr lang="LID409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7638D5-3DB2-9DC1-05CC-E02BA140900F}"/>
              </a:ext>
            </a:extLst>
          </p:cNvPr>
          <p:cNvSpPr txBox="1"/>
          <p:nvPr/>
        </p:nvSpPr>
        <p:spPr>
          <a:xfrm>
            <a:off x="3143421" y="328324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FFD937-CC1C-2B5A-324D-5B7B1EE6B1B3}"/>
              </a:ext>
            </a:extLst>
          </p:cNvPr>
          <p:cNvSpPr txBox="1"/>
          <p:nvPr/>
        </p:nvSpPr>
        <p:spPr>
          <a:xfrm>
            <a:off x="3352585" y="409834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0V</a:t>
            </a:r>
            <a:endParaRPr lang="LID4096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627D2C-CF9B-6AF9-36A5-CCC51277443F}"/>
              </a:ext>
            </a:extLst>
          </p:cNvPr>
          <p:cNvSpPr txBox="1"/>
          <p:nvPr/>
        </p:nvSpPr>
        <p:spPr>
          <a:xfrm>
            <a:off x="3387607" y="444526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0V</a:t>
            </a:r>
            <a:endParaRPr lang="LID4096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44F79E-E759-B091-779A-E76DCD8AE961}"/>
              </a:ext>
            </a:extLst>
          </p:cNvPr>
          <p:cNvSpPr txBox="1"/>
          <p:nvPr/>
        </p:nvSpPr>
        <p:spPr>
          <a:xfrm>
            <a:off x="9546229" y="4645964"/>
            <a:ext cx="163993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Lampan Lyser!</a:t>
            </a:r>
            <a:endParaRPr lang="LID4096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F68A677D-083A-801D-6166-A94070380105}"/>
              </a:ext>
            </a:extLst>
          </p:cNvPr>
          <p:cNvSpPr/>
          <p:nvPr/>
        </p:nvSpPr>
        <p:spPr>
          <a:xfrm>
            <a:off x="2290313" y="3713672"/>
            <a:ext cx="8087264" cy="1298275"/>
          </a:xfrm>
          <a:custGeom>
            <a:avLst/>
            <a:gdLst>
              <a:gd name="csX0" fmla="*/ 0 w 8087264"/>
              <a:gd name="csY0" fmla="*/ 379562 h 1298275"/>
              <a:gd name="csX1" fmla="*/ 457200 w 8087264"/>
              <a:gd name="csY1" fmla="*/ 107830 h 1298275"/>
              <a:gd name="csX2" fmla="*/ 974785 w 8087264"/>
              <a:gd name="csY2" fmla="*/ 0 h 1298275"/>
              <a:gd name="csX3" fmla="*/ 1522562 w 8087264"/>
              <a:gd name="csY3" fmla="*/ 17253 h 1298275"/>
              <a:gd name="csX4" fmla="*/ 2165230 w 8087264"/>
              <a:gd name="csY4" fmla="*/ 163902 h 1298275"/>
              <a:gd name="csX5" fmla="*/ 3334110 w 8087264"/>
              <a:gd name="csY5" fmla="*/ 534837 h 1298275"/>
              <a:gd name="csX6" fmla="*/ 4615132 w 8087264"/>
              <a:gd name="csY6" fmla="*/ 1000664 h 1298275"/>
              <a:gd name="csX7" fmla="*/ 5464834 w 8087264"/>
              <a:gd name="csY7" fmla="*/ 1246517 h 1298275"/>
              <a:gd name="csX8" fmla="*/ 5939287 w 8087264"/>
              <a:gd name="csY8" fmla="*/ 1298275 h 1298275"/>
              <a:gd name="csX9" fmla="*/ 6331789 w 8087264"/>
              <a:gd name="csY9" fmla="*/ 1186132 h 1298275"/>
              <a:gd name="csX10" fmla="*/ 7026215 w 8087264"/>
              <a:gd name="csY10" fmla="*/ 780690 h 1298275"/>
              <a:gd name="csX11" fmla="*/ 8087264 w 8087264"/>
              <a:gd name="csY11" fmla="*/ 181154 h 1298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087264" h="1298275">
                <a:moveTo>
                  <a:pt x="0" y="379562"/>
                </a:moveTo>
                <a:lnTo>
                  <a:pt x="457200" y="107830"/>
                </a:lnTo>
                <a:lnTo>
                  <a:pt x="974785" y="0"/>
                </a:lnTo>
                <a:lnTo>
                  <a:pt x="1522562" y="17253"/>
                </a:lnTo>
                <a:lnTo>
                  <a:pt x="2165230" y="163902"/>
                </a:lnTo>
                <a:lnTo>
                  <a:pt x="3334110" y="534837"/>
                </a:lnTo>
                <a:lnTo>
                  <a:pt x="4615132" y="1000664"/>
                </a:lnTo>
                <a:lnTo>
                  <a:pt x="5464834" y="1246517"/>
                </a:lnTo>
                <a:lnTo>
                  <a:pt x="5939287" y="1298275"/>
                </a:lnTo>
                <a:lnTo>
                  <a:pt x="6331789" y="1186132"/>
                </a:lnTo>
                <a:lnTo>
                  <a:pt x="7026215" y="780690"/>
                </a:lnTo>
                <a:lnTo>
                  <a:pt x="8087264" y="181154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96293EE3-1A79-47D7-007B-62B961BF93CB}"/>
              </a:ext>
            </a:extLst>
          </p:cNvPr>
          <p:cNvSpPr/>
          <p:nvPr/>
        </p:nvSpPr>
        <p:spPr>
          <a:xfrm>
            <a:off x="6922698" y="4028536"/>
            <a:ext cx="3536830" cy="1263770"/>
          </a:xfrm>
          <a:custGeom>
            <a:avLst/>
            <a:gdLst>
              <a:gd name="csX0" fmla="*/ 3536830 w 3536830"/>
              <a:gd name="csY0" fmla="*/ 0 h 1263770"/>
              <a:gd name="csX1" fmla="*/ 1798608 w 3536830"/>
              <a:gd name="csY1" fmla="*/ 1013604 h 1263770"/>
              <a:gd name="csX2" fmla="*/ 1367287 w 3536830"/>
              <a:gd name="csY2" fmla="*/ 1194758 h 1263770"/>
              <a:gd name="csX3" fmla="*/ 1004977 w 3536830"/>
              <a:gd name="csY3" fmla="*/ 1263770 h 1263770"/>
              <a:gd name="csX4" fmla="*/ 672860 w 3536830"/>
              <a:gd name="csY4" fmla="*/ 1246517 h 1263770"/>
              <a:gd name="csX5" fmla="*/ 224287 w 3536830"/>
              <a:gd name="csY5" fmla="*/ 1052422 h 1263770"/>
              <a:gd name="csX6" fmla="*/ 0 w 3536830"/>
              <a:gd name="csY6" fmla="*/ 953219 h 1263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536830" h="1263770">
                <a:moveTo>
                  <a:pt x="3536830" y="0"/>
                </a:moveTo>
                <a:lnTo>
                  <a:pt x="1798608" y="1013604"/>
                </a:lnTo>
                <a:lnTo>
                  <a:pt x="1367287" y="1194758"/>
                </a:lnTo>
                <a:lnTo>
                  <a:pt x="1004977" y="1263770"/>
                </a:lnTo>
                <a:lnTo>
                  <a:pt x="672860" y="1246517"/>
                </a:lnTo>
                <a:lnTo>
                  <a:pt x="224287" y="1052422"/>
                </a:lnTo>
                <a:lnTo>
                  <a:pt x="0" y="953219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9DC3811F-CAFC-EBCE-1345-54908AD77D1F}"/>
              </a:ext>
            </a:extLst>
          </p:cNvPr>
          <p:cNvSpPr/>
          <p:nvPr/>
        </p:nvSpPr>
        <p:spPr>
          <a:xfrm>
            <a:off x="2566358" y="4270075"/>
            <a:ext cx="4347714" cy="677174"/>
          </a:xfrm>
          <a:custGeom>
            <a:avLst/>
            <a:gdLst>
              <a:gd name="csX0" fmla="*/ 4347714 w 4347714"/>
              <a:gd name="csY0" fmla="*/ 677174 h 677174"/>
              <a:gd name="csX1" fmla="*/ 3786997 w 4347714"/>
              <a:gd name="csY1" fmla="*/ 401129 h 677174"/>
              <a:gd name="csX2" fmla="*/ 3446253 w 4347714"/>
              <a:gd name="csY2" fmla="*/ 327804 h 677174"/>
              <a:gd name="csX3" fmla="*/ 496019 w 4347714"/>
              <a:gd name="csY3" fmla="*/ 4314 h 677174"/>
              <a:gd name="csX4" fmla="*/ 138023 w 4347714"/>
              <a:gd name="csY4" fmla="*/ 0 h 677174"/>
              <a:gd name="csX5" fmla="*/ 0 w 4347714"/>
              <a:gd name="csY5" fmla="*/ 60385 h 6771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347714" h="677174">
                <a:moveTo>
                  <a:pt x="4347714" y="677174"/>
                </a:moveTo>
                <a:lnTo>
                  <a:pt x="3786997" y="401129"/>
                </a:lnTo>
                <a:lnTo>
                  <a:pt x="3446253" y="327804"/>
                </a:lnTo>
                <a:lnTo>
                  <a:pt x="496019" y="4314"/>
                </a:lnTo>
                <a:lnTo>
                  <a:pt x="138023" y="0"/>
                </a:lnTo>
                <a:lnTo>
                  <a:pt x="0" y="60385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EB1C8AE-6974-3D23-99EE-5359F7F10CFA}"/>
              </a:ext>
            </a:extLst>
          </p:cNvPr>
          <p:cNvSpPr/>
          <p:nvPr/>
        </p:nvSpPr>
        <p:spPr>
          <a:xfrm>
            <a:off x="2562045" y="4546121"/>
            <a:ext cx="4334774" cy="435634"/>
          </a:xfrm>
          <a:custGeom>
            <a:avLst/>
            <a:gdLst>
              <a:gd name="csX0" fmla="*/ 4334774 w 4334774"/>
              <a:gd name="csY0" fmla="*/ 435634 h 435634"/>
              <a:gd name="csX1" fmla="*/ 3804249 w 4334774"/>
              <a:gd name="csY1" fmla="*/ 293298 h 435634"/>
              <a:gd name="csX2" fmla="*/ 3429000 w 4334774"/>
              <a:gd name="csY2" fmla="*/ 224287 h 435634"/>
              <a:gd name="csX3" fmla="*/ 2881223 w 4334774"/>
              <a:gd name="csY3" fmla="*/ 207034 h 435634"/>
              <a:gd name="csX4" fmla="*/ 2389517 w 4334774"/>
              <a:gd name="csY4" fmla="*/ 211347 h 435634"/>
              <a:gd name="csX5" fmla="*/ 547778 w 4334774"/>
              <a:gd name="csY5" fmla="*/ 17253 h 435634"/>
              <a:gd name="csX6" fmla="*/ 323491 w 4334774"/>
              <a:gd name="csY6" fmla="*/ 0 h 435634"/>
              <a:gd name="csX7" fmla="*/ 0 w 4334774"/>
              <a:gd name="csY7" fmla="*/ 56071 h 435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4774" h="435634">
                <a:moveTo>
                  <a:pt x="4334774" y="435634"/>
                </a:moveTo>
                <a:lnTo>
                  <a:pt x="3804249" y="293298"/>
                </a:lnTo>
                <a:lnTo>
                  <a:pt x="3429000" y="224287"/>
                </a:lnTo>
                <a:lnTo>
                  <a:pt x="2881223" y="207034"/>
                </a:lnTo>
                <a:lnTo>
                  <a:pt x="2389517" y="211347"/>
                </a:lnTo>
                <a:lnTo>
                  <a:pt x="547778" y="17253"/>
                </a:lnTo>
                <a:lnTo>
                  <a:pt x="323491" y="0"/>
                </a:lnTo>
                <a:lnTo>
                  <a:pt x="0" y="56071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080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44861-2F00-D451-D105-446B87410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F7A2-A0EF-AD46-8218-93F38809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5F31C9-91BC-DC78-7DFA-C0E45FF842F3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514F85-0F03-3C58-0FDC-04EEAE226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D24F340-6FD7-18D5-E085-99D8C03A8C11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9CAC285-D1D5-B42C-2815-B964A2453546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E9B773B-F100-C1E4-4E5D-8F0383E538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085FC1-AC6C-4EFE-AD26-25A6216997A3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2880DFD-22B9-F827-5D3A-FC709BD1724B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C343116-C795-FD2D-E81A-FAF9B6BFE912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B963EA7-A05B-60BE-F6F2-0D1DB9F4791E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792CD96-9F3F-A36C-49CC-7776E46B6557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07A49C7-01AB-1DD1-5563-D8BFE11F0D38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6220141-FBD9-B21D-A48A-32DA6155A7E4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520B5A7-E7B4-4A3F-11ED-6C6C3180736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DF8B5C0-CC9B-2D87-5305-0C404F819FB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8C5D90B-7827-8768-8A49-2AD33FB823B1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3EEE9513-CD58-B12B-D95C-1A52ED013FC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3764AAD-459E-34FB-DDEB-D8F8B09EF48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34DAFE6-5714-B8F6-C55B-18311273FAC6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D0B01A2C-5AA0-00BB-7C6B-AC006515D9D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7DC73C70-B554-5487-7354-099DDEDB65E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8E5E132-D077-D5DB-13CB-4A46B22D944D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313B5412-E08C-84D1-358E-4F0539D36CA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F2059F6-F9D2-4161-AACF-A30B79911AA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30EFD82-08AE-6707-B600-B537D5339520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A2D5A86-B9A0-3BD4-E33E-9B628C35F3B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E3057033-4BB8-4D92-EA34-177B923BE4E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C45A1BA-9B90-B5AF-1A53-E80024BF056F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9A08991-5D42-40EE-3EA1-2E5303D2F92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B03353E-8B83-ED4F-3DB5-50FAC72980D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6A82BE4-D640-9EFC-F37A-FDB5F5BF0305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D7132D3-3C74-1D86-FDC2-8F77F0FDC3B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922C021-0920-EAE1-DA0B-1F303773D72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6320F5E-AA09-4F13-3C44-C81BADF118AB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F775145-5068-4C67-4BC3-6E0C9A25C32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AA8F367-9245-9BEF-46BB-0A1773A3B16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6CC864-AF3C-15B3-0220-2CC09754D2CF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DF1A5B2-ABF5-C33F-B655-186596452B5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6D0D8CB8-C026-F3FC-2EC5-1EF18224878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C163B4-84F1-CF26-DDD6-E702B4DCBF97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1DD65A27-0A1C-A06D-BBC0-37556819489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8D074D3-D44C-DCB5-B704-C62AB328645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A8B5225-B418-57EA-1646-D9AF8ECD128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190577-E8D0-3251-C7E9-D2B87B331B71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C97CAA0-ECB0-56E7-CCFB-A15CCCE5419B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791A02D-3E2E-274F-605E-5D31540D17ED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3064764-5422-5AE2-4A48-2DC8E53EEEE0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7437BC-AF59-4392-9A55-CF6F89E3754A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0CFD0A3-99AA-B66A-B2CC-233263EE1622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2396C4A-6A78-53B4-3DB7-84A92B3DBA1E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1B9FA02-E458-A47C-3FE5-E502854A788C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A8B2B95-6681-BD86-C00D-0BABDA797096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09BE3D8-EC69-8EDB-7A67-9D4457D2E53C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F372A59-415F-C3C3-AFCD-8C025FBEB863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2BDB38A-FDB5-5A30-6542-53ABC1100D13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6FA123E-887B-1AAF-C443-18DDBAA82EEF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E3D9805-1ADD-F9DB-D2A6-30E58D8D7A50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CD397A-1E39-5122-3FC0-E94FA0FF7106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D0E6684-23C4-B2E4-17A5-842EBD59F17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1FDE89E-564B-B440-1591-9460E5BE7BA8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217266D-847B-FC53-E29A-0FA64B518374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1688815-EDF2-EA47-F76C-54F6C209D032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F65E60AF-4A9D-9AC5-C63A-E9FC7AEB05E6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B517062-EB80-C212-C4EB-0E084AE0DFA7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320FB0C-58F2-9D72-E11F-09F1EF19A714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3B13243-4BCB-D542-ED93-0AD31C77CCDB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C36C66EB-3C71-151E-BB2E-AE5830C36F37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FABAA08-C267-D16E-F2FE-99164E72AE3C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437FB02-5FE9-A77D-419A-E18514300D97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6E3E730-C64C-CC67-63C0-76D5825BB4F0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2CF78D8-2E61-1F3C-CE7A-9FD6DE989986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D3189C1-9460-F5CA-3781-79CC8AB4D0BE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70DBB73F-2EAD-578F-7F3D-A23705CAC857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61F516F1-D730-9EA2-5836-E5B4F96F272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009A1B8-5215-6449-5E7F-5B38F658EB17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F6BB14B-3598-70F6-BCCC-80BEC647D03B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946FCDA-3323-9A15-2EBC-37916B7892BC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0B6CB2-6400-A8CF-5C28-459A09BB56D2}"/>
              </a:ext>
            </a:extLst>
          </p:cNvPr>
          <p:cNvSpPr txBox="1"/>
          <p:nvPr/>
        </p:nvSpPr>
        <p:spPr>
          <a:xfrm>
            <a:off x="5441900" y="3254427"/>
            <a:ext cx="27109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Om bit5 är </a:t>
            </a:r>
            <a:r>
              <a:rPr lang="sv-SE" b="1" dirty="0"/>
              <a:t>1</a:t>
            </a:r>
            <a:r>
              <a:rPr lang="sv-SE" dirty="0"/>
              <a:t> och bit 6 är </a:t>
            </a:r>
            <a:r>
              <a:rPr lang="sv-SE" b="1" dirty="0"/>
              <a:t>0</a:t>
            </a:r>
            <a:endParaRPr lang="LID409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98740-7027-5C2A-3746-833B81A81588}"/>
              </a:ext>
            </a:extLst>
          </p:cNvPr>
          <p:cNvSpPr txBox="1"/>
          <p:nvPr/>
        </p:nvSpPr>
        <p:spPr>
          <a:xfrm>
            <a:off x="3143421" y="328324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ADD680-4A37-458F-D839-2B1427079198}"/>
              </a:ext>
            </a:extLst>
          </p:cNvPr>
          <p:cNvSpPr txBox="1"/>
          <p:nvPr/>
        </p:nvSpPr>
        <p:spPr>
          <a:xfrm>
            <a:off x="3352585" y="409834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0V</a:t>
            </a:r>
            <a:endParaRPr lang="LID4096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E058143-4DA0-DC4A-6107-899AC51594EE}"/>
              </a:ext>
            </a:extLst>
          </p:cNvPr>
          <p:cNvSpPr txBox="1"/>
          <p:nvPr/>
        </p:nvSpPr>
        <p:spPr>
          <a:xfrm>
            <a:off x="3387607" y="4445260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4E70A082-83B5-8667-DE29-B304DC381CAF}"/>
              </a:ext>
            </a:extLst>
          </p:cNvPr>
          <p:cNvSpPr/>
          <p:nvPr/>
        </p:nvSpPr>
        <p:spPr>
          <a:xfrm>
            <a:off x="2566358" y="4270075"/>
            <a:ext cx="4347714" cy="677174"/>
          </a:xfrm>
          <a:custGeom>
            <a:avLst/>
            <a:gdLst>
              <a:gd name="csX0" fmla="*/ 4347714 w 4347714"/>
              <a:gd name="csY0" fmla="*/ 677174 h 677174"/>
              <a:gd name="csX1" fmla="*/ 3786997 w 4347714"/>
              <a:gd name="csY1" fmla="*/ 401129 h 677174"/>
              <a:gd name="csX2" fmla="*/ 3446253 w 4347714"/>
              <a:gd name="csY2" fmla="*/ 327804 h 677174"/>
              <a:gd name="csX3" fmla="*/ 496019 w 4347714"/>
              <a:gd name="csY3" fmla="*/ 4314 h 677174"/>
              <a:gd name="csX4" fmla="*/ 138023 w 4347714"/>
              <a:gd name="csY4" fmla="*/ 0 h 677174"/>
              <a:gd name="csX5" fmla="*/ 0 w 4347714"/>
              <a:gd name="csY5" fmla="*/ 60385 h 6771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347714" h="677174">
                <a:moveTo>
                  <a:pt x="4347714" y="677174"/>
                </a:moveTo>
                <a:lnTo>
                  <a:pt x="3786997" y="401129"/>
                </a:lnTo>
                <a:lnTo>
                  <a:pt x="3446253" y="327804"/>
                </a:lnTo>
                <a:lnTo>
                  <a:pt x="496019" y="4314"/>
                </a:lnTo>
                <a:lnTo>
                  <a:pt x="138023" y="0"/>
                </a:lnTo>
                <a:lnTo>
                  <a:pt x="0" y="60385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0CD011E6-BD5B-C63F-7DE0-0922C69EE723}"/>
              </a:ext>
            </a:extLst>
          </p:cNvPr>
          <p:cNvSpPr/>
          <p:nvPr/>
        </p:nvSpPr>
        <p:spPr>
          <a:xfrm>
            <a:off x="2562045" y="4546121"/>
            <a:ext cx="4334774" cy="435634"/>
          </a:xfrm>
          <a:custGeom>
            <a:avLst/>
            <a:gdLst>
              <a:gd name="csX0" fmla="*/ 4334774 w 4334774"/>
              <a:gd name="csY0" fmla="*/ 435634 h 435634"/>
              <a:gd name="csX1" fmla="*/ 3804249 w 4334774"/>
              <a:gd name="csY1" fmla="*/ 293298 h 435634"/>
              <a:gd name="csX2" fmla="*/ 3429000 w 4334774"/>
              <a:gd name="csY2" fmla="*/ 224287 h 435634"/>
              <a:gd name="csX3" fmla="*/ 2881223 w 4334774"/>
              <a:gd name="csY3" fmla="*/ 207034 h 435634"/>
              <a:gd name="csX4" fmla="*/ 2389517 w 4334774"/>
              <a:gd name="csY4" fmla="*/ 211347 h 435634"/>
              <a:gd name="csX5" fmla="*/ 547778 w 4334774"/>
              <a:gd name="csY5" fmla="*/ 17253 h 435634"/>
              <a:gd name="csX6" fmla="*/ 323491 w 4334774"/>
              <a:gd name="csY6" fmla="*/ 0 h 435634"/>
              <a:gd name="csX7" fmla="*/ 0 w 4334774"/>
              <a:gd name="csY7" fmla="*/ 56071 h 435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4774" h="435634">
                <a:moveTo>
                  <a:pt x="4334774" y="435634"/>
                </a:moveTo>
                <a:lnTo>
                  <a:pt x="3804249" y="293298"/>
                </a:lnTo>
                <a:lnTo>
                  <a:pt x="3429000" y="224287"/>
                </a:lnTo>
                <a:lnTo>
                  <a:pt x="2881223" y="207034"/>
                </a:lnTo>
                <a:lnTo>
                  <a:pt x="2389517" y="211347"/>
                </a:lnTo>
                <a:lnTo>
                  <a:pt x="547778" y="17253"/>
                </a:lnTo>
                <a:lnTo>
                  <a:pt x="323491" y="0"/>
                </a:lnTo>
                <a:lnTo>
                  <a:pt x="0" y="56071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C23FB879-2420-D4D5-D5B9-6C8F33862C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208" y="2347276"/>
            <a:ext cx="2991044" cy="299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3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nimBg="1"/>
      <p:bldP spid="8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3513B-E027-C72C-5444-F583BF8B5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CE793-3D8D-0115-5915-003D2F0F2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 – Push Pull</a:t>
            </a:r>
            <a:endParaRPr lang="LID4096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AE2CD1-BE15-07F1-5DA3-7808F6535160}"/>
              </a:ext>
            </a:extLst>
          </p:cNvPr>
          <p:cNvGrpSpPr/>
          <p:nvPr/>
        </p:nvGrpSpPr>
        <p:grpSpPr>
          <a:xfrm rot="16200000">
            <a:off x="7722766" y="3373029"/>
            <a:ext cx="3095687" cy="2476441"/>
            <a:chOff x="436296" y="1927861"/>
            <a:chExt cx="5353797" cy="42828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55A774-0388-6261-A75F-FF8100172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9C7B59D-5C91-A498-B521-FA70A586DF16}"/>
                </a:ext>
              </a:extLst>
            </p:cNvPr>
            <p:cNvSpPr/>
            <p:nvPr/>
          </p:nvSpPr>
          <p:spPr>
            <a:xfrm>
              <a:off x="1597669" y="3554255"/>
              <a:ext cx="3381375" cy="140208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093840D-C871-98AD-E8A7-5D611C9D2780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E795718-D24D-34CB-7987-C3D318451D2E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0C06C36-320E-F33A-10E2-AEA48CEAB1C5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E91E6FC-2BA2-54AE-71B7-45E95CFFB507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F8E10C7-DC96-6AA2-FF9F-9FA0DFA2F26A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F615FC-E364-83D4-9FC6-CFD792616E1E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724D107-7372-9363-5AAB-6458869C7E7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0D91753-B870-C416-67AC-9768D24298C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92B58D2-ADBA-F22C-E35D-B82D9E3C8D0D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C2D3692-8292-1EA6-7E90-1E0E2180855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D19D7324-7B98-85AD-DAC2-027F908458F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5775FB-5681-9401-5EB5-B1DA24F2AEB5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555886F-7D38-F795-E714-A4533D80471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AF865CBD-A484-3517-F197-9CAE09906F5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E8CE9DA-6B64-2126-091D-035E0D013B97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97879D17-DC31-575A-D6FA-866926217D8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F49CC9A-225B-E740-3CC7-FAF87EE5CCD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A7D820F-50C8-B84B-B334-3DA8AE86D15C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83A0ECE-8396-D784-2326-B10285E35BB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2138906-5AE6-2BFC-D3DE-A4701A1E694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DABDB0-7DE5-4338-2787-4964EA9CFF90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5635FCB-355F-9CD2-E041-7E93630D333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52B9370-72C0-0122-2F84-2190B2231ED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E74DB60-EBCB-060C-EDE7-93511EFBB009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415E259-B58F-D53A-5318-87BB67AC247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9C69B1AB-15E2-873B-67BF-4BCA8BCE664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1418AB0-5593-1CB6-4034-2982A0CAB8F4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299BDCA-8053-7811-823F-BA17DB766C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9863757-D648-CD8C-0D93-F50FB0C24CB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7D0F24A-D48D-E5D7-E4E6-7B00C81A49B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08BE19E-25C5-1F7C-CF9A-BBCDB9E3E38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AA8E199-2E2E-8714-87D6-514E50FF28A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D0DC12A-D27F-BD0C-9E18-A8ED85FB8045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B2B95F7-C022-0C2B-4E69-374E01CE1C2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C730FF7-8FE6-AD3B-F456-FA995A983B1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FB95476-59F3-3D9A-6519-7C923235BB2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C833911-40F4-FE33-5026-8CC6E044D68C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589C2E8-A094-7808-FB18-82C5338A0B12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7AF20F-C0EF-A351-DCB3-8BB77A0C729D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DF0CAC3-DC64-26AC-B09B-B2985746B4A6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0E1D7AD-A81E-A684-F2AF-5A18496E1468}"/>
                </a:ext>
              </a:extLst>
            </p:cNvPr>
            <p:cNvSpPr txBox="1"/>
            <p:nvPr/>
          </p:nvSpPr>
          <p:spPr>
            <a:xfrm rot="5400000">
              <a:off x="2137200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A69CA9-D1E7-C28A-271E-B1836909FFB4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694F33-5DDD-68D5-D99A-AE065E1116AD}"/>
                </a:ext>
              </a:extLst>
            </p:cNvPr>
            <p:cNvSpPr txBox="1"/>
            <p:nvPr/>
          </p:nvSpPr>
          <p:spPr>
            <a:xfrm rot="5400000">
              <a:off x="2739117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3A4C238-EB21-5209-4601-E397ACE062A3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395FC4-C079-623E-46BE-747D1A7F9EFC}"/>
                </a:ext>
              </a:extLst>
            </p:cNvPr>
            <p:cNvSpPr txBox="1"/>
            <p:nvPr/>
          </p:nvSpPr>
          <p:spPr>
            <a:xfrm rot="5400000">
              <a:off x="3188866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8C1297C-EAD8-AE13-F696-63051A9D7E18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A166268-1F6F-C2CB-E4E0-0A6AFB3BDB66}"/>
                </a:ext>
              </a:extLst>
            </p:cNvPr>
            <p:cNvSpPr txBox="1"/>
            <p:nvPr/>
          </p:nvSpPr>
          <p:spPr>
            <a:xfrm rot="5400000">
              <a:off x="3639983" y="209225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DE8861D-3E85-E297-7F7E-20BDFFB8CF6B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72BF67D-8AFF-120C-DD7E-C5C1CB55A596}"/>
                </a:ext>
              </a:extLst>
            </p:cNvPr>
            <p:cNvSpPr txBox="1"/>
            <p:nvPr/>
          </p:nvSpPr>
          <p:spPr>
            <a:xfrm rot="5400000">
              <a:off x="2659462" y="562048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EFE754-C17C-AF75-F3A6-56595BD7DDE4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82631DA-A17F-9476-4AF4-C66B66BA7963}"/>
                </a:ext>
              </a:extLst>
            </p:cNvPr>
            <p:cNvSpPr txBox="1"/>
            <p:nvPr/>
          </p:nvSpPr>
          <p:spPr>
            <a:xfrm rot="5400000">
              <a:off x="3175523" y="5618462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ED5AF46-B49D-5137-0A40-D4FA44EA9D06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FC5300A-F413-AAAD-5050-5EAC0430025A}"/>
                </a:ext>
              </a:extLst>
            </p:cNvPr>
            <p:cNvSpPr txBox="1"/>
            <p:nvPr/>
          </p:nvSpPr>
          <p:spPr>
            <a:xfrm rot="5400000">
              <a:off x="3657971" y="561947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DE059A3-87D7-6337-DFCF-E940B075E76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F2C130A-D0EB-9A2A-05F1-C0D90303FE33}"/>
                </a:ext>
              </a:extLst>
            </p:cNvPr>
            <p:cNvSpPr txBox="1"/>
            <p:nvPr/>
          </p:nvSpPr>
          <p:spPr>
            <a:xfrm rot="5400000">
              <a:off x="4111125" y="5618463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pin7</a:t>
              </a:r>
              <a:endParaRPr lang="LID4096" sz="1000" b="1" dirty="0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22039106-F0A4-35F0-D5CF-94A0D6C8E937}"/>
              </a:ext>
            </a:extLst>
          </p:cNvPr>
          <p:cNvSpPr txBox="1"/>
          <p:nvPr/>
        </p:nvSpPr>
        <p:spPr>
          <a:xfrm>
            <a:off x="3164667" y="1960533"/>
            <a:ext cx="4839915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Push-</a:t>
            </a:r>
            <a:r>
              <a:rPr lang="sv-SE" dirty="0" err="1"/>
              <a:t>Pull</a:t>
            </a:r>
            <a:r>
              <a:rPr lang="sv-SE" dirty="0"/>
              <a:t>: Om biten i OUTDR är 1 är pinnen</a:t>
            </a:r>
            <a:br>
              <a:rPr lang="sv-SE" dirty="0"/>
            </a:br>
            <a:r>
              <a:rPr lang="sv-SE" dirty="0"/>
              <a:t>direkt kopplad till 3.3V. Om biten är 0 är pinnen </a:t>
            </a:r>
            <a:br>
              <a:rPr lang="sv-SE" dirty="0"/>
            </a:br>
            <a:r>
              <a:rPr lang="sv-SE" dirty="0"/>
              <a:t>direkt kopplad till GND. 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3DF910-C153-076F-C130-2B3DDB883D02}"/>
              </a:ext>
            </a:extLst>
          </p:cNvPr>
          <p:cNvSpPr txBox="1"/>
          <p:nvPr/>
        </p:nvSpPr>
        <p:spPr>
          <a:xfrm>
            <a:off x="2841182" y="538539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A65A57-9910-2A1B-BC39-F984FA60A9D5}"/>
              </a:ext>
            </a:extLst>
          </p:cNvPr>
          <p:cNvSpPr txBox="1"/>
          <p:nvPr/>
        </p:nvSpPr>
        <p:spPr>
          <a:xfrm>
            <a:off x="2842862" y="5272559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FA3DD0-73CD-3470-F466-D8E5499FACB0}"/>
              </a:ext>
            </a:extLst>
          </p:cNvPr>
          <p:cNvSpPr txBox="1"/>
          <p:nvPr/>
        </p:nvSpPr>
        <p:spPr>
          <a:xfrm>
            <a:off x="2855768" y="3550671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2392461-B22B-0A12-78FB-DDC81D1D8292}"/>
              </a:ext>
            </a:extLst>
          </p:cNvPr>
          <p:cNvSpPr/>
          <p:nvPr/>
        </p:nvSpPr>
        <p:spPr>
          <a:xfrm rot="16200000">
            <a:off x="1464209" y="4336638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C5CD57D-17FE-84FD-2EF1-986683DA62FF}"/>
              </a:ext>
            </a:extLst>
          </p:cNvPr>
          <p:cNvCxnSpPr>
            <a:cxnSpLocks/>
          </p:cNvCxnSpPr>
          <p:nvPr/>
        </p:nvCxnSpPr>
        <p:spPr>
          <a:xfrm>
            <a:off x="2675137" y="5508510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A3361CC-F6ED-A4B1-19DF-8F0CF0F8829F}"/>
              </a:ext>
            </a:extLst>
          </p:cNvPr>
          <p:cNvCxnSpPr>
            <a:cxnSpLocks/>
          </p:cNvCxnSpPr>
          <p:nvPr/>
        </p:nvCxnSpPr>
        <p:spPr>
          <a:xfrm>
            <a:off x="2675137" y="5400749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F4F76BA-DEFA-4277-38E4-11FEE6510BCD}"/>
              </a:ext>
            </a:extLst>
          </p:cNvPr>
          <p:cNvCxnSpPr>
            <a:cxnSpLocks/>
          </p:cNvCxnSpPr>
          <p:nvPr/>
        </p:nvCxnSpPr>
        <p:spPr>
          <a:xfrm>
            <a:off x="2675137" y="5279109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48F6714-14BA-53A1-2C3B-D7F490A18BE8}"/>
              </a:ext>
            </a:extLst>
          </p:cNvPr>
          <p:cNvSpPr txBox="1"/>
          <p:nvPr/>
        </p:nvSpPr>
        <p:spPr>
          <a:xfrm rot="16200000">
            <a:off x="2552640" y="46834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F95701-387A-ABEC-DD67-5D6767E9296D}"/>
              </a:ext>
            </a:extLst>
          </p:cNvPr>
          <p:cNvSpPr txBox="1"/>
          <p:nvPr/>
        </p:nvSpPr>
        <p:spPr>
          <a:xfrm rot="16200000">
            <a:off x="2528333" y="368157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D7C920-BBEA-0840-0983-574EB1A07C4A}"/>
              </a:ext>
            </a:extLst>
          </p:cNvPr>
          <p:cNvSpPr txBox="1"/>
          <p:nvPr/>
        </p:nvSpPr>
        <p:spPr>
          <a:xfrm>
            <a:off x="2848337" y="506966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bit2</a:t>
            </a:r>
            <a:endParaRPr lang="LID4096" sz="1000" b="1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918253C-543E-9F03-0EB4-E5A368B0A425}"/>
              </a:ext>
            </a:extLst>
          </p:cNvPr>
          <p:cNvCxnSpPr>
            <a:cxnSpLocks/>
          </p:cNvCxnSpPr>
          <p:nvPr/>
        </p:nvCxnSpPr>
        <p:spPr>
          <a:xfrm>
            <a:off x="2677006" y="3673781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67EB55AD-F7B8-3805-663E-EDE404895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518" y="4057163"/>
            <a:ext cx="2137988" cy="135755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CD7112F-C6FE-E686-521E-A1BA05333285}"/>
              </a:ext>
            </a:extLst>
          </p:cNvPr>
          <p:cNvCxnSpPr>
            <a:stCxn id="91" idx="3"/>
            <a:endCxn id="32" idx="2"/>
          </p:cNvCxnSpPr>
          <p:nvPr/>
        </p:nvCxnSpPr>
        <p:spPr>
          <a:xfrm flipV="1">
            <a:off x="6447506" y="4732490"/>
            <a:ext cx="1803054" cy="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72C71F2-CF10-4D91-1E8E-BDC161F0B508}"/>
              </a:ext>
            </a:extLst>
          </p:cNvPr>
          <p:cNvSpPr/>
          <p:nvPr/>
        </p:nvSpPr>
        <p:spPr>
          <a:xfrm>
            <a:off x="2687128" y="4692770"/>
            <a:ext cx="1630393" cy="577970"/>
          </a:xfrm>
          <a:custGeom>
            <a:avLst/>
            <a:gdLst>
              <a:gd name="csX0" fmla="*/ 0 w 1630393"/>
              <a:gd name="csY0" fmla="*/ 577970 h 577970"/>
              <a:gd name="csX1" fmla="*/ 836763 w 1630393"/>
              <a:gd name="csY1" fmla="*/ 577970 h 577970"/>
              <a:gd name="csX2" fmla="*/ 836763 w 1630393"/>
              <a:gd name="csY2" fmla="*/ 0 h 577970"/>
              <a:gd name="csX3" fmla="*/ 1630393 w 1630393"/>
              <a:gd name="csY3" fmla="*/ 8626 h 577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30393" h="577970">
                <a:moveTo>
                  <a:pt x="0" y="577970"/>
                </a:moveTo>
                <a:lnTo>
                  <a:pt x="836763" y="577970"/>
                </a:lnTo>
                <a:lnTo>
                  <a:pt x="836763" y="0"/>
                </a:lnTo>
                <a:lnTo>
                  <a:pt x="1630393" y="862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3863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48245-8525-6790-FF32-AA64E5BB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D3203-6F4F-0F03-77D8-EB9B9723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 – Open Drain</a:t>
            </a:r>
            <a:endParaRPr lang="LID4096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BB85728-91F8-3F83-EC3D-9AE83B313CFA}"/>
              </a:ext>
            </a:extLst>
          </p:cNvPr>
          <p:cNvGrpSpPr/>
          <p:nvPr/>
        </p:nvGrpSpPr>
        <p:grpSpPr>
          <a:xfrm rot="16200000">
            <a:off x="7722766" y="3373029"/>
            <a:ext cx="3095687" cy="2476441"/>
            <a:chOff x="436296" y="1927861"/>
            <a:chExt cx="5353797" cy="42828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DE2D55-C283-43C7-8D4A-837396742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A79851-9114-18ED-5E38-ED754B8D7CF5}"/>
                </a:ext>
              </a:extLst>
            </p:cNvPr>
            <p:cNvSpPr/>
            <p:nvPr/>
          </p:nvSpPr>
          <p:spPr>
            <a:xfrm>
              <a:off x="1597669" y="3554255"/>
              <a:ext cx="3381375" cy="140208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363756F-3012-1C9D-B2FF-BF919886F040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45CB05E-6B36-112C-8E18-84A380C1B788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F04FA7A-1ABA-AF1A-EAED-5801839C2CDB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8007294-ED88-5A3E-6B75-4C1CC31B3A8A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13F7491-FACC-2808-A1C6-FDD87BDA1A27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38BB253-CEF2-4BDE-A318-CC4F5E99AA6F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3550B5B-9068-37E9-645E-699FEC2BEDF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6946E58-4C67-2CB4-C5F0-CEEAD8B054B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AB7794A-CDB2-1E37-CA4A-70B5225DA282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80FDC5B0-3D02-A95A-842C-85F692B0462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8B914EFB-8FEC-BEF9-5EFB-56E4C0A0BF5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00098A0-2B96-6D4A-D665-2BB90969EC0C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0FC6F85-EF48-3B24-58DE-0DDFC968CA8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FBA30A6-CBB7-0808-C701-8D83FBEC8EA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D481549-EA03-7864-BA0D-903F9FA94579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48C262D-1687-5426-5479-E33212F0D55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B58B972-A233-DC25-144C-E041EF9DE87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D6A1F4-9CA6-5668-7D61-0A3F0A3831A3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CF2B3AC2-B026-277A-479F-5CE0AE5F01D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382B2DA5-3CCB-0F2B-1B4F-8E1E0B7A7E3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8686C85-C450-46EC-A25A-7A95657D2DD1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5A5EB5E5-7FB0-72BC-7B32-928DD016AA5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26373DDF-EF22-84D4-CD54-3AF7CF74E51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300F433-75CC-F3B8-A83C-87C66B9E790C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CC9CC7DA-882B-DE8D-91BA-686EBCE06C7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870A203-39D2-D175-A2C4-9E024D6CCDE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68BF634-EC38-D29D-7DDD-201D0F929FF3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9FE1E5E-DDE9-1F2E-4EB8-9443E3F3CEA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077F780C-2085-F9B0-6006-6377A83D7F4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4CAD314-E305-9554-8F7A-A9C47BA2A4F2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9D42826-25C3-5ECE-7A4D-07EB1A969E8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39F305C-EB31-506A-C457-66F2088BFFD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CE5D7FA-F7EA-683B-2F8E-DC8D0EA680E8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825E8B6-BAB0-2591-1ECE-829C6572C82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2D04B694-0129-9E19-F442-8783FB0D698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26FD0DD-26F8-A43D-7A23-66EF39C11E8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09326F-F289-F015-08FD-7365EBF92C1A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7B8C6B5-82A7-13CE-71E4-169FE028E614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6DFCE4-8FCC-2A4E-3036-6D5983F9C01F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7EDC328-AD02-25BF-5672-D3887710F884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06C888-DECC-11C8-5EF5-613388AA0E5A}"/>
                </a:ext>
              </a:extLst>
            </p:cNvPr>
            <p:cNvSpPr txBox="1"/>
            <p:nvPr/>
          </p:nvSpPr>
          <p:spPr>
            <a:xfrm rot="5400000">
              <a:off x="2137200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A5251EF-99C7-8693-6BAE-BDF7D4ECDACA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CA31DC-1839-F2AE-D384-81E66C7388A1}"/>
                </a:ext>
              </a:extLst>
            </p:cNvPr>
            <p:cNvSpPr txBox="1"/>
            <p:nvPr/>
          </p:nvSpPr>
          <p:spPr>
            <a:xfrm rot="5400000">
              <a:off x="2739117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F210D9F-F236-5B2D-83E5-EA3BE2628A3B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9D03662-F595-29CA-559E-8D3BDAB7011E}"/>
                </a:ext>
              </a:extLst>
            </p:cNvPr>
            <p:cNvSpPr txBox="1"/>
            <p:nvPr/>
          </p:nvSpPr>
          <p:spPr>
            <a:xfrm rot="5400000">
              <a:off x="3188866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601CCFC-C94D-74CB-37FB-7A92F0BDA0B6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ED093DE-BF19-9407-5345-39BC5A1E07BE}"/>
                </a:ext>
              </a:extLst>
            </p:cNvPr>
            <p:cNvSpPr txBox="1"/>
            <p:nvPr/>
          </p:nvSpPr>
          <p:spPr>
            <a:xfrm rot="5400000">
              <a:off x="3639983" y="209225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63E6783-86A2-3CFF-9C9A-228E89C911DE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822A43-E13C-BB83-A8C8-B36FC34F7F3A}"/>
                </a:ext>
              </a:extLst>
            </p:cNvPr>
            <p:cNvSpPr txBox="1"/>
            <p:nvPr/>
          </p:nvSpPr>
          <p:spPr>
            <a:xfrm rot="5400000">
              <a:off x="2659462" y="562048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888EB49-8306-C344-6635-6BD0D808E908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270611F-4B4B-CF78-13EC-87DA3386C616}"/>
                </a:ext>
              </a:extLst>
            </p:cNvPr>
            <p:cNvSpPr txBox="1"/>
            <p:nvPr/>
          </p:nvSpPr>
          <p:spPr>
            <a:xfrm rot="5400000">
              <a:off x="3175523" y="5618462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A5B0BB7-F046-2CD6-B283-F0F96439A4AF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015F59-7311-5EC2-CEC2-7FE5AB7E3D3B}"/>
                </a:ext>
              </a:extLst>
            </p:cNvPr>
            <p:cNvSpPr txBox="1"/>
            <p:nvPr/>
          </p:nvSpPr>
          <p:spPr>
            <a:xfrm rot="5400000">
              <a:off x="3657971" y="561947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EA3BC6C-A67D-EB20-BF59-D56F83224579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78A31ED-03DB-D463-7CD4-3384A2AB3F3B}"/>
                </a:ext>
              </a:extLst>
            </p:cNvPr>
            <p:cNvSpPr txBox="1"/>
            <p:nvPr/>
          </p:nvSpPr>
          <p:spPr>
            <a:xfrm rot="5400000">
              <a:off x="4111125" y="5618463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pin7</a:t>
              </a:r>
              <a:endParaRPr lang="LID4096" sz="1000" b="1" dirty="0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0B0D1E8B-7900-8FE6-0EA2-151E47EE2C9C}"/>
              </a:ext>
            </a:extLst>
          </p:cNvPr>
          <p:cNvSpPr txBox="1"/>
          <p:nvPr/>
        </p:nvSpPr>
        <p:spPr>
          <a:xfrm>
            <a:off x="3164667" y="1960533"/>
            <a:ext cx="489518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 err="1"/>
              <a:t>Open</a:t>
            </a:r>
            <a:r>
              <a:rPr lang="sv-SE" dirty="0"/>
              <a:t> Drain: Om biten i OUTDR är 0 är pinnen</a:t>
            </a:r>
            <a:br>
              <a:rPr lang="sv-SE" dirty="0"/>
            </a:br>
            <a:r>
              <a:rPr lang="sv-SE" dirty="0"/>
              <a:t>direkt kopplad till GND. Om biten är 1 är pinnen </a:t>
            </a:r>
            <a:br>
              <a:rPr lang="sv-SE" dirty="0"/>
            </a:br>
            <a:r>
              <a:rPr lang="sv-SE" dirty="0"/>
              <a:t>flytande. 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08FD3-4037-5E16-C7A0-DCE5B6D7A0E1}"/>
              </a:ext>
            </a:extLst>
          </p:cNvPr>
          <p:cNvSpPr txBox="1"/>
          <p:nvPr/>
        </p:nvSpPr>
        <p:spPr>
          <a:xfrm>
            <a:off x="2841182" y="538539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bit0</a:t>
            </a:r>
            <a:endParaRPr lang="LID4096" sz="1000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9E6513D-6289-456E-B200-C6A84E1C50D3}"/>
              </a:ext>
            </a:extLst>
          </p:cNvPr>
          <p:cNvSpPr txBox="1"/>
          <p:nvPr/>
        </p:nvSpPr>
        <p:spPr>
          <a:xfrm>
            <a:off x="2842862" y="5272559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</a:t>
            </a:r>
            <a:endParaRPr lang="LID4096" sz="10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548E605-42D4-9BD6-2AD1-B66C2D54E917}"/>
              </a:ext>
            </a:extLst>
          </p:cNvPr>
          <p:cNvSpPr txBox="1"/>
          <p:nvPr/>
        </p:nvSpPr>
        <p:spPr>
          <a:xfrm>
            <a:off x="2855768" y="3550671"/>
            <a:ext cx="4764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/>
              <a:t>bit15</a:t>
            </a:r>
            <a:endParaRPr lang="LID4096" sz="1000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E845663-42F8-7CF1-9AF3-23DE3826D4CC}"/>
              </a:ext>
            </a:extLst>
          </p:cNvPr>
          <p:cNvSpPr/>
          <p:nvPr/>
        </p:nvSpPr>
        <p:spPr>
          <a:xfrm rot="16200000">
            <a:off x="1464209" y="4336638"/>
            <a:ext cx="2011953" cy="4485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OUTDR</a:t>
            </a:r>
            <a:endParaRPr lang="LID4096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1B393D8-C38E-104F-27BE-8278A462CC93}"/>
              </a:ext>
            </a:extLst>
          </p:cNvPr>
          <p:cNvCxnSpPr>
            <a:cxnSpLocks/>
          </p:cNvCxnSpPr>
          <p:nvPr/>
        </p:nvCxnSpPr>
        <p:spPr>
          <a:xfrm>
            <a:off x="2675137" y="5508510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A19CF35-8098-429F-7BDA-060598B5EADE}"/>
              </a:ext>
            </a:extLst>
          </p:cNvPr>
          <p:cNvCxnSpPr>
            <a:cxnSpLocks/>
          </p:cNvCxnSpPr>
          <p:nvPr/>
        </p:nvCxnSpPr>
        <p:spPr>
          <a:xfrm>
            <a:off x="2675137" y="5400749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4FCD17F8-AED6-5490-8BBD-88BF37AE66BE}"/>
              </a:ext>
            </a:extLst>
          </p:cNvPr>
          <p:cNvCxnSpPr>
            <a:cxnSpLocks/>
          </p:cNvCxnSpPr>
          <p:nvPr/>
        </p:nvCxnSpPr>
        <p:spPr>
          <a:xfrm>
            <a:off x="2675137" y="5279109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B9F38FFA-53BB-F6FF-D7A1-66357B75097F}"/>
              </a:ext>
            </a:extLst>
          </p:cNvPr>
          <p:cNvSpPr txBox="1"/>
          <p:nvPr/>
        </p:nvSpPr>
        <p:spPr>
          <a:xfrm rot="16200000">
            <a:off x="2552640" y="4683475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2DFC10-8BCA-223C-A0C0-A986DE0463F5}"/>
              </a:ext>
            </a:extLst>
          </p:cNvPr>
          <p:cNvSpPr txBox="1"/>
          <p:nvPr/>
        </p:nvSpPr>
        <p:spPr>
          <a:xfrm rot="16200000">
            <a:off x="2528333" y="368157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...</a:t>
            </a:r>
            <a:endParaRPr lang="LID4096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82D15E-6FF5-5540-BC4B-CC76A4502D52}"/>
              </a:ext>
            </a:extLst>
          </p:cNvPr>
          <p:cNvSpPr txBox="1"/>
          <p:nvPr/>
        </p:nvSpPr>
        <p:spPr>
          <a:xfrm>
            <a:off x="2848337" y="5069668"/>
            <a:ext cx="4074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/>
              <a:t>bit2</a:t>
            </a:r>
            <a:endParaRPr lang="LID4096" sz="1000" b="1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737F7A5-2C7B-597B-142B-E7A269754F56}"/>
              </a:ext>
            </a:extLst>
          </p:cNvPr>
          <p:cNvCxnSpPr>
            <a:cxnSpLocks/>
          </p:cNvCxnSpPr>
          <p:nvPr/>
        </p:nvCxnSpPr>
        <p:spPr>
          <a:xfrm>
            <a:off x="2677006" y="3673781"/>
            <a:ext cx="217141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98DD51F0-3073-7246-F455-463605412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9518" y="4057163"/>
            <a:ext cx="2137988" cy="1357557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A6D31324-D4F4-6951-4917-4034AE4BB415}"/>
              </a:ext>
            </a:extLst>
          </p:cNvPr>
          <p:cNvCxnSpPr>
            <a:stCxn id="91" idx="3"/>
            <a:endCxn id="32" idx="2"/>
          </p:cNvCxnSpPr>
          <p:nvPr/>
        </p:nvCxnSpPr>
        <p:spPr>
          <a:xfrm flipV="1">
            <a:off x="6447506" y="4732490"/>
            <a:ext cx="1803054" cy="34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07CFD2B9-25C7-A2EF-F3D8-94C78D9D56D6}"/>
              </a:ext>
            </a:extLst>
          </p:cNvPr>
          <p:cNvSpPr/>
          <p:nvPr/>
        </p:nvSpPr>
        <p:spPr>
          <a:xfrm>
            <a:off x="2687128" y="4692770"/>
            <a:ext cx="1630393" cy="577970"/>
          </a:xfrm>
          <a:custGeom>
            <a:avLst/>
            <a:gdLst>
              <a:gd name="csX0" fmla="*/ 0 w 1630393"/>
              <a:gd name="csY0" fmla="*/ 577970 h 577970"/>
              <a:gd name="csX1" fmla="*/ 836763 w 1630393"/>
              <a:gd name="csY1" fmla="*/ 577970 h 577970"/>
              <a:gd name="csX2" fmla="*/ 836763 w 1630393"/>
              <a:gd name="csY2" fmla="*/ 0 h 577970"/>
              <a:gd name="csX3" fmla="*/ 1630393 w 1630393"/>
              <a:gd name="csY3" fmla="*/ 8626 h 577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30393" h="577970">
                <a:moveTo>
                  <a:pt x="0" y="577970"/>
                </a:moveTo>
                <a:lnTo>
                  <a:pt x="836763" y="577970"/>
                </a:lnTo>
                <a:lnTo>
                  <a:pt x="836763" y="0"/>
                </a:lnTo>
                <a:lnTo>
                  <a:pt x="1630393" y="8626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C5230C-D02E-BC60-12F9-C210B4FDD388}"/>
              </a:ext>
            </a:extLst>
          </p:cNvPr>
          <p:cNvSpPr/>
          <p:nvPr/>
        </p:nvSpPr>
        <p:spPr>
          <a:xfrm>
            <a:off x="5114925" y="4107934"/>
            <a:ext cx="1278731" cy="6245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29644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36DF-028F-2B8E-73BF-78736B77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6953C-24A9-E4CF-A9FF-3462A49D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026A8A6-114B-F04A-3167-A10F801AC4C7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69283BD-4E78-4A57-AE3F-03B01A4BA5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40CDBC3-65BF-E012-385B-62949113BBDA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DB961BA-2061-2D83-796F-04320B38BEF7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76D3179-C3D3-DA44-69C3-DBBECDA61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5AF3F7F-4170-A03D-40B1-005689C21AC7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63AF175-CFE1-A4D5-C700-230071189145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371B39-683C-E779-ACD2-D3C145EAFE59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FC803AD-C96D-0C97-87E2-2C286898EB75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44DEC0B-ADA8-0B3F-E7CD-FF7CDB418A70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8F61B67-87BA-1EDD-8937-3A610FE1322F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9A2E8D0-29DF-429A-44E6-C1E8C660569D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0C3AC81-8848-2023-EB9A-317DDEBCDD1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051F47E-CF21-F11C-93A5-73704100D44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9AACC86-3256-132E-9167-7BF587C9D84C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A5FF6384-D06C-B4B9-D700-6B0B6A293AE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3B084C6-CF15-F360-19EA-93281B92A95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B2EB5D4-8035-AD2D-3C61-749AC3565969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AF92842-1A63-129A-55C0-EB204E1CE3B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1C1946A-5063-3054-0623-A403344CC98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7DD3333-7FFB-84FF-F400-E7EE4421DF02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348F658-79EA-9FAB-82C4-2F018E9E3DE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08F5474-7B99-57CA-E6A9-0277FA0A846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C866F87-D38B-5CE8-F796-952185B78C47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3465887B-5554-A89C-4A82-6D6E9162ADD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2BB4FB7-7BCB-F51B-B61A-15C62A30A44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4EEB5E8-251D-AB00-837B-04C2A968BF2C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6EF498F-8E06-F25C-9283-0F282365058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D6F4706-E920-539C-3C5B-F8DC697A4CE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B4A4248-69F0-72FB-97E0-54A722A93296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AB8FD04-AC6B-BEDD-4AF5-ECD1C4C9E11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A9805E0D-47CF-B675-ABE8-7C3F0BD1FB9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3F1A820-AF0A-347F-096E-47194363CD22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13E0085-2BFC-5859-5A79-DCE67F9B268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A75F3B-A3B4-125E-B080-71C4DE505D3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CFF3B6F-A188-D7AF-FCAF-E4E1817CBAD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115C0CF-0E4C-4BB8-671A-7525E87F5DF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68B9054-D48A-236E-CC33-55BFCD967FA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FEE6A05-C493-4DE3-3EE0-B68AA990B6E2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C762AE0-6DBC-AFA0-CD22-33F04F62EA4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46A5B7EA-CA16-B456-F9D1-029E410A19B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0C1B66-80CD-3EA5-A8A5-C7C1F4DB9DB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8607EFB-E60C-CEA4-5903-9CFCF6C3A31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1B1ED60-D1B1-0F56-7522-18022B00C0F9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966846B-1EFC-11F9-6E6F-E3A285FD81CE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A392C65-81ED-3DB2-78A6-79CEFBF33641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D642BD-DAF4-E985-AED3-59B86257FD86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6E61F9A-B188-AE03-ED55-607A7EEA5016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EB6135-2217-A6F3-1156-906D982DE27D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46210C1-3E5F-AF62-FAF9-DE67F93C0D70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2709D28-80F8-7063-BD2D-7A86D40F82BE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AA9F41D-05A4-3141-F8CE-519C5ED1812B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2861D6B-F31D-CCDD-AFD4-720A61DC482B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F8602D4-F2F2-EFE7-3755-004B34D2CC62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7013F1F-C301-D658-709F-6520582016F9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3984F7C-B7D0-3A51-96DB-767AD150289C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47962EA-3A31-3CC9-3F48-3B639943E6BD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F65DC27-9699-A9D2-C391-5AE4658C603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DE73F3E-AE9C-BAA6-114A-371F9E89D247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F2A876B9-CDB8-02E7-8C07-9B0F63A9B116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30D8C8-B786-CF65-7B18-848A253D6E29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3B721605-0CBA-3316-3925-745468B6EB6A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42D5B22-E43E-A984-CD8B-61C7A0562D67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27D3CC9-E0CA-D352-D9F1-752CD918CBF3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A1B0BBD4-1465-5CCB-538E-8008F00FA171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A6E6227-C1AF-1E35-71B7-D6F247763838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E05B0FA-7B9C-B10A-8166-935D139FB288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584565C-23AB-1DAE-5A41-BFE2241F1625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DAA6BFE-8137-1738-AC03-96C5705E2EC4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1652992-F836-34BA-A0A9-C1AD8D8345E3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EF459C0-3C4A-C9AB-3989-D785A625FC90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2FB215C-F1B1-E67E-0B0B-5561D6FADC69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2452B3BB-3023-E0F4-C587-D1F4C456298A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D152679-659E-4D01-8213-84B60CE38282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C6CC695-7C3E-C228-21D7-7BCC597B53C6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D2A30CC-98EF-E45C-7E25-B1DD67AE151A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3AC2C1-9D38-3AD3-DCA6-BAFAA33B4E1D}"/>
              </a:ext>
            </a:extLst>
          </p:cNvPr>
          <p:cNvSpPr txBox="1"/>
          <p:nvPr/>
        </p:nvSpPr>
        <p:spPr>
          <a:xfrm>
            <a:off x="4635330" y="3035936"/>
            <a:ext cx="22942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Om bit5 och bit 6 är </a:t>
            </a:r>
            <a:r>
              <a:rPr lang="sv-SE" b="1" dirty="0"/>
              <a:t>1</a:t>
            </a:r>
            <a:endParaRPr lang="LID409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8B346-9548-5090-976E-C4CE22FDA866}"/>
              </a:ext>
            </a:extLst>
          </p:cNvPr>
          <p:cNvSpPr txBox="1"/>
          <p:nvPr/>
        </p:nvSpPr>
        <p:spPr>
          <a:xfrm>
            <a:off x="3143421" y="328324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ED2885-9F4C-DC1C-3B63-7E37485D0686}"/>
              </a:ext>
            </a:extLst>
          </p:cNvPr>
          <p:cNvSpPr txBox="1"/>
          <p:nvPr/>
        </p:nvSpPr>
        <p:spPr>
          <a:xfrm>
            <a:off x="3352585" y="4098346"/>
            <a:ext cx="9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floating</a:t>
            </a:r>
            <a:endParaRPr lang="LID4096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5335515-6232-E1A0-AAC8-157DC2E2738F}"/>
              </a:ext>
            </a:extLst>
          </p:cNvPr>
          <p:cNvSpPr txBox="1"/>
          <p:nvPr/>
        </p:nvSpPr>
        <p:spPr>
          <a:xfrm>
            <a:off x="3387607" y="4445260"/>
            <a:ext cx="9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floating</a:t>
            </a:r>
            <a:endParaRPr lang="LID4096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B5A0CCF-D007-EBFA-1A2F-159E5D56F62E}"/>
              </a:ext>
            </a:extLst>
          </p:cNvPr>
          <p:cNvSpPr txBox="1"/>
          <p:nvPr/>
        </p:nvSpPr>
        <p:spPr>
          <a:xfrm>
            <a:off x="9546229" y="4645964"/>
            <a:ext cx="172008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Lampan släckt!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99314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0BDB-EB5F-410E-AB87-84B7FDBF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EB93B-3B8C-2F3D-FFEE-309879859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329EE0-80BD-F63A-8EB5-742E66DD0512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0A564A-69B8-C9BD-B79E-E1EB98527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2A684E8-ABA5-3EFD-4E59-C02CCFFBC553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48D612C-65F5-51D3-1A3C-A525DC829E9D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8C1F08-DFA4-30B7-28E9-CC54C29E5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C051B0-2A5D-EC4E-EAAD-3EB95A2BB214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623DA00-B118-95E3-7A4E-56E7B822018A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D912160-E032-5195-3127-EAD2FBC4D078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A1E44D-8C84-CD5F-3994-AB631C9B10E3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FD4B8F-4275-08A5-29D0-3A67BDEE20CB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8EC322-D543-B7CD-AEE4-39743F979E0B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E926079-3009-75EE-F684-4FBA34ACC842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664762E-A159-571D-84BA-14865054039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B831A33D-75CA-BC00-F135-4D25992F536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36375D5-89C7-A0BA-92F5-5B7A4040F022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94D1A0E-2112-7007-7502-9319C1CCFBF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4CEEF76-E10B-693A-6B7F-C55AAEFFE03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DEADC45-4C73-3B7B-6ABE-FD4BB0CF3A8E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722485B8-2816-A846-1BDB-763DA333A88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045AD89D-FB83-9FBA-D6DE-1541AFF4CC1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41C6970-67A0-57D1-6D66-F3BFB08E2FFB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2A4C1D39-917A-8DA4-FAA7-E9A0A211CC1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0B78D214-7BF2-204B-C6A3-221494377DB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F891C97-BA34-CA61-9D5B-F345624A736B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E25CC13-CBCA-DC5A-66D9-8AB6CEA5620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94409F3-76A1-61F1-CD46-72680C7821B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69E0C3D-689B-6D91-1182-E797094BF333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D8073D7-0F9D-0FA6-6B1E-2226CB24CAF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D11BADB9-97FE-75DA-F0F9-B66953259DE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5F2B38A-BC9E-0E5B-E119-79F749A7B7C2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1D8E1714-7821-25DB-4B41-42D9877EF2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F8EAEF1B-B12F-041E-117D-41B5D9BF2B4E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89F75CC-BDDC-2F36-81F7-D02F001BB6B3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F38CB0D-AB2D-A816-47FC-2E9CE0229CE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88A1D3D-2123-030E-D7B7-C52265A203D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287DC3E-3E57-F837-1C13-DEC640B0ECBD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05E34EE-3C15-016D-D587-F09F03086496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09CE18C-8AC9-B2FB-536A-7BC4FDCFD3F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E90805C-D40F-356F-5271-17D38074F68D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F31722D-C6BC-1BD9-C720-7C08123DE0F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54B1277-21F7-C260-83B2-F86A0BAACF0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53A871C-CAD8-4769-5CC7-316316B6DC4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4D9CCE1-9EF6-5E74-423A-1A0A4A87C761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5E3AAA-1001-3297-EBD3-59274DEAAEDC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EB2EE5-2882-AF21-998E-2426E979F249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7538927-D475-6B06-4B65-78142F6C3F90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DCEF7E-DE9B-577E-79FE-77B5E29EAFCA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B5365E-80F7-83E5-B498-1DB07D347F3C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7F5393-E625-A6F3-DAA0-FA5AD90D2A94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E06D7F9-8DA1-8962-7B80-006726B9CF16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755E57B-DE37-5A15-7CC0-AA8BD986E6C8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22F27C0-40AD-8DC7-CD79-9A0465429654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330A317-DBC5-4845-0362-8E7756E88A38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CE83B59-1E88-ABA5-0B51-65696918A879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8BC9EA-134C-6BD1-21BE-07095EF4DE7C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836BFF-8D21-716B-19D3-EF8F98D06834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E441E58-F432-CD19-D4F9-20761919ABB3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E89A630-B21A-34DC-C059-08DE38477092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E7BCB5E-4052-6C3B-EDA1-21D8FBE00E27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F9C7CCA-E940-C5F2-C428-7C699859BC13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3301774-1340-49B0-C37A-A00B2883B06A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FBB3F96E-C8AA-5BE8-D95A-908F592CCD74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01347F62-FF17-1211-050A-80864F2BFF8C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76EE5E86-CFCE-8536-A62C-B6E1D4A81DC2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6C45DA79-2DB2-C3C7-7E16-A80A2E45A477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9695D828-7ECB-B880-B2D5-FBC4C756AB6E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349FC4EB-8380-1DB0-BE8E-515D59CCA2A0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1B3CD44-D0FE-E6A5-4E6D-947D2EBBE69E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2A0D58B-49DF-C816-E10B-F7C026FDBF7F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A583B63-F803-163E-4986-FBD31FA5E02A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3A9CFEB-A63E-28D8-96BA-C95A72219BDB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B7B0505-4E4C-3964-40BC-948ADEA5631E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F5FD91F-86EF-33B9-7AEE-7B627E74A630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2B374CA-5CDE-7CA4-6049-15C5AB4F7892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EFFC27C-74CA-6965-D279-B315E0710E5B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4C09E205-7EE8-EB42-7900-B8EE9C9A6921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9258D08-DDFA-D3E2-3B42-96DDBEAC0871}"/>
              </a:ext>
            </a:extLst>
          </p:cNvPr>
          <p:cNvSpPr txBox="1"/>
          <p:nvPr/>
        </p:nvSpPr>
        <p:spPr>
          <a:xfrm>
            <a:off x="5441900" y="3254427"/>
            <a:ext cx="22942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Om bit5 och bit 6 är </a:t>
            </a:r>
            <a:r>
              <a:rPr lang="sv-SE" b="1" dirty="0"/>
              <a:t>0</a:t>
            </a:r>
            <a:endParaRPr lang="LID409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C5265-C644-5834-FA2C-DB08664C3FF6}"/>
              </a:ext>
            </a:extLst>
          </p:cNvPr>
          <p:cNvSpPr txBox="1"/>
          <p:nvPr/>
        </p:nvSpPr>
        <p:spPr>
          <a:xfrm>
            <a:off x="3143421" y="328324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A635914-A69F-5412-19D0-E56821C07A8E}"/>
              </a:ext>
            </a:extLst>
          </p:cNvPr>
          <p:cNvSpPr txBox="1"/>
          <p:nvPr/>
        </p:nvSpPr>
        <p:spPr>
          <a:xfrm>
            <a:off x="3352585" y="409834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0V</a:t>
            </a:r>
            <a:endParaRPr lang="LID4096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926B94-AAB3-1033-AD93-108475B77116}"/>
              </a:ext>
            </a:extLst>
          </p:cNvPr>
          <p:cNvSpPr txBox="1"/>
          <p:nvPr/>
        </p:nvSpPr>
        <p:spPr>
          <a:xfrm>
            <a:off x="3387607" y="444526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0V</a:t>
            </a:r>
            <a:endParaRPr lang="LID4096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39E04E1-9AC7-E6BC-1414-486E5838D7B9}"/>
              </a:ext>
            </a:extLst>
          </p:cNvPr>
          <p:cNvSpPr txBox="1"/>
          <p:nvPr/>
        </p:nvSpPr>
        <p:spPr>
          <a:xfrm>
            <a:off x="9546229" y="4645964"/>
            <a:ext cx="163993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Lampan Lyser!</a:t>
            </a:r>
            <a:endParaRPr lang="LID4096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1B6F599C-474D-7A40-1439-5AF65C60299A}"/>
              </a:ext>
            </a:extLst>
          </p:cNvPr>
          <p:cNvSpPr/>
          <p:nvPr/>
        </p:nvSpPr>
        <p:spPr>
          <a:xfrm>
            <a:off x="2290313" y="3713672"/>
            <a:ext cx="8087264" cy="1298275"/>
          </a:xfrm>
          <a:custGeom>
            <a:avLst/>
            <a:gdLst>
              <a:gd name="csX0" fmla="*/ 0 w 8087264"/>
              <a:gd name="csY0" fmla="*/ 379562 h 1298275"/>
              <a:gd name="csX1" fmla="*/ 457200 w 8087264"/>
              <a:gd name="csY1" fmla="*/ 107830 h 1298275"/>
              <a:gd name="csX2" fmla="*/ 974785 w 8087264"/>
              <a:gd name="csY2" fmla="*/ 0 h 1298275"/>
              <a:gd name="csX3" fmla="*/ 1522562 w 8087264"/>
              <a:gd name="csY3" fmla="*/ 17253 h 1298275"/>
              <a:gd name="csX4" fmla="*/ 2165230 w 8087264"/>
              <a:gd name="csY4" fmla="*/ 163902 h 1298275"/>
              <a:gd name="csX5" fmla="*/ 3334110 w 8087264"/>
              <a:gd name="csY5" fmla="*/ 534837 h 1298275"/>
              <a:gd name="csX6" fmla="*/ 4615132 w 8087264"/>
              <a:gd name="csY6" fmla="*/ 1000664 h 1298275"/>
              <a:gd name="csX7" fmla="*/ 5464834 w 8087264"/>
              <a:gd name="csY7" fmla="*/ 1246517 h 1298275"/>
              <a:gd name="csX8" fmla="*/ 5939287 w 8087264"/>
              <a:gd name="csY8" fmla="*/ 1298275 h 1298275"/>
              <a:gd name="csX9" fmla="*/ 6331789 w 8087264"/>
              <a:gd name="csY9" fmla="*/ 1186132 h 1298275"/>
              <a:gd name="csX10" fmla="*/ 7026215 w 8087264"/>
              <a:gd name="csY10" fmla="*/ 780690 h 1298275"/>
              <a:gd name="csX11" fmla="*/ 8087264 w 8087264"/>
              <a:gd name="csY11" fmla="*/ 181154 h 1298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087264" h="1298275">
                <a:moveTo>
                  <a:pt x="0" y="379562"/>
                </a:moveTo>
                <a:lnTo>
                  <a:pt x="457200" y="107830"/>
                </a:lnTo>
                <a:lnTo>
                  <a:pt x="974785" y="0"/>
                </a:lnTo>
                <a:lnTo>
                  <a:pt x="1522562" y="17253"/>
                </a:lnTo>
                <a:lnTo>
                  <a:pt x="2165230" y="163902"/>
                </a:lnTo>
                <a:lnTo>
                  <a:pt x="3334110" y="534837"/>
                </a:lnTo>
                <a:lnTo>
                  <a:pt x="4615132" y="1000664"/>
                </a:lnTo>
                <a:lnTo>
                  <a:pt x="5464834" y="1246517"/>
                </a:lnTo>
                <a:lnTo>
                  <a:pt x="5939287" y="1298275"/>
                </a:lnTo>
                <a:lnTo>
                  <a:pt x="6331789" y="1186132"/>
                </a:lnTo>
                <a:lnTo>
                  <a:pt x="7026215" y="780690"/>
                </a:lnTo>
                <a:lnTo>
                  <a:pt x="8087264" y="181154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AEA9433B-28AC-D152-B45B-7209864A72B9}"/>
              </a:ext>
            </a:extLst>
          </p:cNvPr>
          <p:cNvSpPr/>
          <p:nvPr/>
        </p:nvSpPr>
        <p:spPr>
          <a:xfrm>
            <a:off x="6922698" y="4028536"/>
            <a:ext cx="3536830" cy="1263770"/>
          </a:xfrm>
          <a:custGeom>
            <a:avLst/>
            <a:gdLst>
              <a:gd name="csX0" fmla="*/ 3536830 w 3536830"/>
              <a:gd name="csY0" fmla="*/ 0 h 1263770"/>
              <a:gd name="csX1" fmla="*/ 1798608 w 3536830"/>
              <a:gd name="csY1" fmla="*/ 1013604 h 1263770"/>
              <a:gd name="csX2" fmla="*/ 1367287 w 3536830"/>
              <a:gd name="csY2" fmla="*/ 1194758 h 1263770"/>
              <a:gd name="csX3" fmla="*/ 1004977 w 3536830"/>
              <a:gd name="csY3" fmla="*/ 1263770 h 1263770"/>
              <a:gd name="csX4" fmla="*/ 672860 w 3536830"/>
              <a:gd name="csY4" fmla="*/ 1246517 h 1263770"/>
              <a:gd name="csX5" fmla="*/ 224287 w 3536830"/>
              <a:gd name="csY5" fmla="*/ 1052422 h 1263770"/>
              <a:gd name="csX6" fmla="*/ 0 w 3536830"/>
              <a:gd name="csY6" fmla="*/ 953219 h 1263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536830" h="1263770">
                <a:moveTo>
                  <a:pt x="3536830" y="0"/>
                </a:moveTo>
                <a:lnTo>
                  <a:pt x="1798608" y="1013604"/>
                </a:lnTo>
                <a:lnTo>
                  <a:pt x="1367287" y="1194758"/>
                </a:lnTo>
                <a:lnTo>
                  <a:pt x="1004977" y="1263770"/>
                </a:lnTo>
                <a:lnTo>
                  <a:pt x="672860" y="1246517"/>
                </a:lnTo>
                <a:lnTo>
                  <a:pt x="224287" y="1052422"/>
                </a:lnTo>
                <a:lnTo>
                  <a:pt x="0" y="953219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768C74BB-7B85-6AF4-7CA0-56A60E59DAFD}"/>
              </a:ext>
            </a:extLst>
          </p:cNvPr>
          <p:cNvSpPr/>
          <p:nvPr/>
        </p:nvSpPr>
        <p:spPr>
          <a:xfrm>
            <a:off x="2566358" y="4270075"/>
            <a:ext cx="4347714" cy="677174"/>
          </a:xfrm>
          <a:custGeom>
            <a:avLst/>
            <a:gdLst>
              <a:gd name="csX0" fmla="*/ 4347714 w 4347714"/>
              <a:gd name="csY0" fmla="*/ 677174 h 677174"/>
              <a:gd name="csX1" fmla="*/ 3786997 w 4347714"/>
              <a:gd name="csY1" fmla="*/ 401129 h 677174"/>
              <a:gd name="csX2" fmla="*/ 3446253 w 4347714"/>
              <a:gd name="csY2" fmla="*/ 327804 h 677174"/>
              <a:gd name="csX3" fmla="*/ 496019 w 4347714"/>
              <a:gd name="csY3" fmla="*/ 4314 h 677174"/>
              <a:gd name="csX4" fmla="*/ 138023 w 4347714"/>
              <a:gd name="csY4" fmla="*/ 0 h 677174"/>
              <a:gd name="csX5" fmla="*/ 0 w 4347714"/>
              <a:gd name="csY5" fmla="*/ 60385 h 6771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347714" h="677174">
                <a:moveTo>
                  <a:pt x="4347714" y="677174"/>
                </a:moveTo>
                <a:lnTo>
                  <a:pt x="3786997" y="401129"/>
                </a:lnTo>
                <a:lnTo>
                  <a:pt x="3446253" y="327804"/>
                </a:lnTo>
                <a:lnTo>
                  <a:pt x="496019" y="4314"/>
                </a:lnTo>
                <a:lnTo>
                  <a:pt x="138023" y="0"/>
                </a:lnTo>
                <a:lnTo>
                  <a:pt x="0" y="60385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D4123C9-3EBC-25C2-4F8B-4F73FBBE087E}"/>
              </a:ext>
            </a:extLst>
          </p:cNvPr>
          <p:cNvSpPr/>
          <p:nvPr/>
        </p:nvSpPr>
        <p:spPr>
          <a:xfrm>
            <a:off x="2562045" y="4546121"/>
            <a:ext cx="4334774" cy="435634"/>
          </a:xfrm>
          <a:custGeom>
            <a:avLst/>
            <a:gdLst>
              <a:gd name="csX0" fmla="*/ 4334774 w 4334774"/>
              <a:gd name="csY0" fmla="*/ 435634 h 435634"/>
              <a:gd name="csX1" fmla="*/ 3804249 w 4334774"/>
              <a:gd name="csY1" fmla="*/ 293298 h 435634"/>
              <a:gd name="csX2" fmla="*/ 3429000 w 4334774"/>
              <a:gd name="csY2" fmla="*/ 224287 h 435634"/>
              <a:gd name="csX3" fmla="*/ 2881223 w 4334774"/>
              <a:gd name="csY3" fmla="*/ 207034 h 435634"/>
              <a:gd name="csX4" fmla="*/ 2389517 w 4334774"/>
              <a:gd name="csY4" fmla="*/ 211347 h 435634"/>
              <a:gd name="csX5" fmla="*/ 547778 w 4334774"/>
              <a:gd name="csY5" fmla="*/ 17253 h 435634"/>
              <a:gd name="csX6" fmla="*/ 323491 w 4334774"/>
              <a:gd name="csY6" fmla="*/ 0 h 435634"/>
              <a:gd name="csX7" fmla="*/ 0 w 4334774"/>
              <a:gd name="csY7" fmla="*/ 56071 h 4356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334774" h="435634">
                <a:moveTo>
                  <a:pt x="4334774" y="435634"/>
                </a:moveTo>
                <a:lnTo>
                  <a:pt x="3804249" y="293298"/>
                </a:lnTo>
                <a:lnTo>
                  <a:pt x="3429000" y="224287"/>
                </a:lnTo>
                <a:lnTo>
                  <a:pt x="2881223" y="207034"/>
                </a:lnTo>
                <a:lnTo>
                  <a:pt x="2389517" y="211347"/>
                </a:lnTo>
                <a:lnTo>
                  <a:pt x="547778" y="17253"/>
                </a:lnTo>
                <a:lnTo>
                  <a:pt x="323491" y="0"/>
                </a:lnTo>
                <a:lnTo>
                  <a:pt x="0" y="56071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3671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  <p:bldP spid="8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DBE0A-E7A1-80AF-3714-506A4CF6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94D45-607B-8D8D-8FDA-C7073F98E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Output</a:t>
            </a:r>
            <a:endParaRPr lang="LID4096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8B97692-C33C-6377-AF06-A4E038F711E3}"/>
              </a:ext>
            </a:extLst>
          </p:cNvPr>
          <p:cNvGrpSpPr/>
          <p:nvPr/>
        </p:nvGrpSpPr>
        <p:grpSpPr>
          <a:xfrm>
            <a:off x="8461122" y="3296317"/>
            <a:ext cx="2669370" cy="1907729"/>
            <a:chOff x="9519713" y="2988597"/>
            <a:chExt cx="1319935" cy="94332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984E6E-CA9E-A1D6-4A1E-3EE25413C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19713" y="2988597"/>
              <a:ext cx="1319935" cy="94332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A90372F-BC79-4725-0903-A13313E6F56D}"/>
                </a:ext>
              </a:extLst>
            </p:cNvPr>
            <p:cNvSpPr/>
            <p:nvPr/>
          </p:nvSpPr>
          <p:spPr>
            <a:xfrm rot="19997983">
              <a:off x="10475358" y="3191629"/>
              <a:ext cx="265922" cy="134378"/>
            </a:xfrm>
            <a:prstGeom prst="ellipse">
              <a:avLst/>
            </a:prstGeom>
            <a:noFill/>
            <a:ln w="127">
              <a:solidFill>
                <a:srgbClr val="FF0000"/>
              </a:solidFill>
            </a:ln>
            <a:effectLst>
              <a:glow rad="127000">
                <a:srgbClr val="FF0000">
                  <a:alpha val="61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64A6A66-3320-A8C1-A9DC-7E534EAF263A}"/>
              </a:ext>
            </a:extLst>
          </p:cNvPr>
          <p:cNvGrpSpPr/>
          <p:nvPr/>
        </p:nvGrpSpPr>
        <p:grpSpPr>
          <a:xfrm rot="16200000">
            <a:off x="703596" y="3609031"/>
            <a:ext cx="3095687" cy="2470259"/>
            <a:chOff x="436296" y="1927862"/>
            <a:chExt cx="5353797" cy="4272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F0B6A69-40DE-39CD-C21A-F6F98AB6D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B7C529B-A1EF-03C2-07CE-8EA32433BE54}"/>
                </a:ext>
              </a:extLst>
            </p:cNvPr>
            <p:cNvSpPr/>
            <p:nvPr/>
          </p:nvSpPr>
          <p:spPr>
            <a:xfrm>
              <a:off x="1578586" y="3558540"/>
              <a:ext cx="3381375" cy="140208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DF33474-29AF-8741-71DF-B2267AEB1EDD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08E37BE-4B83-7E9B-E08E-721A07439E69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77C8399-8940-CC8E-53A9-7DCEAA7EF61E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6A7B8D-F709-1372-89D3-D67DC87F0EF6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D29B26E-1754-A651-6780-D649010F733A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4FAE47-1501-1AD4-FD14-F867C0B1E70F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7F8EE71B-24C9-4692-D93A-DE869F55412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FA718725-B8C0-8579-419E-9E1AB528286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7845DB7-2570-4E8A-00E4-23052BC17291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57176EC-B020-1B56-FCD1-8FB06DA35B9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20EFB44C-F16D-B613-1AA5-C453BD7A4F8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51E67BE-A3E1-2104-D159-1A1AABD94C1A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07A1EBE3-FD2A-116C-8B58-9A95D5BEE00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21EE85A-579F-A05D-29C2-9D352C7324F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9026A85-6813-D585-CE86-5326B368B8D5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39EB59E-648F-D868-1AB5-8D583537EBB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E8E47D1A-2F30-5BFA-3FEF-2BB472D39D9A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4568CE2-96B0-0345-F77D-8C0C2E24AD4F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DEB04CD-9505-851F-7066-03C08BB9E16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8564A532-6696-9B42-1346-0EDF1A47C50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8B70510-6AF0-501B-C36C-82C2D4E09E74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A6435AE-EBDB-F62E-B1E5-E93583F1F56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3254FB2F-CD31-3D0D-D451-FBE80D4E192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C805C87-9C5A-D2A6-B984-E7509E5887A2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5087647-D5A1-CFCC-28A2-73B5AE79A3B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CD5AE617-C76E-7777-AAC6-BD7CC76404C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BC635DE-597C-D3CE-45D0-07F96ACFFB64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9006A88-E11E-B846-0E80-BC387DD9C7A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7C7EFD09-8CD0-1BBB-F683-3054B0EDBC1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4C9AF63-238C-69F3-C5F7-D32BE32643D2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81EC6E3-09EC-5508-E38B-0CA2C7F2BAA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F013841-013A-99C8-A49E-BF3B7BC2D49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8792041-4DC9-2C7B-B6F8-0BB3E843B4B4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71DB603-3A82-0725-132D-5E279359D8F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BF427125-387E-C72C-D36C-66197A761F1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B713541-59E6-3A81-E697-536CCE6BD1A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5370099-3BDD-F680-6922-513591AFA944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GND</a:t>
              </a:r>
              <a:endParaRPr lang="LID4096" sz="1000" b="1" dirty="0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818796E-2F23-FB82-753A-4B2FD3DE219C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A32BCF-D8AA-FE4F-BDA0-47370C0C6A14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3.3V</a:t>
              </a:r>
              <a:endParaRPr lang="LID4096" sz="1000" b="1" dirty="0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FA835F-6E56-C7D6-C7FF-41F8AF3E893C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4FF85F2-3387-8E04-8271-054C541B25E3}"/>
                </a:ext>
              </a:extLst>
            </p:cNvPr>
            <p:cNvSpPr txBox="1"/>
            <p:nvPr/>
          </p:nvSpPr>
          <p:spPr>
            <a:xfrm rot="5400000">
              <a:off x="2162151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bit0</a:t>
              </a:r>
              <a:endParaRPr lang="LID4096" sz="1000" b="1" dirty="0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18160B-F0E1-FD3E-2B26-927F9FF2BA43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BEAFD54-A5A2-4418-1A85-1D59BAC8B2A8}"/>
                </a:ext>
              </a:extLst>
            </p:cNvPr>
            <p:cNvSpPr txBox="1"/>
            <p:nvPr/>
          </p:nvSpPr>
          <p:spPr>
            <a:xfrm rot="5400000">
              <a:off x="2764068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bit2</a:t>
              </a:r>
              <a:endParaRPr lang="LID4096" sz="1000" b="1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C154782-62C6-109D-5CC4-5EAA9492C687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9A5106-0CDA-9DF7-C066-3D5A00235334}"/>
                </a:ext>
              </a:extLst>
            </p:cNvPr>
            <p:cNvSpPr txBox="1"/>
            <p:nvPr/>
          </p:nvSpPr>
          <p:spPr>
            <a:xfrm rot="5400000">
              <a:off x="3213817" y="2067311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bit4</a:t>
              </a:r>
              <a:endParaRPr lang="LID4096" sz="1000" b="1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A930BE7-DFF9-9C7C-AB18-7963E428A69B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330CB8A-7A09-CF2B-2869-830CA5D6BAF0}"/>
                </a:ext>
              </a:extLst>
            </p:cNvPr>
            <p:cNvSpPr txBox="1"/>
            <p:nvPr/>
          </p:nvSpPr>
          <p:spPr>
            <a:xfrm rot="5400000">
              <a:off x="3664934" y="206730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bit6</a:t>
              </a:r>
              <a:endParaRPr lang="LID4096" sz="1000" b="1" dirty="0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87553F7-2793-917D-FE04-EC580796A320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122F443-0872-1568-BF27-0037E93751FB}"/>
                </a:ext>
              </a:extLst>
            </p:cNvPr>
            <p:cNvSpPr txBox="1"/>
            <p:nvPr/>
          </p:nvSpPr>
          <p:spPr>
            <a:xfrm rot="5400000">
              <a:off x="2684413" y="5595539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bit1</a:t>
              </a:r>
              <a:endParaRPr lang="LID4096" sz="1000" b="1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D3CEAF0-38CE-C787-99C3-592046ED46BC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73E085B-18C9-E3EF-D342-0D721BFFCAF9}"/>
                </a:ext>
              </a:extLst>
            </p:cNvPr>
            <p:cNvSpPr txBox="1"/>
            <p:nvPr/>
          </p:nvSpPr>
          <p:spPr>
            <a:xfrm rot="5400000">
              <a:off x="3200473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bit3</a:t>
              </a:r>
              <a:endParaRPr lang="LID4096" sz="1000" b="1" dirty="0"/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BEB522E-DA47-8448-5AEE-7552F5D50CAD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7252D82-55A4-5CEA-3EB7-AD18E5E17365}"/>
                </a:ext>
              </a:extLst>
            </p:cNvPr>
            <p:cNvSpPr txBox="1"/>
            <p:nvPr/>
          </p:nvSpPr>
          <p:spPr>
            <a:xfrm rot="5400000">
              <a:off x="3682921" y="5594528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bit5</a:t>
              </a:r>
              <a:endParaRPr lang="LID4096" sz="1000" b="1" dirty="0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61CE372-A12C-E397-5A20-D2DFDD7AD9B7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432E71-EB90-36A0-41EB-DF4D4BA303C3}"/>
                </a:ext>
              </a:extLst>
            </p:cNvPr>
            <p:cNvSpPr txBox="1"/>
            <p:nvPr/>
          </p:nvSpPr>
          <p:spPr>
            <a:xfrm rot="5400000">
              <a:off x="4136075" y="5593512"/>
              <a:ext cx="704718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/>
                <a:t>bit7</a:t>
              </a:r>
              <a:endParaRPr lang="LID4096" sz="1000" b="1" dirty="0"/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4997575A-1B38-EFA2-1291-6C9147122F59}"/>
              </a:ext>
            </a:extLst>
          </p:cNvPr>
          <p:cNvSpPr/>
          <p:nvPr/>
        </p:nvSpPr>
        <p:spPr>
          <a:xfrm>
            <a:off x="2238258" y="4032560"/>
            <a:ext cx="125834" cy="125834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1414558-DB39-D14A-5875-DCF5B86B5305}"/>
              </a:ext>
            </a:extLst>
          </p:cNvPr>
          <p:cNvSpPr/>
          <p:nvPr/>
        </p:nvSpPr>
        <p:spPr>
          <a:xfrm>
            <a:off x="2506052" y="427226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9D0B913-5156-BD6C-4D3C-9904F34E0FCF}"/>
              </a:ext>
            </a:extLst>
          </p:cNvPr>
          <p:cNvSpPr/>
          <p:nvPr/>
        </p:nvSpPr>
        <p:spPr>
          <a:xfrm>
            <a:off x="2493131" y="4552583"/>
            <a:ext cx="125834" cy="125834"/>
          </a:xfrm>
          <a:prstGeom prst="ellipse">
            <a:avLst/>
          </a:pr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E5ED603F-C194-6D40-4407-59B8619CF689}"/>
              </a:ext>
            </a:extLst>
          </p:cNvPr>
          <p:cNvSpPr/>
          <p:nvPr/>
        </p:nvSpPr>
        <p:spPr>
          <a:xfrm>
            <a:off x="2620341" y="4273662"/>
            <a:ext cx="6210813" cy="1013986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6568943"/>
              <a:gd name="connsiteY0" fmla="*/ 19636 h 868368"/>
              <a:gd name="connsiteX1" fmla="*/ 3632721 w 6568943"/>
              <a:gd name="connsiteY1" fmla="*/ 339612 h 868368"/>
              <a:gd name="connsiteX2" fmla="*/ 6568943 w 6568943"/>
              <a:gd name="connsiteY2" fmla="*/ 687531 h 868368"/>
              <a:gd name="connsiteX0" fmla="*/ 0 w 6568943"/>
              <a:gd name="connsiteY0" fmla="*/ 19636 h 1001204"/>
              <a:gd name="connsiteX1" fmla="*/ 3632721 w 6568943"/>
              <a:gd name="connsiteY1" fmla="*/ 339612 h 1001204"/>
              <a:gd name="connsiteX2" fmla="*/ 6568943 w 6568943"/>
              <a:gd name="connsiteY2" fmla="*/ 687531 h 1001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68943" h="1001204">
                <a:moveTo>
                  <a:pt x="0" y="19636"/>
                </a:moveTo>
                <a:cubicBezTo>
                  <a:pt x="314587" y="-82430"/>
                  <a:pt x="2570412" y="241859"/>
                  <a:pt x="3632721" y="339612"/>
                </a:cubicBezTo>
                <a:cubicBezTo>
                  <a:pt x="4695030" y="437365"/>
                  <a:pt x="5026757" y="1522453"/>
                  <a:pt x="6568943" y="687531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BC6E9B62-4A1A-886B-2809-8FB826F0744A}"/>
              </a:ext>
            </a:extLst>
          </p:cNvPr>
          <p:cNvSpPr/>
          <p:nvPr/>
        </p:nvSpPr>
        <p:spPr>
          <a:xfrm>
            <a:off x="2616097" y="4551117"/>
            <a:ext cx="4505984" cy="517219"/>
          </a:xfrm>
          <a:custGeom>
            <a:avLst/>
            <a:gdLst>
              <a:gd name="connsiteX0" fmla="*/ 0 w 5549318"/>
              <a:gd name="connsiteY0" fmla="*/ 178006 h 1556019"/>
              <a:gd name="connsiteX1" fmla="*/ 973123 w 5549318"/>
              <a:gd name="connsiteY1" fmla="*/ 6032 h 1556019"/>
              <a:gd name="connsiteX2" fmla="*/ 2063692 w 5549318"/>
              <a:gd name="connsiteY2" fmla="*/ 370953 h 1556019"/>
              <a:gd name="connsiteX3" fmla="*/ 4467138 w 5549318"/>
              <a:gd name="connsiteY3" fmla="*/ 1524439 h 1556019"/>
              <a:gd name="connsiteX4" fmla="*/ 5549318 w 5549318"/>
              <a:gd name="connsiteY4" fmla="*/ 1117573 h 1556019"/>
              <a:gd name="connsiteX0" fmla="*/ 0 w 5549318"/>
              <a:gd name="connsiteY0" fmla="*/ 175046 h 1553059"/>
              <a:gd name="connsiteX1" fmla="*/ 973123 w 5549318"/>
              <a:gd name="connsiteY1" fmla="*/ 3072 h 1553059"/>
              <a:gd name="connsiteX2" fmla="*/ 3044128 w 5549318"/>
              <a:gd name="connsiteY2" fmla="*/ 301727 h 1553059"/>
              <a:gd name="connsiteX3" fmla="*/ 4467138 w 5549318"/>
              <a:gd name="connsiteY3" fmla="*/ 1521479 h 1553059"/>
              <a:gd name="connsiteX4" fmla="*/ 5549318 w 5549318"/>
              <a:gd name="connsiteY4" fmla="*/ 1114613 h 1553059"/>
              <a:gd name="connsiteX0" fmla="*/ 0 w 5549318"/>
              <a:gd name="connsiteY0" fmla="*/ 254326 h 1632339"/>
              <a:gd name="connsiteX1" fmla="*/ 973123 w 5549318"/>
              <a:gd name="connsiteY1" fmla="*/ 82352 h 1632339"/>
              <a:gd name="connsiteX2" fmla="*/ 4467138 w 5549318"/>
              <a:gd name="connsiteY2" fmla="*/ 1600759 h 1632339"/>
              <a:gd name="connsiteX3" fmla="*/ 5549318 w 5549318"/>
              <a:gd name="connsiteY3" fmla="*/ 1193893 h 1632339"/>
              <a:gd name="connsiteX0" fmla="*/ 0 w 5549318"/>
              <a:gd name="connsiteY0" fmla="*/ 318292 h 1696305"/>
              <a:gd name="connsiteX1" fmla="*/ 2690392 w 5549318"/>
              <a:gd name="connsiteY1" fmla="*/ 71079 h 1696305"/>
              <a:gd name="connsiteX2" fmla="*/ 4467138 w 5549318"/>
              <a:gd name="connsiteY2" fmla="*/ 1664725 h 1696305"/>
              <a:gd name="connsiteX3" fmla="*/ 5549318 w 5549318"/>
              <a:gd name="connsiteY3" fmla="*/ 1257859 h 1696305"/>
              <a:gd name="connsiteX0" fmla="*/ 0 w 5549318"/>
              <a:gd name="connsiteY0" fmla="*/ 27604 h 1405617"/>
              <a:gd name="connsiteX1" fmla="*/ 3632721 w 5549318"/>
              <a:gd name="connsiteY1" fmla="*/ 347580 h 1405617"/>
              <a:gd name="connsiteX2" fmla="*/ 4467138 w 5549318"/>
              <a:gd name="connsiteY2" fmla="*/ 1374037 h 1405617"/>
              <a:gd name="connsiteX3" fmla="*/ 5549318 w 5549318"/>
              <a:gd name="connsiteY3" fmla="*/ 967171 h 1405617"/>
              <a:gd name="connsiteX0" fmla="*/ 0 w 5549318"/>
              <a:gd name="connsiteY0" fmla="*/ 22747 h 962314"/>
              <a:gd name="connsiteX1" fmla="*/ 3632721 w 5549318"/>
              <a:gd name="connsiteY1" fmla="*/ 342723 h 962314"/>
              <a:gd name="connsiteX2" fmla="*/ 5549318 w 5549318"/>
              <a:gd name="connsiteY2" fmla="*/ 962314 h 962314"/>
              <a:gd name="connsiteX0" fmla="*/ 0 w 5549318"/>
              <a:gd name="connsiteY0" fmla="*/ 37878 h 977445"/>
              <a:gd name="connsiteX1" fmla="*/ 3632721 w 5549318"/>
              <a:gd name="connsiteY1" fmla="*/ 357854 h 977445"/>
              <a:gd name="connsiteX2" fmla="*/ 5549318 w 5549318"/>
              <a:gd name="connsiteY2" fmla="*/ 977445 h 977445"/>
              <a:gd name="connsiteX0" fmla="*/ 0 w 5549318"/>
              <a:gd name="connsiteY0" fmla="*/ 60298 h 999865"/>
              <a:gd name="connsiteX1" fmla="*/ 3632721 w 5549318"/>
              <a:gd name="connsiteY1" fmla="*/ 380274 h 999865"/>
              <a:gd name="connsiteX2" fmla="*/ 5549318 w 5549318"/>
              <a:gd name="connsiteY2" fmla="*/ 999865 h 999865"/>
              <a:gd name="connsiteX0" fmla="*/ 0 w 6082478"/>
              <a:gd name="connsiteY0" fmla="*/ 20911 h 763698"/>
              <a:gd name="connsiteX1" fmla="*/ 3632721 w 6082478"/>
              <a:gd name="connsiteY1" fmla="*/ 340887 h 763698"/>
              <a:gd name="connsiteX2" fmla="*/ 6082478 w 6082478"/>
              <a:gd name="connsiteY2" fmla="*/ 763698 h 763698"/>
              <a:gd name="connsiteX0" fmla="*/ 0 w 6373857"/>
              <a:gd name="connsiteY0" fmla="*/ 19636 h 606157"/>
              <a:gd name="connsiteX1" fmla="*/ 3632721 w 6373857"/>
              <a:gd name="connsiteY1" fmla="*/ 339612 h 606157"/>
              <a:gd name="connsiteX2" fmla="*/ 6373857 w 6373857"/>
              <a:gd name="connsiteY2" fmla="*/ 606156 h 606157"/>
              <a:gd name="connsiteX0" fmla="*/ 0 w 6373857"/>
              <a:gd name="connsiteY0" fmla="*/ 19636 h 760798"/>
              <a:gd name="connsiteX1" fmla="*/ 3632721 w 6373857"/>
              <a:gd name="connsiteY1" fmla="*/ 339612 h 760798"/>
              <a:gd name="connsiteX2" fmla="*/ 6373857 w 6373857"/>
              <a:gd name="connsiteY2" fmla="*/ 606156 h 760798"/>
              <a:gd name="connsiteX0" fmla="*/ 0 w 6373857"/>
              <a:gd name="connsiteY0" fmla="*/ 19636 h 800544"/>
              <a:gd name="connsiteX1" fmla="*/ 3632721 w 6373857"/>
              <a:gd name="connsiteY1" fmla="*/ 339612 h 800544"/>
              <a:gd name="connsiteX2" fmla="*/ 6373857 w 6373857"/>
              <a:gd name="connsiteY2" fmla="*/ 606156 h 800544"/>
              <a:gd name="connsiteX0" fmla="*/ 0 w 4836373"/>
              <a:gd name="connsiteY0" fmla="*/ 18030 h 614913"/>
              <a:gd name="connsiteX1" fmla="*/ 3632721 w 4836373"/>
              <a:gd name="connsiteY1" fmla="*/ 338006 h 614913"/>
              <a:gd name="connsiteX2" fmla="*/ 4836373 w 4836373"/>
              <a:gd name="connsiteY2" fmla="*/ 378831 h 614913"/>
              <a:gd name="connsiteX0" fmla="*/ 0 w 4836373"/>
              <a:gd name="connsiteY0" fmla="*/ 29772 h 588357"/>
              <a:gd name="connsiteX1" fmla="*/ 2206829 w 4836373"/>
              <a:gd name="connsiteY1" fmla="*/ 176118 h 588357"/>
              <a:gd name="connsiteX2" fmla="*/ 4836373 w 4836373"/>
              <a:gd name="connsiteY2" fmla="*/ 390573 h 588357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29772 h 390573"/>
              <a:gd name="connsiteX1" fmla="*/ 2206829 w 4836373"/>
              <a:gd name="connsiteY1" fmla="*/ 176118 h 390573"/>
              <a:gd name="connsiteX2" fmla="*/ 4836373 w 4836373"/>
              <a:gd name="connsiteY2" fmla="*/ 390573 h 390573"/>
              <a:gd name="connsiteX0" fmla="*/ 0 w 4836373"/>
              <a:gd name="connsiteY0" fmla="*/ 37814 h 398615"/>
              <a:gd name="connsiteX1" fmla="*/ 2206829 w 4836373"/>
              <a:gd name="connsiteY1" fmla="*/ 184160 h 398615"/>
              <a:gd name="connsiteX2" fmla="*/ 4836373 w 4836373"/>
              <a:gd name="connsiteY2" fmla="*/ 398615 h 398615"/>
              <a:gd name="connsiteX0" fmla="*/ 0 w 4836373"/>
              <a:gd name="connsiteY0" fmla="*/ 29773 h 390574"/>
              <a:gd name="connsiteX1" fmla="*/ 2206829 w 4836373"/>
              <a:gd name="connsiteY1" fmla="*/ 176119 h 390574"/>
              <a:gd name="connsiteX2" fmla="*/ 4836373 w 4836373"/>
              <a:gd name="connsiteY2" fmla="*/ 390574 h 390574"/>
              <a:gd name="connsiteX0" fmla="*/ 0 w 4761659"/>
              <a:gd name="connsiteY0" fmla="*/ 29773 h 518450"/>
              <a:gd name="connsiteX1" fmla="*/ 2206829 w 4761659"/>
              <a:gd name="connsiteY1" fmla="*/ 176119 h 518450"/>
              <a:gd name="connsiteX2" fmla="*/ 4761659 w 4761659"/>
              <a:gd name="connsiteY2" fmla="*/ 518450 h 518450"/>
              <a:gd name="connsiteX0" fmla="*/ 0 w 4765809"/>
              <a:gd name="connsiteY0" fmla="*/ 29773 h 510700"/>
              <a:gd name="connsiteX1" fmla="*/ 2206829 w 4765809"/>
              <a:gd name="connsiteY1" fmla="*/ 176119 h 510700"/>
              <a:gd name="connsiteX2" fmla="*/ 4765809 w 4765809"/>
              <a:gd name="connsiteY2" fmla="*/ 510700 h 5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65809" h="510700">
                <a:moveTo>
                  <a:pt x="0" y="29773"/>
                </a:moveTo>
                <a:cubicBezTo>
                  <a:pt x="314587" y="-72293"/>
                  <a:pt x="1400767" y="115986"/>
                  <a:pt x="2206829" y="176119"/>
                </a:cubicBezTo>
                <a:cubicBezTo>
                  <a:pt x="3083344" y="247604"/>
                  <a:pt x="3542120" y="68805"/>
                  <a:pt x="4765809" y="510700"/>
                </a:cubicBezTo>
              </a:path>
            </a:pathLst>
          </a:custGeom>
          <a:noFill/>
          <a:ln w="3810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4B8A3950-6C19-60AE-7C6C-A1AF8FA7F1CB}"/>
              </a:ext>
            </a:extLst>
          </p:cNvPr>
          <p:cNvSpPr/>
          <p:nvPr/>
        </p:nvSpPr>
        <p:spPr>
          <a:xfrm>
            <a:off x="2354400" y="3714732"/>
            <a:ext cx="6286978" cy="1289894"/>
          </a:xfrm>
          <a:custGeom>
            <a:avLst/>
            <a:gdLst>
              <a:gd name="connsiteX0" fmla="*/ 0 w 5180202"/>
              <a:gd name="connsiteY0" fmla="*/ 0 h 850096"/>
              <a:gd name="connsiteX1" fmla="*/ 1249960 w 5180202"/>
              <a:gd name="connsiteY1" fmla="*/ 826315 h 850096"/>
              <a:gd name="connsiteX2" fmla="*/ 5180202 w 5180202"/>
              <a:gd name="connsiteY2" fmla="*/ 545284 h 850096"/>
              <a:gd name="connsiteX0" fmla="*/ 0 w 5415094"/>
              <a:gd name="connsiteY0" fmla="*/ 0 h 1936470"/>
              <a:gd name="connsiteX1" fmla="*/ 1484852 w 5415094"/>
              <a:gd name="connsiteY1" fmla="*/ 1912689 h 1936470"/>
              <a:gd name="connsiteX2" fmla="*/ 5415094 w 5415094"/>
              <a:gd name="connsiteY2" fmla="*/ 1631658 h 1936470"/>
              <a:gd name="connsiteX0" fmla="*/ 3044 w 5418138"/>
              <a:gd name="connsiteY0" fmla="*/ 0 h 1936470"/>
              <a:gd name="connsiteX1" fmla="*/ 1487896 w 5418138"/>
              <a:gd name="connsiteY1" fmla="*/ 1912689 h 1936470"/>
              <a:gd name="connsiteX2" fmla="*/ 5418138 w 5418138"/>
              <a:gd name="connsiteY2" fmla="*/ 1631658 h 1936470"/>
              <a:gd name="connsiteX0" fmla="*/ 2804 w 5480816"/>
              <a:gd name="connsiteY0" fmla="*/ 0 h 1978415"/>
              <a:gd name="connsiteX1" fmla="*/ 1550574 w 5480816"/>
              <a:gd name="connsiteY1" fmla="*/ 1954634 h 1978415"/>
              <a:gd name="connsiteX2" fmla="*/ 5480816 w 5480816"/>
              <a:gd name="connsiteY2" fmla="*/ 1673603 h 1978415"/>
              <a:gd name="connsiteX0" fmla="*/ 33957 w 5511969"/>
              <a:gd name="connsiteY0" fmla="*/ 0 h 1978415"/>
              <a:gd name="connsiteX1" fmla="*/ 1581727 w 5511969"/>
              <a:gd name="connsiteY1" fmla="*/ 1954634 h 1978415"/>
              <a:gd name="connsiteX2" fmla="*/ 5511969 w 5511969"/>
              <a:gd name="connsiteY2" fmla="*/ 1673603 h 1978415"/>
              <a:gd name="connsiteX0" fmla="*/ 47966 w 5192398"/>
              <a:gd name="connsiteY0" fmla="*/ 0 h 1070303"/>
              <a:gd name="connsiteX1" fmla="*/ 1262156 w 5192398"/>
              <a:gd name="connsiteY1" fmla="*/ 812615 h 1070303"/>
              <a:gd name="connsiteX2" fmla="*/ 5192398 w 5192398"/>
              <a:gd name="connsiteY2" fmla="*/ 531584 h 1070303"/>
              <a:gd name="connsiteX0" fmla="*/ 18350 w 5162782"/>
              <a:gd name="connsiteY0" fmla="*/ 0 h 970147"/>
              <a:gd name="connsiteX1" fmla="*/ 2507991 w 5162782"/>
              <a:gd name="connsiteY1" fmla="*/ 561449 h 970147"/>
              <a:gd name="connsiteX2" fmla="*/ 5162782 w 5162782"/>
              <a:gd name="connsiteY2" fmla="*/ 531584 h 970147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8009 w 5162441"/>
              <a:gd name="connsiteY0" fmla="*/ 0 h 1072106"/>
              <a:gd name="connsiteX1" fmla="*/ 2507650 w 5162441"/>
              <a:gd name="connsiteY1" fmla="*/ 561449 h 1072106"/>
              <a:gd name="connsiteX2" fmla="*/ 5162441 w 5162441"/>
              <a:gd name="connsiteY2" fmla="*/ 531584 h 1072106"/>
              <a:gd name="connsiteX0" fmla="*/ 17575 w 5162007"/>
              <a:gd name="connsiteY0" fmla="*/ 0 h 1149203"/>
              <a:gd name="connsiteX1" fmla="*/ 2558234 w 5162007"/>
              <a:gd name="connsiteY1" fmla="*/ 734125 h 1149203"/>
              <a:gd name="connsiteX2" fmla="*/ 5162007 w 5162007"/>
              <a:gd name="connsiteY2" fmla="*/ 531584 h 1149203"/>
              <a:gd name="connsiteX0" fmla="*/ 17169 w 5161601"/>
              <a:gd name="connsiteY0" fmla="*/ 0 h 1084185"/>
              <a:gd name="connsiteX1" fmla="*/ 2557828 w 5161601"/>
              <a:gd name="connsiteY1" fmla="*/ 734125 h 1084185"/>
              <a:gd name="connsiteX2" fmla="*/ 5161601 w 5161601"/>
              <a:gd name="connsiteY2" fmla="*/ 531584 h 1084185"/>
              <a:gd name="connsiteX0" fmla="*/ 0 w 5144432"/>
              <a:gd name="connsiteY0" fmla="*/ 0 h 756623"/>
              <a:gd name="connsiteX1" fmla="*/ 2540659 w 5144432"/>
              <a:gd name="connsiteY1" fmla="*/ 734125 h 756623"/>
              <a:gd name="connsiteX2" fmla="*/ 5144432 w 5144432"/>
              <a:gd name="connsiteY2" fmla="*/ 531584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507847"/>
              <a:gd name="connsiteY0" fmla="*/ 0 h 756623"/>
              <a:gd name="connsiteX1" fmla="*/ 2540659 w 5507847"/>
              <a:gd name="connsiteY1" fmla="*/ 734125 h 756623"/>
              <a:gd name="connsiteX2" fmla="*/ 5507847 w 5507847"/>
              <a:gd name="connsiteY2" fmla="*/ 449522 h 756623"/>
              <a:gd name="connsiteX0" fmla="*/ 0 w 5478539"/>
              <a:gd name="connsiteY0" fmla="*/ 0 h 782376"/>
              <a:gd name="connsiteX1" fmla="*/ 2511351 w 5478539"/>
              <a:gd name="connsiteY1" fmla="*/ 763432 h 782376"/>
              <a:gd name="connsiteX2" fmla="*/ 5478539 w 5478539"/>
              <a:gd name="connsiteY2" fmla="*/ 478829 h 782376"/>
              <a:gd name="connsiteX0" fmla="*/ 0 w 6008341"/>
              <a:gd name="connsiteY0" fmla="*/ 957525 h 1210169"/>
              <a:gd name="connsiteX1" fmla="*/ 3041153 w 6008341"/>
              <a:gd name="connsiteY1" fmla="*/ 284603 h 1210169"/>
              <a:gd name="connsiteX2" fmla="*/ 6008341 w 6008341"/>
              <a:gd name="connsiteY2" fmla="*/ 0 h 1210169"/>
              <a:gd name="connsiteX0" fmla="*/ 0 w 6008341"/>
              <a:gd name="connsiteY0" fmla="*/ 957525 h 957525"/>
              <a:gd name="connsiteX1" fmla="*/ 3041153 w 6008341"/>
              <a:gd name="connsiteY1" fmla="*/ 284603 h 957525"/>
              <a:gd name="connsiteX2" fmla="*/ 6008341 w 6008341"/>
              <a:gd name="connsiteY2" fmla="*/ 0 h 957525"/>
              <a:gd name="connsiteX0" fmla="*/ 0 w 6008341"/>
              <a:gd name="connsiteY0" fmla="*/ 957525 h 957525"/>
              <a:gd name="connsiteX1" fmla="*/ 6008341 w 6008341"/>
              <a:gd name="connsiteY1" fmla="*/ 0 h 957525"/>
              <a:gd name="connsiteX0" fmla="*/ 0 w 6286978"/>
              <a:gd name="connsiteY0" fmla="*/ 0 h 796710"/>
              <a:gd name="connsiteX1" fmla="*/ 6286978 w 6286978"/>
              <a:gd name="connsiteY1" fmla="*/ 796710 h 796710"/>
              <a:gd name="connsiteX0" fmla="*/ 0 w 6286978"/>
              <a:gd name="connsiteY0" fmla="*/ 0 h 847330"/>
              <a:gd name="connsiteX1" fmla="*/ 6286978 w 6286978"/>
              <a:gd name="connsiteY1" fmla="*/ 796710 h 847330"/>
              <a:gd name="connsiteX0" fmla="*/ 0 w 6286978"/>
              <a:gd name="connsiteY0" fmla="*/ 419634 h 1235572"/>
              <a:gd name="connsiteX1" fmla="*/ 6286978 w 6286978"/>
              <a:gd name="connsiteY1" fmla="*/ 1216344 h 1235572"/>
              <a:gd name="connsiteX0" fmla="*/ 0 w 6286978"/>
              <a:gd name="connsiteY0" fmla="*/ 369436 h 1289894"/>
              <a:gd name="connsiteX1" fmla="*/ 6286978 w 6286978"/>
              <a:gd name="connsiteY1" fmla="*/ 1166146 h 128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86978" h="1289894">
                <a:moveTo>
                  <a:pt x="0" y="369436"/>
                </a:moveTo>
                <a:cubicBezTo>
                  <a:pt x="1318615" y="-993646"/>
                  <a:pt x="5246999" y="1909163"/>
                  <a:pt x="6286978" y="1166146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132ABDF-7BBA-7314-5BED-B0264FC0AEF2}"/>
              </a:ext>
            </a:extLst>
          </p:cNvPr>
          <p:cNvGrpSpPr/>
          <p:nvPr/>
        </p:nvGrpSpPr>
        <p:grpSpPr>
          <a:xfrm rot="1056694">
            <a:off x="6947866" y="4707754"/>
            <a:ext cx="550143" cy="184758"/>
            <a:chOff x="7629989" y="5236460"/>
            <a:chExt cx="1027147" cy="344953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F824E62-D18A-CCF6-7C7B-2CDD18B05560}"/>
                </a:ext>
              </a:extLst>
            </p:cNvPr>
            <p:cNvSpPr/>
            <p:nvPr/>
          </p:nvSpPr>
          <p:spPr>
            <a:xfrm>
              <a:off x="7629989" y="5236460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E007184-353E-AB83-E941-B366AB795388}"/>
                </a:ext>
              </a:extLst>
            </p:cNvPr>
            <p:cNvSpPr/>
            <p:nvPr/>
          </p:nvSpPr>
          <p:spPr>
            <a:xfrm>
              <a:off x="8315512" y="5239789"/>
              <a:ext cx="341624" cy="3416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076ABA2-BAB4-BE3C-DCD6-ED3826D736E8}"/>
                </a:ext>
              </a:extLst>
            </p:cNvPr>
            <p:cNvSpPr/>
            <p:nvPr/>
          </p:nvSpPr>
          <p:spPr>
            <a:xfrm>
              <a:off x="7866077" y="5260841"/>
              <a:ext cx="541140" cy="29286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96AC2F0-3349-C722-F7D5-42B5A17118FA}"/>
                </a:ext>
              </a:extLst>
            </p:cNvPr>
            <p:cNvCxnSpPr/>
            <p:nvPr/>
          </p:nvCxnSpPr>
          <p:spPr>
            <a:xfrm>
              <a:off x="7953306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F9ED13A-4BDA-D219-C2D6-3686ED8303E3}"/>
                </a:ext>
              </a:extLst>
            </p:cNvPr>
            <p:cNvCxnSpPr/>
            <p:nvPr/>
          </p:nvCxnSpPr>
          <p:spPr>
            <a:xfrm>
              <a:off x="8266751" y="5260841"/>
              <a:ext cx="0" cy="292863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0F97200-83D4-B9D1-6078-21BC1237C721}"/>
                </a:ext>
              </a:extLst>
            </p:cNvPr>
            <p:cNvCxnSpPr/>
            <p:nvPr/>
          </p:nvCxnSpPr>
          <p:spPr>
            <a:xfrm>
              <a:off x="8099972" y="5260841"/>
              <a:ext cx="0" cy="292863"/>
            </a:xfrm>
            <a:prstGeom prst="line">
              <a:avLst/>
            </a:prstGeom>
            <a:ln w="508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021C801-6413-21E3-3605-9BC87C82AE5B}"/>
                </a:ext>
              </a:extLst>
            </p:cNvPr>
            <p:cNvCxnSpPr/>
            <p:nvPr/>
          </p:nvCxnSpPr>
          <p:spPr>
            <a:xfrm>
              <a:off x="8196330" y="5260841"/>
              <a:ext cx="0" cy="292863"/>
            </a:xfrm>
            <a:prstGeom prst="line">
              <a:avLst/>
            </a:prstGeom>
            <a:ln w="508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F61850A0-3DE2-C313-DEA5-51C7ACD37F26}"/>
              </a:ext>
            </a:extLst>
          </p:cNvPr>
          <p:cNvSpPr txBox="1"/>
          <p:nvPr/>
        </p:nvSpPr>
        <p:spPr>
          <a:xfrm>
            <a:off x="5702060" y="2251494"/>
            <a:ext cx="452412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 err="1"/>
              <a:t>Exempel</a:t>
            </a:r>
            <a:r>
              <a:rPr lang="en-US" dirty="0"/>
              <a:t>: </a:t>
            </a:r>
            <a:r>
              <a:rPr lang="en-US" dirty="0" err="1"/>
              <a:t>Lampan</a:t>
            </a:r>
            <a:r>
              <a:rPr lang="en-US" dirty="0"/>
              <a:t> </a:t>
            </a:r>
            <a:r>
              <a:rPr lang="en-US" dirty="0" err="1"/>
              <a:t>skall</a:t>
            </a:r>
            <a:r>
              <a:rPr lang="en-US" dirty="0"/>
              <a:t> t</a:t>
            </a:r>
            <a:r>
              <a:rPr lang="sv-SE" dirty="0"/>
              <a:t>ändas om </a:t>
            </a:r>
            <a:r>
              <a:rPr lang="sv-SE" i="1" dirty="0"/>
              <a:t>någon</a:t>
            </a:r>
            <a:r>
              <a:rPr lang="sv-SE" dirty="0"/>
              <a:t> av</a:t>
            </a:r>
          </a:p>
          <a:p>
            <a:r>
              <a:rPr lang="sv-SE" dirty="0"/>
              <a:t>pin5 eller pin6 är 0.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CAC061-C3E4-83A7-6D2B-8EA6C4CA7A3F}"/>
              </a:ext>
            </a:extLst>
          </p:cNvPr>
          <p:cNvSpPr txBox="1"/>
          <p:nvPr/>
        </p:nvSpPr>
        <p:spPr>
          <a:xfrm>
            <a:off x="3143421" y="3283249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3.3V</a:t>
            </a:r>
            <a:endParaRPr lang="LID4096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6B6A17B-F222-5F18-421A-AEB6459EB351}"/>
              </a:ext>
            </a:extLst>
          </p:cNvPr>
          <p:cNvSpPr txBox="1"/>
          <p:nvPr/>
        </p:nvSpPr>
        <p:spPr>
          <a:xfrm>
            <a:off x="3352585" y="409834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0V</a:t>
            </a:r>
            <a:endParaRPr lang="LID4096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D82ACD-B0A2-12CA-A766-3AE94AE4A07D}"/>
              </a:ext>
            </a:extLst>
          </p:cNvPr>
          <p:cNvSpPr txBox="1"/>
          <p:nvPr/>
        </p:nvSpPr>
        <p:spPr>
          <a:xfrm>
            <a:off x="3387607" y="4445260"/>
            <a:ext cx="9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 err="1"/>
              <a:t>floating</a:t>
            </a:r>
            <a:endParaRPr lang="LID4096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260744-4BBF-00F7-EE57-8BC609D4B7B7}"/>
              </a:ext>
            </a:extLst>
          </p:cNvPr>
          <p:cNvSpPr txBox="1"/>
          <p:nvPr/>
        </p:nvSpPr>
        <p:spPr>
          <a:xfrm>
            <a:off x="9546229" y="4645964"/>
            <a:ext cx="163993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Lampan Lyser!</a:t>
            </a:r>
            <a:endParaRPr lang="LID4096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9DBEE814-D12E-CFE0-1A55-EBA86AF2E205}"/>
              </a:ext>
            </a:extLst>
          </p:cNvPr>
          <p:cNvSpPr/>
          <p:nvPr/>
        </p:nvSpPr>
        <p:spPr>
          <a:xfrm>
            <a:off x="2290313" y="3713672"/>
            <a:ext cx="8087264" cy="1298275"/>
          </a:xfrm>
          <a:custGeom>
            <a:avLst/>
            <a:gdLst>
              <a:gd name="csX0" fmla="*/ 0 w 8087264"/>
              <a:gd name="csY0" fmla="*/ 379562 h 1298275"/>
              <a:gd name="csX1" fmla="*/ 457200 w 8087264"/>
              <a:gd name="csY1" fmla="*/ 107830 h 1298275"/>
              <a:gd name="csX2" fmla="*/ 974785 w 8087264"/>
              <a:gd name="csY2" fmla="*/ 0 h 1298275"/>
              <a:gd name="csX3" fmla="*/ 1522562 w 8087264"/>
              <a:gd name="csY3" fmla="*/ 17253 h 1298275"/>
              <a:gd name="csX4" fmla="*/ 2165230 w 8087264"/>
              <a:gd name="csY4" fmla="*/ 163902 h 1298275"/>
              <a:gd name="csX5" fmla="*/ 3334110 w 8087264"/>
              <a:gd name="csY5" fmla="*/ 534837 h 1298275"/>
              <a:gd name="csX6" fmla="*/ 4615132 w 8087264"/>
              <a:gd name="csY6" fmla="*/ 1000664 h 1298275"/>
              <a:gd name="csX7" fmla="*/ 5464834 w 8087264"/>
              <a:gd name="csY7" fmla="*/ 1246517 h 1298275"/>
              <a:gd name="csX8" fmla="*/ 5939287 w 8087264"/>
              <a:gd name="csY8" fmla="*/ 1298275 h 1298275"/>
              <a:gd name="csX9" fmla="*/ 6331789 w 8087264"/>
              <a:gd name="csY9" fmla="*/ 1186132 h 1298275"/>
              <a:gd name="csX10" fmla="*/ 7026215 w 8087264"/>
              <a:gd name="csY10" fmla="*/ 780690 h 1298275"/>
              <a:gd name="csX11" fmla="*/ 8087264 w 8087264"/>
              <a:gd name="csY11" fmla="*/ 181154 h 12982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8087264" h="1298275">
                <a:moveTo>
                  <a:pt x="0" y="379562"/>
                </a:moveTo>
                <a:lnTo>
                  <a:pt x="457200" y="107830"/>
                </a:lnTo>
                <a:lnTo>
                  <a:pt x="974785" y="0"/>
                </a:lnTo>
                <a:lnTo>
                  <a:pt x="1522562" y="17253"/>
                </a:lnTo>
                <a:lnTo>
                  <a:pt x="2165230" y="163902"/>
                </a:lnTo>
                <a:lnTo>
                  <a:pt x="3334110" y="534837"/>
                </a:lnTo>
                <a:lnTo>
                  <a:pt x="4615132" y="1000664"/>
                </a:lnTo>
                <a:lnTo>
                  <a:pt x="5464834" y="1246517"/>
                </a:lnTo>
                <a:lnTo>
                  <a:pt x="5939287" y="1298275"/>
                </a:lnTo>
                <a:lnTo>
                  <a:pt x="6331789" y="1186132"/>
                </a:lnTo>
                <a:lnTo>
                  <a:pt x="7026215" y="780690"/>
                </a:lnTo>
                <a:lnTo>
                  <a:pt x="8087264" y="181154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7C5CBB3F-F45F-8B96-68E8-258E4DFA3450}"/>
              </a:ext>
            </a:extLst>
          </p:cNvPr>
          <p:cNvSpPr/>
          <p:nvPr/>
        </p:nvSpPr>
        <p:spPr>
          <a:xfrm>
            <a:off x="6922698" y="4028536"/>
            <a:ext cx="3536830" cy="1263770"/>
          </a:xfrm>
          <a:custGeom>
            <a:avLst/>
            <a:gdLst>
              <a:gd name="csX0" fmla="*/ 3536830 w 3536830"/>
              <a:gd name="csY0" fmla="*/ 0 h 1263770"/>
              <a:gd name="csX1" fmla="*/ 1798608 w 3536830"/>
              <a:gd name="csY1" fmla="*/ 1013604 h 1263770"/>
              <a:gd name="csX2" fmla="*/ 1367287 w 3536830"/>
              <a:gd name="csY2" fmla="*/ 1194758 h 1263770"/>
              <a:gd name="csX3" fmla="*/ 1004977 w 3536830"/>
              <a:gd name="csY3" fmla="*/ 1263770 h 1263770"/>
              <a:gd name="csX4" fmla="*/ 672860 w 3536830"/>
              <a:gd name="csY4" fmla="*/ 1246517 h 1263770"/>
              <a:gd name="csX5" fmla="*/ 224287 w 3536830"/>
              <a:gd name="csY5" fmla="*/ 1052422 h 1263770"/>
              <a:gd name="csX6" fmla="*/ 0 w 3536830"/>
              <a:gd name="csY6" fmla="*/ 953219 h 12637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536830" h="1263770">
                <a:moveTo>
                  <a:pt x="3536830" y="0"/>
                </a:moveTo>
                <a:lnTo>
                  <a:pt x="1798608" y="1013604"/>
                </a:lnTo>
                <a:lnTo>
                  <a:pt x="1367287" y="1194758"/>
                </a:lnTo>
                <a:lnTo>
                  <a:pt x="1004977" y="1263770"/>
                </a:lnTo>
                <a:lnTo>
                  <a:pt x="672860" y="1246517"/>
                </a:lnTo>
                <a:lnTo>
                  <a:pt x="224287" y="1052422"/>
                </a:lnTo>
                <a:lnTo>
                  <a:pt x="0" y="953219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A14772A2-19E5-AB9D-3D65-AD832E1BD561}"/>
              </a:ext>
            </a:extLst>
          </p:cNvPr>
          <p:cNvSpPr/>
          <p:nvPr/>
        </p:nvSpPr>
        <p:spPr>
          <a:xfrm>
            <a:off x="2566358" y="4270075"/>
            <a:ext cx="4347714" cy="677174"/>
          </a:xfrm>
          <a:custGeom>
            <a:avLst/>
            <a:gdLst>
              <a:gd name="csX0" fmla="*/ 4347714 w 4347714"/>
              <a:gd name="csY0" fmla="*/ 677174 h 677174"/>
              <a:gd name="csX1" fmla="*/ 3786997 w 4347714"/>
              <a:gd name="csY1" fmla="*/ 401129 h 677174"/>
              <a:gd name="csX2" fmla="*/ 3446253 w 4347714"/>
              <a:gd name="csY2" fmla="*/ 327804 h 677174"/>
              <a:gd name="csX3" fmla="*/ 496019 w 4347714"/>
              <a:gd name="csY3" fmla="*/ 4314 h 677174"/>
              <a:gd name="csX4" fmla="*/ 138023 w 4347714"/>
              <a:gd name="csY4" fmla="*/ 0 h 677174"/>
              <a:gd name="csX5" fmla="*/ 0 w 4347714"/>
              <a:gd name="csY5" fmla="*/ 60385 h 6771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347714" h="677174">
                <a:moveTo>
                  <a:pt x="4347714" y="677174"/>
                </a:moveTo>
                <a:lnTo>
                  <a:pt x="3786997" y="401129"/>
                </a:lnTo>
                <a:lnTo>
                  <a:pt x="3446253" y="327804"/>
                </a:lnTo>
                <a:lnTo>
                  <a:pt x="496019" y="4314"/>
                </a:lnTo>
                <a:lnTo>
                  <a:pt x="138023" y="0"/>
                </a:lnTo>
                <a:lnTo>
                  <a:pt x="0" y="60385"/>
                </a:lnTo>
              </a:path>
            </a:pathLst>
          </a:custGeom>
          <a:noFill/>
          <a:ln>
            <a:solidFill>
              <a:srgbClr val="FFC000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578FDB7-24A6-0075-59DD-924B15AA00D2}"/>
              </a:ext>
            </a:extLst>
          </p:cNvPr>
          <p:cNvSpPr txBox="1"/>
          <p:nvPr/>
        </p:nvSpPr>
        <p:spPr>
          <a:xfrm>
            <a:off x="5441900" y="3254427"/>
            <a:ext cx="271099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sv-SE" dirty="0"/>
              <a:t>Om bit5 är </a:t>
            </a:r>
            <a:r>
              <a:rPr lang="sv-SE" b="1" dirty="0"/>
              <a:t>1</a:t>
            </a:r>
            <a:r>
              <a:rPr lang="sv-SE" dirty="0"/>
              <a:t> och bit 6 är </a:t>
            </a:r>
            <a:r>
              <a:rPr lang="sv-SE" b="1" dirty="0"/>
              <a:t>0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40020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5" grpId="0" animBg="1"/>
      <p:bldP spid="8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73870-4061-F742-B115-B151F7F8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680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1859C-8618-38B7-075D-BD59EC69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EB329D7E-D5C6-C71F-2779-086E0CB40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016EF-A12B-8BE4-50D7-2C513DE19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A7697EB-AC0B-85B7-454F-06C93B53EAD4}"/>
              </a:ext>
            </a:extLst>
          </p:cNvPr>
          <p:cNvGrpSpPr/>
          <p:nvPr/>
        </p:nvGrpSpPr>
        <p:grpSpPr>
          <a:xfrm>
            <a:off x="8625019" y="3694696"/>
            <a:ext cx="2076275" cy="2122414"/>
            <a:chOff x="8625019" y="3694696"/>
            <a:chExt cx="2076275" cy="212241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F459BB9-3689-FC33-87FA-7703A4385E93}"/>
                </a:ext>
              </a:extLst>
            </p:cNvPr>
            <p:cNvSpPr/>
            <p:nvPr/>
          </p:nvSpPr>
          <p:spPr>
            <a:xfrm>
              <a:off x="8625019" y="3694696"/>
              <a:ext cx="2076275" cy="2122414"/>
            </a:xfrm>
            <a:prstGeom prst="roundRect">
              <a:avLst>
                <a:gd name="adj" fmla="val 10606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0D9DCEA-74DE-CC21-4EB2-9F02D5C73D42}"/>
                </a:ext>
              </a:extLst>
            </p:cNvPr>
            <p:cNvSpPr/>
            <p:nvPr/>
          </p:nvSpPr>
          <p:spPr>
            <a:xfrm>
              <a:off x="8864105" y="3958949"/>
              <a:ext cx="1371600" cy="1514213"/>
            </a:xfrm>
            <a:custGeom>
              <a:avLst/>
              <a:gdLst>
                <a:gd name="connsiteX0" fmla="*/ 541090 w 1371600"/>
                <a:gd name="connsiteY0" fmla="*/ 0 h 1514213"/>
                <a:gd name="connsiteX1" fmla="*/ 541090 w 1371600"/>
                <a:gd name="connsiteY1" fmla="*/ 130029 h 1514213"/>
                <a:gd name="connsiteX2" fmla="*/ 0 w 1371600"/>
                <a:gd name="connsiteY2" fmla="*/ 130029 h 1514213"/>
                <a:gd name="connsiteX3" fmla="*/ 0 w 1371600"/>
                <a:gd name="connsiteY3" fmla="*/ 1497435 h 1514213"/>
                <a:gd name="connsiteX4" fmla="*/ 1371600 w 1371600"/>
                <a:gd name="connsiteY4" fmla="*/ 1514213 h 1514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514213">
                  <a:moveTo>
                    <a:pt x="541090" y="0"/>
                  </a:moveTo>
                  <a:lnTo>
                    <a:pt x="541090" y="130029"/>
                  </a:lnTo>
                  <a:lnTo>
                    <a:pt x="0" y="130029"/>
                  </a:lnTo>
                  <a:lnTo>
                    <a:pt x="0" y="1497435"/>
                  </a:lnTo>
                  <a:lnTo>
                    <a:pt x="1371600" y="1514213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386DA3-DA03-5293-B143-E880112C8568}"/>
                </a:ext>
              </a:extLst>
            </p:cNvPr>
            <p:cNvSpPr/>
            <p:nvPr/>
          </p:nvSpPr>
          <p:spPr>
            <a:xfrm>
              <a:off x="8939606" y="3963143"/>
              <a:ext cx="1287710" cy="1170264"/>
            </a:xfrm>
            <a:custGeom>
              <a:avLst/>
              <a:gdLst>
                <a:gd name="connsiteX0" fmla="*/ 545284 w 1287710"/>
                <a:gd name="connsiteY0" fmla="*/ 0 h 1170264"/>
                <a:gd name="connsiteX1" fmla="*/ 541090 w 1287710"/>
                <a:gd name="connsiteY1" fmla="*/ 171975 h 1170264"/>
                <a:gd name="connsiteX2" fmla="*/ 0 w 1287710"/>
                <a:gd name="connsiteY2" fmla="*/ 176169 h 1170264"/>
                <a:gd name="connsiteX3" fmla="*/ 0 w 1287710"/>
                <a:gd name="connsiteY3" fmla="*/ 1166070 h 1170264"/>
                <a:gd name="connsiteX4" fmla="*/ 1287710 w 1287710"/>
                <a:gd name="connsiteY4" fmla="*/ 1170264 h 1170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710" h="1170264">
                  <a:moveTo>
                    <a:pt x="545284" y="0"/>
                  </a:moveTo>
                  <a:lnTo>
                    <a:pt x="541090" y="171975"/>
                  </a:lnTo>
                  <a:lnTo>
                    <a:pt x="0" y="176169"/>
                  </a:lnTo>
                  <a:lnTo>
                    <a:pt x="0" y="1166070"/>
                  </a:lnTo>
                  <a:lnTo>
                    <a:pt x="1287710" y="1170264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4BE3616-B8D8-5BFD-E39A-73DD31C72709}"/>
                </a:ext>
              </a:extLst>
            </p:cNvPr>
            <p:cNvSpPr/>
            <p:nvPr/>
          </p:nvSpPr>
          <p:spPr>
            <a:xfrm>
              <a:off x="9002523" y="3963143"/>
              <a:ext cx="1224793" cy="855677"/>
            </a:xfrm>
            <a:custGeom>
              <a:avLst/>
              <a:gdLst>
                <a:gd name="connsiteX0" fmla="*/ 587230 w 1224793"/>
                <a:gd name="connsiteY0" fmla="*/ 0 h 855677"/>
                <a:gd name="connsiteX1" fmla="*/ 591424 w 1224793"/>
                <a:gd name="connsiteY1" fmla="*/ 205531 h 855677"/>
                <a:gd name="connsiteX2" fmla="*/ 0 w 1224793"/>
                <a:gd name="connsiteY2" fmla="*/ 209725 h 855677"/>
                <a:gd name="connsiteX3" fmla="*/ 0 w 1224793"/>
                <a:gd name="connsiteY3" fmla="*/ 855677 h 855677"/>
                <a:gd name="connsiteX4" fmla="*/ 1224793 w 1224793"/>
                <a:gd name="connsiteY4" fmla="*/ 855677 h 85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793" h="855677">
                  <a:moveTo>
                    <a:pt x="587230" y="0"/>
                  </a:moveTo>
                  <a:lnTo>
                    <a:pt x="591424" y="205531"/>
                  </a:lnTo>
                  <a:lnTo>
                    <a:pt x="0" y="209725"/>
                  </a:lnTo>
                  <a:lnTo>
                    <a:pt x="0" y="855677"/>
                  </a:lnTo>
                  <a:lnTo>
                    <a:pt x="1224793" y="855677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2BC65FD-3336-F391-B770-4E0D8CAE1B57}"/>
                </a:ext>
              </a:extLst>
            </p:cNvPr>
            <p:cNvSpPr/>
            <p:nvPr/>
          </p:nvSpPr>
          <p:spPr>
            <a:xfrm>
              <a:off x="9073830" y="3963143"/>
              <a:ext cx="1145097" cy="545285"/>
            </a:xfrm>
            <a:custGeom>
              <a:avLst/>
              <a:gdLst>
                <a:gd name="connsiteX0" fmla="*/ 604007 w 1145097"/>
                <a:gd name="connsiteY0" fmla="*/ 0 h 545285"/>
                <a:gd name="connsiteX1" fmla="*/ 608201 w 1145097"/>
                <a:gd name="connsiteY1" fmla="*/ 239087 h 545285"/>
                <a:gd name="connsiteX2" fmla="*/ 0 w 1145097"/>
                <a:gd name="connsiteY2" fmla="*/ 239087 h 545285"/>
                <a:gd name="connsiteX3" fmla="*/ 0 w 1145097"/>
                <a:gd name="connsiteY3" fmla="*/ 536896 h 545285"/>
                <a:gd name="connsiteX4" fmla="*/ 1145097 w 1145097"/>
                <a:gd name="connsiteY4" fmla="*/ 545285 h 545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5097" h="545285">
                  <a:moveTo>
                    <a:pt x="604007" y="0"/>
                  </a:moveTo>
                  <a:lnTo>
                    <a:pt x="608201" y="239087"/>
                  </a:lnTo>
                  <a:lnTo>
                    <a:pt x="0" y="239087"/>
                  </a:lnTo>
                  <a:lnTo>
                    <a:pt x="0" y="536896"/>
                  </a:lnTo>
                  <a:lnTo>
                    <a:pt x="1145097" y="545285"/>
                  </a:lnTo>
                </a:path>
              </a:pathLst>
            </a:custGeom>
            <a:noFill/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5C0ACCB-325F-B157-F8BE-3FCA0137A15A}"/>
                </a:ext>
              </a:extLst>
            </p:cNvPr>
            <p:cNvSpPr/>
            <p:nvPr/>
          </p:nvSpPr>
          <p:spPr>
            <a:xfrm>
              <a:off x="9862395" y="3963143"/>
              <a:ext cx="29361" cy="1598103"/>
            </a:xfrm>
            <a:custGeom>
              <a:avLst/>
              <a:gdLst>
                <a:gd name="connsiteX0" fmla="*/ 0 w 29361"/>
                <a:gd name="connsiteY0" fmla="*/ 0 h 1598103"/>
                <a:gd name="connsiteX1" fmla="*/ 29361 w 29361"/>
                <a:gd name="connsiteY1" fmla="*/ 1598103 h 159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361" h="1598103">
                  <a:moveTo>
                    <a:pt x="0" y="0"/>
                  </a:moveTo>
                  <a:lnTo>
                    <a:pt x="29361" y="1598103"/>
                  </a:lnTo>
                </a:path>
              </a:pathLst>
            </a:cu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792672E-A19B-BFDD-19EF-FE2AF7ADE2AF}"/>
                </a:ext>
              </a:extLst>
            </p:cNvPr>
            <p:cNvSpPr/>
            <p:nvPr/>
          </p:nvSpPr>
          <p:spPr>
            <a:xfrm>
              <a:off x="9765921" y="3950560"/>
              <a:ext cx="453006" cy="1564547"/>
            </a:xfrm>
            <a:custGeom>
              <a:avLst/>
              <a:gdLst>
                <a:gd name="connsiteX0" fmla="*/ 0 w 453006"/>
                <a:gd name="connsiteY0" fmla="*/ 0 h 1564547"/>
                <a:gd name="connsiteX1" fmla="*/ 0 w 453006"/>
                <a:gd name="connsiteY1" fmla="*/ 167780 h 1564547"/>
                <a:gd name="connsiteX2" fmla="*/ 427839 w 453006"/>
                <a:gd name="connsiteY2" fmla="*/ 306198 h 1564547"/>
                <a:gd name="connsiteX3" fmla="*/ 453006 w 453006"/>
                <a:gd name="connsiteY3" fmla="*/ 1564547 h 156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006" h="1564547">
                  <a:moveTo>
                    <a:pt x="0" y="0"/>
                  </a:moveTo>
                  <a:lnTo>
                    <a:pt x="0" y="167780"/>
                  </a:lnTo>
                  <a:lnTo>
                    <a:pt x="427839" y="306198"/>
                  </a:lnTo>
                  <a:lnTo>
                    <a:pt x="453006" y="1564547"/>
                  </a:lnTo>
                </a:path>
              </a:pathLst>
            </a:cu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3BA5F87-C294-0AC1-E07A-76CDC569D857}"/>
                </a:ext>
              </a:extLst>
            </p:cNvPr>
            <p:cNvSpPr/>
            <p:nvPr/>
          </p:nvSpPr>
          <p:spPr>
            <a:xfrm>
              <a:off x="9577131" y="3955595"/>
              <a:ext cx="377928" cy="1505824"/>
            </a:xfrm>
            <a:custGeom>
              <a:avLst/>
              <a:gdLst>
                <a:gd name="connsiteX0" fmla="*/ 788566 w 788566"/>
                <a:gd name="connsiteY0" fmla="*/ 0 h 1505824"/>
                <a:gd name="connsiteX1" fmla="*/ 788566 w 788566"/>
                <a:gd name="connsiteY1" fmla="*/ 322976 h 1505824"/>
                <a:gd name="connsiteX2" fmla="*/ 4195 w 788566"/>
                <a:gd name="connsiteY2" fmla="*/ 322976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88566 w 788566"/>
                <a:gd name="connsiteY1" fmla="*/ 322976 h 1505824"/>
                <a:gd name="connsiteX2" fmla="*/ 4195 w 788566"/>
                <a:gd name="connsiteY2" fmla="*/ 222308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70865 w 788566"/>
                <a:gd name="connsiteY1" fmla="*/ 230698 h 1505824"/>
                <a:gd name="connsiteX2" fmla="*/ 4195 w 788566"/>
                <a:gd name="connsiteY2" fmla="*/ 222308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70865 w 788566"/>
                <a:gd name="connsiteY1" fmla="*/ 230698 h 1505824"/>
                <a:gd name="connsiteX2" fmla="*/ 13044 w 788566"/>
                <a:gd name="connsiteY2" fmla="*/ 289419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70865 w 788566"/>
                <a:gd name="connsiteY1" fmla="*/ 285226 h 1505824"/>
                <a:gd name="connsiteX2" fmla="*/ 13044 w 788566"/>
                <a:gd name="connsiteY2" fmla="*/ 289419 h 1505824"/>
                <a:gd name="connsiteX3" fmla="*/ 0 w 788566"/>
                <a:gd name="connsiteY3" fmla="*/ 1505824 h 1505824"/>
                <a:gd name="connsiteX0" fmla="*/ 788566 w 797417"/>
                <a:gd name="connsiteY0" fmla="*/ 0 h 1505824"/>
                <a:gd name="connsiteX1" fmla="*/ 797417 w 797417"/>
                <a:gd name="connsiteY1" fmla="*/ 285226 h 1505824"/>
                <a:gd name="connsiteX2" fmla="*/ 13044 w 797417"/>
                <a:gd name="connsiteY2" fmla="*/ 289419 h 1505824"/>
                <a:gd name="connsiteX3" fmla="*/ 0 w 797417"/>
                <a:gd name="connsiteY3" fmla="*/ 1505824 h 1505824"/>
                <a:gd name="connsiteX0" fmla="*/ 788566 w 797417"/>
                <a:gd name="connsiteY0" fmla="*/ 0 h 1505824"/>
                <a:gd name="connsiteX1" fmla="*/ 797417 w 797417"/>
                <a:gd name="connsiteY1" fmla="*/ 285226 h 1505824"/>
                <a:gd name="connsiteX2" fmla="*/ 13044 w 797417"/>
                <a:gd name="connsiteY2" fmla="*/ 285225 h 1505824"/>
                <a:gd name="connsiteX3" fmla="*/ 0 w 797417"/>
                <a:gd name="connsiteY3" fmla="*/ 1505824 h 1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417" h="1505824">
                  <a:moveTo>
                    <a:pt x="788566" y="0"/>
                  </a:moveTo>
                  <a:lnTo>
                    <a:pt x="797417" y="285226"/>
                  </a:lnTo>
                  <a:lnTo>
                    <a:pt x="13044" y="285225"/>
                  </a:lnTo>
                  <a:cubicBezTo>
                    <a:pt x="11646" y="679508"/>
                    <a:pt x="1398" y="1111541"/>
                    <a:pt x="0" y="1505824"/>
                  </a:cubicBezTo>
                </a:path>
              </a:pathLst>
            </a:cu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89C0C1B-82D0-BD74-6DFD-A3D2F8FA700D}"/>
                </a:ext>
              </a:extLst>
            </p:cNvPr>
            <p:cNvSpPr/>
            <p:nvPr/>
          </p:nvSpPr>
          <p:spPr>
            <a:xfrm>
              <a:off x="9258387" y="3958949"/>
              <a:ext cx="788566" cy="1505824"/>
            </a:xfrm>
            <a:custGeom>
              <a:avLst/>
              <a:gdLst>
                <a:gd name="connsiteX0" fmla="*/ 788566 w 788566"/>
                <a:gd name="connsiteY0" fmla="*/ 0 h 1505824"/>
                <a:gd name="connsiteX1" fmla="*/ 788566 w 788566"/>
                <a:gd name="connsiteY1" fmla="*/ 322976 h 1505824"/>
                <a:gd name="connsiteX2" fmla="*/ 4195 w 788566"/>
                <a:gd name="connsiteY2" fmla="*/ 322976 h 1505824"/>
                <a:gd name="connsiteX3" fmla="*/ 0 w 788566"/>
                <a:gd name="connsiteY3" fmla="*/ 1505824 h 1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66" h="1505824">
                  <a:moveTo>
                    <a:pt x="788566" y="0"/>
                  </a:moveTo>
                  <a:lnTo>
                    <a:pt x="788566" y="322976"/>
                  </a:lnTo>
                  <a:lnTo>
                    <a:pt x="4195" y="322976"/>
                  </a:lnTo>
                  <a:cubicBezTo>
                    <a:pt x="2797" y="717259"/>
                    <a:pt x="1398" y="1111541"/>
                    <a:pt x="0" y="1505824"/>
                  </a:cubicBezTo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0867D81-DAA6-484F-AD5E-53F498BE28C4}"/>
                </a:ext>
              </a:extLst>
            </p:cNvPr>
            <p:cNvGrpSpPr/>
            <p:nvPr/>
          </p:nvGrpSpPr>
          <p:grpSpPr>
            <a:xfrm>
              <a:off x="9124170" y="4363941"/>
              <a:ext cx="255090" cy="255090"/>
              <a:chOff x="2766747" y="2052494"/>
              <a:chExt cx="255090" cy="255090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AD9E327-27FA-D16F-CD0B-0BF58C90772E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97938D-8CA8-56DF-D743-28DB0708E0E7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45E5EDD-DC6D-F931-E4D9-722C6577E1D6}"/>
                </a:ext>
              </a:extLst>
            </p:cNvPr>
            <p:cNvGrpSpPr/>
            <p:nvPr/>
          </p:nvGrpSpPr>
          <p:grpSpPr>
            <a:xfrm>
              <a:off x="9444891" y="4363941"/>
              <a:ext cx="255090" cy="255090"/>
              <a:chOff x="2766747" y="2052494"/>
              <a:chExt cx="255090" cy="25509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6727CBDF-9046-7F9D-CD59-749653B1A148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D1F1F86-6227-D09A-A1A4-65E709A192CF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3889514-265D-CBB8-6423-385D2541560F}"/>
                </a:ext>
              </a:extLst>
            </p:cNvPr>
            <p:cNvGrpSpPr/>
            <p:nvPr/>
          </p:nvGrpSpPr>
          <p:grpSpPr>
            <a:xfrm>
              <a:off x="9765612" y="4363941"/>
              <a:ext cx="255090" cy="255090"/>
              <a:chOff x="2766747" y="2052494"/>
              <a:chExt cx="255090" cy="25509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BB9A300C-7F01-D75A-C54C-8EA047E94F14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1262C8B-EE5C-8F8F-8493-59204B100533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B61150E-8E6D-FBDA-370C-7435ACF06923}"/>
                </a:ext>
              </a:extLst>
            </p:cNvPr>
            <p:cNvGrpSpPr/>
            <p:nvPr/>
          </p:nvGrpSpPr>
          <p:grpSpPr>
            <a:xfrm>
              <a:off x="10086333" y="4363941"/>
              <a:ext cx="255090" cy="255090"/>
              <a:chOff x="2766747" y="2052494"/>
              <a:chExt cx="255090" cy="255090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E9F67265-DFA3-81F4-DFBC-D0106C4E79CD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2C2254B-9956-4531-1F80-F49323B728F3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911D019-BF70-4072-C82F-3088FF77D28A}"/>
                </a:ext>
              </a:extLst>
            </p:cNvPr>
            <p:cNvGrpSpPr/>
            <p:nvPr/>
          </p:nvGrpSpPr>
          <p:grpSpPr>
            <a:xfrm>
              <a:off x="9124170" y="4684663"/>
              <a:ext cx="255090" cy="255090"/>
              <a:chOff x="2766747" y="2052494"/>
              <a:chExt cx="255090" cy="25509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344EC4BC-1649-966E-DF5C-73C58CD8AF2E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D6CDB5B-4A0B-EB10-467B-B31909793C95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F821B6F-73F0-86A8-06D3-4B4236428990}"/>
                </a:ext>
              </a:extLst>
            </p:cNvPr>
            <p:cNvGrpSpPr/>
            <p:nvPr/>
          </p:nvGrpSpPr>
          <p:grpSpPr>
            <a:xfrm>
              <a:off x="9444891" y="4684663"/>
              <a:ext cx="255090" cy="255090"/>
              <a:chOff x="2766747" y="2052494"/>
              <a:chExt cx="255090" cy="25509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ADC4D4F7-4060-0FB9-1136-BCA18E2C02C4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10CC0B7-0090-5646-63C9-E9B0B01BC38F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DB192A9-7FF4-ABF1-AEF7-B0A8B3FF3408}"/>
                </a:ext>
              </a:extLst>
            </p:cNvPr>
            <p:cNvGrpSpPr/>
            <p:nvPr/>
          </p:nvGrpSpPr>
          <p:grpSpPr>
            <a:xfrm>
              <a:off x="9765612" y="4684663"/>
              <a:ext cx="255090" cy="255090"/>
              <a:chOff x="2766747" y="2052494"/>
              <a:chExt cx="255090" cy="255090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2F20E206-2E66-2A75-DEF2-0AB46C4AF418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904E4E07-A1E8-EBBC-C7D4-F4073FFA3D39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3EF138D-27E4-8339-C5F6-62DCE698BAFC}"/>
                </a:ext>
              </a:extLst>
            </p:cNvPr>
            <p:cNvGrpSpPr/>
            <p:nvPr/>
          </p:nvGrpSpPr>
          <p:grpSpPr>
            <a:xfrm>
              <a:off x="10086333" y="4684663"/>
              <a:ext cx="255090" cy="255090"/>
              <a:chOff x="2766747" y="2052494"/>
              <a:chExt cx="255090" cy="2550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C19D2322-5A34-EF0A-1228-BAFC9FC6D52B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D581AF3B-605F-CCFC-3F43-913DC8478E29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8B8FCBD-4075-458B-EC74-538A91277912}"/>
                </a:ext>
              </a:extLst>
            </p:cNvPr>
            <p:cNvGrpSpPr/>
            <p:nvPr/>
          </p:nvGrpSpPr>
          <p:grpSpPr>
            <a:xfrm>
              <a:off x="9124170" y="5005385"/>
              <a:ext cx="255090" cy="255090"/>
              <a:chOff x="2766747" y="2052494"/>
              <a:chExt cx="255090" cy="255090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0ED63CFE-80BD-2FCD-C1BE-E3B717C67CB4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0700C6A-E02E-ADA9-FDAC-BDB5675BF18D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F8E5511-5D2B-AA43-D517-BA48A6940064}"/>
                </a:ext>
              </a:extLst>
            </p:cNvPr>
            <p:cNvGrpSpPr/>
            <p:nvPr/>
          </p:nvGrpSpPr>
          <p:grpSpPr>
            <a:xfrm>
              <a:off x="9444891" y="5005385"/>
              <a:ext cx="255090" cy="255090"/>
              <a:chOff x="2766747" y="2052494"/>
              <a:chExt cx="255090" cy="255090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0753FB7E-7583-2C03-A724-2A63075202A6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6B6B542-DE4A-8AAA-EE6F-9BF704A1A802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EEFD455-90B1-E48C-206F-A1B1426C1218}"/>
                </a:ext>
              </a:extLst>
            </p:cNvPr>
            <p:cNvGrpSpPr/>
            <p:nvPr/>
          </p:nvGrpSpPr>
          <p:grpSpPr>
            <a:xfrm>
              <a:off x="9765612" y="5005385"/>
              <a:ext cx="255090" cy="255090"/>
              <a:chOff x="2766747" y="2052494"/>
              <a:chExt cx="255090" cy="255090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2416B8BA-F99A-C143-E77B-163802EB74B1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B41E38F-C9A6-9E08-CC4F-1AF76066C29C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BFFC159-E3CA-7004-9611-C235A3BA8739}"/>
                </a:ext>
              </a:extLst>
            </p:cNvPr>
            <p:cNvGrpSpPr/>
            <p:nvPr/>
          </p:nvGrpSpPr>
          <p:grpSpPr>
            <a:xfrm>
              <a:off x="10086333" y="5005385"/>
              <a:ext cx="255090" cy="255090"/>
              <a:chOff x="2766747" y="2052494"/>
              <a:chExt cx="255090" cy="255090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C2A69FF1-955D-4A1B-A1C5-D2FB105A5ADA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BB387C96-7191-7545-C6A6-A3E0FB003673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37602F6-A624-E293-AEC0-A100D7348BBB}"/>
                </a:ext>
              </a:extLst>
            </p:cNvPr>
            <p:cNvGrpSpPr/>
            <p:nvPr/>
          </p:nvGrpSpPr>
          <p:grpSpPr>
            <a:xfrm>
              <a:off x="9124170" y="5326107"/>
              <a:ext cx="255090" cy="255090"/>
              <a:chOff x="2766747" y="2052494"/>
              <a:chExt cx="255090" cy="255090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FBD901C8-1932-777D-3FE4-0E4F3A3B6F97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37BC4CD-EAD2-DA18-D856-7F45D4EE29A3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8ADF177-A663-FE91-A9B4-0A338E7E5DF4}"/>
                </a:ext>
              </a:extLst>
            </p:cNvPr>
            <p:cNvGrpSpPr/>
            <p:nvPr/>
          </p:nvGrpSpPr>
          <p:grpSpPr>
            <a:xfrm>
              <a:off x="9444891" y="5326107"/>
              <a:ext cx="255090" cy="255090"/>
              <a:chOff x="2766747" y="2052494"/>
              <a:chExt cx="255090" cy="255090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F169AE8D-E5DB-5FF9-BDFF-630269A98A7C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EB2AE11-C16C-0218-2003-17AA3BB44FDD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9192983-FD47-CB26-788B-23B74D59121E}"/>
                </a:ext>
              </a:extLst>
            </p:cNvPr>
            <p:cNvGrpSpPr/>
            <p:nvPr/>
          </p:nvGrpSpPr>
          <p:grpSpPr>
            <a:xfrm>
              <a:off x="9765612" y="5326107"/>
              <a:ext cx="255090" cy="255090"/>
              <a:chOff x="2766747" y="2052494"/>
              <a:chExt cx="255090" cy="255090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628AED1-C0CD-D2D4-2960-046BE97AAB00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96520779-36F3-C216-145B-677248EB4225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3373D38-6F31-F277-3D89-44D9857B948C}"/>
                </a:ext>
              </a:extLst>
            </p:cNvPr>
            <p:cNvGrpSpPr/>
            <p:nvPr/>
          </p:nvGrpSpPr>
          <p:grpSpPr>
            <a:xfrm>
              <a:off x="10086333" y="5326107"/>
              <a:ext cx="255090" cy="255090"/>
              <a:chOff x="2766747" y="2052494"/>
              <a:chExt cx="255090" cy="255090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9F9C9426-F0B5-707E-E58C-93B7DAE74914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A713E09-C75E-2285-0C00-A7B95B31AAB2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202B8A53-2BF2-E45E-E15D-6490FCF9B79E}"/>
                </a:ext>
              </a:extLst>
            </p:cNvPr>
            <p:cNvGrpSpPr/>
            <p:nvPr/>
          </p:nvGrpSpPr>
          <p:grpSpPr>
            <a:xfrm>
              <a:off x="9317030" y="3891836"/>
              <a:ext cx="815362" cy="138419"/>
              <a:chOff x="5146646" y="1950440"/>
              <a:chExt cx="815362" cy="138419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D9CB8BE2-4F25-2B20-0FCA-98644C1A2FA3}"/>
                  </a:ext>
                </a:extLst>
              </p:cNvPr>
              <p:cNvSpPr/>
              <p:nvPr/>
            </p:nvSpPr>
            <p:spPr>
              <a:xfrm>
                <a:off x="5146646" y="1950440"/>
                <a:ext cx="815362" cy="138419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0AA7B3EE-C512-D3D1-5444-DA28237E4440}"/>
                  </a:ext>
                </a:extLst>
              </p:cNvPr>
              <p:cNvSpPr/>
              <p:nvPr/>
            </p:nvSpPr>
            <p:spPr>
              <a:xfrm rot="16200000">
                <a:off x="5201236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1AB14BB5-81DF-1DDB-E75A-4A2BB9CDCB9A}"/>
                  </a:ext>
                </a:extLst>
              </p:cNvPr>
              <p:cNvSpPr/>
              <p:nvPr/>
            </p:nvSpPr>
            <p:spPr>
              <a:xfrm rot="16200000">
                <a:off x="5294405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BDCE229-7BC3-F625-0FC0-E4659F164FE5}"/>
                  </a:ext>
                </a:extLst>
              </p:cNvPr>
              <p:cNvSpPr/>
              <p:nvPr/>
            </p:nvSpPr>
            <p:spPr>
              <a:xfrm rot="16200000">
                <a:off x="5387574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72E72183-13FE-8848-F81C-28E3F29DCDD5}"/>
                  </a:ext>
                </a:extLst>
              </p:cNvPr>
              <p:cNvSpPr/>
              <p:nvPr/>
            </p:nvSpPr>
            <p:spPr>
              <a:xfrm rot="16200000">
                <a:off x="5480743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646136DD-3F4D-CD9A-8C93-A790390409ED}"/>
                  </a:ext>
                </a:extLst>
              </p:cNvPr>
              <p:cNvSpPr/>
              <p:nvPr/>
            </p:nvSpPr>
            <p:spPr>
              <a:xfrm rot="16200000">
                <a:off x="5573912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59E3BE83-C227-038E-2B6C-BF91C4AA0DD0}"/>
                  </a:ext>
                </a:extLst>
              </p:cNvPr>
              <p:cNvSpPr/>
              <p:nvPr/>
            </p:nvSpPr>
            <p:spPr>
              <a:xfrm rot="16200000">
                <a:off x="5667081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937A6A3-0993-3C80-AD38-D4B7EB191BB1}"/>
                  </a:ext>
                </a:extLst>
              </p:cNvPr>
              <p:cNvSpPr/>
              <p:nvPr/>
            </p:nvSpPr>
            <p:spPr>
              <a:xfrm rot="16200000">
                <a:off x="5760250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E72E080A-0EED-6A91-9B71-E8D0BEBE2D8F}"/>
                  </a:ext>
                </a:extLst>
              </p:cNvPr>
              <p:cNvSpPr/>
              <p:nvPr/>
            </p:nvSpPr>
            <p:spPr>
              <a:xfrm rot="16200000">
                <a:off x="5853419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C13E0A7-57D6-314D-CE68-F532497181ED}"/>
                </a:ext>
              </a:extLst>
            </p:cNvPr>
            <p:cNvSpPr txBox="1"/>
            <p:nvPr/>
          </p:nvSpPr>
          <p:spPr>
            <a:xfrm>
              <a:off x="9069930" y="3729000"/>
              <a:ext cx="112883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>
                  <a:solidFill>
                    <a:schemeClr val="bg1"/>
                  </a:solidFill>
                  <a:latin typeface="Consolas" panose="020B0609020204030204" pitchFamily="49" charset="0"/>
                </a:rPr>
                <a:t>pin 7 6 5 4 3 2 1 0</a:t>
              </a:r>
              <a:endParaRPr lang="LID4096" sz="70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3078E08-A63A-61F9-2C82-A90B5EDD1C26}"/>
                </a:ext>
              </a:extLst>
            </p:cNvPr>
            <p:cNvSpPr txBox="1"/>
            <p:nvPr/>
          </p:nvSpPr>
          <p:spPr>
            <a:xfrm>
              <a:off x="9055467" y="4496249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0</a:t>
              </a:r>
              <a:endParaRPr lang="LID4096" sz="5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AD1F547-A3CF-7B26-1B67-986A45069048}"/>
                </a:ext>
              </a:extLst>
            </p:cNvPr>
            <p:cNvSpPr txBox="1"/>
            <p:nvPr/>
          </p:nvSpPr>
          <p:spPr>
            <a:xfrm>
              <a:off x="9377524" y="4497315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</a:t>
              </a:r>
              <a:endParaRPr lang="LID4096" sz="50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1DC3A61-25AA-0A6B-59E0-280A47370E37}"/>
                </a:ext>
              </a:extLst>
            </p:cNvPr>
            <p:cNvSpPr txBox="1"/>
            <p:nvPr/>
          </p:nvSpPr>
          <p:spPr>
            <a:xfrm>
              <a:off x="9699581" y="4498381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2</a:t>
              </a:r>
              <a:endParaRPr lang="LID4096" sz="50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F6C82FF-25F4-66CB-089B-83B9CE584C44}"/>
                </a:ext>
              </a:extLst>
            </p:cNvPr>
            <p:cNvSpPr txBox="1"/>
            <p:nvPr/>
          </p:nvSpPr>
          <p:spPr>
            <a:xfrm>
              <a:off x="10021638" y="4499447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3</a:t>
              </a:r>
              <a:endParaRPr lang="LID4096" sz="5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0A7CE98-A734-DD93-A376-57AF847FD0FB}"/>
                </a:ext>
              </a:extLst>
            </p:cNvPr>
            <p:cNvSpPr txBox="1"/>
            <p:nvPr/>
          </p:nvSpPr>
          <p:spPr>
            <a:xfrm>
              <a:off x="9055467" y="4798723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4</a:t>
              </a:r>
              <a:endParaRPr lang="LID4096" sz="5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FE051CB-BBE0-8E9A-6158-D8AA6EE2392C}"/>
                </a:ext>
              </a:extLst>
            </p:cNvPr>
            <p:cNvSpPr txBox="1"/>
            <p:nvPr/>
          </p:nvSpPr>
          <p:spPr>
            <a:xfrm>
              <a:off x="9377524" y="4799789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5</a:t>
              </a:r>
              <a:endParaRPr lang="LID4096" sz="50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F56E598-6648-C7A2-D6B4-3E9287E62AA0}"/>
                </a:ext>
              </a:extLst>
            </p:cNvPr>
            <p:cNvSpPr txBox="1"/>
            <p:nvPr/>
          </p:nvSpPr>
          <p:spPr>
            <a:xfrm>
              <a:off x="9699581" y="4800855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6</a:t>
              </a:r>
              <a:endParaRPr lang="LID4096" sz="5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427242D-E662-A365-1551-E23497C1C370}"/>
                </a:ext>
              </a:extLst>
            </p:cNvPr>
            <p:cNvSpPr txBox="1"/>
            <p:nvPr/>
          </p:nvSpPr>
          <p:spPr>
            <a:xfrm>
              <a:off x="10021638" y="4801921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7</a:t>
              </a:r>
              <a:endParaRPr lang="LID4096" sz="50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B940078-8544-BA3B-2988-527E0942A544}"/>
                </a:ext>
              </a:extLst>
            </p:cNvPr>
            <p:cNvSpPr txBox="1"/>
            <p:nvPr/>
          </p:nvSpPr>
          <p:spPr>
            <a:xfrm>
              <a:off x="9054531" y="5124319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8</a:t>
              </a:r>
              <a:endParaRPr lang="LID4096" sz="5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0CD277B-2FDA-32AA-3A9E-E9CDF6952ABC}"/>
                </a:ext>
              </a:extLst>
            </p:cNvPr>
            <p:cNvSpPr txBox="1"/>
            <p:nvPr/>
          </p:nvSpPr>
          <p:spPr>
            <a:xfrm>
              <a:off x="9376588" y="5125385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9</a:t>
              </a:r>
              <a:endParaRPr lang="LID4096" sz="50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C059E01-C1EC-F7EB-87AB-BFFE0BFB8B4C}"/>
                </a:ext>
              </a:extLst>
            </p:cNvPr>
            <p:cNvSpPr txBox="1"/>
            <p:nvPr/>
          </p:nvSpPr>
          <p:spPr>
            <a:xfrm>
              <a:off x="9698645" y="5126451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10</a:t>
              </a:r>
              <a:endParaRPr lang="LID4096" sz="5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C6ED4C7-61E1-4E26-2E5D-4A7AF0AAE703}"/>
                </a:ext>
              </a:extLst>
            </p:cNvPr>
            <p:cNvSpPr txBox="1"/>
            <p:nvPr/>
          </p:nvSpPr>
          <p:spPr>
            <a:xfrm>
              <a:off x="10020702" y="5127517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11</a:t>
              </a:r>
              <a:endParaRPr lang="LID4096" sz="50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545C94C-A22A-1346-E980-53F28D737531}"/>
                </a:ext>
              </a:extLst>
            </p:cNvPr>
            <p:cNvSpPr txBox="1"/>
            <p:nvPr/>
          </p:nvSpPr>
          <p:spPr>
            <a:xfrm>
              <a:off x="9053595" y="5449915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12</a:t>
              </a:r>
              <a:endParaRPr lang="LID4096" sz="50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DD01CF8-8DB1-0AC7-9E2C-A6E368606CAC}"/>
                </a:ext>
              </a:extLst>
            </p:cNvPr>
            <p:cNvSpPr txBox="1"/>
            <p:nvPr/>
          </p:nvSpPr>
          <p:spPr>
            <a:xfrm>
              <a:off x="9375652" y="5450981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13</a:t>
              </a:r>
              <a:endParaRPr lang="LID4096" sz="5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D3DADDE-A9EF-905D-E175-A2F58B1AC58F}"/>
                </a:ext>
              </a:extLst>
            </p:cNvPr>
            <p:cNvSpPr txBox="1"/>
            <p:nvPr/>
          </p:nvSpPr>
          <p:spPr>
            <a:xfrm>
              <a:off x="9697709" y="5452047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14</a:t>
              </a:r>
              <a:endParaRPr lang="LID4096" sz="50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AE9EF18-1B9E-88F7-6AD9-87A8C9C4B300}"/>
                </a:ext>
              </a:extLst>
            </p:cNvPr>
            <p:cNvSpPr txBox="1"/>
            <p:nvPr/>
          </p:nvSpPr>
          <p:spPr>
            <a:xfrm>
              <a:off x="10019766" y="5453113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15</a:t>
              </a:r>
              <a:endParaRPr lang="LID4096" sz="50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1CF2C41-0059-0668-07E1-E63A5C4F4F7C}"/>
              </a:ext>
            </a:extLst>
          </p:cNvPr>
          <p:cNvGrpSpPr/>
          <p:nvPr/>
        </p:nvGrpSpPr>
        <p:grpSpPr>
          <a:xfrm rot="16200000">
            <a:off x="4869920" y="3380810"/>
            <a:ext cx="3095687" cy="2476441"/>
            <a:chOff x="436296" y="1927861"/>
            <a:chExt cx="5353797" cy="4282849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40E5771B-A5C4-6100-0C8D-029913F65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F4FBBA68-71E8-ADF8-3D34-FB12AA177BEE}"/>
                </a:ext>
              </a:extLst>
            </p:cNvPr>
            <p:cNvSpPr/>
            <p:nvPr/>
          </p:nvSpPr>
          <p:spPr>
            <a:xfrm>
              <a:off x="1597669" y="3554255"/>
              <a:ext cx="3381375" cy="140208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EDA7C1-5AFB-8347-EBAC-3EB2E8B4EFC3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A3F62081-2BF3-E8A6-2FC1-2ED7753BDBEF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3097CDF-7619-7C1B-FEC1-C3E1737FF64C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61E0E4-60B9-9097-8D6D-5DBF714EFF0F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B0F0862-948E-2641-C496-2A87DA88A1AE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77CB23EF-2225-552F-D7DF-3892F8AF6CB4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65027E0-B1BB-DF3B-0343-945080549BC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4D9431CA-F78B-3108-5A9D-EBE465C1792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9C75A58-3239-B7ED-B586-4C36A2E142C8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BD029AAC-7B10-BB0A-F686-F4E4F899A82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B9516DE0-2D19-61AD-3054-C062C8CB55E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BCF404D-524E-84AB-8F8C-0737AAF84E6D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2218516-9BA3-7EEE-E22C-7652A2165C1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47901B36-61FF-7CFC-8B66-8C776B9816D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9395EFC-782A-C17C-9732-BAD4FA2D8934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4AEE4DC2-7843-4131-1361-00F8E131439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A021E05-4BB8-4D26-7878-402F8A119E0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2CF240F8-A935-8746-9C21-E77A112DA778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C8F9854-A30E-554B-0710-2092A45FA5F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2C316D5B-3D69-F200-0F69-F6B36EADC4E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423C85C-B63C-C52C-B72D-5DE2CE110F29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29EC2649-EC6B-8CC8-DED4-ADFECD1AB28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1E766C1E-7BC5-3DA5-599B-FBAA9C2031F1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D5C4939-2BE6-A967-7235-1852AA1073A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C3CE46E-32B0-8789-6DE6-7B163406541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ADF4C5C-815C-EB29-7DB6-F2C725DC402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1D39C0A8-2687-1EDD-214D-33A3C9317336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E9F8BC51-B965-0E67-DCEF-977AABAB057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4A54A50-12A5-5D3B-BCE9-0B039C96459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C766A44-69C9-308C-760A-E77C1532950C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F8DA39A9-1E83-F010-E24A-8D333E881541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5DC6D2A-A017-5DF2-1FB1-CDB2094B268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DF909EDC-5F5D-429E-867B-5FBE3CB590AC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0F9D9E5A-1728-B816-84EB-0DB239FC9F3E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F688D6D-51AD-7A9F-1540-796CCDA3484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F03B1CA0-76B7-C1B5-0B1A-5476C9C1A10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AD13BF3B-905A-2362-8070-036BE2466062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GND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CE727DD-8D14-9057-0D50-1F25679F1365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50E44E3-6D0C-54AC-1D93-0C9566E59690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94399E2-85DD-A6DF-AC3F-73B2CA23B4F6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79388A41-CB8F-6A3F-B3E3-C1000DF5F773}"/>
                </a:ext>
              </a:extLst>
            </p:cNvPr>
            <p:cNvSpPr txBox="1"/>
            <p:nvPr/>
          </p:nvSpPr>
          <p:spPr>
            <a:xfrm rot="5400000">
              <a:off x="2137200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AF087D8E-C080-8562-0A06-3F63E6579633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832B3D3-C539-829C-F975-1467EB8C1E89}"/>
                </a:ext>
              </a:extLst>
            </p:cNvPr>
            <p:cNvSpPr txBox="1"/>
            <p:nvPr/>
          </p:nvSpPr>
          <p:spPr>
            <a:xfrm rot="5400000">
              <a:off x="2739117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1E8C8F8-AB72-0000-A8B1-1B87443073E7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AA2447B-4494-8F6E-23FD-59744B28F99D}"/>
                </a:ext>
              </a:extLst>
            </p:cNvPr>
            <p:cNvSpPr txBox="1"/>
            <p:nvPr/>
          </p:nvSpPr>
          <p:spPr>
            <a:xfrm rot="5400000">
              <a:off x="3188866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9124659-BA2B-95C6-8437-F47E72F7B7E5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867626D-D716-354D-921E-B291047C44D7}"/>
                </a:ext>
              </a:extLst>
            </p:cNvPr>
            <p:cNvSpPr txBox="1"/>
            <p:nvPr/>
          </p:nvSpPr>
          <p:spPr>
            <a:xfrm rot="5400000">
              <a:off x="3639983" y="209225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0B40345D-ECF2-FD1F-2770-33F44A1660AC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E57D83-C2E1-7C82-31B9-46D6FFEAEE11}"/>
                </a:ext>
              </a:extLst>
            </p:cNvPr>
            <p:cNvSpPr txBox="1"/>
            <p:nvPr/>
          </p:nvSpPr>
          <p:spPr>
            <a:xfrm rot="5400000">
              <a:off x="2659462" y="562048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pin1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C33F8B7-AF66-E80F-BA2E-C48F32F588A8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3B95270-708D-1D4A-50FE-092664947AA0}"/>
                </a:ext>
              </a:extLst>
            </p:cNvPr>
            <p:cNvSpPr txBox="1"/>
            <p:nvPr/>
          </p:nvSpPr>
          <p:spPr>
            <a:xfrm rot="5400000">
              <a:off x="3175523" y="5618462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pin3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A071BEE-05AA-EBE1-3C43-7042870C77DE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72AE5D1-4445-86A0-EDD1-32ADE7B56F09}"/>
                </a:ext>
              </a:extLst>
            </p:cNvPr>
            <p:cNvSpPr txBox="1"/>
            <p:nvPr/>
          </p:nvSpPr>
          <p:spPr>
            <a:xfrm rot="5400000">
              <a:off x="3657971" y="561947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pin5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A98536D-1468-3943-19CB-D0E24F7ABE4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7A168E95-EE4F-B185-5C51-D8CBDA609B93}"/>
                </a:ext>
              </a:extLst>
            </p:cNvPr>
            <p:cNvSpPr txBox="1"/>
            <p:nvPr/>
          </p:nvSpPr>
          <p:spPr>
            <a:xfrm rot="5400000">
              <a:off x="4111125" y="5618463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pin7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6FF50CF8-72A6-742D-1B0C-E1C2EE0AC84D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0C8CD2C6-52C6-176E-0A54-E8E3CDCFEF9D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9091ABC-8964-2D88-DEBA-BCD10D04E888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EE294B20-C1B4-1499-2AB8-7F168B6A3DC0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845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animBg="1"/>
      <p:bldP spid="151" grpId="0" animBg="1"/>
      <p:bldP spid="152" grpId="0" animBg="1"/>
      <p:bldP spid="15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F9BF7-0CBB-C2A8-D09C-33E7BE05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59BC-F175-0E98-46C1-E3DAC19E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C199F702-A10A-F9BB-4F84-A646485C1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A4D4BF-C31F-12D2-ECD8-2351092C0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E829952-DF09-3449-CBC9-BDD73670BA3D}"/>
              </a:ext>
            </a:extLst>
          </p:cNvPr>
          <p:cNvGrpSpPr/>
          <p:nvPr/>
        </p:nvGrpSpPr>
        <p:grpSpPr>
          <a:xfrm>
            <a:off x="8625019" y="3694696"/>
            <a:ext cx="2076275" cy="2122414"/>
            <a:chOff x="8625019" y="3694696"/>
            <a:chExt cx="2076275" cy="212241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0AFEB93-5844-364A-3256-69A39FDF3C4B}"/>
                </a:ext>
              </a:extLst>
            </p:cNvPr>
            <p:cNvSpPr/>
            <p:nvPr/>
          </p:nvSpPr>
          <p:spPr>
            <a:xfrm>
              <a:off x="8625019" y="3694696"/>
              <a:ext cx="2076275" cy="2122414"/>
            </a:xfrm>
            <a:prstGeom prst="roundRect">
              <a:avLst>
                <a:gd name="adj" fmla="val 10606"/>
              </a:avLst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09F1E0-C363-968B-4DFD-5941842217D6}"/>
                </a:ext>
              </a:extLst>
            </p:cNvPr>
            <p:cNvSpPr/>
            <p:nvPr/>
          </p:nvSpPr>
          <p:spPr>
            <a:xfrm>
              <a:off x="8864105" y="3958949"/>
              <a:ext cx="1371600" cy="1514213"/>
            </a:xfrm>
            <a:custGeom>
              <a:avLst/>
              <a:gdLst>
                <a:gd name="connsiteX0" fmla="*/ 541090 w 1371600"/>
                <a:gd name="connsiteY0" fmla="*/ 0 h 1514213"/>
                <a:gd name="connsiteX1" fmla="*/ 541090 w 1371600"/>
                <a:gd name="connsiteY1" fmla="*/ 130029 h 1514213"/>
                <a:gd name="connsiteX2" fmla="*/ 0 w 1371600"/>
                <a:gd name="connsiteY2" fmla="*/ 130029 h 1514213"/>
                <a:gd name="connsiteX3" fmla="*/ 0 w 1371600"/>
                <a:gd name="connsiteY3" fmla="*/ 1497435 h 1514213"/>
                <a:gd name="connsiteX4" fmla="*/ 1371600 w 1371600"/>
                <a:gd name="connsiteY4" fmla="*/ 1514213 h 1514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514213">
                  <a:moveTo>
                    <a:pt x="541090" y="0"/>
                  </a:moveTo>
                  <a:lnTo>
                    <a:pt x="541090" y="130029"/>
                  </a:lnTo>
                  <a:lnTo>
                    <a:pt x="0" y="130029"/>
                  </a:lnTo>
                  <a:lnTo>
                    <a:pt x="0" y="1497435"/>
                  </a:lnTo>
                  <a:lnTo>
                    <a:pt x="1371600" y="1514213"/>
                  </a:ln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A12DD3F-D198-92E1-B328-100B8359B5D4}"/>
                </a:ext>
              </a:extLst>
            </p:cNvPr>
            <p:cNvSpPr/>
            <p:nvPr/>
          </p:nvSpPr>
          <p:spPr>
            <a:xfrm>
              <a:off x="8939606" y="3963143"/>
              <a:ext cx="1287710" cy="1170264"/>
            </a:xfrm>
            <a:custGeom>
              <a:avLst/>
              <a:gdLst>
                <a:gd name="connsiteX0" fmla="*/ 545284 w 1287710"/>
                <a:gd name="connsiteY0" fmla="*/ 0 h 1170264"/>
                <a:gd name="connsiteX1" fmla="*/ 541090 w 1287710"/>
                <a:gd name="connsiteY1" fmla="*/ 171975 h 1170264"/>
                <a:gd name="connsiteX2" fmla="*/ 0 w 1287710"/>
                <a:gd name="connsiteY2" fmla="*/ 176169 h 1170264"/>
                <a:gd name="connsiteX3" fmla="*/ 0 w 1287710"/>
                <a:gd name="connsiteY3" fmla="*/ 1166070 h 1170264"/>
                <a:gd name="connsiteX4" fmla="*/ 1287710 w 1287710"/>
                <a:gd name="connsiteY4" fmla="*/ 1170264 h 1170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710" h="1170264">
                  <a:moveTo>
                    <a:pt x="545284" y="0"/>
                  </a:moveTo>
                  <a:lnTo>
                    <a:pt x="541090" y="171975"/>
                  </a:lnTo>
                  <a:lnTo>
                    <a:pt x="0" y="176169"/>
                  </a:lnTo>
                  <a:lnTo>
                    <a:pt x="0" y="1166070"/>
                  </a:lnTo>
                  <a:lnTo>
                    <a:pt x="1287710" y="1170264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34ECC7-5CED-0E95-F578-43C443822F80}"/>
                </a:ext>
              </a:extLst>
            </p:cNvPr>
            <p:cNvSpPr/>
            <p:nvPr/>
          </p:nvSpPr>
          <p:spPr>
            <a:xfrm>
              <a:off x="9002523" y="3963143"/>
              <a:ext cx="1224793" cy="855677"/>
            </a:xfrm>
            <a:custGeom>
              <a:avLst/>
              <a:gdLst>
                <a:gd name="connsiteX0" fmla="*/ 587230 w 1224793"/>
                <a:gd name="connsiteY0" fmla="*/ 0 h 855677"/>
                <a:gd name="connsiteX1" fmla="*/ 591424 w 1224793"/>
                <a:gd name="connsiteY1" fmla="*/ 205531 h 855677"/>
                <a:gd name="connsiteX2" fmla="*/ 0 w 1224793"/>
                <a:gd name="connsiteY2" fmla="*/ 209725 h 855677"/>
                <a:gd name="connsiteX3" fmla="*/ 0 w 1224793"/>
                <a:gd name="connsiteY3" fmla="*/ 855677 h 855677"/>
                <a:gd name="connsiteX4" fmla="*/ 1224793 w 1224793"/>
                <a:gd name="connsiteY4" fmla="*/ 855677 h 855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793" h="855677">
                  <a:moveTo>
                    <a:pt x="587230" y="0"/>
                  </a:moveTo>
                  <a:lnTo>
                    <a:pt x="591424" y="205531"/>
                  </a:lnTo>
                  <a:lnTo>
                    <a:pt x="0" y="209725"/>
                  </a:lnTo>
                  <a:lnTo>
                    <a:pt x="0" y="855677"/>
                  </a:lnTo>
                  <a:lnTo>
                    <a:pt x="1224793" y="855677"/>
                  </a:lnTo>
                </a:path>
              </a:pathLst>
            </a:cu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F23BB7-378D-3C1F-1768-69A11BFD59F3}"/>
                </a:ext>
              </a:extLst>
            </p:cNvPr>
            <p:cNvSpPr/>
            <p:nvPr/>
          </p:nvSpPr>
          <p:spPr>
            <a:xfrm>
              <a:off x="9073830" y="3963143"/>
              <a:ext cx="1145097" cy="545285"/>
            </a:xfrm>
            <a:custGeom>
              <a:avLst/>
              <a:gdLst>
                <a:gd name="connsiteX0" fmla="*/ 604007 w 1145097"/>
                <a:gd name="connsiteY0" fmla="*/ 0 h 545285"/>
                <a:gd name="connsiteX1" fmla="*/ 608201 w 1145097"/>
                <a:gd name="connsiteY1" fmla="*/ 239087 h 545285"/>
                <a:gd name="connsiteX2" fmla="*/ 0 w 1145097"/>
                <a:gd name="connsiteY2" fmla="*/ 239087 h 545285"/>
                <a:gd name="connsiteX3" fmla="*/ 0 w 1145097"/>
                <a:gd name="connsiteY3" fmla="*/ 536896 h 545285"/>
                <a:gd name="connsiteX4" fmla="*/ 1145097 w 1145097"/>
                <a:gd name="connsiteY4" fmla="*/ 545285 h 545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5097" h="545285">
                  <a:moveTo>
                    <a:pt x="604007" y="0"/>
                  </a:moveTo>
                  <a:lnTo>
                    <a:pt x="608201" y="239087"/>
                  </a:lnTo>
                  <a:lnTo>
                    <a:pt x="0" y="239087"/>
                  </a:lnTo>
                  <a:lnTo>
                    <a:pt x="0" y="536896"/>
                  </a:lnTo>
                  <a:lnTo>
                    <a:pt x="1145097" y="545285"/>
                  </a:lnTo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glow rad="63500">
                <a:srgbClr val="FFFF00">
                  <a:alpha val="40000"/>
                </a:srgb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A824167-B6E9-A929-6BEE-EBC6310C8CAE}"/>
                </a:ext>
              </a:extLst>
            </p:cNvPr>
            <p:cNvSpPr/>
            <p:nvPr/>
          </p:nvSpPr>
          <p:spPr>
            <a:xfrm>
              <a:off x="9862395" y="3963143"/>
              <a:ext cx="29361" cy="1598103"/>
            </a:xfrm>
            <a:custGeom>
              <a:avLst/>
              <a:gdLst>
                <a:gd name="connsiteX0" fmla="*/ 0 w 29361"/>
                <a:gd name="connsiteY0" fmla="*/ 0 h 1598103"/>
                <a:gd name="connsiteX1" fmla="*/ 29361 w 29361"/>
                <a:gd name="connsiteY1" fmla="*/ 1598103 h 1598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361" h="1598103">
                  <a:moveTo>
                    <a:pt x="0" y="0"/>
                  </a:moveTo>
                  <a:lnTo>
                    <a:pt x="29361" y="1598103"/>
                  </a:lnTo>
                </a:path>
              </a:pathLst>
            </a:custGeom>
            <a:no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57D9220-AED1-7DE2-FB80-BE15711427A6}"/>
                </a:ext>
              </a:extLst>
            </p:cNvPr>
            <p:cNvSpPr/>
            <p:nvPr/>
          </p:nvSpPr>
          <p:spPr>
            <a:xfrm>
              <a:off x="9765921" y="3950560"/>
              <a:ext cx="453006" cy="1564547"/>
            </a:xfrm>
            <a:custGeom>
              <a:avLst/>
              <a:gdLst>
                <a:gd name="connsiteX0" fmla="*/ 0 w 453006"/>
                <a:gd name="connsiteY0" fmla="*/ 0 h 1564547"/>
                <a:gd name="connsiteX1" fmla="*/ 0 w 453006"/>
                <a:gd name="connsiteY1" fmla="*/ 167780 h 1564547"/>
                <a:gd name="connsiteX2" fmla="*/ 427839 w 453006"/>
                <a:gd name="connsiteY2" fmla="*/ 306198 h 1564547"/>
                <a:gd name="connsiteX3" fmla="*/ 453006 w 453006"/>
                <a:gd name="connsiteY3" fmla="*/ 1564547 h 1564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3006" h="1564547">
                  <a:moveTo>
                    <a:pt x="0" y="0"/>
                  </a:moveTo>
                  <a:lnTo>
                    <a:pt x="0" y="167780"/>
                  </a:lnTo>
                  <a:lnTo>
                    <a:pt x="427839" y="306198"/>
                  </a:lnTo>
                  <a:lnTo>
                    <a:pt x="453006" y="1564547"/>
                  </a:lnTo>
                </a:path>
              </a:pathLst>
            </a:cu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7F6A113-2E17-1D85-6259-CCF446CD6C2C}"/>
                </a:ext>
              </a:extLst>
            </p:cNvPr>
            <p:cNvSpPr/>
            <p:nvPr/>
          </p:nvSpPr>
          <p:spPr>
            <a:xfrm>
              <a:off x="9577131" y="3955595"/>
              <a:ext cx="377928" cy="1505824"/>
            </a:xfrm>
            <a:custGeom>
              <a:avLst/>
              <a:gdLst>
                <a:gd name="connsiteX0" fmla="*/ 788566 w 788566"/>
                <a:gd name="connsiteY0" fmla="*/ 0 h 1505824"/>
                <a:gd name="connsiteX1" fmla="*/ 788566 w 788566"/>
                <a:gd name="connsiteY1" fmla="*/ 322976 h 1505824"/>
                <a:gd name="connsiteX2" fmla="*/ 4195 w 788566"/>
                <a:gd name="connsiteY2" fmla="*/ 322976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88566 w 788566"/>
                <a:gd name="connsiteY1" fmla="*/ 322976 h 1505824"/>
                <a:gd name="connsiteX2" fmla="*/ 4195 w 788566"/>
                <a:gd name="connsiteY2" fmla="*/ 222308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70865 w 788566"/>
                <a:gd name="connsiteY1" fmla="*/ 230698 h 1505824"/>
                <a:gd name="connsiteX2" fmla="*/ 4195 w 788566"/>
                <a:gd name="connsiteY2" fmla="*/ 222308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70865 w 788566"/>
                <a:gd name="connsiteY1" fmla="*/ 230698 h 1505824"/>
                <a:gd name="connsiteX2" fmla="*/ 13044 w 788566"/>
                <a:gd name="connsiteY2" fmla="*/ 289419 h 1505824"/>
                <a:gd name="connsiteX3" fmla="*/ 0 w 788566"/>
                <a:gd name="connsiteY3" fmla="*/ 1505824 h 1505824"/>
                <a:gd name="connsiteX0" fmla="*/ 788566 w 788566"/>
                <a:gd name="connsiteY0" fmla="*/ 0 h 1505824"/>
                <a:gd name="connsiteX1" fmla="*/ 770865 w 788566"/>
                <a:gd name="connsiteY1" fmla="*/ 285226 h 1505824"/>
                <a:gd name="connsiteX2" fmla="*/ 13044 w 788566"/>
                <a:gd name="connsiteY2" fmla="*/ 289419 h 1505824"/>
                <a:gd name="connsiteX3" fmla="*/ 0 w 788566"/>
                <a:gd name="connsiteY3" fmla="*/ 1505824 h 1505824"/>
                <a:gd name="connsiteX0" fmla="*/ 788566 w 797417"/>
                <a:gd name="connsiteY0" fmla="*/ 0 h 1505824"/>
                <a:gd name="connsiteX1" fmla="*/ 797417 w 797417"/>
                <a:gd name="connsiteY1" fmla="*/ 285226 h 1505824"/>
                <a:gd name="connsiteX2" fmla="*/ 13044 w 797417"/>
                <a:gd name="connsiteY2" fmla="*/ 289419 h 1505824"/>
                <a:gd name="connsiteX3" fmla="*/ 0 w 797417"/>
                <a:gd name="connsiteY3" fmla="*/ 1505824 h 1505824"/>
                <a:gd name="connsiteX0" fmla="*/ 788566 w 797417"/>
                <a:gd name="connsiteY0" fmla="*/ 0 h 1505824"/>
                <a:gd name="connsiteX1" fmla="*/ 797417 w 797417"/>
                <a:gd name="connsiteY1" fmla="*/ 285226 h 1505824"/>
                <a:gd name="connsiteX2" fmla="*/ 13044 w 797417"/>
                <a:gd name="connsiteY2" fmla="*/ 285225 h 1505824"/>
                <a:gd name="connsiteX3" fmla="*/ 0 w 797417"/>
                <a:gd name="connsiteY3" fmla="*/ 1505824 h 1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7417" h="1505824">
                  <a:moveTo>
                    <a:pt x="788566" y="0"/>
                  </a:moveTo>
                  <a:lnTo>
                    <a:pt x="797417" y="285226"/>
                  </a:lnTo>
                  <a:lnTo>
                    <a:pt x="13044" y="285225"/>
                  </a:lnTo>
                  <a:cubicBezTo>
                    <a:pt x="11646" y="679508"/>
                    <a:pt x="1398" y="1111541"/>
                    <a:pt x="0" y="1505824"/>
                  </a:cubicBezTo>
                </a:path>
              </a:pathLst>
            </a:custGeom>
            <a:noFill/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AF60598-25F4-2172-9E8D-2636EF37C6CB}"/>
                </a:ext>
              </a:extLst>
            </p:cNvPr>
            <p:cNvSpPr/>
            <p:nvPr/>
          </p:nvSpPr>
          <p:spPr>
            <a:xfrm>
              <a:off x="9258387" y="3958949"/>
              <a:ext cx="788566" cy="1505824"/>
            </a:xfrm>
            <a:custGeom>
              <a:avLst/>
              <a:gdLst>
                <a:gd name="connsiteX0" fmla="*/ 788566 w 788566"/>
                <a:gd name="connsiteY0" fmla="*/ 0 h 1505824"/>
                <a:gd name="connsiteX1" fmla="*/ 788566 w 788566"/>
                <a:gd name="connsiteY1" fmla="*/ 322976 h 1505824"/>
                <a:gd name="connsiteX2" fmla="*/ 4195 w 788566"/>
                <a:gd name="connsiteY2" fmla="*/ 322976 h 1505824"/>
                <a:gd name="connsiteX3" fmla="*/ 0 w 788566"/>
                <a:gd name="connsiteY3" fmla="*/ 1505824 h 1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566" h="1505824">
                  <a:moveTo>
                    <a:pt x="788566" y="0"/>
                  </a:moveTo>
                  <a:lnTo>
                    <a:pt x="788566" y="322976"/>
                  </a:lnTo>
                  <a:lnTo>
                    <a:pt x="4195" y="322976"/>
                  </a:lnTo>
                  <a:cubicBezTo>
                    <a:pt x="2797" y="717259"/>
                    <a:pt x="1398" y="1111541"/>
                    <a:pt x="0" y="1505824"/>
                  </a:cubicBezTo>
                </a:path>
              </a:pathLst>
            </a:custGeom>
            <a:no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08C2D1A-CA27-B1A3-A832-11BED95F3B8C}"/>
                </a:ext>
              </a:extLst>
            </p:cNvPr>
            <p:cNvGrpSpPr/>
            <p:nvPr/>
          </p:nvGrpSpPr>
          <p:grpSpPr>
            <a:xfrm>
              <a:off x="9124170" y="4363941"/>
              <a:ext cx="255090" cy="255090"/>
              <a:chOff x="2766747" y="2052494"/>
              <a:chExt cx="255090" cy="255090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C3708CA-3E81-1E83-583D-F6FD76C87AED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A2306FC-CF57-4C4F-0466-8C691F64FA02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5E6BDA5-6158-A35E-D265-E1F0B0CB0858}"/>
                </a:ext>
              </a:extLst>
            </p:cNvPr>
            <p:cNvGrpSpPr/>
            <p:nvPr/>
          </p:nvGrpSpPr>
          <p:grpSpPr>
            <a:xfrm>
              <a:off x="9444891" y="4363941"/>
              <a:ext cx="255090" cy="255090"/>
              <a:chOff x="2766747" y="2052494"/>
              <a:chExt cx="255090" cy="255090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CFEAB41-9BB6-50A3-A821-3C529A33B5A2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31FBD90-5F9C-E4FD-7333-BD50A3E4D72B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7161EC7-3B95-8ABF-28D4-028E29807044}"/>
                </a:ext>
              </a:extLst>
            </p:cNvPr>
            <p:cNvGrpSpPr/>
            <p:nvPr/>
          </p:nvGrpSpPr>
          <p:grpSpPr>
            <a:xfrm>
              <a:off x="9765612" y="4363941"/>
              <a:ext cx="255090" cy="255090"/>
              <a:chOff x="2766747" y="2052494"/>
              <a:chExt cx="255090" cy="255090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A978D60E-4471-FFFF-DC55-3D1E9F070484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19AE07C-C37C-5CB2-41F7-26DD446A6749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50D99DE-29C3-4499-ECA5-D5406F1E2677}"/>
                </a:ext>
              </a:extLst>
            </p:cNvPr>
            <p:cNvGrpSpPr/>
            <p:nvPr/>
          </p:nvGrpSpPr>
          <p:grpSpPr>
            <a:xfrm>
              <a:off x="10086333" y="4363941"/>
              <a:ext cx="255090" cy="255090"/>
              <a:chOff x="2766747" y="2052494"/>
              <a:chExt cx="255090" cy="255090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B2F7C65D-A21D-99C6-76B7-CCF311FB1EC7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763746A-A377-64CA-C928-95D4A086366D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F8E151C-3884-C510-0F38-397126340040}"/>
                </a:ext>
              </a:extLst>
            </p:cNvPr>
            <p:cNvGrpSpPr/>
            <p:nvPr/>
          </p:nvGrpSpPr>
          <p:grpSpPr>
            <a:xfrm>
              <a:off x="9124170" y="4684663"/>
              <a:ext cx="255090" cy="255090"/>
              <a:chOff x="2766747" y="2052494"/>
              <a:chExt cx="255090" cy="255090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EFEAB9C4-72D7-8E14-360E-ED086F443110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5713BBB-40C5-E61C-3D46-4F3CE052A6D4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C1A536A-00F0-217C-299E-0B50FB5318E1}"/>
                </a:ext>
              </a:extLst>
            </p:cNvPr>
            <p:cNvGrpSpPr/>
            <p:nvPr/>
          </p:nvGrpSpPr>
          <p:grpSpPr>
            <a:xfrm>
              <a:off x="9444891" y="4684663"/>
              <a:ext cx="255090" cy="255090"/>
              <a:chOff x="2766747" y="2052494"/>
              <a:chExt cx="255090" cy="255090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0168CB51-7C2A-F78B-6908-4242ED079D31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45F9AA7-5630-FCF7-79B2-F71E9B4A31F3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4DCAC6C-D02E-4A14-30D1-21BE9D5F4218}"/>
                </a:ext>
              </a:extLst>
            </p:cNvPr>
            <p:cNvGrpSpPr/>
            <p:nvPr/>
          </p:nvGrpSpPr>
          <p:grpSpPr>
            <a:xfrm>
              <a:off x="9765612" y="4684663"/>
              <a:ext cx="255090" cy="255090"/>
              <a:chOff x="2766747" y="2052494"/>
              <a:chExt cx="255090" cy="255090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3F339A95-F649-751C-4652-5930DD181C31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BC80A3B8-5C57-8864-1D09-CDE5D9AE9E93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5614D65-7FA0-6A2E-6CFF-017143945F63}"/>
                </a:ext>
              </a:extLst>
            </p:cNvPr>
            <p:cNvGrpSpPr/>
            <p:nvPr/>
          </p:nvGrpSpPr>
          <p:grpSpPr>
            <a:xfrm>
              <a:off x="10086333" y="4684663"/>
              <a:ext cx="255090" cy="255090"/>
              <a:chOff x="2766747" y="2052494"/>
              <a:chExt cx="255090" cy="255090"/>
            </a:xfrm>
          </p:grpSpPr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2425BD81-27A4-0089-EB1F-7CB8E6B4F1C0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BE0443D-6D07-3C59-C62F-159189457BCC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10907B7-EE11-1CB6-859E-AE8E5DB0461C}"/>
                </a:ext>
              </a:extLst>
            </p:cNvPr>
            <p:cNvGrpSpPr/>
            <p:nvPr/>
          </p:nvGrpSpPr>
          <p:grpSpPr>
            <a:xfrm>
              <a:off x="9124170" y="5005385"/>
              <a:ext cx="255090" cy="255090"/>
              <a:chOff x="2766747" y="2052494"/>
              <a:chExt cx="255090" cy="255090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636733B1-B1B2-09FA-FCC8-DEA6FC02A852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E89CDAB-095E-C31F-C82B-7C6E84EF15F8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0B91593-D8EE-8E19-D076-4003BB61D9ED}"/>
                </a:ext>
              </a:extLst>
            </p:cNvPr>
            <p:cNvGrpSpPr/>
            <p:nvPr/>
          </p:nvGrpSpPr>
          <p:grpSpPr>
            <a:xfrm>
              <a:off x="9444891" y="5005385"/>
              <a:ext cx="255090" cy="255090"/>
              <a:chOff x="2766747" y="2052494"/>
              <a:chExt cx="255090" cy="255090"/>
            </a:xfrm>
          </p:grpSpPr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7B6FD339-AB0B-10C5-E6A0-55CA28BCD009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59240C0-75CE-27A7-445A-9882E457CAC5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F700028-EBAC-2F56-9422-0C1A8ECEC667}"/>
                </a:ext>
              </a:extLst>
            </p:cNvPr>
            <p:cNvGrpSpPr/>
            <p:nvPr/>
          </p:nvGrpSpPr>
          <p:grpSpPr>
            <a:xfrm>
              <a:off x="9765612" y="5005385"/>
              <a:ext cx="255090" cy="255090"/>
              <a:chOff x="2766747" y="2052494"/>
              <a:chExt cx="255090" cy="255090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EA8C9D5B-9A72-202C-8654-4F5DFD65CAD6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706E0DC9-51AA-0A33-0070-1739C5A2C741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999576A-8567-5BE9-1ACC-A3387ADCAE1A}"/>
                </a:ext>
              </a:extLst>
            </p:cNvPr>
            <p:cNvGrpSpPr/>
            <p:nvPr/>
          </p:nvGrpSpPr>
          <p:grpSpPr>
            <a:xfrm>
              <a:off x="10086333" y="5005385"/>
              <a:ext cx="255090" cy="255090"/>
              <a:chOff x="2766747" y="2052494"/>
              <a:chExt cx="255090" cy="255090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76A8CBA8-CE73-EF0A-C745-CE69D3A9FB8B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FE6557C-96BD-8003-5C7D-AA57A5A6F752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ACC9C48-44C9-918E-C54A-24133AA18F68}"/>
                </a:ext>
              </a:extLst>
            </p:cNvPr>
            <p:cNvGrpSpPr/>
            <p:nvPr/>
          </p:nvGrpSpPr>
          <p:grpSpPr>
            <a:xfrm>
              <a:off x="9124170" y="5326107"/>
              <a:ext cx="255090" cy="255090"/>
              <a:chOff x="2766747" y="2052494"/>
              <a:chExt cx="255090" cy="255090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24AC2D61-AB03-0F9E-9158-40A69A170692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C8EA936F-8892-C1BD-5BA3-7783AE1720BC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F10A74AB-D977-93BC-97A6-31C50A7369FC}"/>
                </a:ext>
              </a:extLst>
            </p:cNvPr>
            <p:cNvGrpSpPr/>
            <p:nvPr/>
          </p:nvGrpSpPr>
          <p:grpSpPr>
            <a:xfrm>
              <a:off x="9444891" y="5326107"/>
              <a:ext cx="255090" cy="255090"/>
              <a:chOff x="2766747" y="2052494"/>
              <a:chExt cx="255090" cy="255090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47FA4A57-E82A-F4F7-A3EF-BF6B26C79F4A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B7CAE3F-5360-8C2B-0D15-F93404AAE67A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CB3C165-CA4A-6B84-B022-A11F6D816221}"/>
                </a:ext>
              </a:extLst>
            </p:cNvPr>
            <p:cNvGrpSpPr/>
            <p:nvPr/>
          </p:nvGrpSpPr>
          <p:grpSpPr>
            <a:xfrm>
              <a:off x="9765612" y="5326107"/>
              <a:ext cx="255090" cy="255090"/>
              <a:chOff x="2766747" y="2052494"/>
              <a:chExt cx="255090" cy="255090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794785C2-EE1A-499B-A2B2-A86FE0A19236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B480161-C78D-482A-2D52-7275547800FC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F0ECBE2-FF83-73D9-CCC8-EB8BF6F3D048}"/>
                </a:ext>
              </a:extLst>
            </p:cNvPr>
            <p:cNvGrpSpPr/>
            <p:nvPr/>
          </p:nvGrpSpPr>
          <p:grpSpPr>
            <a:xfrm>
              <a:off x="10086333" y="5326107"/>
              <a:ext cx="255090" cy="255090"/>
              <a:chOff x="2766747" y="2052494"/>
              <a:chExt cx="255090" cy="255090"/>
            </a:xfrm>
          </p:grpSpPr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F5EDFE05-8F19-0D40-C0E5-831676151A62}"/>
                  </a:ext>
                </a:extLst>
              </p:cNvPr>
              <p:cNvSpPr/>
              <p:nvPr/>
            </p:nvSpPr>
            <p:spPr>
              <a:xfrm>
                <a:off x="2766747" y="2052494"/>
                <a:ext cx="255090" cy="255090"/>
              </a:xfrm>
              <a:prstGeom prst="roundRect">
                <a:avLst>
                  <a:gd name="adj" fmla="val 9199"/>
                </a:avLst>
              </a:prstGeom>
              <a:solidFill>
                <a:schemeClr val="bg1">
                  <a:lumMod val="65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8D95C069-A93C-9C43-1D63-35CBEE33BDEC}"/>
                  </a:ext>
                </a:extLst>
              </p:cNvPr>
              <p:cNvSpPr/>
              <p:nvPr/>
            </p:nvSpPr>
            <p:spPr>
              <a:xfrm>
                <a:off x="2832379" y="2118126"/>
                <a:ext cx="123825" cy="12382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F3682CE1-B352-FB53-1C5D-E84CD25284A8}"/>
                </a:ext>
              </a:extLst>
            </p:cNvPr>
            <p:cNvGrpSpPr/>
            <p:nvPr/>
          </p:nvGrpSpPr>
          <p:grpSpPr>
            <a:xfrm>
              <a:off x="9317030" y="3891836"/>
              <a:ext cx="815362" cy="138419"/>
              <a:chOff x="5146646" y="1950440"/>
              <a:chExt cx="815362" cy="138419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5CC930C7-9A24-F161-21BD-EA66D0857D81}"/>
                  </a:ext>
                </a:extLst>
              </p:cNvPr>
              <p:cNvSpPr/>
              <p:nvPr/>
            </p:nvSpPr>
            <p:spPr>
              <a:xfrm>
                <a:off x="5146646" y="1950440"/>
                <a:ext cx="815362" cy="138419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228F95D3-4FE4-6032-AD8B-5A39B17EEA76}"/>
                  </a:ext>
                </a:extLst>
              </p:cNvPr>
              <p:cNvSpPr/>
              <p:nvPr/>
            </p:nvSpPr>
            <p:spPr>
              <a:xfrm rot="16200000">
                <a:off x="5201236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789488A-DC59-D7A5-E860-6447A9D867F0}"/>
                  </a:ext>
                </a:extLst>
              </p:cNvPr>
              <p:cNvSpPr/>
              <p:nvPr/>
            </p:nvSpPr>
            <p:spPr>
              <a:xfrm rot="16200000">
                <a:off x="5294405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5A9F432-2CD1-1F5C-0A04-175EB2B79A18}"/>
                  </a:ext>
                </a:extLst>
              </p:cNvPr>
              <p:cNvSpPr/>
              <p:nvPr/>
            </p:nvSpPr>
            <p:spPr>
              <a:xfrm rot="16200000">
                <a:off x="5387574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3A99BF26-6E55-B42F-3B0F-072C504981DC}"/>
                  </a:ext>
                </a:extLst>
              </p:cNvPr>
              <p:cNvSpPr/>
              <p:nvPr/>
            </p:nvSpPr>
            <p:spPr>
              <a:xfrm rot="16200000">
                <a:off x="5480743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18544A8-E4F5-76F9-F8B3-8CC30D6635F6}"/>
                  </a:ext>
                </a:extLst>
              </p:cNvPr>
              <p:cNvSpPr/>
              <p:nvPr/>
            </p:nvSpPr>
            <p:spPr>
              <a:xfrm rot="16200000">
                <a:off x="5573912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160F894-1353-3376-789B-168063129E0D}"/>
                  </a:ext>
                </a:extLst>
              </p:cNvPr>
              <p:cNvSpPr/>
              <p:nvPr/>
            </p:nvSpPr>
            <p:spPr>
              <a:xfrm rot="16200000">
                <a:off x="5667081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7C263237-6359-E1EA-471F-C20C0B824E35}"/>
                  </a:ext>
                </a:extLst>
              </p:cNvPr>
              <p:cNvSpPr/>
              <p:nvPr/>
            </p:nvSpPr>
            <p:spPr>
              <a:xfrm rot="16200000">
                <a:off x="5760250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7B90D7B-78AD-87CC-7D6F-5DFC188C96D5}"/>
                  </a:ext>
                </a:extLst>
              </p:cNvPr>
              <p:cNvSpPr/>
              <p:nvPr/>
            </p:nvSpPr>
            <p:spPr>
              <a:xfrm rot="16200000">
                <a:off x="5853419" y="1992111"/>
                <a:ext cx="52322" cy="55076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C1FD97B-666C-8AC4-B438-4E65040763DF}"/>
                </a:ext>
              </a:extLst>
            </p:cNvPr>
            <p:cNvSpPr txBox="1"/>
            <p:nvPr/>
          </p:nvSpPr>
          <p:spPr>
            <a:xfrm>
              <a:off x="9069930" y="3729000"/>
              <a:ext cx="112883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700">
                  <a:solidFill>
                    <a:schemeClr val="bg1"/>
                  </a:solidFill>
                  <a:latin typeface="Consolas" panose="020B0609020204030204" pitchFamily="49" charset="0"/>
                </a:rPr>
                <a:t>pin 7 6 5 4 3 2 1 0</a:t>
              </a:r>
              <a:endParaRPr lang="LID4096" sz="700">
                <a:solidFill>
                  <a:schemeClr val="bg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FA44378-CEEE-5889-5550-D1173161044F}"/>
                </a:ext>
              </a:extLst>
            </p:cNvPr>
            <p:cNvSpPr txBox="1"/>
            <p:nvPr/>
          </p:nvSpPr>
          <p:spPr>
            <a:xfrm>
              <a:off x="9055467" y="4496249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0</a:t>
              </a:r>
              <a:endParaRPr lang="LID4096" sz="5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3C544F0D-790A-77B4-1158-952BB7F0AB31}"/>
                </a:ext>
              </a:extLst>
            </p:cNvPr>
            <p:cNvSpPr txBox="1"/>
            <p:nvPr/>
          </p:nvSpPr>
          <p:spPr>
            <a:xfrm>
              <a:off x="9377524" y="4497315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</a:t>
              </a:r>
              <a:endParaRPr lang="LID4096" sz="50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654B079-5512-C8E2-6C1D-CCE3DDA93F2B}"/>
                </a:ext>
              </a:extLst>
            </p:cNvPr>
            <p:cNvSpPr txBox="1"/>
            <p:nvPr/>
          </p:nvSpPr>
          <p:spPr>
            <a:xfrm>
              <a:off x="9699581" y="4498381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2</a:t>
              </a:r>
              <a:endParaRPr lang="LID4096" sz="50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32321D7-3662-E478-F730-DA9483EF0E18}"/>
                </a:ext>
              </a:extLst>
            </p:cNvPr>
            <p:cNvSpPr txBox="1"/>
            <p:nvPr/>
          </p:nvSpPr>
          <p:spPr>
            <a:xfrm>
              <a:off x="10021638" y="4499447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3</a:t>
              </a:r>
              <a:endParaRPr lang="LID4096" sz="50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3ED4565-884A-33D7-8C5C-8D3916AC404A}"/>
                </a:ext>
              </a:extLst>
            </p:cNvPr>
            <p:cNvSpPr txBox="1"/>
            <p:nvPr/>
          </p:nvSpPr>
          <p:spPr>
            <a:xfrm>
              <a:off x="9055467" y="4798723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4</a:t>
              </a:r>
              <a:endParaRPr lang="LID4096" sz="50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277D826-A429-329A-3A06-CCC45D030BB3}"/>
                </a:ext>
              </a:extLst>
            </p:cNvPr>
            <p:cNvSpPr txBox="1"/>
            <p:nvPr/>
          </p:nvSpPr>
          <p:spPr>
            <a:xfrm>
              <a:off x="9377524" y="4799789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5</a:t>
              </a:r>
              <a:endParaRPr lang="LID4096" sz="50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9E22303-D1C1-A5A0-CD42-43FACCC514D5}"/>
                </a:ext>
              </a:extLst>
            </p:cNvPr>
            <p:cNvSpPr txBox="1"/>
            <p:nvPr/>
          </p:nvSpPr>
          <p:spPr>
            <a:xfrm>
              <a:off x="9699581" y="4800855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6</a:t>
              </a:r>
              <a:endParaRPr lang="LID4096" sz="50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0F399E2-10AB-4837-5323-985194448524}"/>
                </a:ext>
              </a:extLst>
            </p:cNvPr>
            <p:cNvSpPr txBox="1"/>
            <p:nvPr/>
          </p:nvSpPr>
          <p:spPr>
            <a:xfrm>
              <a:off x="10021638" y="4801921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7</a:t>
              </a:r>
              <a:endParaRPr lang="LID4096" sz="50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E6398BA-6F2E-17CA-D193-DDDF6E8885BD}"/>
                </a:ext>
              </a:extLst>
            </p:cNvPr>
            <p:cNvSpPr txBox="1"/>
            <p:nvPr/>
          </p:nvSpPr>
          <p:spPr>
            <a:xfrm>
              <a:off x="9054531" y="5124319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8</a:t>
              </a:r>
              <a:endParaRPr lang="LID4096" sz="50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67EC8F5-791E-BE09-DADE-CCD55B93AAB7}"/>
                </a:ext>
              </a:extLst>
            </p:cNvPr>
            <p:cNvSpPr txBox="1"/>
            <p:nvPr/>
          </p:nvSpPr>
          <p:spPr>
            <a:xfrm>
              <a:off x="9376588" y="5125385"/>
              <a:ext cx="218330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9</a:t>
              </a:r>
              <a:endParaRPr lang="LID4096" sz="50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112D51BA-54F9-FDEF-6439-65E3C0879D3C}"/>
                </a:ext>
              </a:extLst>
            </p:cNvPr>
            <p:cNvSpPr txBox="1"/>
            <p:nvPr/>
          </p:nvSpPr>
          <p:spPr>
            <a:xfrm>
              <a:off x="9698645" y="5126451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10</a:t>
              </a:r>
              <a:endParaRPr lang="LID4096" sz="500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75D11F9-54E3-29A8-CBEE-7A4312CFB9CC}"/>
                </a:ext>
              </a:extLst>
            </p:cNvPr>
            <p:cNvSpPr txBox="1"/>
            <p:nvPr/>
          </p:nvSpPr>
          <p:spPr>
            <a:xfrm>
              <a:off x="10020702" y="5127517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11</a:t>
              </a:r>
              <a:endParaRPr lang="LID4096" sz="50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5687D50-BB9E-1004-EBC6-D7AA971F727E}"/>
                </a:ext>
              </a:extLst>
            </p:cNvPr>
            <p:cNvSpPr txBox="1"/>
            <p:nvPr/>
          </p:nvSpPr>
          <p:spPr>
            <a:xfrm>
              <a:off x="9053595" y="5449915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12</a:t>
              </a:r>
              <a:endParaRPr lang="LID4096" sz="50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CFA8270-C78D-BA1C-65E6-DB80B62FE44E}"/>
                </a:ext>
              </a:extLst>
            </p:cNvPr>
            <p:cNvSpPr txBox="1"/>
            <p:nvPr/>
          </p:nvSpPr>
          <p:spPr>
            <a:xfrm>
              <a:off x="9375652" y="5450981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13</a:t>
              </a:r>
              <a:endParaRPr lang="LID4096" sz="50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18D5DBA5-F4B4-39EF-2A83-D328EEF9FC9D}"/>
                </a:ext>
              </a:extLst>
            </p:cNvPr>
            <p:cNvSpPr txBox="1"/>
            <p:nvPr/>
          </p:nvSpPr>
          <p:spPr>
            <a:xfrm>
              <a:off x="9697709" y="5452047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14</a:t>
              </a:r>
              <a:endParaRPr lang="LID4096" sz="50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7D30A1F-020A-9245-9479-BA89C3ED2DD7}"/>
                </a:ext>
              </a:extLst>
            </p:cNvPr>
            <p:cNvSpPr txBox="1"/>
            <p:nvPr/>
          </p:nvSpPr>
          <p:spPr>
            <a:xfrm>
              <a:off x="10019766" y="5453113"/>
              <a:ext cx="251992" cy="1692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500"/>
                <a:t>15</a:t>
              </a:r>
              <a:endParaRPr lang="LID4096" sz="50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DAC3951-3FA6-0574-402B-912A99B67C53}"/>
              </a:ext>
            </a:extLst>
          </p:cNvPr>
          <p:cNvGrpSpPr/>
          <p:nvPr/>
        </p:nvGrpSpPr>
        <p:grpSpPr>
          <a:xfrm rot="16200000">
            <a:off x="4869920" y="3380810"/>
            <a:ext cx="3095687" cy="2476441"/>
            <a:chOff x="436296" y="1927861"/>
            <a:chExt cx="5353797" cy="4282849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FE6444B-5891-E01D-E148-507A60C5D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E8BDD05-7932-D422-F1B4-110E85578333}"/>
                </a:ext>
              </a:extLst>
            </p:cNvPr>
            <p:cNvSpPr/>
            <p:nvPr/>
          </p:nvSpPr>
          <p:spPr>
            <a:xfrm>
              <a:off x="1597669" y="3554255"/>
              <a:ext cx="3381375" cy="140208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C27839A9-4852-4EB4-B847-E40F6521F26E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725F958-8EFC-51FF-8085-ED057EAE1B59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E5EDCC3-DA6B-F303-668D-4D15B76DFCC7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00F88A2-5DF0-F104-00CE-71F075EA2564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C661794A-E00D-C466-59D3-B265A2B88228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499BC15-3E83-B8C7-9277-BC76D95AEEDB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702C37DD-779B-288C-8894-7E618F01D90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FF40F0E9-7A36-1D85-220F-472D65643A3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9061EBB-6AFE-2485-A8FF-06CAAAB30443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65D6B6A5-45EA-43B8-552C-3B05CDACA82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778520E0-C5B1-F479-0744-9C86142A1CD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45ED954-909B-A4A6-288D-CD2D8D8FDB65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FA7205FC-7B10-CE2F-7288-21C1BB61097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96D52A8-3AD1-440A-D289-68FBDA948F0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5AC3151E-93FD-779B-10BF-106C125204C8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520E1EE-B74E-D1EE-7757-E6EE3EFEF0C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66FF54C5-787A-1D15-6C42-05F9831A5F1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F322C4C-F0B7-6783-50E6-EB6CC97D863D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07201FCF-7C21-2DC3-54AA-0B28BB7AACE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BF5BF8B1-C090-6E98-5480-3421D596039F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CF3F9EE-0892-7001-0FE1-3029650ED021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5FACFD21-CA8B-C492-BBDE-0B0A2A9A0C3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2F58D88-D248-B72C-CF50-688463D2AF1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9560E27-5A48-F024-BDAC-E160E7656D31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29B9A261-7611-F832-F55F-DAE77403CF5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784FA23-5AA9-CBF4-8719-F8F376EB426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55CFFED-3808-77FE-FF82-D49018C1168F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EBB8D74A-8E1A-8D2F-98C0-E0863012A06C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61646931-4A5A-EA45-65A3-E4805F51FA2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6A1DDC80-8F27-0BB0-1134-7C07A8926553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9C204E4-E459-AEE5-24E4-48BB8061689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ED3FEC60-5561-C340-9C5B-15111D52B32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2EC4F58-03D8-8CAA-B2F1-407907570C6B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E9BB44DC-8A70-0B36-D04A-A758A4E9183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5E4185D9-5083-0F2E-E7BF-C3FCE9871A15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A1F9BA3-F593-0FD5-8132-D24ED4A4A48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92B176D-A45E-0E9D-6BB2-4307D774385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GND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1E03186C-E87D-AECB-9979-FCFC0FCF14DD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CD6FCB2-93CE-DBAA-1EB6-5A650128FC3A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4D41C24-55B2-021D-6D01-37F518812DE3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9A50C29-DC01-15AE-AB2F-9041031EC5A5}"/>
                </a:ext>
              </a:extLst>
            </p:cNvPr>
            <p:cNvSpPr txBox="1"/>
            <p:nvPr/>
          </p:nvSpPr>
          <p:spPr>
            <a:xfrm rot="5400000">
              <a:off x="2137200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BE19FD0-DBBF-DB1F-ADFB-B1807FB9349F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078D183-427D-D207-120F-399D75C710AE}"/>
                </a:ext>
              </a:extLst>
            </p:cNvPr>
            <p:cNvSpPr txBox="1"/>
            <p:nvPr/>
          </p:nvSpPr>
          <p:spPr>
            <a:xfrm rot="5400000">
              <a:off x="2739117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20936E88-76CB-27E1-2755-CF025462A84C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9CAEB67-5F3D-DC69-172D-71A3EA01BC80}"/>
                </a:ext>
              </a:extLst>
            </p:cNvPr>
            <p:cNvSpPr txBox="1"/>
            <p:nvPr/>
          </p:nvSpPr>
          <p:spPr>
            <a:xfrm rot="5400000">
              <a:off x="3188866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965B6C99-FD07-2B34-98FA-D327007847B2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832AD4D-6AA7-69C6-1025-6C38340260B0}"/>
                </a:ext>
              </a:extLst>
            </p:cNvPr>
            <p:cNvSpPr txBox="1"/>
            <p:nvPr/>
          </p:nvSpPr>
          <p:spPr>
            <a:xfrm rot="5400000">
              <a:off x="3639983" y="209225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2B60673-61DD-3BE6-F911-F7CD65DA0E23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84D36D7-F46E-07D2-02B9-A9D6C22CD963}"/>
                </a:ext>
              </a:extLst>
            </p:cNvPr>
            <p:cNvSpPr txBox="1"/>
            <p:nvPr/>
          </p:nvSpPr>
          <p:spPr>
            <a:xfrm rot="5400000">
              <a:off x="2659462" y="562048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pin1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B52A1F6-0762-D4F5-4B45-8CD0E529C2B8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B4A565F-70E8-A0C4-AB6F-9474CCEEBBD8}"/>
                </a:ext>
              </a:extLst>
            </p:cNvPr>
            <p:cNvSpPr txBox="1"/>
            <p:nvPr/>
          </p:nvSpPr>
          <p:spPr>
            <a:xfrm rot="5400000">
              <a:off x="3175523" y="5618462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pin3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0E440D81-A8A6-03C7-0217-75F8DBAC6AB3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F57918B0-F419-B04F-252E-0D70D7A94D5F}"/>
                </a:ext>
              </a:extLst>
            </p:cNvPr>
            <p:cNvSpPr txBox="1"/>
            <p:nvPr/>
          </p:nvSpPr>
          <p:spPr>
            <a:xfrm rot="5400000">
              <a:off x="3657971" y="561947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pin5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1DEBE29-F793-EA1F-F613-8927D1077CE1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1A048B61-ABE7-B72C-734F-59F5B6BC1857}"/>
                </a:ext>
              </a:extLst>
            </p:cNvPr>
            <p:cNvSpPr txBox="1"/>
            <p:nvPr/>
          </p:nvSpPr>
          <p:spPr>
            <a:xfrm rot="5400000">
              <a:off x="4111125" y="5618463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pin7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B0BAD39-5C89-2461-AD49-5856ADE12236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462CE98F-085E-49BE-7D68-514AD9B07FD9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5F3FFE50-4C53-B823-C074-538653FD0E93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A49F3146-4B69-AC63-FEDF-960BF422DAC5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B3BD26D-D7B5-8D33-80F1-FF4665FE585A}"/>
              </a:ext>
            </a:extLst>
          </p:cNvPr>
          <p:cNvSpPr/>
          <p:nvPr/>
        </p:nvSpPr>
        <p:spPr>
          <a:xfrm>
            <a:off x="5786438" y="2990850"/>
            <a:ext cx="3900487" cy="938213"/>
          </a:xfrm>
          <a:custGeom>
            <a:avLst/>
            <a:gdLst>
              <a:gd name="csX0" fmla="*/ 619125 w 3900487"/>
              <a:gd name="csY0" fmla="*/ 938213 h 938213"/>
              <a:gd name="csX1" fmla="*/ 0 w 3900487"/>
              <a:gd name="csY1" fmla="*/ 938213 h 938213"/>
              <a:gd name="csX2" fmla="*/ 0 w 3900487"/>
              <a:gd name="csY2" fmla="*/ 0 h 938213"/>
              <a:gd name="csX3" fmla="*/ 3900487 w 3900487"/>
              <a:gd name="csY3" fmla="*/ 0 h 938213"/>
              <a:gd name="csX4" fmla="*/ 3900487 w 3900487"/>
              <a:gd name="csY4" fmla="*/ 933450 h 938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0487" h="938213">
                <a:moveTo>
                  <a:pt x="619125" y="938213"/>
                </a:moveTo>
                <a:lnTo>
                  <a:pt x="0" y="938213"/>
                </a:lnTo>
                <a:lnTo>
                  <a:pt x="0" y="0"/>
                </a:lnTo>
                <a:lnTo>
                  <a:pt x="3900487" y="0"/>
                </a:lnTo>
                <a:lnTo>
                  <a:pt x="3900487" y="933450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07464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F7997-F329-9E8A-4502-E52C79126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02FD-BDAE-1F03-4CE5-36D3F1E8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539D0634-AC49-E0B5-3CAA-91963FD7F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8DD47-A6CA-4261-3877-9F35936C5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766D524-44A6-FCA8-FB04-712A85E971E6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A9A8DEA-E79B-7044-C8AC-3063702CED6D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CABF047-A9E5-3C7E-7354-AFB7495BB4BB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AEEEA6A-22D4-646C-9203-B15B80AD10E1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1ED8745-AB75-56A3-668C-7C4ECFBE0D77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1F95349-1B39-0F6C-B81C-24B412C4284B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C2BC0D-9117-6D60-0388-924AB85707D6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7790350-923F-AE35-AB62-C584F0B50DAD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7732D21-5987-359E-C22C-B2F5C7206988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C01635D-5BDA-9122-081D-216632A8858C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380E113-68B9-3273-6907-1D5AB31C73F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4DC8315-6A1D-5C9C-FF5B-4038F425E86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6D8C09-6839-5F64-0E3D-0BCE83B6FB2D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60C8FB5-4B94-47B1-15C6-1D70E389E9F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63252EB-6F4E-7D42-A2CB-8A02ECD6256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EDB23CB-2888-AEA9-0DDA-0575981CCAE2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8997CE4-C0A2-B2A6-D6E9-CD70D49C589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17347F9-3175-6B4A-C915-A7862FFA5D0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4C69661-EA9E-9AB5-C2CF-B92A24BFB217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B3FD233-CA02-0D58-315D-303B627470F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2747DE9-2C1E-ED8D-C303-065B53ED1B8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16DB064-8318-FF52-5936-2F0EDBC93BCC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C304964-3F3E-DDE4-E884-9D6760DC73C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738F293-4C7A-C9AB-D05F-11BEE8A3D6F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C1AC9CC-AD95-E3CA-5C1D-73CAB5709992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2BFB7D3-FBC2-C0C8-E678-A2A5DAB1698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D075E5C-426B-DAC0-49B3-85701E405E4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518D1DB-C439-D2AA-63B4-E411E549C419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B5F9179-5DC1-80B6-3AD4-1F1FDD6EBD0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A507709-C516-8A5E-A986-3625D733637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D9FC24-A1D7-0476-48E3-C276D77A2E1D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A282504-EFBD-3E1B-4856-A416042614E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101990C-2EB9-2277-A6DD-873FBE7C0A3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0C65CEA-09C8-EA48-FC3E-039BB0D8D650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B5802D2-B9A9-B8A0-90DD-D6161362C6B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BEF9947-A52A-D20E-0E89-8CBB91933F1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41E65E7-6FAC-056E-000B-A0F10AC0F7FB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D319EDB-9BDE-7703-337A-BA4D01EE97A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796F081-1EB3-E027-7AF0-7AB48FA9280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BC38C1C-8E2B-374F-D4EB-946A1FAD800F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361C5CC-7309-A856-68ED-DAA0DAD9C7C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16E37B9-B590-6916-647A-E79BC0C0584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8FC6F10-A56A-87D3-F67B-65EBEA71A9D8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D1088C8-F551-8CA4-0DF7-51AF09D4ABA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EC6F4E0-06C4-307A-0B08-F542C74F64E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571BD79-492F-0B7A-C46A-98DAED55E6BE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6F947F4-EF41-2D3F-B4BE-2F3BEFF04CE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F64A5FC-8E45-6DFE-0C86-DD73C164D0C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6B9B035-8B3D-4508-04F5-6E06F7DB6272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83BAE8B-B151-5145-7E8A-784D2F890B8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70F5799-2BE4-2B62-49F1-4FDDCB30771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C694F11-FC78-014B-17BE-14312B722C03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A36E6D9-D0D8-A94B-20EC-3B7754B4BCE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157A09B-99D4-ADA1-5C94-F06BFC95D92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4FA3941-FA86-2501-C321-CD27B9133A2E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3E91582-2A57-D2DD-8C7F-539E08435AC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4F63795-4143-289F-2075-EDF9140295C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EBF2626-7830-15D6-F19E-B1DD93CEE88E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07CE394-E3CE-5C15-CF3F-B1772707B200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383F969-4EAB-9CD5-A91D-C6B0081F6D3A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BDE93BD-ACF3-019A-592F-3D93F2F2F4DE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BA95DB7-73EC-0E1C-40D2-31162C8B2BA5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74B7E4-0ACB-5595-1B9D-0DD7753AEC0C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1360A933-CF67-DE88-1F18-9D7BC475F188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3C3A140-08F6-AAC1-5899-4ECB47607D69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1C61A36-546D-2D4C-6006-FB7C8E1E04F9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21CA24-5BAD-5E4D-1B7E-0A932613A902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3F6E10B3-92EB-1A5A-FA2D-CA22AF273740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55D2FAD-586A-70B0-C380-73E601B8FE25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3674474-E755-764E-047D-796D2F4A758B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69655C-18C2-AF63-D86E-7DD1C7372072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3F4EF6C-0F26-8D4A-9CCD-EBFA2BBA2DC9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0C172CC-DD14-ECE9-612D-1EF39AA5B72B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4EE3D0-19BE-9B26-5D61-D3A104A0B53F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639BEB9-664D-6D7F-1A75-A79E122D3234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08AFE0-508E-B294-F7F5-BDA838FE195E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88D5E48-8B5A-2299-E5E1-8D3A77916C92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A58264-E79B-BCD6-F964-EFA9595BD136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B23167A-32E0-3E67-C72E-2E74657FCC05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AB3377-A4D7-DCFC-951D-9B05F380505D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24A464B-C957-672C-9EFE-880A7941A1C2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1F125A-AD4E-A4A9-816E-136B2B112524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F536D36-3AB0-4E81-034F-A0BABF7D7561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1712C34-555B-2AEF-894D-658F552884B9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B26E377-20B0-5FD1-EDB5-45402251677F}"/>
              </a:ext>
            </a:extLst>
          </p:cNvPr>
          <p:cNvGrpSpPr/>
          <p:nvPr/>
        </p:nvGrpSpPr>
        <p:grpSpPr>
          <a:xfrm rot="16200000">
            <a:off x="4869920" y="3380810"/>
            <a:ext cx="3095687" cy="2476441"/>
            <a:chOff x="436296" y="1927861"/>
            <a:chExt cx="5353797" cy="4282849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C288BFF9-C42A-4673-8817-5F160CD8E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0665748-FDD8-51FA-DCE6-13E62485109B}"/>
                </a:ext>
              </a:extLst>
            </p:cNvPr>
            <p:cNvSpPr/>
            <p:nvPr/>
          </p:nvSpPr>
          <p:spPr>
            <a:xfrm>
              <a:off x="1597669" y="3554255"/>
              <a:ext cx="3381375" cy="140208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2C02A86-5925-0156-3E8A-7BDAE15EA3EF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3C8D499-C1BB-2B38-FBCF-0DA478FC9086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4D82998-6792-0AF0-3783-DCE596450064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75405E3E-0271-8E25-D828-62706247EAE8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B35F1CDE-4C3F-C2AC-FACE-2AD04B860474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F16D1C5D-634A-16AF-6BBF-B70502D63ABA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5671C59-C070-5A18-EC6F-7F5CDC0489D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3416A0CA-B4F4-8A96-5635-C928242FB2DC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EF21FBC-872A-1DF2-BF88-68350E27B470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FDD865A2-E8EE-7FFF-76F2-DDF5AFE6099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032E25D-595D-123F-9379-3512C7DC654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0DB1B81-4E2B-BCAF-5176-E32210795DCF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FE13081E-41D2-4D48-6F33-DFAE93ECC5AD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19C4AAC-0C3C-552A-8617-F9EEC52B680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E3CEB5E-9E80-2AAC-6A89-B78C3B2D9CB9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A87927B7-6C2A-1409-CDD2-116D4490565A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C239383-D8E1-96FD-6628-2E5BDECD66C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CB8390C0-72AB-DC04-80F5-856E282F9A9B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DD70F45A-B348-FB06-D112-66AE8AA8725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85886D4-CFAD-7A2F-D413-59F49C5C385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95735DF1-70D4-D8F2-F866-B15B98BBB61A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0BD8933C-1612-9345-2BBD-E33B3CBD68B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A9EAFF9-2D42-AB94-5708-D6A0CFAFC0C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E12261A-E4D4-C2F1-84EF-6EE6675FB544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5EF7F0D2-0500-61D6-88FD-86E19141A64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06DC460B-493E-D95F-D808-77B9AFC02034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FEA4083B-14B5-92E1-51D9-BBA364D0CE80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30B87224-9AAA-008B-0E85-27F7FC41384B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33ED2F8A-3765-3988-5D04-CAC2D215CBD2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ED57F547-1465-604C-DDEA-C1A7FDD9C074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BC199D3D-99F5-8BAC-8B92-CCDBF847D6C4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D03153DE-1AC7-0049-A7C4-DF6D1B80B2B9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F68E1AB-6024-A969-17CF-2CD804ABD4CF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565684F6-808B-FBCC-9550-F9D4AA6976B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346592D5-BDFA-1E78-7F23-EBB5D7742683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196AA1D-88DA-3C48-269A-9507E951E84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001935F-8AD7-5B76-B4FF-07722473CBF9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GND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A2D4D97-DF71-8CB5-5C03-C379B2390FDC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850E9B3-A66E-9341-3858-CE033CE49C4F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05790AD-8480-F50C-8314-7705E82E54FB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F6BA5F5-B813-44EF-45B0-308EC8B7F8E6}"/>
                </a:ext>
              </a:extLst>
            </p:cNvPr>
            <p:cNvSpPr txBox="1"/>
            <p:nvPr/>
          </p:nvSpPr>
          <p:spPr>
            <a:xfrm rot="5400000">
              <a:off x="2137200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EF889446-D425-2CF3-31FC-96094AB7752C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110599B-7F9C-0507-70DE-704C515963F0}"/>
                </a:ext>
              </a:extLst>
            </p:cNvPr>
            <p:cNvSpPr txBox="1"/>
            <p:nvPr/>
          </p:nvSpPr>
          <p:spPr>
            <a:xfrm rot="5400000">
              <a:off x="2739117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E634F26-57BB-BA90-E2FD-D962B5E0206B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8649E4E-89BA-62D8-27E0-CF642570EE98}"/>
                </a:ext>
              </a:extLst>
            </p:cNvPr>
            <p:cNvSpPr txBox="1"/>
            <p:nvPr/>
          </p:nvSpPr>
          <p:spPr>
            <a:xfrm rot="5400000">
              <a:off x="3188866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1F8AC65-6D40-6F00-A6D2-39DB0034F4B5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97C0A108-C0A1-D1EA-DFB2-BCB5E01B55CA}"/>
                </a:ext>
              </a:extLst>
            </p:cNvPr>
            <p:cNvSpPr txBox="1"/>
            <p:nvPr/>
          </p:nvSpPr>
          <p:spPr>
            <a:xfrm rot="5400000">
              <a:off x="3639983" y="209225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6BB069BD-C16B-86AA-C5A9-4009B6734C50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0787CE0-CC9E-C404-8E4E-5619F307AC86}"/>
                </a:ext>
              </a:extLst>
            </p:cNvPr>
            <p:cNvSpPr txBox="1"/>
            <p:nvPr/>
          </p:nvSpPr>
          <p:spPr>
            <a:xfrm rot="5400000">
              <a:off x="2659462" y="562048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pin1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C65BD292-2C53-1E3E-878B-323E05EBE741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ED5CBFF-2F51-0A4A-C50B-3EF564D7C307}"/>
                </a:ext>
              </a:extLst>
            </p:cNvPr>
            <p:cNvSpPr txBox="1"/>
            <p:nvPr/>
          </p:nvSpPr>
          <p:spPr>
            <a:xfrm rot="5400000">
              <a:off x="3175523" y="5618462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pin3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1045D06-3954-E496-AC9D-2F5169785D48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81B452B-A4F0-546D-33B4-B7220F9158C6}"/>
                </a:ext>
              </a:extLst>
            </p:cNvPr>
            <p:cNvSpPr txBox="1"/>
            <p:nvPr/>
          </p:nvSpPr>
          <p:spPr>
            <a:xfrm rot="5400000">
              <a:off x="3657971" y="561947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pin5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73EF3F24-6EF1-6967-025D-D1699EBA375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CEB2656-5DED-356B-85F8-71D94663CA7B}"/>
                </a:ext>
              </a:extLst>
            </p:cNvPr>
            <p:cNvSpPr txBox="1"/>
            <p:nvPr/>
          </p:nvSpPr>
          <p:spPr>
            <a:xfrm rot="5400000">
              <a:off x="4111125" y="5618463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pin7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FFC5002D-6C86-B42F-F6B8-EC994C7FFE1C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4392DDB0-2B28-611E-F9B1-DCAF99B0FA16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E7343FE-76DA-1948-1F3E-E39519933149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E73F69C0-B541-CEA5-2E1F-BD98F7589942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6198EC5-E036-0644-63B6-FBF17ABF786C}"/>
              </a:ext>
            </a:extLst>
          </p:cNvPr>
          <p:cNvSpPr/>
          <p:nvPr/>
        </p:nvSpPr>
        <p:spPr>
          <a:xfrm>
            <a:off x="5786438" y="2990850"/>
            <a:ext cx="3900487" cy="938213"/>
          </a:xfrm>
          <a:custGeom>
            <a:avLst/>
            <a:gdLst>
              <a:gd name="csX0" fmla="*/ 619125 w 3900487"/>
              <a:gd name="csY0" fmla="*/ 938213 h 938213"/>
              <a:gd name="csX1" fmla="*/ 0 w 3900487"/>
              <a:gd name="csY1" fmla="*/ 938213 h 938213"/>
              <a:gd name="csX2" fmla="*/ 0 w 3900487"/>
              <a:gd name="csY2" fmla="*/ 0 h 938213"/>
              <a:gd name="csX3" fmla="*/ 3900487 w 3900487"/>
              <a:gd name="csY3" fmla="*/ 0 h 938213"/>
              <a:gd name="csX4" fmla="*/ 3900487 w 3900487"/>
              <a:gd name="csY4" fmla="*/ 933450 h 938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0487" h="938213">
                <a:moveTo>
                  <a:pt x="619125" y="938213"/>
                </a:moveTo>
                <a:lnTo>
                  <a:pt x="0" y="938213"/>
                </a:lnTo>
                <a:lnTo>
                  <a:pt x="0" y="0"/>
                </a:lnTo>
                <a:lnTo>
                  <a:pt x="3900487" y="0"/>
                </a:lnTo>
                <a:lnTo>
                  <a:pt x="3900487" y="933450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98750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75164-F8E7-F474-86A9-033F893B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9A9FC-97ED-4AA1-FB54-F5B32FCF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549A1156-5319-5F06-08B1-D0653CD4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55405-FEB7-3BB3-4776-C7BCC5AA3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A8CEA2-0B78-D165-D42C-6E93ACEE29FE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3868C9F-5F3A-957B-9012-75264229C8FE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3A6171-46CB-0D6F-32C6-00D43CE8DF33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FCDC1C6-1DD5-D3A2-2CD0-B6055EBD4AAB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31AE80-E887-50C3-0CD0-1423C816FEF4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9DDFD0C-94D6-0848-150D-D5C54451317E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70E443-CA9D-FFB7-4110-7EF5A9C0B7DD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7C04ED7-664C-804C-18CF-29AC50DFB018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07A2B70-031F-8E3F-6316-4BE05F5954C5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F61D2D-A510-CAE9-0808-9CD1B5F0A2D3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AA57F1A-F584-345C-57D6-677C3FAFCC7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90A3EF-CE43-33CD-D5DC-F5158424B54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4A3788-8B57-6B3B-E2B7-6493D2EEC1A6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C5EE795-E324-BEA2-FE4D-F5C71AF9780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4E24434-A5C6-BA15-BE1D-EE72D0F3688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BFAFED-A316-CDF0-9E10-0E5E299C58E5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AD69AD5-7E87-35B7-FEAC-2023D3AE190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12476EF-2D03-DC35-7308-0FB04F286B2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80101E4-4DC8-5740-ECFD-900A883F1056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029C85E-9849-CD3B-F95D-5248FBDE8DF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460A74A-2A28-83DD-E745-97CEBE6BB09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B87288-98EF-0C55-A1BB-F7D2661BAE71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9C4D3F2-90B9-A5A8-1C5A-9DE0F4E3F43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ED6F7E3-B79F-A33A-6DDD-01C54AF0C05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252BB8-196D-35AB-F410-F3FBC8851DFD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1E9E386-57C0-2467-A8F4-15CB01563AB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A6DE0B7-69DF-D112-6A8A-4745C4408DE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69A5DD-114A-B716-2A92-612FC72ED99D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74318BF-1506-4CF2-C12B-C9B6A1985BA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6F786E4-2177-066D-EEF6-E3215785177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00BF5E2-4841-B32B-8976-F0045F3BC4E3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0127488-422B-2408-C73B-2BDC7DDD2D9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0542AE3-6295-14A3-0886-809BD77CD79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6BA4AB6-A097-FE1B-7EE3-0172B8DB0D28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F0A0B0E7-D103-982E-67D4-136C58C36C8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B215FDC-DAE7-C0FC-4E8C-D747C983D37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2F0AEE5-9FCE-DDB4-9235-A5F6765FEDEE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EB1463A-267E-1FE4-376F-6305B9D36C2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2E7F213-BDAD-EE3B-18E7-94D971365D1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CE992B1-B6C5-E951-548F-B0C180AB5808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FA0FDE3-5A1A-AADA-F746-8FCB4A098A9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D78D0257-9077-A293-F076-56E80207FCA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6BE21C9-1E87-AA65-2845-9AD2CFC28AB1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FF31C54-3FAD-69CC-3340-08706CC8C81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164CB2-387B-95CF-9652-48480676F1E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5091B5A-D8DB-1021-5A5C-ED63C70DCF07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080C93F7-D39C-EF57-9B17-515FA29EE4E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AEFD551-C0AD-F2A1-EB48-F8223ED84C8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CF3E03-EC00-84E9-005D-EF37CA9BE0A8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8398AA31-FD06-AA74-BC05-55B6AD363DB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25BF5F8-D3E0-4E06-1B23-9DB41406A34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A2B62BF-2729-D639-6955-CB9B5CF93327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BC6B990-571D-D5E8-2EDA-B54FE32E6FA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CC8A008-2FB4-5E04-1A3B-6FD0B03C869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5F9CF74-DDFA-787C-F1E2-5A7DE0431366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3E3C040-7539-21EE-F1E8-B3B9868270E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D40A6AA-1B9F-0904-06E4-9AFFD699989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1CBF82E-F002-C5CD-AA48-4C1DBD4A52FB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A77AD8AC-6678-1C6C-1125-C88996690EA1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3D106AE-4E26-DB0B-F289-ED28AE46A3E8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F9312F4-D3E5-1FC9-49D0-6180F05D4180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C8B9066-4CB5-35D3-9BE9-5D15E4F3CC9A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710A709-F3F1-CCB1-9129-AD799A1E444E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F9AFBF2-4EAF-8D48-7DA5-74BF987EE32B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B51E100-8529-08FB-140A-F550E15267F4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69834C6-31D5-B8FC-4F8E-FDF347B6A289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D04D88F0-EC2C-93DA-A2E9-612B35DF0971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951DAFE-6C0E-1609-1C04-1EAEFC5B43C2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5C804B3-1193-5EB4-A7B0-11E3B05CE936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56063E5-986C-87CD-EEA4-07AB89C39F7A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F620DE-1493-D557-B960-F5F4A57021FC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F8B9F14-13D8-70FA-B19E-8077C023D8F6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409821B-B7A5-86AA-8CFF-AC133D5F4543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508AB8-383E-9EC2-D04F-4A141B1C6C36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09385C-06E6-A780-C719-330CEC55E556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5496EC-A9BC-8390-419A-16C8AB764D84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08A3C7-8EDD-9F86-4576-D59EA4E9E1C1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95E08E2-9DC0-E97F-5D4C-487C717693A1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5A652D9-85EE-5F0E-801D-41E95B9C8DDA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ADCD6D-6079-4789-F134-79CFF469FE38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9C1B59-3C8D-AFA6-4DA0-F7B13A440E4D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F9DBD07-6AD5-CD38-0164-EC84C59C150F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D154D60-0028-7C6D-7533-EAE5539486F9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DAB3FBE-777C-58FD-EEC4-A4FD5ADE8487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094C4AC7-A54D-635D-0504-119CEEC82796}"/>
              </a:ext>
            </a:extLst>
          </p:cNvPr>
          <p:cNvGrpSpPr/>
          <p:nvPr/>
        </p:nvGrpSpPr>
        <p:grpSpPr>
          <a:xfrm rot="16200000">
            <a:off x="4869920" y="3380811"/>
            <a:ext cx="3095687" cy="2476441"/>
            <a:chOff x="436296" y="1927861"/>
            <a:chExt cx="5353797" cy="4282849"/>
          </a:xfrm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8A64A3C3-66FA-353F-46AB-3AE673C48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6296" y="2545839"/>
              <a:ext cx="5353797" cy="2772162"/>
            </a:xfrm>
            <a:prstGeom prst="rect">
              <a:avLst/>
            </a:prstGeom>
          </p:spPr>
        </p:pic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301993D-11C6-E8CF-B8F0-E890E45AD87A}"/>
                </a:ext>
              </a:extLst>
            </p:cNvPr>
            <p:cNvSpPr/>
            <p:nvPr/>
          </p:nvSpPr>
          <p:spPr>
            <a:xfrm>
              <a:off x="1597669" y="3554255"/>
              <a:ext cx="3381375" cy="1402081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9A52EA2B-4C49-14D1-7F52-F42D5B067802}"/>
                </a:ext>
              </a:extLst>
            </p:cNvPr>
            <p:cNvSpPr/>
            <p:nvPr/>
          </p:nvSpPr>
          <p:spPr>
            <a:xfrm>
              <a:off x="1436663" y="3406140"/>
              <a:ext cx="3787140" cy="259080"/>
            </a:xfrm>
            <a:custGeom>
              <a:avLst/>
              <a:gdLst>
                <a:gd name="connsiteX0" fmla="*/ 3406140 w 3825240"/>
                <a:gd name="connsiteY0" fmla="*/ 0 h 259080"/>
                <a:gd name="connsiteX1" fmla="*/ 0 w 3825240"/>
                <a:gd name="connsiteY1" fmla="*/ 68580 h 259080"/>
                <a:gd name="connsiteX2" fmla="*/ 228600 w 3825240"/>
                <a:gd name="connsiteY2" fmla="*/ 259080 h 259080"/>
                <a:gd name="connsiteX3" fmla="*/ 3825240 w 3825240"/>
                <a:gd name="connsiteY3" fmla="*/ 167640 h 259080"/>
                <a:gd name="connsiteX4" fmla="*/ 3406140 w 3825240"/>
                <a:gd name="connsiteY4" fmla="*/ 0 h 259080"/>
                <a:gd name="connsiteX0" fmla="*/ 3406140 w 3787140"/>
                <a:gd name="connsiteY0" fmla="*/ 0 h 259080"/>
                <a:gd name="connsiteX1" fmla="*/ 0 w 3787140"/>
                <a:gd name="connsiteY1" fmla="*/ 68580 h 259080"/>
                <a:gd name="connsiteX2" fmla="*/ 228600 w 3787140"/>
                <a:gd name="connsiteY2" fmla="*/ 259080 h 259080"/>
                <a:gd name="connsiteX3" fmla="*/ 3787140 w 3787140"/>
                <a:gd name="connsiteY3" fmla="*/ 153353 h 259080"/>
                <a:gd name="connsiteX4" fmla="*/ 3406140 w 3787140"/>
                <a:gd name="connsiteY4" fmla="*/ 0 h 25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7140" h="259080">
                  <a:moveTo>
                    <a:pt x="3406140" y="0"/>
                  </a:moveTo>
                  <a:lnTo>
                    <a:pt x="0" y="68580"/>
                  </a:lnTo>
                  <a:lnTo>
                    <a:pt x="228600" y="259080"/>
                  </a:lnTo>
                  <a:lnTo>
                    <a:pt x="3787140" y="153353"/>
                  </a:lnTo>
                  <a:lnTo>
                    <a:pt x="3406140" y="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676E88-1CDB-08BD-D8F5-352CA785F961}"/>
                </a:ext>
              </a:extLst>
            </p:cNvPr>
            <p:cNvSpPr/>
            <p:nvPr/>
          </p:nvSpPr>
          <p:spPr>
            <a:xfrm>
              <a:off x="1459523" y="3482340"/>
              <a:ext cx="205740" cy="1714500"/>
            </a:xfrm>
            <a:custGeom>
              <a:avLst/>
              <a:gdLst>
                <a:gd name="connsiteX0" fmla="*/ 0 w 205740"/>
                <a:gd name="connsiteY0" fmla="*/ 0 h 1714500"/>
                <a:gd name="connsiteX1" fmla="*/ 30480 w 205740"/>
                <a:gd name="connsiteY1" fmla="*/ 1539240 h 1714500"/>
                <a:gd name="connsiteX2" fmla="*/ 205740 w 205740"/>
                <a:gd name="connsiteY2" fmla="*/ 1714500 h 1714500"/>
                <a:gd name="connsiteX3" fmla="*/ 198120 w 205740"/>
                <a:gd name="connsiteY3" fmla="*/ 167640 h 1714500"/>
                <a:gd name="connsiteX4" fmla="*/ 0 w 205740"/>
                <a:gd name="connsiteY4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5740" h="1714500">
                  <a:moveTo>
                    <a:pt x="0" y="0"/>
                  </a:moveTo>
                  <a:lnTo>
                    <a:pt x="30480" y="1539240"/>
                  </a:lnTo>
                  <a:lnTo>
                    <a:pt x="205740" y="1714500"/>
                  </a:lnTo>
                  <a:lnTo>
                    <a:pt x="198120" y="1676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5EA630A-B4BC-8CDB-8BC5-6C06719A2F5A}"/>
                </a:ext>
              </a:extLst>
            </p:cNvPr>
            <p:cNvSpPr/>
            <p:nvPr/>
          </p:nvSpPr>
          <p:spPr>
            <a:xfrm>
              <a:off x="1657643" y="3558540"/>
              <a:ext cx="3596640" cy="1653540"/>
            </a:xfrm>
            <a:custGeom>
              <a:avLst/>
              <a:gdLst>
                <a:gd name="connsiteX0" fmla="*/ 0 w 3680460"/>
                <a:gd name="connsiteY0" fmla="*/ 1653540 h 1653540"/>
                <a:gd name="connsiteX1" fmla="*/ 1463040 w 3680460"/>
                <a:gd name="connsiteY1" fmla="*/ 1592580 h 1653540"/>
                <a:gd name="connsiteX2" fmla="*/ 1463040 w 3680460"/>
                <a:gd name="connsiteY2" fmla="*/ 1417320 h 1653540"/>
                <a:gd name="connsiteX3" fmla="*/ 182880 w 3680460"/>
                <a:gd name="connsiteY3" fmla="*/ 1478280 h 1653540"/>
                <a:gd name="connsiteX4" fmla="*/ 160020 w 3680460"/>
                <a:gd name="connsiteY4" fmla="*/ 266700 h 1653540"/>
                <a:gd name="connsiteX5" fmla="*/ 3474720 w 3680460"/>
                <a:gd name="connsiteY5" fmla="*/ 160020 h 1653540"/>
                <a:gd name="connsiteX6" fmla="*/ 3467100 w 3680460"/>
                <a:gd name="connsiteY6" fmla="*/ 1424940 h 1653540"/>
                <a:gd name="connsiteX7" fmla="*/ 2278380 w 3680460"/>
                <a:gd name="connsiteY7" fmla="*/ 1432560 h 1653540"/>
                <a:gd name="connsiteX8" fmla="*/ 2263140 w 3680460"/>
                <a:gd name="connsiteY8" fmla="*/ 1584960 h 1653540"/>
                <a:gd name="connsiteX9" fmla="*/ 3680460 w 3680460"/>
                <a:gd name="connsiteY9" fmla="*/ 1546860 h 1653540"/>
                <a:gd name="connsiteX10" fmla="*/ 3589020 w 3680460"/>
                <a:gd name="connsiteY10" fmla="*/ 0 h 1653540"/>
                <a:gd name="connsiteX11" fmla="*/ 0 w 3680460"/>
                <a:gd name="connsiteY11" fmla="*/ 91440 h 1653540"/>
                <a:gd name="connsiteX12" fmla="*/ 0 w 3680460"/>
                <a:gd name="connsiteY12" fmla="*/ 1653540 h 1653540"/>
                <a:gd name="connsiteX0" fmla="*/ 0 w 3649980"/>
                <a:gd name="connsiteY0" fmla="*/ 1653540 h 1653540"/>
                <a:gd name="connsiteX1" fmla="*/ 1463040 w 3649980"/>
                <a:gd name="connsiteY1" fmla="*/ 1592580 h 1653540"/>
                <a:gd name="connsiteX2" fmla="*/ 1463040 w 3649980"/>
                <a:gd name="connsiteY2" fmla="*/ 1417320 h 1653540"/>
                <a:gd name="connsiteX3" fmla="*/ 182880 w 3649980"/>
                <a:gd name="connsiteY3" fmla="*/ 1478280 h 1653540"/>
                <a:gd name="connsiteX4" fmla="*/ 160020 w 3649980"/>
                <a:gd name="connsiteY4" fmla="*/ 266700 h 1653540"/>
                <a:gd name="connsiteX5" fmla="*/ 3474720 w 3649980"/>
                <a:gd name="connsiteY5" fmla="*/ 160020 h 1653540"/>
                <a:gd name="connsiteX6" fmla="*/ 3467100 w 3649980"/>
                <a:gd name="connsiteY6" fmla="*/ 1424940 h 1653540"/>
                <a:gd name="connsiteX7" fmla="*/ 2278380 w 3649980"/>
                <a:gd name="connsiteY7" fmla="*/ 1432560 h 1653540"/>
                <a:gd name="connsiteX8" fmla="*/ 2263140 w 3649980"/>
                <a:gd name="connsiteY8" fmla="*/ 1584960 h 1653540"/>
                <a:gd name="connsiteX9" fmla="*/ 3649980 w 3649980"/>
                <a:gd name="connsiteY9" fmla="*/ 1554480 h 1653540"/>
                <a:gd name="connsiteX10" fmla="*/ 3589020 w 3649980"/>
                <a:gd name="connsiteY10" fmla="*/ 0 h 1653540"/>
                <a:gd name="connsiteX11" fmla="*/ 0 w 3649980"/>
                <a:gd name="connsiteY11" fmla="*/ 91440 h 1653540"/>
                <a:gd name="connsiteX12" fmla="*/ 0 w 3649980"/>
                <a:gd name="connsiteY12" fmla="*/ 1653540 h 1653540"/>
                <a:gd name="connsiteX0" fmla="*/ 0 w 3596640"/>
                <a:gd name="connsiteY0" fmla="*/ 1653540 h 1653540"/>
                <a:gd name="connsiteX1" fmla="*/ 1463040 w 3596640"/>
                <a:gd name="connsiteY1" fmla="*/ 1592580 h 1653540"/>
                <a:gd name="connsiteX2" fmla="*/ 1463040 w 3596640"/>
                <a:gd name="connsiteY2" fmla="*/ 1417320 h 1653540"/>
                <a:gd name="connsiteX3" fmla="*/ 182880 w 3596640"/>
                <a:gd name="connsiteY3" fmla="*/ 1478280 h 1653540"/>
                <a:gd name="connsiteX4" fmla="*/ 160020 w 3596640"/>
                <a:gd name="connsiteY4" fmla="*/ 266700 h 1653540"/>
                <a:gd name="connsiteX5" fmla="*/ 3474720 w 3596640"/>
                <a:gd name="connsiteY5" fmla="*/ 160020 h 1653540"/>
                <a:gd name="connsiteX6" fmla="*/ 3467100 w 3596640"/>
                <a:gd name="connsiteY6" fmla="*/ 1424940 h 1653540"/>
                <a:gd name="connsiteX7" fmla="*/ 2278380 w 3596640"/>
                <a:gd name="connsiteY7" fmla="*/ 1432560 h 1653540"/>
                <a:gd name="connsiteX8" fmla="*/ 2263140 w 3596640"/>
                <a:gd name="connsiteY8" fmla="*/ 1584960 h 1653540"/>
                <a:gd name="connsiteX9" fmla="*/ 3596640 w 3596640"/>
                <a:gd name="connsiteY9" fmla="*/ 1546860 h 1653540"/>
                <a:gd name="connsiteX10" fmla="*/ 3589020 w 3596640"/>
                <a:gd name="connsiteY10" fmla="*/ 0 h 1653540"/>
                <a:gd name="connsiteX11" fmla="*/ 0 w 3596640"/>
                <a:gd name="connsiteY11" fmla="*/ 91440 h 1653540"/>
                <a:gd name="connsiteX12" fmla="*/ 0 w 3596640"/>
                <a:gd name="connsiteY12" fmla="*/ 1653540 h 165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6640" h="1653540">
                  <a:moveTo>
                    <a:pt x="0" y="1653540"/>
                  </a:moveTo>
                  <a:lnTo>
                    <a:pt x="1463040" y="1592580"/>
                  </a:lnTo>
                  <a:lnTo>
                    <a:pt x="1463040" y="1417320"/>
                  </a:lnTo>
                  <a:lnTo>
                    <a:pt x="182880" y="1478280"/>
                  </a:lnTo>
                  <a:lnTo>
                    <a:pt x="160020" y="266700"/>
                  </a:lnTo>
                  <a:lnTo>
                    <a:pt x="3474720" y="160020"/>
                  </a:lnTo>
                  <a:lnTo>
                    <a:pt x="3467100" y="1424940"/>
                  </a:lnTo>
                  <a:lnTo>
                    <a:pt x="2278380" y="1432560"/>
                  </a:lnTo>
                  <a:lnTo>
                    <a:pt x="2263140" y="1584960"/>
                  </a:lnTo>
                  <a:lnTo>
                    <a:pt x="3596640" y="1546860"/>
                  </a:lnTo>
                  <a:lnTo>
                    <a:pt x="3589020" y="0"/>
                  </a:lnTo>
                  <a:lnTo>
                    <a:pt x="0" y="91440"/>
                  </a:lnTo>
                  <a:lnTo>
                    <a:pt x="0" y="165354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60371A9C-381C-8B62-CFF2-0054FA59AEFA}"/>
                </a:ext>
              </a:extLst>
            </p:cNvPr>
            <p:cNvSpPr/>
            <p:nvPr/>
          </p:nvSpPr>
          <p:spPr>
            <a:xfrm>
              <a:off x="1833379" y="3727133"/>
              <a:ext cx="3305175" cy="1312068"/>
            </a:xfrm>
            <a:custGeom>
              <a:avLst/>
              <a:gdLst>
                <a:gd name="connsiteX0" fmla="*/ 2943225 w 3305175"/>
                <a:gd name="connsiteY0" fmla="*/ 4762 h 1312068"/>
                <a:gd name="connsiteX1" fmla="*/ 2964657 w 3305175"/>
                <a:gd name="connsiteY1" fmla="*/ 1040606 h 1312068"/>
                <a:gd name="connsiteX2" fmla="*/ 0 w 3305175"/>
                <a:gd name="connsiteY2" fmla="*/ 1133475 h 1312068"/>
                <a:gd name="connsiteX3" fmla="*/ 7144 w 3305175"/>
                <a:gd name="connsiteY3" fmla="*/ 1312068 h 1312068"/>
                <a:gd name="connsiteX4" fmla="*/ 1290638 w 3305175"/>
                <a:gd name="connsiteY4" fmla="*/ 1254918 h 1312068"/>
                <a:gd name="connsiteX5" fmla="*/ 1362075 w 3305175"/>
                <a:gd name="connsiteY5" fmla="*/ 1202531 h 1312068"/>
                <a:gd name="connsiteX6" fmla="*/ 1431132 w 3305175"/>
                <a:gd name="connsiteY6" fmla="*/ 1185862 h 1312068"/>
                <a:gd name="connsiteX7" fmla="*/ 1735932 w 3305175"/>
                <a:gd name="connsiteY7" fmla="*/ 1171575 h 1312068"/>
                <a:gd name="connsiteX8" fmla="*/ 1902619 w 3305175"/>
                <a:gd name="connsiteY8" fmla="*/ 1178718 h 1312068"/>
                <a:gd name="connsiteX9" fmla="*/ 2100263 w 3305175"/>
                <a:gd name="connsiteY9" fmla="*/ 1264443 h 1312068"/>
                <a:gd name="connsiteX10" fmla="*/ 3300413 w 3305175"/>
                <a:gd name="connsiteY10" fmla="*/ 1257300 h 1312068"/>
                <a:gd name="connsiteX11" fmla="*/ 3305175 w 3305175"/>
                <a:gd name="connsiteY11" fmla="*/ 0 h 1312068"/>
                <a:gd name="connsiteX12" fmla="*/ 2943225 w 3305175"/>
                <a:gd name="connsiteY12" fmla="*/ 4762 h 1312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5175" h="1312068">
                  <a:moveTo>
                    <a:pt x="2943225" y="4762"/>
                  </a:moveTo>
                  <a:lnTo>
                    <a:pt x="2964657" y="1040606"/>
                  </a:lnTo>
                  <a:lnTo>
                    <a:pt x="0" y="1133475"/>
                  </a:lnTo>
                  <a:lnTo>
                    <a:pt x="7144" y="1312068"/>
                  </a:lnTo>
                  <a:lnTo>
                    <a:pt x="1290638" y="1254918"/>
                  </a:lnTo>
                  <a:lnTo>
                    <a:pt x="1362075" y="1202531"/>
                  </a:lnTo>
                  <a:lnTo>
                    <a:pt x="1431132" y="1185862"/>
                  </a:lnTo>
                  <a:lnTo>
                    <a:pt x="1735932" y="1171575"/>
                  </a:lnTo>
                  <a:lnTo>
                    <a:pt x="1902619" y="1178718"/>
                  </a:lnTo>
                  <a:lnTo>
                    <a:pt x="2100263" y="1264443"/>
                  </a:lnTo>
                  <a:lnTo>
                    <a:pt x="3300413" y="1257300"/>
                  </a:lnTo>
                  <a:cubicBezTo>
                    <a:pt x="3302000" y="838200"/>
                    <a:pt x="3303588" y="419100"/>
                    <a:pt x="3305175" y="0"/>
                  </a:cubicBezTo>
                  <a:lnTo>
                    <a:pt x="2943225" y="4762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15D7739-0B5D-BB8D-5CF0-87A6C56F57F6}"/>
                </a:ext>
              </a:extLst>
            </p:cNvPr>
            <p:cNvSpPr/>
            <p:nvPr/>
          </p:nvSpPr>
          <p:spPr>
            <a:xfrm>
              <a:off x="3119254" y="4896326"/>
              <a:ext cx="819150" cy="247650"/>
            </a:xfrm>
            <a:custGeom>
              <a:avLst/>
              <a:gdLst>
                <a:gd name="connsiteX0" fmla="*/ 802482 w 819150"/>
                <a:gd name="connsiteY0" fmla="*/ 242888 h 247650"/>
                <a:gd name="connsiteX1" fmla="*/ 588169 w 819150"/>
                <a:gd name="connsiteY1" fmla="*/ 116682 h 247650"/>
                <a:gd name="connsiteX2" fmla="*/ 452438 w 819150"/>
                <a:gd name="connsiteY2" fmla="*/ 95250 h 247650"/>
                <a:gd name="connsiteX3" fmla="*/ 192882 w 819150"/>
                <a:gd name="connsiteY3" fmla="*/ 92869 h 247650"/>
                <a:gd name="connsiteX4" fmla="*/ 76200 w 819150"/>
                <a:gd name="connsiteY4" fmla="*/ 140494 h 247650"/>
                <a:gd name="connsiteX5" fmla="*/ 11907 w 819150"/>
                <a:gd name="connsiteY5" fmla="*/ 247650 h 247650"/>
                <a:gd name="connsiteX6" fmla="*/ 0 w 819150"/>
                <a:gd name="connsiteY6" fmla="*/ 85725 h 247650"/>
                <a:gd name="connsiteX7" fmla="*/ 76200 w 819150"/>
                <a:gd name="connsiteY7" fmla="*/ 33338 h 247650"/>
                <a:gd name="connsiteX8" fmla="*/ 173832 w 819150"/>
                <a:gd name="connsiteY8" fmla="*/ 14288 h 247650"/>
                <a:gd name="connsiteX9" fmla="*/ 469107 w 819150"/>
                <a:gd name="connsiteY9" fmla="*/ 0 h 247650"/>
                <a:gd name="connsiteX10" fmla="*/ 616744 w 819150"/>
                <a:gd name="connsiteY10" fmla="*/ 14288 h 247650"/>
                <a:gd name="connsiteX11" fmla="*/ 819150 w 819150"/>
                <a:gd name="connsiteY11" fmla="*/ 95250 h 247650"/>
                <a:gd name="connsiteX12" fmla="*/ 802482 w 819150"/>
                <a:gd name="connsiteY12" fmla="*/ 242888 h 247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19150" h="247650">
                  <a:moveTo>
                    <a:pt x="802482" y="242888"/>
                  </a:moveTo>
                  <a:lnTo>
                    <a:pt x="588169" y="116682"/>
                  </a:lnTo>
                  <a:lnTo>
                    <a:pt x="452438" y="95250"/>
                  </a:lnTo>
                  <a:lnTo>
                    <a:pt x="192882" y="92869"/>
                  </a:lnTo>
                  <a:lnTo>
                    <a:pt x="76200" y="140494"/>
                  </a:lnTo>
                  <a:lnTo>
                    <a:pt x="11907" y="247650"/>
                  </a:lnTo>
                  <a:lnTo>
                    <a:pt x="0" y="85725"/>
                  </a:lnTo>
                  <a:lnTo>
                    <a:pt x="76200" y="33338"/>
                  </a:lnTo>
                  <a:lnTo>
                    <a:pt x="173832" y="14288"/>
                  </a:lnTo>
                  <a:lnTo>
                    <a:pt x="469107" y="0"/>
                  </a:lnTo>
                  <a:lnTo>
                    <a:pt x="616744" y="14288"/>
                  </a:lnTo>
                  <a:lnTo>
                    <a:pt x="819150" y="95250"/>
                  </a:lnTo>
                  <a:lnTo>
                    <a:pt x="802482" y="24288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2C6089F-D5FB-2960-F504-1572BA4A825E}"/>
                </a:ext>
              </a:extLst>
            </p:cNvPr>
            <p:cNvGrpSpPr/>
            <p:nvPr/>
          </p:nvGrpSpPr>
          <p:grpSpPr>
            <a:xfrm>
              <a:off x="4243204" y="4020026"/>
              <a:ext cx="209550" cy="157163"/>
              <a:chOff x="6669881" y="4393406"/>
              <a:chExt cx="209550" cy="157163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BE417763-F237-C277-79B0-AFF9979BC80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D9478915-6C7E-2548-A82E-3BBB1E379AD7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964008C-CFA9-EA94-91F1-1FA0A58555E9}"/>
                </a:ext>
              </a:extLst>
            </p:cNvPr>
            <p:cNvGrpSpPr/>
            <p:nvPr/>
          </p:nvGrpSpPr>
          <p:grpSpPr>
            <a:xfrm>
              <a:off x="3797910" y="4050982"/>
              <a:ext cx="209550" cy="157163"/>
              <a:chOff x="6669881" y="4393406"/>
              <a:chExt cx="209550" cy="157163"/>
            </a:xfrm>
          </p:grpSpPr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BD586F05-C37B-ED08-5C76-C0C9CDB9D610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BAD5C84-E248-FC5F-3D60-0B45F71F2A1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17F89018-5738-72BA-7BC5-B96F035139A5}"/>
                </a:ext>
              </a:extLst>
            </p:cNvPr>
            <p:cNvGrpSpPr/>
            <p:nvPr/>
          </p:nvGrpSpPr>
          <p:grpSpPr>
            <a:xfrm>
              <a:off x="3352616" y="4081938"/>
              <a:ext cx="209550" cy="157163"/>
              <a:chOff x="6669881" y="4393406"/>
              <a:chExt cx="209550" cy="157163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E47BEF7D-D740-B4BF-FB4B-90B1AF3D43EF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C690A137-D193-0C3D-6DDB-6550C99B1AC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DC3E5E6-E79A-666E-82CE-C5EC85B65BC0}"/>
                </a:ext>
              </a:extLst>
            </p:cNvPr>
            <p:cNvGrpSpPr/>
            <p:nvPr/>
          </p:nvGrpSpPr>
          <p:grpSpPr>
            <a:xfrm>
              <a:off x="2851360" y="4093844"/>
              <a:ext cx="209550" cy="157163"/>
              <a:chOff x="6669881" y="4393406"/>
              <a:chExt cx="209550" cy="157163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929AD379-E39D-0C0C-2F7D-FA970FE52F99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DCD3FAA2-C497-10F5-71C3-F0685EC4124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ACB03A25-5391-5467-3588-8BFAD8CD3AA2}"/>
                </a:ext>
              </a:extLst>
            </p:cNvPr>
            <p:cNvGrpSpPr/>
            <p:nvPr/>
          </p:nvGrpSpPr>
          <p:grpSpPr>
            <a:xfrm>
              <a:off x="2345112" y="4113567"/>
              <a:ext cx="209550" cy="157163"/>
              <a:chOff x="6669881" y="4393406"/>
              <a:chExt cx="209550" cy="157163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1503FD9-6353-594B-EC17-CDB5B970614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53C4617A-2960-2567-B77F-6FEA7DBD5386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CFE91A63-D852-308D-503B-95DB01A53844}"/>
                </a:ext>
              </a:extLst>
            </p:cNvPr>
            <p:cNvGrpSpPr/>
            <p:nvPr/>
          </p:nvGrpSpPr>
          <p:grpSpPr>
            <a:xfrm>
              <a:off x="2333205" y="4520758"/>
              <a:ext cx="209550" cy="157163"/>
              <a:chOff x="6669881" y="4393406"/>
              <a:chExt cx="209550" cy="157163"/>
            </a:xfrm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FF89F4BC-62BC-585D-3CA2-42D9DD6A04E8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4D969C87-297D-0FBC-9F1F-93C477F84BAB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3C3D569-B5D8-61F6-1BEA-A898C211A95A}"/>
                </a:ext>
              </a:extLst>
            </p:cNvPr>
            <p:cNvGrpSpPr/>
            <p:nvPr/>
          </p:nvGrpSpPr>
          <p:grpSpPr>
            <a:xfrm>
              <a:off x="2848977" y="4506471"/>
              <a:ext cx="209550" cy="157163"/>
              <a:chOff x="6669881" y="4393406"/>
              <a:chExt cx="209550" cy="157163"/>
            </a:xfrm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65AAE6DA-4AC6-3823-A66A-9EC4C66571D3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CD0B398A-14BC-9DC3-5CC5-0485FEF0512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6D80BF10-95F0-6388-579E-FE3AA0CD7592}"/>
                </a:ext>
              </a:extLst>
            </p:cNvPr>
            <p:cNvGrpSpPr/>
            <p:nvPr/>
          </p:nvGrpSpPr>
          <p:grpSpPr>
            <a:xfrm>
              <a:off x="3359757" y="4500001"/>
              <a:ext cx="209550" cy="157163"/>
              <a:chOff x="6669881" y="4393406"/>
              <a:chExt cx="209550" cy="157163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AE892373-1677-D99B-8252-4959572902C2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E47CE199-DEEA-D53E-6D95-7F40239AA63D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720489B-D77C-2CB5-99CE-2A50E7287EA8}"/>
                </a:ext>
              </a:extLst>
            </p:cNvPr>
            <p:cNvGrpSpPr/>
            <p:nvPr/>
          </p:nvGrpSpPr>
          <p:grpSpPr>
            <a:xfrm>
              <a:off x="3828863" y="4505748"/>
              <a:ext cx="209550" cy="157163"/>
              <a:chOff x="6669881" y="4393406"/>
              <a:chExt cx="209550" cy="157163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49FAC8D-8585-5559-D53C-AAD1EBB80587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9DDA5631-8AE7-0E22-6BCE-E7B62F604458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38F3B85-FAC3-B158-D5FC-9EEC63766C4D}"/>
                </a:ext>
              </a:extLst>
            </p:cNvPr>
            <p:cNvGrpSpPr/>
            <p:nvPr/>
          </p:nvGrpSpPr>
          <p:grpSpPr>
            <a:xfrm>
              <a:off x="4271771" y="4495238"/>
              <a:ext cx="209550" cy="157163"/>
              <a:chOff x="6669881" y="4393406"/>
              <a:chExt cx="209550" cy="157163"/>
            </a:xfrm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F5B9763-20DE-CB04-AC23-9DA8E3DDA675}"/>
                  </a:ext>
                </a:extLst>
              </p:cNvPr>
              <p:cNvSpPr/>
              <p:nvPr/>
            </p:nvSpPr>
            <p:spPr>
              <a:xfrm>
                <a:off x="6788944" y="4455319"/>
                <a:ext cx="90487" cy="95250"/>
              </a:xfrm>
              <a:prstGeom prst="rect">
                <a:avLst/>
              </a:prstGeom>
              <a:solidFill>
                <a:srgbClr val="FFC000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2747FC6F-D732-6EBC-687C-E59B75531410}"/>
                  </a:ext>
                </a:extLst>
              </p:cNvPr>
              <p:cNvSpPr/>
              <p:nvPr/>
            </p:nvSpPr>
            <p:spPr>
              <a:xfrm>
                <a:off x="6669881" y="4393406"/>
                <a:ext cx="185737" cy="152400"/>
              </a:xfrm>
              <a:custGeom>
                <a:avLst/>
                <a:gdLst>
                  <a:gd name="connsiteX0" fmla="*/ 195263 w 195263"/>
                  <a:gd name="connsiteY0" fmla="*/ 57150 h 152400"/>
                  <a:gd name="connsiteX1" fmla="*/ 76200 w 195263"/>
                  <a:gd name="connsiteY1" fmla="*/ 0 h 152400"/>
                  <a:gd name="connsiteX2" fmla="*/ 0 w 195263"/>
                  <a:gd name="connsiteY2" fmla="*/ 7144 h 152400"/>
                  <a:gd name="connsiteX3" fmla="*/ 16669 w 195263"/>
                  <a:gd name="connsiteY3" fmla="*/ 85725 h 152400"/>
                  <a:gd name="connsiteX4" fmla="*/ 121444 w 195263"/>
                  <a:gd name="connsiteY4" fmla="*/ 152400 h 152400"/>
                  <a:gd name="connsiteX5" fmla="*/ 121444 w 195263"/>
                  <a:gd name="connsiteY5" fmla="*/ 57150 h 152400"/>
                  <a:gd name="connsiteX6" fmla="*/ 195263 w 195263"/>
                  <a:gd name="connsiteY6" fmla="*/ 57150 h 152400"/>
                  <a:gd name="connsiteX0" fmla="*/ 171450 w 171450"/>
                  <a:gd name="connsiteY0" fmla="*/ 59531 h 152400"/>
                  <a:gd name="connsiteX1" fmla="*/ 76200 w 171450"/>
                  <a:gd name="connsiteY1" fmla="*/ 0 h 152400"/>
                  <a:gd name="connsiteX2" fmla="*/ 0 w 171450"/>
                  <a:gd name="connsiteY2" fmla="*/ 7144 h 152400"/>
                  <a:gd name="connsiteX3" fmla="*/ 16669 w 171450"/>
                  <a:gd name="connsiteY3" fmla="*/ 85725 h 152400"/>
                  <a:gd name="connsiteX4" fmla="*/ 121444 w 171450"/>
                  <a:gd name="connsiteY4" fmla="*/ 152400 h 152400"/>
                  <a:gd name="connsiteX5" fmla="*/ 121444 w 171450"/>
                  <a:gd name="connsiteY5" fmla="*/ 57150 h 152400"/>
                  <a:gd name="connsiteX6" fmla="*/ 171450 w 171450"/>
                  <a:gd name="connsiteY6" fmla="*/ 59531 h 152400"/>
                  <a:gd name="connsiteX0" fmla="*/ 180975 w 180975"/>
                  <a:gd name="connsiteY0" fmla="*/ 61913 h 152400"/>
                  <a:gd name="connsiteX1" fmla="*/ 76200 w 180975"/>
                  <a:gd name="connsiteY1" fmla="*/ 0 h 152400"/>
                  <a:gd name="connsiteX2" fmla="*/ 0 w 180975"/>
                  <a:gd name="connsiteY2" fmla="*/ 7144 h 152400"/>
                  <a:gd name="connsiteX3" fmla="*/ 16669 w 180975"/>
                  <a:gd name="connsiteY3" fmla="*/ 85725 h 152400"/>
                  <a:gd name="connsiteX4" fmla="*/ 121444 w 180975"/>
                  <a:gd name="connsiteY4" fmla="*/ 152400 h 152400"/>
                  <a:gd name="connsiteX5" fmla="*/ 121444 w 180975"/>
                  <a:gd name="connsiteY5" fmla="*/ 57150 h 152400"/>
                  <a:gd name="connsiteX6" fmla="*/ 180975 w 180975"/>
                  <a:gd name="connsiteY6" fmla="*/ 61913 h 152400"/>
                  <a:gd name="connsiteX0" fmla="*/ 185737 w 185737"/>
                  <a:gd name="connsiteY0" fmla="*/ 57151 h 152400"/>
                  <a:gd name="connsiteX1" fmla="*/ 76200 w 185737"/>
                  <a:gd name="connsiteY1" fmla="*/ 0 h 152400"/>
                  <a:gd name="connsiteX2" fmla="*/ 0 w 185737"/>
                  <a:gd name="connsiteY2" fmla="*/ 7144 h 152400"/>
                  <a:gd name="connsiteX3" fmla="*/ 16669 w 185737"/>
                  <a:gd name="connsiteY3" fmla="*/ 85725 h 152400"/>
                  <a:gd name="connsiteX4" fmla="*/ 121444 w 185737"/>
                  <a:gd name="connsiteY4" fmla="*/ 152400 h 152400"/>
                  <a:gd name="connsiteX5" fmla="*/ 121444 w 185737"/>
                  <a:gd name="connsiteY5" fmla="*/ 57150 h 152400"/>
                  <a:gd name="connsiteX6" fmla="*/ 185737 w 185737"/>
                  <a:gd name="connsiteY6" fmla="*/ 57151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737" h="152400">
                    <a:moveTo>
                      <a:pt x="185737" y="57151"/>
                    </a:moveTo>
                    <a:lnTo>
                      <a:pt x="76200" y="0"/>
                    </a:lnTo>
                    <a:lnTo>
                      <a:pt x="0" y="7144"/>
                    </a:lnTo>
                    <a:lnTo>
                      <a:pt x="16669" y="85725"/>
                    </a:lnTo>
                    <a:lnTo>
                      <a:pt x="121444" y="152400"/>
                    </a:lnTo>
                    <a:lnTo>
                      <a:pt x="121444" y="57150"/>
                    </a:lnTo>
                    <a:lnTo>
                      <a:pt x="185737" y="57151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CC786C0-5B49-C8CC-3F0F-A51D201AC27B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1908657" y="5300061"/>
              <a:ext cx="1003434" cy="1889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3FE9831-640E-5CE6-E7A3-6075805AA4B3}"/>
                </a:ext>
              </a:extLst>
            </p:cNvPr>
            <p:cNvSpPr txBox="1"/>
            <p:nvPr/>
          </p:nvSpPr>
          <p:spPr>
            <a:xfrm rot="5400000">
              <a:off x="2135199" y="5589007"/>
              <a:ext cx="796202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GND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47BFE8C-A20E-2999-8003-130D6B6771A6}"/>
                </a:ext>
              </a:extLst>
            </p:cNvPr>
            <p:cNvCxnSpPr>
              <a:cxnSpLocks/>
            </p:cNvCxnSpPr>
            <p:nvPr/>
          </p:nvCxnSpPr>
          <p:spPr>
            <a:xfrm>
              <a:off x="4334743" y="2222017"/>
              <a:ext cx="27524" cy="1673166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9DC3087-DAFD-1D53-7D56-AAA474569ECF}"/>
                </a:ext>
              </a:extLst>
            </p:cNvPr>
            <p:cNvSpPr txBox="1"/>
            <p:nvPr/>
          </p:nvSpPr>
          <p:spPr>
            <a:xfrm rot="5400000">
              <a:off x="4125363" y="2102273"/>
              <a:ext cx="760164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3.3V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7E32883-6704-31D0-B3CA-B52601B2C2B7}"/>
                </a:ext>
              </a:extLst>
            </p:cNvPr>
            <p:cNvCxnSpPr>
              <a:cxnSpLocks/>
            </p:cNvCxnSpPr>
            <p:nvPr/>
          </p:nvCxnSpPr>
          <p:spPr>
            <a:xfrm>
              <a:off x="2399207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E0374290-B513-4D11-124B-9AB0DF6D9215}"/>
                </a:ext>
              </a:extLst>
            </p:cNvPr>
            <p:cNvSpPr txBox="1"/>
            <p:nvPr/>
          </p:nvSpPr>
          <p:spPr>
            <a:xfrm rot="5400000">
              <a:off x="2137200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pin0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4FC5BFDC-58D2-8AB0-CD3D-8F806E2355A9}"/>
                </a:ext>
              </a:extLst>
            </p:cNvPr>
            <p:cNvCxnSpPr>
              <a:cxnSpLocks/>
            </p:cNvCxnSpPr>
            <p:nvPr/>
          </p:nvCxnSpPr>
          <p:spPr>
            <a:xfrm>
              <a:off x="2934442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BCE8E51-42DB-384D-F22F-2278959E61EE}"/>
                </a:ext>
              </a:extLst>
            </p:cNvPr>
            <p:cNvSpPr txBox="1"/>
            <p:nvPr/>
          </p:nvSpPr>
          <p:spPr>
            <a:xfrm rot="5400000">
              <a:off x="2739117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pin2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A4A1031-FC9E-3EC6-0669-F89C0406A0AA}"/>
                </a:ext>
              </a:extLst>
            </p:cNvPr>
            <p:cNvCxnSpPr>
              <a:cxnSpLocks/>
            </p:cNvCxnSpPr>
            <p:nvPr/>
          </p:nvCxnSpPr>
          <p:spPr>
            <a:xfrm>
              <a:off x="3453714" y="2350085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A0532D9B-3D7E-CDD8-0B5E-49DE01196A30}"/>
                </a:ext>
              </a:extLst>
            </p:cNvPr>
            <p:cNvSpPr txBox="1"/>
            <p:nvPr/>
          </p:nvSpPr>
          <p:spPr>
            <a:xfrm rot="5400000">
              <a:off x="3188866" y="2092261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pin4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DA075157-F278-D50E-5D34-014AB09A3392}"/>
                </a:ext>
              </a:extLst>
            </p:cNvPr>
            <p:cNvCxnSpPr>
              <a:cxnSpLocks/>
            </p:cNvCxnSpPr>
            <p:nvPr/>
          </p:nvCxnSpPr>
          <p:spPr>
            <a:xfrm>
              <a:off x="3907991" y="2335991"/>
              <a:ext cx="0" cy="154509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4E28D09-64B5-D1B3-3BAF-9D1CC7662CA5}"/>
                </a:ext>
              </a:extLst>
            </p:cNvPr>
            <p:cNvSpPr txBox="1"/>
            <p:nvPr/>
          </p:nvSpPr>
          <p:spPr>
            <a:xfrm rot="5400000">
              <a:off x="3639983" y="209225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pin6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A714667F-F33D-22EC-4F38-F811BE1FB749}"/>
                </a:ext>
              </a:extLst>
            </p:cNvPr>
            <p:cNvCxnSpPr>
              <a:cxnSpLocks/>
            </p:cNvCxnSpPr>
            <p:nvPr/>
          </p:nvCxnSpPr>
          <p:spPr>
            <a:xfrm>
              <a:off x="2920379" y="4745914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BBD0FA17-3B91-E0BD-766B-52DEA67C11AC}"/>
                </a:ext>
              </a:extLst>
            </p:cNvPr>
            <p:cNvSpPr txBox="1"/>
            <p:nvPr/>
          </p:nvSpPr>
          <p:spPr>
            <a:xfrm rot="5400000">
              <a:off x="2659462" y="562048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pin1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A5BD354-5B24-1D44-7DD8-C7B7E207E677}"/>
                </a:ext>
              </a:extLst>
            </p:cNvPr>
            <p:cNvCxnSpPr>
              <a:cxnSpLocks/>
            </p:cNvCxnSpPr>
            <p:nvPr/>
          </p:nvCxnSpPr>
          <p:spPr>
            <a:xfrm>
              <a:off x="3436440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63E98E0-DB09-8B5F-6BAF-A29D2897657A}"/>
                </a:ext>
              </a:extLst>
            </p:cNvPr>
            <p:cNvSpPr txBox="1"/>
            <p:nvPr/>
          </p:nvSpPr>
          <p:spPr>
            <a:xfrm rot="5400000">
              <a:off x="3175523" y="5618462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pin3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00391E2-7253-C96F-6DD5-FE2565FA3CC5}"/>
                </a:ext>
              </a:extLst>
            </p:cNvPr>
            <p:cNvCxnSpPr>
              <a:cxnSpLocks/>
            </p:cNvCxnSpPr>
            <p:nvPr/>
          </p:nvCxnSpPr>
          <p:spPr>
            <a:xfrm>
              <a:off x="3918887" y="4744900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D834BE36-A8B4-410C-C7B6-C681AFD17C6C}"/>
                </a:ext>
              </a:extLst>
            </p:cNvPr>
            <p:cNvSpPr txBox="1"/>
            <p:nvPr/>
          </p:nvSpPr>
          <p:spPr>
            <a:xfrm rot="5400000">
              <a:off x="3657971" y="5619479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pin5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2DBD4FA-6ABB-E750-66EA-DF963276D1AF}"/>
                </a:ext>
              </a:extLst>
            </p:cNvPr>
            <p:cNvCxnSpPr>
              <a:cxnSpLocks/>
            </p:cNvCxnSpPr>
            <p:nvPr/>
          </p:nvCxnSpPr>
          <p:spPr>
            <a:xfrm>
              <a:off x="4372042" y="4743886"/>
              <a:ext cx="0" cy="809818"/>
            </a:xfrm>
            <a:prstGeom prst="line">
              <a:avLst/>
            </a:prstGeom>
            <a:ln w="25400">
              <a:solidFill>
                <a:schemeClr val="bg1">
                  <a:lumMod val="8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34A9C63-94ED-5ADC-68A9-092F313286B7}"/>
                </a:ext>
              </a:extLst>
            </p:cNvPr>
            <p:cNvSpPr txBox="1"/>
            <p:nvPr/>
          </p:nvSpPr>
          <p:spPr>
            <a:xfrm rot="5400000">
              <a:off x="4111125" y="5618463"/>
              <a:ext cx="754619" cy="425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chemeClr val="bg1"/>
                  </a:solidFill>
                </a:rPr>
                <a:t>pin7</a:t>
              </a:r>
              <a:endParaRPr lang="LID4096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05B96A2A-529C-630B-83FA-B183C7E5E579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3B0309B8-676A-FF6F-2E9E-E0231C4011DB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D35CDE77-AA22-866A-074B-1166F03622BC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A709B92-5DE8-4849-C42B-26DAC723BB51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1E16965-20EC-1FD0-9776-7D58F7ACE6DD}"/>
              </a:ext>
            </a:extLst>
          </p:cNvPr>
          <p:cNvSpPr/>
          <p:nvPr/>
        </p:nvSpPr>
        <p:spPr>
          <a:xfrm>
            <a:off x="5786438" y="2990850"/>
            <a:ext cx="3900487" cy="938213"/>
          </a:xfrm>
          <a:custGeom>
            <a:avLst/>
            <a:gdLst>
              <a:gd name="csX0" fmla="*/ 619125 w 3900487"/>
              <a:gd name="csY0" fmla="*/ 938213 h 938213"/>
              <a:gd name="csX1" fmla="*/ 0 w 3900487"/>
              <a:gd name="csY1" fmla="*/ 938213 h 938213"/>
              <a:gd name="csX2" fmla="*/ 0 w 3900487"/>
              <a:gd name="csY2" fmla="*/ 0 h 938213"/>
              <a:gd name="csX3" fmla="*/ 3900487 w 3900487"/>
              <a:gd name="csY3" fmla="*/ 0 h 938213"/>
              <a:gd name="csX4" fmla="*/ 3900487 w 3900487"/>
              <a:gd name="csY4" fmla="*/ 933450 h 9382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900487" h="938213">
                <a:moveTo>
                  <a:pt x="619125" y="938213"/>
                </a:moveTo>
                <a:lnTo>
                  <a:pt x="0" y="938213"/>
                </a:lnTo>
                <a:lnTo>
                  <a:pt x="0" y="0"/>
                </a:lnTo>
                <a:lnTo>
                  <a:pt x="3900487" y="0"/>
                </a:lnTo>
                <a:lnTo>
                  <a:pt x="3900487" y="933450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DF57F-A69D-D773-9F12-B3BFC9F8F79F}"/>
              </a:ext>
            </a:extLst>
          </p:cNvPr>
          <p:cNvSpPr txBox="1"/>
          <p:nvPr/>
        </p:nvSpPr>
        <p:spPr>
          <a:xfrm>
            <a:off x="7144984" y="5619192"/>
            <a:ext cx="27174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la t0, GPIO_D_INDATA</a:t>
            </a:r>
          </a:p>
          <a:p>
            <a:r>
              <a:rPr lang="sv-SE" dirty="0" err="1">
                <a:solidFill>
                  <a:schemeClr val="bg1"/>
                </a:solidFill>
                <a:latin typeface="Consolas" panose="020B0609020204030204" pitchFamily="49" charset="0"/>
              </a:rPr>
              <a:t>lh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 t1, 0(t0)</a:t>
            </a:r>
          </a:p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# t1 &amp; 0xF =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B477438-C1C4-A1AC-F0CC-FC826651B8D5}"/>
              </a:ext>
            </a:extLst>
          </p:cNvPr>
          <p:cNvGrpSpPr/>
          <p:nvPr/>
        </p:nvGrpSpPr>
        <p:grpSpPr>
          <a:xfrm>
            <a:off x="6188599" y="4250364"/>
            <a:ext cx="907621" cy="1196508"/>
            <a:chOff x="6188599" y="4250364"/>
            <a:chExt cx="907621" cy="119650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6BE00CE-1900-4E81-6642-96D9461A6C26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BF10F57D-D2E9-26B8-AD7D-A25CE4E49D88}"/>
                </a:ext>
              </a:extLst>
            </p:cNvPr>
            <p:cNvSpPr txBox="1"/>
            <p:nvPr/>
          </p:nvSpPr>
          <p:spPr>
            <a:xfrm>
              <a:off x="6188599" y="5200651"/>
              <a:ext cx="90762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FF0000"/>
                  </a:solidFill>
                </a:rPr>
                <a:t>PULL DOWN</a:t>
              </a:r>
              <a:endParaRPr lang="LID4096" sz="1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59" name="TextBox 158">
            <a:extLst>
              <a:ext uri="{FF2B5EF4-FFF2-40B4-BE49-F238E27FC236}">
                <a16:creationId xmlns:a16="http://schemas.microsoft.com/office/drawing/2014/main" id="{BE0F6522-8D52-F5F0-B1D6-052E646FF71D}"/>
              </a:ext>
            </a:extLst>
          </p:cNvPr>
          <p:cNvSpPr txBox="1"/>
          <p:nvPr/>
        </p:nvSpPr>
        <p:spPr>
          <a:xfrm>
            <a:off x="8832372" y="6167682"/>
            <a:ext cx="6096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0b1</a:t>
            </a:r>
            <a:r>
              <a:rPr lang="sv-SE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  <a:r>
              <a:rPr lang="sv-SE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68B5D24-BB24-CCB1-76B2-CF88D7C73A8C}"/>
              </a:ext>
            </a:extLst>
          </p:cNvPr>
          <p:cNvSpPr txBox="1"/>
          <p:nvPr/>
        </p:nvSpPr>
        <p:spPr>
          <a:xfrm>
            <a:off x="8835574" y="6175077"/>
            <a:ext cx="6096718" cy="3693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0b1</a:t>
            </a:r>
            <a:r>
              <a:rPr lang="sv-SE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1</a:t>
            </a:r>
            <a:r>
              <a:rPr lang="sv-SE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2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/>
      <p:bldP spid="159" grpId="0"/>
      <p:bldP spid="16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E5F7-C96C-AEC5-6135-150AA92E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1114-7F32-5C85-EB88-7A0B1E03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14F6FD81-248D-18F5-85D9-F6452E71F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9F430A-6C02-B89E-A9B0-99B6B128C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4C00E22-025C-BE49-08F4-B2C902A2AFD7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6B4A60D-BD7D-2557-8589-2DBD004B9DBD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A86774-3141-8A99-0583-D6229BE189BA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C06CAC5-9729-D206-30EC-0810968352B2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39F9108-CF1F-B00A-C611-74AED783D3F2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3C7B8B8-76D9-7BCB-16D0-392AB8F797BA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DE86AD-F4E8-0535-2F89-80C49C979F5A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624065A-2628-5050-141E-C847034CD73B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7694A1-3E72-E928-FFB7-2CBA5E800216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EB062E-07E7-C46B-BF8E-42FBF5D5EF35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C6B2214-C4A9-D6A4-F739-E662D051F70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B356A9-353F-CEE7-FE57-3527A39843A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9444690-84A1-704A-8E66-F79B67FBC16C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29E9CE5-EA92-6C6F-06F0-20024346D1D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F91B3C1-58C6-A6AD-E13C-8492B11D2EB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CB1282F-F670-16BE-90BB-3EAD4C9A0423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3E7B958-6FB2-F25A-2958-4E07BB7B3B5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DAADB2C-0840-F6A4-2A1B-0E9C5766D90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7DBC70C-59E3-0BB3-FC64-15E37AACC3EF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E22376A-D0F9-787A-3B1D-9A27E888CF1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98B751C-47E5-600C-CEA0-A59066CA068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39D9E7F-4A17-9634-1272-1EED43FF0B7D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8FA02C7-4212-5404-FA87-002C69BB3C6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B472C95-3803-A869-3C26-E71D8257036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661A959-BD92-82B0-7654-DF39A24DA061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EB7495A-4C91-B35E-9E07-CF9484751C0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B9AAA3C-EF05-D384-15BB-B2A7E455D0C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E7DBDA7-4451-3F5E-D43D-69FFE5BC0525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E605C5A-E592-A073-8BE1-31B9E5892EC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C9DC732-46EA-485B-9335-4AF15FAB1D0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18856A-E144-C148-3B7A-3727446C83B9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4CE4330-6F04-9F9E-B46F-08174A9E1F8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AD78795-CF39-40D2-5253-5AE3D1D92BA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FFE09D6-280F-20BC-FC42-2D7E03254254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3B60CB0D-AAFD-D90E-A709-B84A02C3D88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8D2AFC1-91C2-012E-05CE-40AD6699C7E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37A79C8-5E92-D21A-ED44-971B61519CCD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3DD1D29-072B-0D2C-7A71-701D614664E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BC2A499-6B0B-48B1-5BAA-572721E685A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20E492E-F719-D766-9B3D-1E3984359DA7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02EA054-927B-7318-F924-D0F8AC1D3E8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632C8C7-DC02-50D7-A48C-19DB9D386B0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05E533E-3CF0-C11A-98BF-7A154FD7F2D4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B52C5D76-509A-6E59-88C1-E564637E6CF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45A0CEF-E926-A323-6803-78F992B6997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A292E3B-55F8-32E1-CD5C-3F31072208B7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B6DC45E-0A1A-E125-7356-B262BF778E4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6AAD7EF-C40F-46F4-24BD-A48BA852A8F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5AFDD3B-313D-7049-C720-BE64AAA711DA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AB40A3B-A898-6F44-77A2-FD46132CD55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16C7502-20C1-BF20-42B9-FB20AAC93C7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4979C3E-2338-9B60-375C-3BC32394CA94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1DDCF377-AACE-CAF1-11A8-28A3B959FD1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B99BA0A-16BE-5164-DF12-F1B470487B6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E468348-148F-E9D9-4FC7-FEB3FFA5B294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9D25D354-703C-421C-319B-9D67BD7CF57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BDD0AD0-9293-EAD2-141F-ADCE03D14BA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6427F1D-83D3-A0BF-C0A7-358CEDB8D844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037F61B3-FD1C-A1AD-B1BE-77E302E64085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43D5C40-360C-2503-7185-9BD7C46AB218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5F32B73-E313-AF4F-E692-089FBF610CE0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80EB61C-A54A-7A73-7AAD-8EA2959F4063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EE473BF-6DD3-A414-8206-BD86FE993C0F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40A86F0-5167-3EE2-C0B5-CF9348768B33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44AA9A1-0AB2-9AE0-93DD-95D42DB6354B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818625A-A5EF-BDB2-9A67-86ECD9EAF286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8D8360F-521E-7006-A450-3C6DC1463886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B25D88D-C083-F2B6-BF45-3063E21A9A41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F29935A-BBC7-0129-2687-A646828278F2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42B601E-A186-6B65-5DD6-8519EE0BFD6E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4DF855-14CD-0F1B-0FD8-40199AFEB5DC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61DDCA-1E84-C6AA-BCFF-6FF34C68BE37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A82BFAE-0E13-368D-731D-83052D880DBE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6E6DE3-2FB7-48AB-CA0C-52A7611703B0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4205D87-C186-DD43-CE5A-8937E3212324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788C7D7-C5D8-7E8C-C3F1-620698441F42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69CA8E-0DFE-7E65-81E4-FA9D82B40F2E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EF40AAC-E74E-B64C-379C-5BC325B59A4A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1EB587-90A4-F963-109F-754374141A3E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73CBD43-07B1-3FC6-5BDB-C017C259056F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CE93024-AC15-CBC3-A7E5-D3FF81F22E6A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398E711-4BEE-6AD9-8E5D-8FA20F3FACF5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9715A46-B970-39A8-17B9-F73674FD83C6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707FC4B-F475-B8DA-C07E-229F254AEB4F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50C02EBA-0665-1847-F81F-F06972011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EA7848E3-B140-6C78-A13A-AE672F56B06B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94F45202-39DD-DE65-DBC3-4AE673A5A6ED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D73BC365-0894-CE3B-391E-7867881295DF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30992322-8BF1-A0C6-DDDD-6B65038C6FE6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C4CA47E6-4E04-EF24-3432-CF798103BF05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FD673CB0-B3CB-4D26-43D7-D34862E34B2F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5520031-8124-0DCF-ED77-DB703916F8AC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8B1C7D3-C1AA-AFF6-A5F3-068BE47E8AF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D577AACD-6ABA-AAD9-176D-554D4A94E66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AC07A4A-A96A-48D3-0669-A38FC9DCF345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B187A44-1288-D643-7F9B-807D1EAA320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8575080-7121-73D1-39EB-CC9B4D1ED27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EC742DA-84FF-E58A-688C-487B6F050AD5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CB19FDD-F464-B9FE-DD4B-F2040493FC7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86264EF-2157-0ED7-CD5F-93F6F27B739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E6AE8F0-41ED-F951-B6CD-FF7AC9204918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0F076A1-1ACF-02FE-91FF-C35E312229E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7E0E356-8904-6FB4-E972-63D7E289543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FB3B30D-76C9-A625-E973-C44D0CFEC83F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411B0B8-E85B-9BA3-BF98-E90D7FF2B55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0113308-BF17-83D6-6FC4-E5E6644DFFE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936C9EA-978A-FABE-8DF8-F97D5340C51A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9A0BB05-7B8F-D837-8F18-AEF3F3AB4B2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12AE4B3-04A1-4F02-8984-5C829033B06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EB5809C-ED4D-93F0-1C76-86ADF93E5325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5FEE715-5C5D-197E-EC43-8CAEE35D3F2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AD4B3A5-2876-51B9-A90B-CDFD72F6C88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057ED1A-7ABC-557D-4F91-67477AA9C3BE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394AB9E4-CC74-787F-0A3F-8F488CB1419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B44E527-3314-8BFE-690E-49CC5519B69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F028CDD-6163-F616-4767-88EF3D2D04B9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365AD62-510F-6534-DF7E-DE73E1E0A25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BCC6345-7E44-569A-DB85-7379BF0B140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8EB28F7-AA61-600B-ECB5-174809399517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38ADE5D-E80D-EC1B-DACE-C222A6F6130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A32C1D5-EF7B-69F6-065A-E4705E9187F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C60372C2-6AD8-3049-F0A8-0819B00BF96D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17D7FB2-C920-375B-2A96-C9B7F2DAC65C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75B4DE0-1F14-9B8C-B964-B657001E5452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70A05A01-532D-39AF-FF57-024FF8170180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E8221CA-C752-61CF-0541-4A26F72CF015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B3C8947-5DC7-26A7-8FFE-732872A09C3B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77D13CF-EDDF-5C2B-A924-1C80E229A7BD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C0C8D57-ED70-8623-543E-CFFD4DB2FC7A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4861B50-3FD1-347C-7A50-2819457C14F9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AA423E5-A403-17F2-4734-7AE22E0E3E48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AE86111-5CC9-BDAA-87A9-9EF19A607C60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516CCC8D-70BD-E6DA-A595-9A2E1B161837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74D087AC-D467-B47D-1A12-CA3D6168C3BC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23D2BE4D-CEB3-F0E9-813B-F4A243856352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0B0B07C3-5C19-CB17-DCE3-ED6A41C1A4DE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FB371A5-DDCB-36F6-0F04-D4C9AD7B37F9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C8461A3-5F1B-DF2C-2350-759A854DDDBB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A4483C5-3BB1-BBAB-D0C6-B6401E3A44ED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6474F759-D3A9-CD2E-9173-0863D75D3EE2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6C22A5D-F1DC-24FF-DBDB-2DAECC80CD67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968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2EDEA-3DCC-7D06-9ED1-B1BD2ECA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9684-D70C-5FB5-C9C7-700D9228D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B01DB330-6726-CDA4-3AAF-8DA2C39E7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DD9851-1C13-BF94-42F9-A210B34B3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A0177F-E04E-AB67-C56C-FC00CD7732D9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5595060-00A2-17BD-70B2-AF39D825D66E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7DC1FE-7AD2-EF02-01F3-34D262260D74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44CC60A-6BC8-3818-65E2-93E38E265A53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7E44B-26B8-1161-17FE-B9A40FF818E8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95EA3F3-C99B-2071-6CA4-24C17AE25B24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4D56FB2-C5CD-DC57-C717-42B7EAC55A5A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981B5D8-FCDB-543C-0884-1B5CAB51FC1B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5F28CAB-79E0-E7A5-ACED-A88954949C0A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0AFAA0-53B7-B2EC-8420-39EDDC4C9DEB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27C3CEE-4B2C-AF04-F520-03F9C03ED32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991DBFD-D0FE-21E4-A77F-916C468CAED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B0974C1-C949-8759-6407-9D1C1B98E6C1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6F46612-523F-06CC-81EC-2BF617AE309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C93B2FE-7FF3-4144-7FA7-3EBB3187D2D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3DCBB3E-650B-7B33-8945-2FBDB52EC416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80BA1EB4-AC31-3754-6942-BE7BCA9BEB9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84290A9-9554-3BC0-0EAE-B76063F90C9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B24C218-239C-135F-ECC7-99F715CABD98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B2074C5-2B61-06FC-E60E-F2F9FCD0693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D82AC6D-A85F-79C8-0561-5744221C53D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F08A279-4E55-A4E6-5B78-481A41C23F44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0706B5D-7ABF-EAFF-E6EB-37EF982BC69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A2C6246-B4A6-195B-AEE2-24E20BF8966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EDEC12F-CB6D-80C5-075E-B29D0C895E72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16C8543-6289-ED93-68B7-8D63619C630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B26E454-3EE5-8E16-8943-2D53366F814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F3CA628-B086-4B62-F1DC-B279BB6A33E0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46538CB-3918-993F-0E5A-63FA1BA124B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72CB8B9-7765-B677-3224-F7D028BBE9A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E31914D-3EE0-9352-FE9B-282B74C80C45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9CB9CCE4-F72D-D913-FC9B-23849DDC28D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23C524D-2326-5E79-D8B9-84491856E39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D033000-AA66-D2DF-7348-B0419B73154C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10B9F017-036E-4A2E-938B-D86EF8ADB70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C7F3A9C-FCCF-7D11-FE58-F26EC6A27AB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672F24A-33D7-67E3-D021-20A34784B392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CF3A36BD-4D96-5B45-2006-45F24A8F0B7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805931B-F27B-AFC0-3918-BC880D2D354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A08E5F5-9F86-78EA-720D-55E14E108CE7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C4BDDA2-DDF8-C629-47B6-64097BB111B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631920E-4FD2-8865-46B5-EDA893E28CE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1F721C-236B-73CF-C3E0-2E2563B7BCBA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8E806159-5F2D-FDB1-278D-BA1D66E3C60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C2FE0EA-D3C4-563C-DE81-1789164CDA2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3BB2B24-88D8-4B54-6BB0-FF8069AFEE2D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A96BE4E-B829-7D66-EF07-A239AAC6B37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C8416A4-E9AC-6381-D4A3-8A401618B0C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3B553A1-7759-C4F7-9FF2-9209FC94E70C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DD614CA-1930-A109-1FAC-49C1179F45B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39827F7-0E60-F487-BE87-380F3858738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214FCD0-C32C-339E-3325-2CA921797892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D24DF5A-9527-F677-71B0-B3A260381E4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C617535-5D24-D91F-5DC0-4CA87261E2B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D221C09-6F66-9CE9-DC35-99874F437369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346C6EA3-4E8A-DBFA-9D34-E05943DB935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4FF729C-E840-9A0C-51D7-5F96BA96FFB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64C82BA-941E-2AD5-069C-0D1E05CA1D3C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E5EC8F46-7050-05C1-91A0-24BA31CB71F1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FFFF4B87-0556-F64F-214C-186BB7B9FC0D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B3D59E-8B99-5B47-4EA6-B21DC42015DF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8A6425A-7DBD-D4A4-C355-B15F6D8DF9BA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7D45D8E-6B5C-E476-83C7-0D422529A5F2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0ACCFA9-5FF6-ECE0-F655-C42DD338AB56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6D9A046-52DF-7BB7-013A-92C812FA4C1D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F45325F-96F1-ED98-A094-45D2BD43105C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B15F0E-CB71-0CFA-5797-C6831C90A68C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F669088-83AE-4990-76BC-E43D899E1EC3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94796E3-5AA7-21A3-651B-CEBA3E9295B3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5F45CB6-63BB-D983-7AFC-EDAF578C3682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9D40A72-C3CA-AFBE-BB0B-8B61CE2C9491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FE45AB-9CC1-84C5-06F3-4734592EB80F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1250DB1-DA9F-189D-8204-4876BC97A8C2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656023-3B32-F03D-3C37-0645B30AE4FD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64C7E9-A4FD-2C8D-3F86-E95E3F2EBEFC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E7A5108-7F21-1AC1-4240-C0C6025038BD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CF8702C-39D3-92FF-6DD7-A2C0C0DD20F3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235ABE5-36CA-B361-CD2B-95EDBE5C5AAA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D75720-685F-A875-D314-B18D95ED7F96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BAA7F98-E1CE-688D-7A64-DCEBAB429203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AFE49D7-9EC7-DFA1-43F2-FCDA1798735B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3A2DC3-8785-8439-7ED8-D15F2D0353E7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F5B9E55-73FB-6C8D-EE90-1FBC634C0D77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5F9F283-8AF8-19B3-CC96-10306C6731CA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035D960-56C7-2D5E-CE99-67D4359DF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A4177146-79BC-B9C2-3FC9-0DC46C7D0173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59F77644-CB7F-DD56-3B2B-DF7DDCFC3192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FBD1B0E0-4DC8-E0C7-CF25-37929C729F47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0AD98ADC-9F6D-65A6-CFEE-9B25531B922B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695C7471-797F-94D8-4A01-AA55CB00C5A3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1F0C6967-A99C-77C7-A702-DE52EE016E42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5C3D231-F3D5-CD8D-515A-A0B4511F1AB6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43167C2-EE5D-F5D4-36B0-2420C5B227C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4ABCA88-19E0-08F2-32F6-93DFAE67D3D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8B2891F-C7AC-4A38-E251-179483FAC0F7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F522BC1D-A2AB-23CE-A1FB-4DE88385F73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F8AEB18-C305-65D6-B65B-20E1D4DD381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CF06ABF-11CC-295B-E810-B6F6F9D87C29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257D79B-5B3B-1815-721F-0A2552AF804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BD1F327-FB88-EE59-C77D-0A74591080F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EA7400F-A28B-387A-CDB7-27F5B9769863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C6E526E-28F2-DB5E-DFA8-D89A1358297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8F1A898-91D9-F057-89E3-DEA227F48C3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1BDFD60-BE06-E301-D3AE-8B2B09722D48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010E3BB-1C15-163A-D5B8-493F2D9EBFA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10CACB8-E4B9-8EA8-DC14-26AAE572AC2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5358F3F-0E7A-BFF8-B4C9-6068107F9166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ED5771A7-81E5-CFE9-F6CC-8C5C34E4D5D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F16620-07B1-1710-8C0F-87A73432949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4659303-1BC6-513A-B2DB-6AF146750958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3B12A02-31AD-88F8-02F6-8E3C1385AB4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5A02401-B4B6-1FEB-4536-38C90BCE14A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9C6FCB9D-819C-AAF6-389A-3E2660201701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E163E6C-31E0-12B4-CAAA-4F02FFBF4F4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4906474-18C6-D572-DB56-35E76D9F36D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B2CA690-B6BD-ADFA-A050-7FA2AB493A6F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79AA32BE-AC9B-4A32-FEA7-ED67D222F85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73D3946-EF16-A05D-16E3-1224F4B273D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787A915-8044-60A2-7E67-E21CA221DE27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3AD848F-F02C-FD84-D732-CCEB1008F1D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40F7BC9-B95C-8D83-F504-28EF3F85DA8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AE973ACA-387B-D5E1-63D8-24917F422E9D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DAA0461-E58D-2E0F-7188-326F1F292DDD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5092E176-A6F9-AC22-23B7-0EE6FB2D98EF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3047EEA-07C3-355B-1851-BFD41FBE7BAA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EBAB36-13BD-2B97-C9BA-51769F96E5D4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D4D39D7-167E-BE5D-5BF6-01F8338F6277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1F19A42-E392-9740-980C-DD5C086F275F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4BF4EAF-3481-630B-CCD0-A85A5FF7C0F9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992616A-FAE7-DBA8-FF9B-D189527F7051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7FA271B-26CD-EF02-F4CE-92B1EF058D88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74142E4-A1FB-BF74-5514-259B63D87B01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99133103-2E1D-86F8-2C49-8A035F424DB9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AA9862AD-C9F3-9890-8851-BB7DA63A61B5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3AFB3CE5-3BF6-A94E-D21C-FC0B1D54D16C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582DF95F-22A7-0282-46B8-25FF2F3A1E05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D763B13-335A-EC8C-2510-A9594B28216B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0C95782-8641-D04A-F2C6-56799726F029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BE11F17-E680-ED34-A0E7-F14039520ECD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8693AF4E-162D-70C6-F176-3D1410D79B85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C09D2-5918-F9A9-E933-DE95F00DBAA0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</a:t>
            </a:r>
            <a:r>
              <a:rPr lang="sv-SE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109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5281F-2A4E-5834-C015-31CEA4C40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C43BE-E328-018D-8297-C709D722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E9BB50B7-14A1-FD87-B126-4CCBA06B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7454D-B66C-A293-9752-08642AB93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5DB454-AC30-6AE5-2F09-B6E13B2367C5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4BFEF0D-FE5D-92A4-3E9F-FA15D356027A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21D36D9-DC18-3D13-EB0F-FD49378E52E6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1F331FC-4F41-8FD8-4B44-6195BC07A6A1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D72DDC3-5660-A7D9-BBCE-D3B96C9C2520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EC52D3-62B6-6E5A-579B-D708DB7E9947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0772D8-F812-D695-0170-6CAEA43D6E61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BEE5AC-ABAE-5703-1256-489A5B05794D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C8EA7D-E926-7809-9E10-679B308C7D15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DBDC3F-19B0-EF3C-31DF-89AF0E1C3C5E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53832A-A18B-1AEB-C9F0-850A5B90095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9CF1D2B-8CBB-6070-CB2F-361845A37A5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58223BC-8ECA-2DB8-0F7F-AFA925F723F6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1E5D95E-1E27-F7DE-0944-537E304F5F1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53842CC-344A-DB52-CD39-D38802CA98A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A3FCC91-988F-982F-E185-5669760A68DD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DBEAF33-CE07-DE9E-E231-68029BEF9B2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6B3891C-7787-9FEC-5492-E687CCE9DD9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6A8412E-CCD7-0287-DD45-EE7DA0E97EBC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F0715B4-FB5E-D170-D77A-C0BAAC167AF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D60026D-53C3-9F07-34C7-374F82D2E72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0ACA98A-AC11-19F2-AC03-8FD65C8A9D78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AD4AD4F-FCEB-B165-3E57-FD40EC32371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1A2729D-9B20-532A-4E7F-74698E8DD1F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A41C236-DC8C-CEDF-1B1F-24787A25882F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F339D7E-FD75-8949-0887-667579780AF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B14BF69-4CE2-D524-EDD0-52488F31F1A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E17F8CE-56C8-8D63-8D33-4207BDAF195F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55F3456-67B5-2241-BF04-8DD58A6CAC0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21BADFD-F596-57A6-6AF7-2E01E21C8EC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499AF69-B350-400C-58BF-487FFBA83A64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74D7044B-E8CC-0B00-B2C2-AB197A7D321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9FAB7F8-25F9-B021-54F2-2484C88DCBD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82F48EB-BF35-7338-A888-5E977D3572F8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2FF30BF-5472-3C56-C985-C9E46726D36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C7548E7-A105-9E4B-AAC6-3F4F39DA1AE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A73DA2C-C1F8-3219-160A-003648746482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C91305A-C78A-8CE2-71EE-D132023E781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AE3426B-4ABD-4F73-76DE-A293252845B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DEC2A57-DB4C-9D03-9AB4-7142865565C4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30447E2-4AB7-C8AF-4C06-7B4A5421CD6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ABE2388-F49A-96AD-3900-F8DB613F220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14CD4BC-631E-C023-F6DA-81F76339AC04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3C5754F-9E37-EDEC-09A0-11BC10C0F9D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2223674-1C00-22C6-36A0-7098417FA5B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E306688-B743-19A0-5D44-8A5CDD96730E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FF7BD1FB-403D-8D9E-8EA2-794D356FCBE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F871B69-AC71-8BFF-B618-58491787342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96502B1-F5F3-A9FC-4E5B-9619943BEE33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BD3CCD6E-8249-9A0B-3680-1AC1E5DFC3B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3A62DB3-0E44-857F-6D96-F561014BB39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9A0232E-1F82-286E-87ED-8C0180FCF362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8A55394-7703-5438-234F-90E73915933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B5D68BF-FE69-6BC5-F1AD-0DE15B2008F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6615DD2-687D-F6D7-EDF0-B4F6E5F1FBA5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1AB7C2A-6A0B-F6AD-40D1-CE13097C701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4F30768-0306-CF83-F5DC-B29BD2B50E0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2A39626-87DB-8983-4615-2A1D2F62D564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9CFAB514-CF42-9634-90FE-E473977BDC68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B136769-954B-93C1-3F58-16C4053E7607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61B500A-3F3E-B6EF-9AED-B94DC82A39E9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9F3772F-1541-AEDD-EF3C-6224CD49BA67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086412D-7815-4708-54C7-5A93D2708789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E32ACF5-375D-389A-7278-9511CC200E78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F95CCC7-6DD8-D36E-F0C4-E2EAB7DF5FAD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6A4B797-5C49-A920-E11D-DC0EE7CBBC7A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444A8A4-D070-F5D5-DA0D-CEF7325BF795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921A61C1-C64D-BE35-8216-D463CA2354E8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40AE05-3D2E-683B-5018-55133EF9D9C7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533A75B-6663-E97C-60B3-71B1021D2E5B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9CB915C-C00F-543B-9092-4939DEFE8DAE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87BF3D9-F339-A12A-4B5F-63F280135C17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DDDC5A-E386-6D09-FD39-FD8D35F896E7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A34667-1343-9C41-C91A-B51E1FF3D54E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8E4D177-BE45-6217-1DE3-95CAEBFF09FC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D4844CB-F45B-E079-1A95-66EC5839C036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AA45245-602F-FEAC-5FCF-E5A768B8BDA7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C6220F3-910E-DD0B-D64D-05393DE5BF21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BE19D3A-DD02-2060-7177-784541499AC7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DE7069E-1E8C-A683-8C59-56D0089E02BD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61FBA2-8CD3-37CE-D068-3D2349646EB3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DA9E84E-46C4-E856-BF43-EE9F9792574C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CE2CF81-6678-47D3-55DE-7778BC0E3C85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D86FBB-6BE1-B15E-B016-2CE4C740A80D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7AB7B2E1-BB57-C53F-7555-5F0047F4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CDFBA796-CD2F-3626-5DBB-EDE6E120233E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8E31F122-C00D-8FF7-4644-7E78BC87D694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B4C09A38-5435-ECD2-BA2F-BEC8E23B3C67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D589E458-B7EB-46A4-04FF-3C555627CE09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8728D2F7-5759-7750-E81E-6121424E8869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24DB956-E2A0-1157-A733-50B5FB742C45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75F9F27-83F1-60A0-7EE3-806231096466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A23EA23-FBE8-0CF0-583D-A5B81DB36A8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9F7F90A-9B14-8114-DB73-DB55CBDC43E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AC9A540-F0B0-2F70-93D7-82B28338F1F4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C1C6BDB-87C4-7796-A303-9C330804464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DEB0C3F5-28E2-1D51-1F56-D0475A0CFBF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7D3C010-7EE2-5F2D-C2A1-946FFA60A2D0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3F5A8F0-0346-12C2-C8D8-2B9CE8C28B9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C33E5A8-A5B8-9DB3-E87D-EF2CFA03001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5D2C2F6-4474-4F50-6A57-BF82D7C1CCD3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9803B64-1AB0-FF17-4B35-1651AFA0D29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847897A-09E9-22E7-7503-EE07F4DA369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2ACB0BA-BAD0-E53E-A8A2-3BC1A8C33ED9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6256E4F6-8306-A13E-0680-21E3CB3324D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247A208-CCD1-E175-2F6B-A57E4C8B4A9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BB305BB-9CA3-892E-FEAC-71879EB2DE98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C13B3DC5-0C6D-948B-1BD7-792A8A2A5C6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D00D205-564C-FB26-1B33-019A576EDEC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F5C187A-0FC2-237D-7BD2-B6D54E5A9630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29224CC4-374B-D129-41E9-12F0D6EDC4F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0BB4EEF-24D3-B4D5-BA09-250EC7BAE2F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F786B01-5701-7E59-21C7-4D86A10839A3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133C18BE-9212-FE33-E946-2D0C9D19704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A8A415E-E85F-4307-E559-E4058B9534B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CC30DB2-7B6E-12DF-37F0-010E347873FE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801127B-00B7-407B-BB15-4A8DFDE7FB7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FB04979F-CD72-F8C4-A41C-113FAE142CB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E0468D0-C535-CC21-3AE6-8DAC60810089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E85FA98-8B74-D5D1-1F41-25B2617CB3B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E9131AD-C266-D566-F724-1453A30F7E0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682C204E-0D26-C530-16EF-C9CD7CC8BA9E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DB21993-EB53-9AB6-9EEB-704C3BE7D2E3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F946243-FB43-0865-D278-FAEC2BE70794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26589A89-A221-CA75-6243-04674F7F83C2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4FC520D-98C3-0219-A69A-6B32600852F0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DD78A63-B054-B390-1DDC-A3CA3F9F4E92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97AF106-C19A-D90A-56F8-F9B2A2322682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FDC80E6-9A09-A1EE-4BB0-EBFD17D439C2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95F0A67-E129-ECC1-ACF6-90EF3E5E151D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5552B98-7988-8448-4A71-2090969023F9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2E1C519-8FB1-B759-9AC8-E3A1C4E67469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EBECB43C-EB8D-31D2-14B7-623F1D49E532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BAD4EFF0-F676-8DDF-F4CF-1C1EF925D7A2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5F970760-A517-C623-CB5B-8BD23BEEC106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68400BB-A1CE-A590-1B29-C33338B59032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88B8EFB-8B44-EA76-CA81-FED32421C00A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09C7955-8330-6DBF-063D-C6D148658BCC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D93C8F6-ACFB-0CF6-D653-AEF7115F5169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41CA5FE4-AA95-6978-5727-6DEC8E0BE377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CCF86A6-F5EC-0524-4E89-905B6E88F5A0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25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0F1B4-8282-F1EF-D501-D90843970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00BD-D869-4520-56FE-4A9CF856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5872F396-A3D3-F164-86C9-F11FD0073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6B1111-1120-BE01-D4C1-41657B56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E31CA7-2BA4-B52A-1536-83C3F68EC844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542BFBD-7A6F-E687-FDBF-01D86FDFABEA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6CCF95-AEE1-F23D-5773-18116ADF027E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BE7F633-BC03-0A7D-A9AC-DE59E3D59746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11FEFC5-E797-95F7-96E4-254E02C3EC11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D873857-C067-C60A-2F43-11562A09FB84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7CBA03D-EF4B-A1C5-EDFE-2F559F7237F0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D75670E-9D48-31E3-0140-C51EC1288993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7651040-456E-52DC-DE2A-D1646C161380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A8D129-C6D5-41F0-7DD5-D962AE30C5F2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87E50C5-6C23-4504-BF74-C214415FE8E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02120F4-042A-BFC1-9D31-409CB1659CC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C9C9D9-E9E1-EDBB-EAA4-80CBEDF88515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31DAE83-8AEE-5D2F-7FD6-9831FE60F79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10A2E21-8580-B6F8-74D3-20EE0190F58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85A031B-C9CD-6899-B19F-B207B905EFD9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163A9ED-6285-B73F-3680-D82B32F4FF3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EA55567-2C60-8330-BCD9-5E75243DBC7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2002AB-C915-3B5D-2D58-BF83EBBCD4BA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BCF6653-58BC-2646-7D83-92DB3F00E71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8B7954A-5D82-7CD0-4AB1-1891FA2ED20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B3BE20-A0DB-E8C9-6923-9232C9C4CEA8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E044F8E-7AE0-7F37-74E8-95753C18FC6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BEFF526-670E-8E28-D8B0-235D99E70D3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37DFBDD-D733-4E98-3F5A-3333BE95E50B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9EA36552-0795-67AD-821A-E7FB4F5DB72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5837235-A542-8172-3719-2FC9442DAA8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2E8F38C-FC00-A3E4-3A76-9D0F62F957E1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DE9BF32-A5C6-146A-1322-CF45B92EC84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629F3E7-AA7D-9645-C9E6-03E626247F4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261CB10-02AC-B0BC-ADE8-ED645C4A2FF4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22BE460-693D-6D51-ABD9-9B3156C3568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E9BD9FA-B33F-9D58-33DA-E6507A4D2D6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4D4CF7E-0AA4-6F71-0863-8147CA3E5E60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50AC537-F95C-DAD9-566A-A3D1B961B57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AF6C275-963A-FB37-A343-64123AB9BAF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F22F2C1-722F-4D7B-95F9-49FBACAFD394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F8C9E7EE-D497-6DC5-C7A7-E13C3E119DE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0745F30-628C-B944-4932-C829EA05E26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1D65271-EDA9-BC3C-9510-9295737952A1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F396E50A-AD65-28BC-BB00-F8FA3616479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F60F2E1-9262-3C24-33CB-D540EA79F67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CD9D9E3-D9C9-F068-D1E9-19EC71B773F2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683CBBB-C73F-93B2-154C-752C568E0E8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3C009BF-56CA-8BC0-A3CC-497BB179569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7502B63-AA79-F39A-E79C-95E2B698FFC7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3894A39-924B-040F-F1E5-6CB331C5172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6531A37-F4B1-A2A7-3BF9-322027081AD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E704551-D1F8-B19F-DF49-AE12ACF42555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51DB67FE-2B8E-CDB9-CA36-7C612EEA3AB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7244948-1727-BB15-9B2E-1DF3870BF27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1283A65-40AA-4CC4-8962-640B34569D58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EA596081-4292-DFF4-3574-DD05E7384B3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646497A-C5E6-3E98-CEC2-B2F0A8FE071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EC733FC-931B-D702-521E-0453BE13E7C9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2DF01CF1-046B-CD2A-E5F9-9BA24D30F28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CD03D5C-F9A8-861E-9CFD-490D0F1ADAA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6F19F51-599F-9F74-9B39-59FD4E43338D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6FAF853F-68BF-11EF-AB71-BB2F04B4C21C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6B6C86D-7E75-66F0-80D1-4A14B828F891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53AC723-D72C-0D5F-28D9-DD83A56F62E2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638A13A-0C1F-8A23-D499-455F7AEFD9BD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CA1E781-5881-1B8B-C68A-5D3A356388E9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4B19741-A942-796B-CC0A-28D47386A130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E6224F7-1EFC-D7C8-4B39-F73A90E0D954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1434A13-27B5-F33A-0CA2-0EDD5808B6A4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E1CE169-6328-6F70-A582-66CB200EEB9A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7BE276F-AE1A-2AC9-8394-DC30E2DF5CF6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B4D010-A9CA-C9FB-9BEB-2A4AF7C4131F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8D09F4-8CED-E4FB-1AD7-12174193BE53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2F7DA8-9B04-A74D-0A25-B1BFC717FEFF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96AC22-57C2-B9C0-F86C-A963449A0D7B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90EBBF-39BE-006C-9011-70052761A79B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55BBAE8-66F3-D9C1-F382-5282672299FA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C4A54E-E524-41E1-1AE1-4A1575EE0349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08B1DF3-D190-D68C-8DF9-6F31D85DDCB4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6068B33-76E3-C557-0696-EDDA75713EBE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89E6F2-E77A-FFA2-8B95-8F5015E809A1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9F966E-9279-8A67-4159-BD3B69B1D96A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78245E9-BF83-5F2B-34B3-07CBD81E69F4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DC5A1A9-3DB0-02FE-5D01-E898289D6412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59ED6E2-AB2B-A5AD-FCF8-95A1DB11A064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BE7CB5-9744-EABD-4F89-E45A9FFE2AE9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ABFCA93-4567-2292-2932-163C0AC9D26C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D4F585B9-B18D-C0F9-95FE-06772138C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766ADBEC-1C6D-F4FE-CF18-EC5072DA2065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931C40B9-60DD-1DE0-A878-A4C839E3498C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EA86E8D4-1DDB-5D9C-2148-5FC125632F95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7CFD2CE7-0FB5-CEA0-7BF2-954291D7B226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7225B2F2-C51E-5A45-50DF-AC989DE9CA52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68A866D9-DFA8-710F-6AAA-2988D2758F57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71A58AB4-3496-BEAE-18AB-A1453AB5C867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87F7A88-B33C-39A0-8287-6E8E67D9C2B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6860AA7-5130-07E6-040F-C9B9F9E8F4B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7549167-FC93-FD87-8180-2A754660DC0D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7062549-9F90-CE31-1596-E26E1916F76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468922B-F832-DFD3-9C39-A1865D003BD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B3B69C9-DB88-4208-E9FE-791BFCF79BC7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0B37419-047E-DA1D-D71E-7C24C1CE09E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9DD483A1-84A5-661A-F7D5-8183489F4BA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27014BD-480E-E1E0-2B01-956C8FE5AAE0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11DF8D4-D62E-C040-97F7-2B784D6F042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57D1BA6-1310-B1C4-8860-63F7ED6EB32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D2B1863-5E46-4715-4674-4FAF51F473D3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B985BCD0-410F-18FA-C45C-3B25F681485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64FBB82-EEA1-8D32-ABC3-35235DE745B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7423FFF-785D-AE65-F9D4-4076F79E95D0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F87BFA8-F4F6-4661-10E5-3943C663433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6D1728E-B060-3D22-9232-5F78FF7FF74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8B719E5-00F8-A8A9-DA09-AA8A25BBDB63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7C6F7E3-EE4C-6BA8-3763-9FC4A7E13CF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CD2B01DD-CE2D-545C-213B-5520454D8D7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40ED68D-9CCF-33AF-88B1-C1B8D5300879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4E91C93-75A4-EFC1-0E1B-BE2523B7CF8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0B05B8C-EE06-C950-2BDB-4992D64A5ED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B3F9E95-0140-AFFA-F6A8-4B858940D0C3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85C52B32-EF47-AA72-5D62-81F9B48AE2A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22BF505-0328-3838-AAA2-7D726C15DD2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052DB88-6743-63EC-31F0-3053886236FC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DC7669AC-DA5C-476C-BF73-4B58B16CCB1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D359EC5-0668-17FD-B1B3-6E9F49D2137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490D67EA-23B5-8E68-6973-DFE16897CE03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59EDDED-56F2-0F92-69C4-040649345BC5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4E384C7-0465-04AC-24B9-FEEA0638DF78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43A27E0-48AF-39EA-0A14-065784CB7C30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F91E4D8-611F-E8A0-8E09-B5BAC74BD085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179DB80-BD99-0DC8-B76D-B01023444BD1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D8A6923-8EA1-23D1-4B42-7FAC54FA5057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38DFE41-8150-C1FB-45DD-33FB50FD08FA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E859A71-6770-CEFD-1FAC-9631B93612A1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2025A2A-B239-1162-4D30-41F6A35349D8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95993C1-CA83-8A51-CC41-2D08177F88C7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0E72356-1A08-721E-73A9-6D935BD211AD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24F9FEEC-C6EC-EBED-FF34-CB3F1197FE04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9B8B0BBA-BF04-8C84-33E7-3D11AAD75DFB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93D8D760-5B08-5482-BF55-191A69E6951D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5B1D3F2-DFDF-DB8D-A20F-41414C23F43B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1F3D1EC-8A13-6F4A-0C63-DBCA9C12AF06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5F0875A-0C2C-6BAA-5F21-516907A211E9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AA9C6CA9-855E-6E70-440B-DAB7457301DB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FA570-E3E5-C06E-A078-54F83BAD4841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</a:t>
            </a:r>
            <a:r>
              <a:rPr lang="sv-SE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24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401FE-D54A-4AFE-B7F3-4108BEA38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AEAC4C-4945-3EDD-58FF-69B2755B198E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BC3356E5-E4AB-985C-F1B7-15B6B6E1D456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D61F350C-D5AF-AAA1-3D83-F9265CCC0C67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44276-3FC9-82D3-5CF9-09F5B6E97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C61CA676-85AA-8EDE-38DA-CBA907A24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8DB4DC-54FD-8CDA-9F05-D62B0ACEB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4BBCBA-75C4-C2E3-F6AF-626B117725DE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132016E-3E59-1B59-FEB7-A97719A9466B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3CAFF9F-2CCB-9B03-3055-22BA66C36185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F90D1AD-E878-6782-2E05-99DFA7263A4D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4F2F94-3FD2-45F3-00D3-12A1926DC3EA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FF72E7-EE58-521F-C1B2-D61E02CB7BBA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223002B-F566-F45A-A012-9EBA04ED47EA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CB8513-698F-42BB-F99B-E46ADF32EA0C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AA934F42-6E67-4674-8F71-F9C6DC3158A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80E88B6-2CB4-92E1-57DC-ADF6B232343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D06023-DF38-8F6B-77E1-22AEED24ADD1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F5417F17-70EB-2099-67EE-F14EC7B9907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8F1A672-313F-57D1-DEF0-6329200B340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71920EF-02F2-BB73-1CCF-5DD558C47C7D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BBEC4E7-4D84-5FAA-0E56-BA04742B5F6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DFF5C18-C986-A196-61FB-4503EDDD9DE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AC0F918-D313-D908-1208-93322D9E4EC7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64266C0E-C79E-0F50-F210-6EB607497C7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BD848FA-5AFE-8CE0-187A-926935C437F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A84073-478E-47D9-38C4-7AF0B233B293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F9129A3-516E-DEDD-4C7C-9DE29D34EE8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F6FD552-E15E-41A4-0BAE-C24E50F905D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747A340-CBD5-82F5-CCDF-4D52FB3A4B0E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FDF61D8-F5AD-3661-E706-61B2B5B4637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B4016ED-B2E4-E98C-9948-23A66B32024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CC958D2-0C9F-A828-4822-6B1FAEC75A2B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28DB009F-7471-BE0A-0720-98E11687596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71CA47C-2FB0-170B-C090-5AF76C2D4BB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FDCEA5-323F-4C51-D605-46A8BD57D8F9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16838BE-BF44-3954-265A-5B9D1C7CD71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DCE8EC1-0182-C528-C644-242B750CADD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2584BEC-8FE2-2058-5F88-345ACA341DAF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CE24248-894B-BBA6-E066-7AAA6277801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F43E24-BD19-0CEB-27C8-9E675CF74D0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32B98F5-651D-6366-D6EA-030007CAC2C7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11D3A32C-B319-2ACA-97F2-7FA3AF3EEDB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EA3E108-DD22-E5AA-1C5D-37745672866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727B960-3A70-5868-FFB4-8FDB9A88A831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FB7CF960-9C7A-4483-2406-0C90A3A0CB1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F7EBB03-802F-ED8F-FE96-E138246235C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26C534D-6BEF-9C1F-C9FD-B8C6EBD8E812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922877E8-ADD0-1A01-BC09-51F5E2020BE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F3DCCFD-8EFE-30A8-C349-94DC595C698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5730B82-D8AD-610F-BFAC-6EF387F190A4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C1D9CAB-819A-DB9B-5A50-17B9592E207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7BF7CB5-2A9C-4070-669F-01AFDD3D7FD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1A56AC1-5538-DB1E-ED77-0164038A14EE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795D968-0CA8-CB10-E16A-8CE4A4FFB6F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5B98905-1F7B-9843-5420-D807E03D745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58B373F-1A22-50F1-D62B-7F9BE08CE59A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2088DCA8-C991-1EAC-3FD9-8B79BC183FE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7B117DE-C44B-D8FF-72AE-91000DC9F81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58A36CD-813D-95E4-DE08-F3E514BDB5B2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62058C3-EA4A-7C65-0F12-6D7379E1D92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0A9F4A7-CD63-0C0A-EC60-71F89EE8275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6A40596-B77E-FFC3-5FAA-5C34C6B7E952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F5E71123-C8C7-4937-317F-A3A07AFCAE5B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E9DC455-33CE-23A0-2F8E-098F7E2E02BC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306E08F-A376-B6F9-063A-3BD65E17180A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AF27AD0-CDE8-4955-4AAE-288731A0C7A7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9AA9661-6450-13A9-C528-2ABBDA36E3BB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79BE48F-37F1-CDAA-6351-931F18AE7B6E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DBE6731-A00D-CA31-B7D1-4A12670A0D15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6DBF301-775F-5404-B866-E084FF367EB9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C4B9F96-9D45-B6B8-9C50-7AE9D3D81469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32EBC487-EF2F-8F43-53C6-26259D552CEA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ECA2476-3077-527C-2ADF-E32901BB7F52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AB19DF-46C8-6F69-2B1F-43B992C40624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A012FDD-429A-6417-270A-F949DDC1B179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245FEC-54C2-ACB1-39D4-F5A29153F704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5680AE-08BC-C687-BAC7-3DE845980ED2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117A60C-A563-CDF7-E90A-A5537B0B5D4D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6AA7BE-5CCB-C610-552C-73DE495E610F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2130039-F990-5211-37E1-26A2825DD3B2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CC80FD-D08C-77E4-0489-9CF79958B900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2DB4401-F08D-D07E-A6E4-3FB001C00751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F8A3CB2-78B4-48CC-1AC6-67BC40B12549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E0A8D7-7A84-0D3F-137C-5F9DD3F58542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AAB0554-7E8C-33B6-A9E0-3DC95E034149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77ED609-262F-BB2C-715F-1A338C523E98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9FBD82C-B1D7-E2C1-8122-84AD3D0CCD09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BCD09BC-7CA9-B94F-826C-EDD2E31C1679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42D726C4-32B8-2BFD-D977-CE7C05FAF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B02E0A39-5BAC-44AB-2E2D-7968F2F48BAA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FF53A671-67DD-5161-2FEF-BDF691866D8A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2BA32E39-9B57-747B-D229-AE0312251F19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EA7A6FE8-7DA8-20A3-B1A5-394921D192AD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E31D96DB-53BE-64BB-8314-3B45A853D93F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A6464B75-7DE8-4A8D-B5AF-82047B084DEC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2EC4AA57-AA6E-3844-5741-E35D40DE760B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46393058-41F3-1DCF-340B-6BA3FE517E5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0097928-697E-79BA-A67F-1B7B00D10E4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1066F28E-ED6E-CDE7-ED68-9C029FFD344F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AE1BF2C-4EC6-DE7A-F60C-2A3D9A79B6D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D7A66A0-FD71-C510-7B0E-0FFC6E39603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8A75102-4E94-C51E-6FD0-54C84C6B8C53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A9C5856-42AC-52EA-7160-39E0A4D0DDC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317A266-04B9-75E3-4AD6-B4F6DB4CF51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35791A2-D641-AD92-B2A4-6905E661208A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5FA0B01A-786D-85A8-190E-73F8CF137B3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6365562A-C412-087E-C17E-7442325EAEF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8D2A9F2-9B5C-2C80-15F1-4AC1F11BB272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0B6D2F6-CB14-1FC8-ECC1-E9D0279D136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5AA404B-5405-FDAE-21E7-44EA518D3FA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8106E49-47A1-CBF1-9764-CCE85B2BD10F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A27DEF1-6BAE-F614-2100-A0570B9448F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414B382-B89D-D23B-8402-9F04E91FF52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C4E9CFF-8787-F3B7-DF7C-F18546184272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49E4ADD-7F85-D6D5-C69D-6C605687B80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F972E9D-3900-2208-F574-C0300C6077E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1456A69-1275-1124-F5C8-62A4727769D5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5660D39-A52B-7F01-D4EA-B0AF297FFBC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66DAA81-D745-D589-1564-66B96ECF142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9D666C8-28C8-9778-606A-2B44F7F06D57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D25918D-B635-6E26-54A7-0FCDE968FD6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6462B11-7B5B-6D47-03FE-5CF7DBF1AFD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AB5D593-D960-8E4F-69D1-C99DA82A10CB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B1EC760-43F1-E2FC-8730-4B01B5D09EA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5EEBA74-A5A8-7BE7-F9C8-6FCADDECC80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D4281DA1-A5D8-DB8B-6D3D-4580BA9220DC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589546F-1030-D5B0-3C4D-64167A910636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DA28DD2D-40B7-9D4D-6365-9D2FA7E15B50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2799D9E-A477-A896-8F31-D117E5773409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01C5C80-6531-C137-1EEC-27DC16F4DE56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36740D2-4E81-5151-A005-5140D9A5918D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F8A2CB4-FB77-69DA-9075-D8BD7936F356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AF47388-C1A3-C38B-D309-9A307996F557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725BD55-5C34-89C2-4D43-A4174CD30770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01BD379-DA7C-92F8-18AF-2F77B0263000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BDBF7D-B63E-A685-5AF6-B60AC902D621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022302A4-C0F2-6A30-CAD6-982CBBB71938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chemeClr val="accent2">
                <a:lumMod val="20000"/>
                <a:lumOff val="8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B2672C5A-5B32-3DE3-7A6B-92AD95D37548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CF91C4A-E6BD-B42B-E986-480A272BA1E7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20000"/>
                <a:lumOff val="80000"/>
              </a:schemeClr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A196D01-7DAD-15F2-A300-5B6EDACFEF36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E6B017D4-85EF-645D-D71F-B4540812181D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BF4935-0F20-DFB4-4996-01B450DCBE1A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AFEF8CCD-434E-66B2-83D7-720C908098F3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906CD-5302-D9A4-A19A-596032168E3E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</a:t>
            </a:r>
            <a:r>
              <a:rPr lang="sv-SE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00</a:t>
            </a:r>
            <a:r>
              <a:rPr lang="sv-SE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1</a:t>
            </a:r>
            <a:endParaRPr lang="LID4096" dirty="0">
              <a:solidFill>
                <a:schemeClr val="accent4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630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1E44-E659-628A-CFF1-0ECB1AB4A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84199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DCB4-6539-B2FC-0DD6-5951850A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5EED-8CF8-DB8B-286F-B59FE9AD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Problem!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AF3FFC83-F223-4B6E-2740-4C9627A8F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693932-C059-AFF9-2AC1-DE32D9757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AB0D1D-5618-A33F-C3AD-D8CBBC29CFC2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E1B44EF-68A4-7F43-D816-0054A412F35F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12F4AC8-8056-705E-6ED5-332BC5D739C5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CC7135-4122-EC16-F87B-66C823F22F79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AF410A2-C2F0-E8B2-BC0B-E67CF380F5D7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CFD6B97-CCF7-3332-975B-F2C1FA0EC417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03E07F6-B6D0-FE45-E93C-EF6B9B82D356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6842E50-D771-F79B-160F-662511DE4A15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A1DF654-9D6D-4C42-9D70-5CAE0C08EA89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F58D74C-337F-59DC-A2DB-DBBC0886A35D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B5A916F4-A093-9516-27BC-DB9F8375C7A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B24A8F0-58C8-DAF3-C2F4-ECF47F07DEB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4B988E-5F97-AE1A-ADB3-303BA38D7AFC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30FF830-027A-BAA3-8346-DEFBB44F21D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21C18E9-6A09-554A-D6AD-F61708F8595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6A607EA-EF0F-B00D-755C-16F8EC64CA0B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15CD626-4340-EF95-8E04-3710B1FE99C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B775392-0C1E-6371-5F68-8C249B4D743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11CB03-478B-066B-C313-96BFBCF41828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0D454A4-77D8-3AE7-F29B-5A749ACCEAC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8907E3F-8AD0-C87D-488E-82C3BB02788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D65BA51-A641-C853-40E1-B29D8A4D08B8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2608CF1-E2B1-17FE-F1B9-12701294828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8264282-BA69-E50F-9765-138394EE751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ABE58A-3F42-2FC4-2714-F0C2587A730F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A7C33C2-1017-F49E-A1C1-473121B313F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81B2A86-AF7C-408B-9005-D8FB058AAC3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A29E557-EF55-1AAF-6DCD-9AA5F1288BA5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1C0B581-FE1E-C17B-134C-63A68A65C50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DE8AB1-BA15-C945-4AAE-47988AF69A9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2AF5CE-BEF3-6425-930A-94843B2DC069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07476C4-A4A7-4581-51F3-C8A3404BF5F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B36C4FC-A5F9-4AC7-B049-5DAC1FCFBD2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AA3DA7B-9B82-5429-C8A5-421AE605576A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63906C7-6ABD-4EC2-2115-E8A0A1C722B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7E37CF1-CF50-6713-AC19-5B0DC0EB1AB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9AA6F6-7132-DFE8-E4F2-7F354460A586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2907399-6405-2649-F598-E5CA4036835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06F7B02-4B27-7A4C-C7FF-767B86B4EB6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A04F1B1-3F0B-A65E-22FA-FD985CE8CF66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140FF35-50C6-4BE7-4838-6D67550C8AC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5276423-A2C0-4CF9-8C26-FF4E9DF2AA8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B76D474-62F3-D181-651B-55BA5F0D1883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49A3632-6A0C-103C-34ED-A728CED205D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97224D0-B1BE-F337-DDC0-190EDADA421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BCCDD56-E4E9-D4DF-D72C-64997EBA618A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8B49749-E314-C359-BA65-09687F1EF39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01C9E06-6D16-6B89-0AE1-FF6FDA0F830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E155327-3776-949F-D669-D04B517C13A0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AB46DD8-098B-9275-6C89-CB42D39F5C5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48B9051-D2F0-099C-51E6-9A1E11F1CC7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739DAB-5EBD-EAAE-93BD-AD8D98A1D0BD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0031CAC-2E15-0AFD-88B1-5E022F2B8B3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986D5A8-AE0E-AB5F-54BB-3BCD55E8250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E23FD52-25DC-9B9E-499B-4E8EBC354D03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084DF86-3D1F-4FFF-11ED-44DC271C298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1491C91-B803-6EE2-1BBA-CE800750B08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B3A31B9-E193-BCF7-5DE6-9651C68DD80B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4F3171C3-56A0-CB9C-F750-A828851C0357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C29FFEB-70EB-F37B-EF41-6D5C2558D04C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473A6F0-CC2C-F811-74A3-5971C7B4982A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0713A04-A56A-7D17-19AE-7BB92C457395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0E0ACD7-3B39-76B2-5327-9A3A36A8E39F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EB5E58F-BD7E-ACB2-192F-EB5147884AB5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B1D9D620-4195-C15E-EA59-0A3E7CD2E9C3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3AFE92E-6D37-3212-75BC-1C6E9653E2FF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825F36F-D99B-B660-610F-CCC7E75BAC59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6D78CCC-FD3E-EFC6-9A11-299EA594D988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D74D60-78FC-9C92-0780-11CA7A3E59F8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8FE6DB-7F98-6EFD-B6A1-92832278F2C3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785FB12-3D51-1A58-9982-8144E8BEA90C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BFB470-6448-1178-0BD2-674C8AD67E1E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0F1610-C0D9-6F06-3598-8C607F44F7DC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B0B747E-86D4-463F-0320-F2D84C4C33BF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2C8B2A-E0D4-2CE5-13AC-339FFAA85D93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C755145-7DF5-EBB3-E9AA-753AB223B83D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BB482F1-392B-2DA5-25F0-317C5D1C8E1E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B6A04C-CC8B-2FEB-E1B8-C7424C4826D9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3ECCDB6-FB48-DD0D-1000-E90E7DB46002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25321B8-21FD-346A-0FD7-050134DBF2CB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251E1F9-EAC0-A14F-5A3E-D6085FF49A5E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A864B32-21F3-A330-20AC-467608648228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160B546-3CBF-2C5A-2FC5-88FB01A2B0D6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E8D1212-524C-8C92-2A32-894553846C5E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D89F17B1-38AC-870D-5E4C-FDBB6721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3389C2BC-9BCA-812A-D732-9744C6C075E3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26F1B4B4-9B17-E44B-CB97-1A3ED2433384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225EA4E4-A20E-11E9-9F2B-BBCB0402E220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914E3F15-50A7-2425-604A-0826288B30C6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B7677D49-3006-198E-888D-9BD72A6F35A3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86695FCC-1999-9882-CE4C-688A3591A42B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4AC6808-8C9F-B0B1-AB96-76E6D8C7E01D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025546E3-6BA8-545B-4520-1F7A5BF31B7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FC4C1D-2F64-8819-71CF-D89027CF710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DA983A6D-8ECC-E567-0174-215004B7A470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5284288-F941-DAC6-494C-EE1FE10308C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02F30B8-4B66-56CE-6861-EF59B843830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BBDC79A-FA39-F48C-5309-A08026B9B62B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815A991-F135-3424-5CA4-B26109D25A7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A5063A0-83ED-DC20-B3D1-84EA64BFD9C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2E9EAD1-CCD0-62D9-7766-675D1443AFE9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C17014D-BDA0-5785-8700-C0D4DC5FAE2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AD9D9C67-5AE8-C465-A523-A6B7EF33EE0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8C69C6D-1685-80EE-29CA-A04F6BD2F9A6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2BE3B22-05B5-A075-4F18-4D349EBC25D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A217D4F8-8A35-72C1-722F-2C7B2619A11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E13F277-0DD9-D380-237D-69D731F29F9C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8BD534B-438D-4457-66D4-244ECAF2C6A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3FC059B-3D74-8AC8-A2AD-12B45D12E8C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2DC5123-287C-1A72-A075-F5BA02409598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C4EA079F-DFC3-E7DA-2B87-1AB575D5D31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DC05748-4055-0591-95F4-9BE80C143DD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8A59CBB-FED5-9E74-CC90-E99A6D2A03C6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5EEF75D-7530-CF71-DDBC-4EA81B66682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61D7D61-20C6-EA61-964A-EB267E5BC61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A3554B0-C93D-F9F2-BF09-3F7C8E8A9D9C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02C018F-1F22-8A96-850E-6E48AA07957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44434BF-2051-00DC-A155-CC98B6FEEFB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F6A464B-443A-8942-5492-8331F4095019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22C2B72-3F0A-A5D1-02FF-402FB43EF59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471D77C-9F1D-E27C-3E75-27096940090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176FD64F-EDAC-C3CE-11A8-7D9564CA4413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8579918-E093-6790-1978-8B8A3D019D47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C958B20C-A8EA-CDF6-5482-9243B782E538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5CB426D0-9EE7-94FC-AB30-D6C69A57E20E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3FE5226-472C-1276-BF90-6EA44855C596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EE26CED-33D0-9F5F-7DD4-60FC59004A09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A373891-F936-01AF-429D-82874D0B6B92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00F3954-ED03-4035-F248-265EEE8E8369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B6AE357-070F-9B6A-F20E-7EE32B250935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66C824F-4A83-82DC-71E8-FA831265C314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3809E85-BE3F-B96F-BDB8-A1E74F15C423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BB76AF6F-8622-7CC2-5F7D-473A98831AE1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89BEA999-132F-9C9B-05B7-886CEE415A59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0A26278C-FC3A-FC60-6F23-1B29500541C8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62743A05-CF50-1DAC-20C3-1FB8E0EB5098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24340AB-FCD9-2F8A-F412-FF098EF3E059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AF6F2A3-AA52-1E70-F2F8-66871FD69BB3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5B0CA3-387E-EA1B-F2F7-A8367C787400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C7A63C73-0B56-FE22-8641-E47A3C4C63B4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6729D84-32D0-85AC-A40E-B73154934408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3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1B52-0075-064B-3F70-FF5C158A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8019-0C41-3020-2CA2-00D2C800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Problem!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47822CD4-5BA6-FF6A-80B7-FECC688A4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874D1-B5FA-277B-6DEC-299E3620A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FD0C0F-E862-0D4E-4F19-C91A26CD646C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5107B1-C875-0AD6-79D0-0161539A1FF2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AEABB92-4790-7F71-267B-C313B3E3C391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EB78A2-5F29-EDAE-9441-7A696D194769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112BAF-8CF3-94B8-A755-AD14B1BE6828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DCD8460-57CA-55C8-8FFF-800DC312035E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590E3A-3462-6090-0588-664A76448047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4246A23-5548-F9CB-B0DD-93A9C285E34B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152438-AD06-802C-5A65-4868E9D2781D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218CFC-D91E-5AB5-F840-943034281763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EFDC514-826E-2D9E-1D70-B67AA753031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84F0581-B30F-9A8F-62FD-2686037E442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BACEE60-2D3F-9BD7-4AAB-C5CC3795381F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673416B-9881-64D8-3F2E-7376F550FB9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EF30D28-3B7E-F56D-4896-F913C3853F8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3DE633-E693-2B59-670E-08CC146F75D9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257B2DA-F696-3634-2B70-F5A7647151F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0472A81-293F-4621-C7FD-CE0A0A0E0C2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BB9D1E-CAD7-E5E1-4DD4-55E802608B87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9506FE6-3770-21A1-ED17-A58DE99AFB1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C770CF3-84E9-E40F-BE49-A6F65581229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8EE12F8-A32C-6B0E-AC37-05E4714ED842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45639F6-1B94-B49F-9670-72D8696EC40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CE606BA-E382-2F65-387F-65E4E501FBC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26AA0BB-23A9-AAF8-F9FA-FD207D792062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D3C8B7D-1B6F-E8C1-5DC0-A298C3FA2EF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39AB24B-2689-1D58-CABB-D728A4D57D9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185B989-6864-0511-0D1A-FCB6D44FCBF7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A3E1851-D3CD-85FC-8FF1-EFF5AFA5BFC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C5CEB0C-7184-FA8B-8BD8-1BB9ACE20D8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C398953-5AC9-23E9-5DF2-06D3781B6F25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ABC15FD-58AB-A0A7-C166-61E93F9B7ED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94EC79D-D5B6-7D68-A9C7-03F87CA316C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AC40C8-85C7-F781-F914-9C2A00FBB31C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40A13BD-5851-744E-A965-003DC9EE87A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9DEB050-0820-2892-C627-133B048D6CE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147DFCE-9DE2-C10E-8E97-1C93F9ED9134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97CE83F5-4F06-30B9-CCB3-B5EAAC6CECB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3C132E8-CCE4-ABAC-02B4-F914C669FDE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21DF319-A3CB-9D03-79D5-9C16E2BA75F0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598E796-96B5-0CFE-9355-306BD52A29E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851DA30-CEA9-B718-EF4F-6674474E212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B3BC81-A0F7-ACA9-B537-D0B1561216E4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BE2E3A0-DFD5-E826-5B78-E0DC3105DF3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8D2D868-3909-AD14-F90A-122D046758E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867FC9-9E78-1007-F08D-481FC7964477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12101B2-42E3-21D9-60AE-AB6C8E0546F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52EEEF-3407-8ACE-99B3-045443D3D00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D06922D-88C8-6245-4348-10F9DBAF1256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EC6682A5-7375-D39A-035E-85F6D04A74D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7892A32-4E19-75B8-9362-EC449F25A65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9E5B488-CAA7-27D1-B73C-EEC61785A5C9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0497A717-2BF3-E760-30DA-DFFB0A5DF8F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E6F4035-92A9-83CE-0B9C-7DDB9A289F3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AE32EC0-DADF-966F-D182-5EC378E2AD6F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35ED4B1-535A-3BB0-C21A-C97127D5E65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83139E7-4EFC-F0F1-665E-85391307E67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D18B996-2E7C-76F2-68CB-31FBAE3B62E0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2BEE61C-4651-CFA9-44AB-823A8387CD93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4DF5BA0D-2943-6DBF-447B-D7F69AA84E57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2A186CF-9C95-188F-765F-40B422D1A08A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EFE8F04-3837-A89C-AD27-3954AC714A87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5DE9BEB-1B4E-D163-0C58-25F58C00AE49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3758B27-FBA8-859A-E1FD-3AB8AB73ECA1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7F6BD75-304B-F664-A39E-04E0BD3E1CD9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51BCC17-CE35-1148-4709-687EAB9224A1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1459EC-F61A-E560-6922-C7E2625DC698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C9966BA7-E4FA-3542-F68C-AC3CD422ED42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D1870D4-8096-842F-B0C1-03577247FBE2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2B5345-8DDB-548D-5ED9-B4DF4604FC12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519BA48-0603-02F3-DD12-6DB7B4766049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465DBB-2151-7E30-A0AF-B99AD8F9A645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8BBCD4F-2FFA-507F-B961-3AC98BF59BA8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D46D41-FDD9-4873-396F-2AB953050182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E62A1F7-B707-248C-AE7C-41F52148F626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31DF9CF-932E-B578-5B43-53DB0B3A0790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5AB6F22-EC8F-A3EE-5CFE-DC24B0F28BCC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C61949-18F1-BCA8-33EA-B85C15BF9421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1C7391B-0C0F-E788-F131-F7A894A8F3F0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1E01E6-503A-16C3-825A-5A8FE8D11487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9A20ED-5EA7-57EA-8581-D8B6EF839487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A702231-4122-CC95-F4F1-5428DF84250C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6448BD0-6ABA-5784-C6A8-04F01BF64B42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7440E78-BF5E-D052-3ACE-E0FA6F0B4F06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79005BA-32D9-6F0F-0BF1-4E42E1450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92D78406-5059-D865-36E7-0F08CC30C7D2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985F59FD-82CA-D2C6-5149-A8D209B5EDE1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3E0C8CBC-74FB-26B5-21F5-B963041BE3DE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5FBF7067-C826-F661-CBF4-51D0F2BB4CE5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D83FEC2D-04F4-6D7E-1D6A-400811E5EE13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3A07FA4-D7AB-0F4D-4C97-9A7269FED443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E6BE220-FFF0-3169-E6F6-5EDF29F811E7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F633FFF-43F2-BF09-AF81-A88DC582F50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31D136B-577E-68B4-5FF1-BA1E1D33149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59F46FE-977B-329E-ACCF-458F54742CC8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E0E4B8A-0E50-8F4F-5AE5-C42300BD7AA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8C7514D-E49C-C313-734C-7111192A69A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02B33A9-E3AC-9B4D-F157-332E8849C72D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63FFB2D-80A7-38FC-27B9-DE2CDB30C4A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EDA0739-C7F0-664F-38B3-CDEE3398D63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CAD165C-6A11-3D19-BA6D-3C030476516C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3D2C6530-0957-2982-7EFA-38316E265D7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3E88DD3-3074-97CA-FE14-DB0B721EAAC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26AF51E-3B65-C040-3835-16B397DDBC03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5725F1D2-BEC9-E3C4-E85F-423C6D3AD0F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F1B6F8A-7ABC-EF29-6578-5BE25E7E652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64F24B90-4924-01B3-188F-5D6F3093C1D2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42AEEF7-914E-A33E-5FF9-0E8B865F2BC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941EC473-9C58-54A6-6942-426F5A4DC68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CEE9ADD-F0C1-B794-E4BD-83693FD2AE2A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37E81D6-411C-0BBA-65F0-C23DF1C961A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5BB1B44-DAA2-0483-FF00-04963C544AB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F4CE369-DC14-CDFF-CF55-6DFAC0547520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82BAE1B-BC83-4F59-59E6-0FD873C0AD7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FD4C73C-C543-25B5-9546-8258EEA66FF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50D0C77-408D-C22E-5707-8C35031B3C63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4949847-3BB9-0A32-A724-B928E99518F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F011367-22F3-BC9E-CBBB-38A250D2118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7CDE491-91D4-2795-5C15-15F08726BE21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CB38914-9316-DFBF-2A29-1C26BE89304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BE0524F-8DA9-673D-A3AC-BC52CB8CB6F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719E5FC3-1400-94EE-44F5-48713BB5F9A2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47C815D-6F1B-90D8-9FCF-9F300B36F1BE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4252795-C9B2-DF99-629C-BD79AD513C50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2D833CC8-FDFB-B938-CC72-88A0D38787A0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B4828E0-8EF0-B9FB-72D8-D7CBE190AD06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4DC8C7D-78CB-F8EB-034C-FC4BE752218B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669164B-101D-5B2B-5313-0BE8C6475F18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F8EAB9D-11DF-2220-FFF3-AAC8E0A6FA78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C7B1D8E-5678-58AF-3B71-AE3A4D1F5769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AA9DC7B-6AC5-6D53-AF2E-5714472989AD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984ABF3-D133-B4EB-309A-AB88E567F45D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51C0F7D7-D9FE-F668-249E-C5E25F5A05BB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7B2F4059-2286-CFE3-86CA-32F559131C5B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AE95F2B6-5FC4-844F-1F96-C7D01B2BCA22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12E13D7-1BD6-781D-C4C1-2867C4527F7E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7EFACBF-9F0C-B331-E7CE-425B10768458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C5F535DA-FEBF-8144-8E55-4C4D36C27401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00EA7C4-0097-5249-9678-D2A8AD2B52A5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9F99A6D5-3D92-711D-AC99-9F841E73F2AB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2BBEF2F-F854-9354-F9C1-4CB7B0AC03BF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378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069C-5F9F-4267-C010-64F46DC4A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CE270-A778-6EE1-06AB-C6C71D2C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Problem!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3702D4B7-CEDD-D836-B397-75860D6E0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6E5CFB-13AC-EA9C-CF97-2944A5A92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DA08B5-9929-0FCA-5E32-517F8CD5DD7A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37C4FC8-05DD-EF9A-01CB-04BC3FE162C5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4F702D0-949A-13E9-772A-3EF2CD10AB13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26E80E4-CBF1-EC42-1E17-D7B1E569A75B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80C2A45-C72D-8484-A7C1-27E0A08C6F7B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A944F58-35D8-9207-E2CD-21E3D533C1A8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2061F67-B721-E979-1905-1C90BE4FB115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36387F1-79A9-A1F4-89C9-9F3126B5FE77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393D20-1675-1284-B922-A5329F8F6ECF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1EEE35D-04C0-450D-281D-BC96D36F7EE7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490CCBB-066A-80B8-B9EC-F3FBA16EACC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1FDEF55-8BE3-6E04-F758-7A60164FB27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29C5E4-29A4-2147-6566-D0210C28A2B4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55CC2C5-9F2B-25B1-A45A-E95F85C5902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E7E5F22-1114-B638-2553-B0C5AEA1731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7346E4D-3250-4E40-80A5-60B3A6AB3856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05480C9-A0C7-DDEE-B870-8C9D2F735D2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2678CDB-B63A-100B-0C2C-46E2DE36660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7EE886-245B-9C84-6EB9-038F22DD9D5C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5464D3E-A292-6F77-5822-399B866E38C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3285701-68AE-4AA0-C30E-B28DFCC9716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38B2DA-9E00-D40E-4AD6-1441BD3304DE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6E8A8539-523C-6B1E-BD14-A2A13F6FEB8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38745C3-A1FF-B34F-AB6B-6C9ACEA9EC7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96FE64-3194-1A49-5F39-55873C76F8A1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D3F53FD-3F11-92D8-F3D0-9084933051E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DCDE0D0-5351-A571-3EF4-A1CD115FD71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2DD2F1-E4ED-5280-3CF8-B0715B76D8D0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98315D6-E46E-1459-87F4-88A657D14C4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2A47444-D87F-FF65-F7C8-87C015B6B1C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18F21E4-EF63-C58D-4876-4A5AF91AE4BB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24270F2-612D-D945-DA6C-8B7B88FDA86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DA670C0-71DB-BA0B-9CB5-33C64952C29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548E10-7064-62AA-F13A-E7B0DEA9F810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7BCACE27-C59A-38C2-56E5-A03D0D3DA45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109E1F0-16E7-2D96-A7B1-1BAF106F7BC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0E78EA4-BA6D-F28E-B53B-0FED8337ED98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B580D669-74F8-1C97-A6CB-A6CB88E4659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CFFF408-1E56-2CAE-9732-845A805B1AA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E8FFB3-7BBC-B79D-4978-7405F42A2EAD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E7979A3-3024-3A91-7F18-2835E8D4DE2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22A0D89-8753-4FEC-07F0-FEE4D55C865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A61527A-8FA6-AC7A-FC0B-F746E5350E2B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2BB845B-85D3-31A0-2787-F3547824BAB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BC47B12-4486-7CC6-C92F-F813FBC1657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60230CC-BF21-35A9-3E0C-085518ADBD34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9C0C6E7-E892-560D-792C-518F36B2A85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F761DAB-1EFE-CC22-537B-94BAD30C709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A2F9FEE-0404-E759-4755-3682B548A542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13F35C4-F8E6-DE16-CB9C-C73C35B69B8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BAB95C7-887F-9429-C29A-FF8A6F3C535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AF1292F-95A9-0766-7180-9A696DBCC755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D71E0EE1-B0D1-ABD5-5B99-165907C892E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577EE54-5A9E-80B3-6EB9-9288AA61597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35BCB85-34B5-CD08-9FC9-E8770AA008A4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A82D845-19CC-351E-32F7-35157F70B0C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C17A262-60C3-3FBB-BC98-C1F56DF3970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048C32B-7D17-0F24-D12B-96D80BD435AF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DD096C26-A7D7-DA41-0DFF-13435D21042F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90B216D-FB34-0125-50C4-173C4F0767EB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5B69C71A-248A-EA07-C2F3-A898A41807A5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6CB9776-EAA8-F1C7-9586-EB4FD401A68F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8EFD1E7-D338-59C7-1E92-BC49318CBDBF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2DBFC0A-8663-670F-C640-5C117CEBA444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8C88A6C-36C7-CD52-D4A1-E32C925F89C6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87E3709-9A52-1CBD-A7E0-E99BB8584528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8B65A28-5B09-E3A6-8209-1FDC6CBD18A3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9ECF94F5-779F-0743-8723-E9BFA695E8D8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8A01AC-56EB-D554-68DB-2B8AA230C7C4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0DA3C2-A50B-19DE-E600-2DEF433E5C85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E7F9403-F4B2-0177-81E0-A5E7541C126D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F32D606-A8FF-6B24-E0D0-A5C166E1C47E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553085-404F-4FC1-05DF-9C2FBD14A949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731BE8F-D9E8-EF0E-E8A8-9A301B3EE560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FEEB47-3E2D-589B-62DD-EA8FA46BB611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88C8FB6-7386-563F-837D-B05A754B60C3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DCDD03-9E27-FD79-ECEC-B3AB131B0511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901F9B-A4B2-7D7B-8BE2-C8602BCFE9B6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94BEE9-F932-EFDF-9145-FDF115C95314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6DCF7BE-EB29-BE3C-1FC8-8A333B337A0B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3B1F592-2DC8-BF6C-A41A-33912D273E47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83E476-8353-D40C-904A-10FDD298DED8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B8FA0A4-4E9E-08B4-1CA2-5B158B46F04E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4422D13-7C45-9744-BB58-971529EAE06D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265C02B9-2165-2529-5F1C-894514387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167CE836-EB33-723F-B975-E65AB736AFEE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BE5D67F4-B1D7-27B2-2A28-8EED548900D2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07DE0A1-0E98-C87F-83E2-B13BAC9E4692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7FDD1BA2-54F9-B975-DF0A-CEF577B3D880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4EB9B076-568D-2017-F76A-A6F05EE6E336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0AF526D9-2F37-F43C-7490-36868CEF9759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E5200EE-F9F5-C08E-16EB-5DA016604388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30990F2-7EBE-755D-7767-D2A735900F7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8C5E42A-4434-7AD7-F210-AA9A03F1D5A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C6C6C7A-9048-FC16-604D-78AE4BBB0D05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098D45E-ED89-A89E-34F0-2E350AA8A60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A50F21E-D0D6-B81A-2416-D1DA5134571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217C025-090C-D4CF-BF50-F5CFAF64A17C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D36FB85-3873-D178-7A37-B6543674725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2F6281E-FAB1-B1E6-C2C9-5581D5BBECC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89422BE-FF2D-F9F0-A63B-F54898AD6C6C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50F222D-A7DC-5140-1AF5-870748CE7A4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BCB92CF-BDB8-016A-9341-B48FD9CA4E7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A82AD50-29A7-5606-5DD1-52C221E9CA0F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66674D7-C311-A8A4-CB19-050AB7F6140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6059B79-ED74-50A0-8435-EF0C55A9677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B0094D1-EACA-B45C-C112-3AB3CA1C6CE1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18EAE27B-D8B3-4AB4-99C0-52D2E2C4B18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F37F2E3-40A6-27D6-1FAB-0BEA1096AAB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3AA0C2D1-860D-F0BF-5DB0-401595E191E7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84A9084C-1FA5-403A-9AB8-2A71DAC6001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2067288-6B91-79B0-309E-85F5E5C921D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32C2529-EA65-0903-2FFD-96C9B31F93FF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69EF438-9FFD-6EF0-C845-09C68532182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B6E61726-988E-663C-C4ED-2F5A5285836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7F96FE8-8DD1-783C-8655-D873599AC151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6D50593-1B14-9301-C1A8-CEA59C472DD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20172888-734B-25AD-C726-F395ED38BE6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C04CD71-981B-A980-B661-D6D491B97D62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924A100-C770-E2F2-40B8-5066174CD70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8781A02-6FAE-EE61-7DCC-1BD1AA217BD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1BE63049-7421-E75B-D20C-0F250AE4E1CB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8D2197B-5605-6D37-FE2D-890CE2F22A56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AD1EFCB-106B-5FD1-B7A4-6E6E66EF8080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5DAD08F-6E5F-96BD-212F-37AD9F432621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8B12263-ABC3-C193-FC7B-AF008FE7306B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7F1B355-8EB4-5E88-2C84-8752BB50E9F2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A68AF6B-764A-659B-1E3B-22664261A37B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FA3DA85-63DA-C174-82A0-C81FAB756DF7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74FFE20-2640-900E-54FF-784874B6C890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A39851F-2767-F1C3-7F97-F79EB08F8525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275162A-BDB0-BA0C-2FA1-9ECBE8F8B16A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40223E13-001A-12F4-03B9-B6BF6CFE874E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80F957E2-5793-C6E0-E79A-50BB03868D73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0512F258-0537-C677-FFFD-C16F06E8B36F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6F964E11-7789-A495-19BC-9C46147AE193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2E212A5-AE58-D354-D408-091E94FD887C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00CB54D-9666-02A3-1D4A-178349C41EE3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673E8EE-FC12-D773-76A5-539BEA2EBB4E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DAA068CF-31DB-8B58-98F5-9A5DFC5FB8C0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94B860D-CDE4-1743-89D8-14F9FC7C78DA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7556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8FEA9-EA81-0E53-C8E7-6E6BB4C3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BDD9-D50F-BC35-927E-83F547BE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Problem!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770C1814-CD2A-122E-EA7C-4FB3E50E5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926D5-21DA-E386-A0EE-1014712DA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CE0E11-EECE-E1A3-DB31-B533741E2747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9AF0E4-A40D-B5F2-53CC-8B41E3569FE0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FE683A-E540-0C24-D1DD-E28D1C348C49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4DF032A-C548-B7F8-C4E3-A397E7ABB2A1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2BE8E75-69B8-FDD1-D883-C1B7EF71846D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7130F05-C128-44F1-78F4-FFE323BA534B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614C786-71E0-7138-B6CC-517E6483249D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F783723-036D-2DDE-9FC7-E6FA45860A3F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66AA2FE-1FA2-6BC7-1627-BFD9B18A2BC2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E391F48-B280-0EE6-5F77-560D673F68DD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962C3E3-66DC-635F-7F48-E992AE07AF0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D60B50A-762D-6D7D-6CD3-6EC370309FE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FE9AEF-9915-40E1-93A4-D4F9DDECC0E4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A14A156-6C09-5854-0990-6A24E139483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FDA9B5-9154-3324-22E1-53EF28BCBAC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490917-9386-A9C2-AA90-D7CF9841F1A7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C84D31F-EBEF-4638-CA71-62FDC7CBB1C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D2C5EE1-ACE5-6BF6-CD73-955F224650B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16F1721-DC97-44BC-493A-BAD078DE77FE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C117FB1-D7D2-B0E3-8150-2D7DFDFC512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319A22B-6078-C8F7-A8BB-EE2788790C5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60083D-B1EF-AB19-0A0A-C180624F2D51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FEE7DD24-4EC2-C8E0-F03A-A4BD3DBBDC4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7B36CE0-2B6E-8C0C-A78F-43FA4623465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F6F0F2E-CDAC-6D80-E53B-1C2154DEF8D4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492A61E-E108-925E-FCB5-EA58382C1EF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814734D-5D14-7EA5-0FD1-70352F71A05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E297C53-612E-56D3-E506-9B1FADFFAEE0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44639C9A-7924-ADEF-055E-3E08292001E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28DFD32-7FCB-9108-056F-A9ADF5C95C8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D353C4A-F657-901F-7964-22B8B8B2CB05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53743D6-22E9-2EF1-FB54-E9B1CF593FC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50BFF32-80FA-79DC-E42B-0B5F6CBECAE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DE8FD67-91B5-11F4-F569-34F838C4FD01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3850A214-D12F-4F0F-FAA3-C2E854E901C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04E277A-E6A9-FBB9-1FAA-6B43CF1805B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FF9199-C790-47D5-4C09-DE6E3A9AD008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627DDDE-6644-D22C-A5BA-9139DF48EE6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B45ECB4-B645-E33E-51BD-33554ACC5BB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7283AF-92AC-6DC7-99FB-2312C1ECB083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CE0F906-A8C1-F07E-87DB-65103535C5C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7A985EF-574D-7BE5-0078-83296965952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1D72114-E8AB-6FD5-6E2F-A8CE9453F952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BE0FAE8-8948-D6AA-0BDF-8A19BB0AB78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EDBE24E-60FB-0B7A-C05E-582EDD5D61B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79734B5-7B0E-1934-8CA8-72E4BF991C30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5FDE109E-01CD-11E7-EDA4-1D2F0EFDACE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BEAECE4-E79B-6091-1634-5E6E2FC03F7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D4D18E5-DED1-B7A6-1F94-BA719A352235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46797239-199F-7E06-9806-C3D4A7C4E32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4FF1DAC-9097-9E11-CF5B-758E5D2AF7E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ECEEB8B-CC6F-A30F-7F34-FB5570707886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DEA46C94-5E56-36EF-2CE6-C623ACB29D2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5FF779D-FD47-4B82-5939-57279F80D31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D6185EB-110E-3914-2D01-65DF30C4D195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9693C66-C092-3698-A52C-ECE4A87D5D8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62807BB7-CB27-2C38-5712-850E8E4037F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9D9E2BB-2DDD-5108-11E2-625B268D9908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2E4ABA5A-E2C8-5725-4C91-5F50A62BEE06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5C757776-3358-25E1-C0A0-5A79BFB112D5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C6796B9-2A66-8E63-236A-5E29150E95E2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BAE71E8-4FF4-0B43-E940-3936A34AE771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0750249-8549-420C-5761-8D7EFAE44E0F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76CD4AD-CC07-125E-1BE3-CF4EF37AAF5D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E682F20-202B-798D-9CAB-7B5C29C31F27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5E8053D-2117-81A1-C74A-215713367503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0EFD802-80C6-02C5-0AF0-330BC90E77E2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1F2225F-2A95-6B2A-4346-DA224C77841A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5AAB896-A6CD-1D66-C0A2-EE920197B994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E4087AE-43FA-9B98-01C9-CFC51604CC19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06DFF26-C71E-674C-F700-36C6F50CCB3A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82C0651-5CFF-7AEC-108D-7163A5625542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6C49C41-5B75-8A87-91C4-6E2D602C6E1A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AB160F-3299-D141-EA1F-A4E444433FDA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E21FC56-71E9-AD24-EE5E-4D6D4DE10636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F988E7-374F-ACA2-EF32-9937B85C5A6C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3E897D-8AC7-E0D7-5AB3-A15B916A7DB0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2D17AFA-1689-98D2-3110-310B95F88AC4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8E562C3-3A6B-4074-2FD4-518B39C3F462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F5A695B-A289-E7B4-3CD6-BC199CACEF99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0F73919-746E-FC3E-D127-6699458626D0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3ABB8C-DC6C-EA92-B657-1C667C19D72E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DB788BF-A74E-3676-C338-E1890AC30AD5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E4146F-0C71-981B-8184-8225063556D4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9CAAAB1A-C6B1-A1E4-DDE2-1D78B4993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C188C1EE-0D48-FC2B-6D21-CB418082C841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62BC0F9E-FED2-E96E-9D10-77DA26DF9637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8A765124-B087-0C99-D1E7-DECBFD7CC48A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18D283FF-B6DE-AAE4-3581-C0CA77A631C4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6A63E467-2340-13A8-DA9E-3A9C2E7696D8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488CF741-2F45-017A-19C1-A48AF7EDD867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C538AF7-8237-79A8-6A6F-3CD708BC138E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64B4C52-925F-FFFC-FF9F-0392728D8D4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AD2FC26-577A-B91B-D0C4-F96E498FABA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4B8250-E417-7F5E-1944-9341A10DE989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0C607D0F-C510-D93D-F114-536B02ACC6D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25382A5-84C8-99DA-B172-C618700B9D7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849B09C-DA59-A763-873D-905C540F11BE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E214AB3-E8B8-1B86-A9F7-598AFA4B9FE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0E8A471F-06CB-89D5-ED27-66734FCBD88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E26FC13-5A76-3311-3424-CE3DD5D42141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E4ADDECE-E58A-D2BD-882A-2AAE9C1A354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4EECCABC-583D-D1F4-6E92-3A7028840EC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1F34271-DBB4-DBA7-8682-65FE54A55B9D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14BA69F-4A95-CB10-2133-1C051E667DB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DD58F421-A6C3-772D-471A-C684BF24D24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C6D7AEF-51F9-467A-C6F7-06E090FF56E5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F3D770D-1491-FC56-FD50-1ED5B7E12C4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B724DA89-F911-73A2-0611-87290AA5339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92E3B4D-58A3-F348-85D9-85B2BB33FE75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78268D7-449D-BE27-9099-07E1A72BA2F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5D40D00C-FFDE-BFEC-32F5-F083947F11D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8EC7465-4353-B84D-F029-45D20F49F7A8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72BD635-CDE6-02AF-4292-55DA0D581CF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9F7AB46-E8FB-F644-1AEA-6CA6AD23809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3096860-DA85-CB18-1A77-0086C15A0379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30DE842-2B44-BF68-7D5D-E7469F6F9E1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8A043C8B-D658-10AE-E1F2-23E6B9E9982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895BD42-1062-CFB4-ACBC-7296B57EEEDB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4D6F4CE-21B4-392F-67C0-C99FF3EEC4A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031C136-5A3F-94AC-19DC-05EC63FAC17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55955A2-FBDD-3B09-7253-EAFB0934DC7D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A0787EF-0BE9-F79B-4314-2351F274936E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982C80F-7D9C-7D0B-EA23-A8C4CF0F0322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2AF1D2B9-CD46-29CC-45F4-DBE73215EA4E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DDD437B-C531-4C83-80AA-5997A38108CF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65D0360-8E7F-FEF7-7195-84716A43B86B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9985CCE-5E88-B377-198F-9938F70FF39F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E502D53-3779-B1F5-9692-9CA699DFAB09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1456D8B0-808F-D102-CC91-32FA55B905AE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28C0186-DDA8-E908-10E7-8F9695426C87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F0EFE00-AED7-1C29-16A2-EB8C02DC506C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75716BCD-28D6-922B-5739-5E2EFE32C7FB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B0831CB6-9E7B-3A6B-30B9-57DB452EF6D2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4334767A-7754-0414-6F30-117646FDB61F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735D8565-1692-5A71-0E04-D6CBE26CDF8C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6449687-C6D9-F839-00BC-68F120FFB799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F7057A1-9E5B-3323-16BC-97B76BA170AD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AC54791-E1DC-BDC8-F566-0D32415A9F05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A0BF29D2-62F6-0333-BDFB-EBFBD3218151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6825D33-BFBD-A4BC-3839-65A92C6B04D4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0x0000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3E827-8153-7DCA-6324-DFDF4432085D}"/>
              </a:ext>
            </a:extLst>
          </p:cNvPr>
          <p:cNvSpPr txBox="1"/>
          <p:nvPr/>
        </p:nvSpPr>
        <p:spPr>
          <a:xfrm>
            <a:off x="6737328" y="368324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>
                <a:solidFill>
                  <a:srgbClr val="FF0000"/>
                </a:solidFill>
              </a:rPr>
              <a:t>0V</a:t>
            </a:r>
            <a:endParaRPr lang="LID4096" b="1" dirty="0">
              <a:solidFill>
                <a:srgbClr val="FF0000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5A1637-525D-F92D-61A6-FF48D6025A99}"/>
              </a:ext>
            </a:extLst>
          </p:cNvPr>
          <p:cNvSpPr txBox="1"/>
          <p:nvPr/>
        </p:nvSpPr>
        <p:spPr>
          <a:xfrm>
            <a:off x="5749013" y="4240248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b="1" dirty="0">
                <a:solidFill>
                  <a:srgbClr val="FF0000"/>
                </a:solidFill>
              </a:rPr>
              <a:t>3.3V</a:t>
            </a:r>
            <a:endParaRPr lang="LID4096" b="1" dirty="0">
              <a:solidFill>
                <a:srgbClr val="FF0000"/>
              </a:solidFill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EDBFE8F5-CBE8-2FA5-D737-FC68245BA4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685" y="1859406"/>
            <a:ext cx="2991044" cy="299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6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9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92" grpId="0"/>
      <p:bldP spid="92" grpId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5236-DB58-4608-2529-9BB5B9E42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F907-E2FE-234A-0C1E-F791A2916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Lösning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5215366D-9D8C-62D5-B0A3-0E8DF691D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169F1-60A3-2453-694F-63CD406C2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B04C50-479A-6369-535D-64EEF57D3105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249D8A-2C19-FDF1-4F54-4DBA79C131BB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5573BF7-AF71-0CA5-82CE-B8EBE638C0CF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9E60EAE-DB05-90B9-C638-0E88BD80B8D2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E3AD3E7-7F1D-A5BF-75E7-88C6EBA68E56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76789B-CE73-31BE-D97D-B0CFF2BB12E1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78DED39-3FBA-2C3D-6E02-C39DB9A56554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9F095C0-03AF-EF8A-B64C-8F902C69B98C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0079283-44E0-CB9D-E024-DF4C64375F1E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0C13016-BF04-C0E1-E2A7-1C6BB2C9B685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BE36252-54B4-E1E1-D607-3F2D6B4EA61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B3B713F-779B-4A4A-5B35-EF7BFD1A182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1DDCF03-FEEB-EFD0-295D-A5B467DC8AFE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F7EB609-7C00-60C5-1008-35D7C8B255E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FFD1518-271F-DB1F-D615-449469A34D7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F51C2DB-ED01-8B68-4942-97914D30FBAA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440A752-4B59-5014-AF66-9294D6212CF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275087C-23E9-C078-0EDA-686D66C64DE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2EC66DD-0E8D-1BA0-9360-DFCA97EA0702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5654DD2-60B6-D6F5-25A1-AEC4C434201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DF905AA-A296-6CE7-60D3-D15993E482C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41C4DA6-1FCB-6F72-66C3-1734D5D02C60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09EF65B9-0303-AEF9-2E4A-9A39B4FBCDA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0650DF3-A4DA-A42B-F443-429352A1DDD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1C975C2-8082-D23B-E73B-4757040A0B03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BCEC514C-C912-E43E-A01F-3D9FAAADFB4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474C327-2DE0-197B-B4BD-C9B97642B1E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E4E3CA1-59F3-D95A-1894-0BE626811DEC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E701E2-3F43-8B9B-20AF-1C1E2660608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7F84A6E-BDCF-A006-1427-7312733599F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6B97B8-6F72-2633-3B95-B26592930C7D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B8A681CB-C36E-AF32-6B0C-1031C080445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FEEFD75-6031-6E0A-4A26-1F90270006C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F03C26B-FBA2-E321-A7AF-B546ACA4DCEE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BB6D0D35-5ADC-F808-73BE-112C7B2847F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F468898-0246-E921-FE78-3D32A859175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DD6341B-CDB0-9F8C-B7B3-43FFA0D7B836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98BC437-3CA4-2C17-65DA-C55DB6BE22D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8413321-521D-F953-CB9A-1D0B35D754C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7C0AF56-750C-BAE5-8D44-02494FC6799F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952ECAE-2046-B9CA-C238-71A1A2B91EB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7970D19-70CB-E08F-DCD6-1B72B2EBF27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BCE7E64-2B78-0943-4260-80AAB7215D62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2D694D0F-D38E-340C-1EED-E9204EA5B37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66C4CE6-3B1F-BB50-33E4-4438DD145CD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3026CBB-DF98-0128-07CD-A52BAA30ECFE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1949B41F-B029-662A-5E05-58E4C898C5B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ADDBA9F-53CE-48C1-726F-3184C232728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D4F104F-4743-D021-0019-F6E7A95CA3F2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7DCD044E-130B-C368-3ED1-6F6C1A5A493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33CBF21-CD17-9923-9578-6E46FB53FA3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327EAB6-5011-F7FB-9352-AA5FA48FCD6D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E93E47E-EAAD-211F-1840-30BAFF37DB7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060478B3-2006-43BC-2703-8129B58247B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FBE9CDD-D0BF-6460-DC86-5021B71E08C2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16CD6E1-C1B3-E53C-3C05-6342C6AFCF1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2EC4E93-C577-FCC1-4346-169AA9F5E80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7E60A9A-305F-A4A3-D6D6-3B0F341B08AD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C834915E-3442-EC80-6909-EF9943626DA4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ACA7F662-A371-BEF5-81C6-EED2FDAF7039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6BB74FF-496D-C7F7-725B-0DD2D609B76C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583425C-9893-5746-843E-8C20EC730926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6EF9EDE-2CD3-5FBC-AAB0-1AA4B30CCD7C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42CC7F4-B929-2668-66AD-2CA2CBD2E6E5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A6E0C4E-880A-B0BC-E97D-CDFF19B9670F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299530E-BFFF-7A5F-7D2F-107F2B5C8356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E34DD3CE-C593-B0FE-52EE-27B44396ED1B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CF443952-B70B-E35F-89CF-9C2D40F1B359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64E475-7371-C77B-EB0E-ADECC7E57ECD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8F4E41F-06A0-8742-181D-E6BD2E1ADC93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A0F208D-8D1E-E422-C9E0-E70E799CDF74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AF3C36-D064-1D20-1442-7DDE6B07E86A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7267E6-39A7-7AB6-6408-CA08813C46ED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EAEFA18-4E6D-4BAD-5486-E2C2F8D2B5A3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41637C-88E0-78A8-6594-C5D10047625A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778C0FF-C6B1-3389-AF95-DB807E8288DD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7FD789-3B55-49B5-BAF0-C6B9979BF813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4147D14-4BB0-E029-7B59-A2BF9368D073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E923F26-A0BC-3E5C-4D76-00A8A8AB73E2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7E1B0F-C0F2-5029-7541-BF0E4387F7EA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96C770C-A044-C36D-BB73-7AE353C53206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683A9A-9096-C173-AB21-F4911EFE95CC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A4735AC-1567-1B11-53DF-53CFABDB8CC2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D9E5DCB-6D1A-360E-7290-384AD0F47448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0A69D3B3-4094-E10E-16E2-FC489F608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585B4E8C-BE78-2948-1487-1D36A269D3B5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76B52D43-551C-9CB0-2C13-A4DCA3781B4A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4B3031DD-E80D-B41B-5409-CB8B9D7F37A4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BEA04892-DF63-A5CA-F567-1B8101AF53F2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A807A09D-65DD-6701-CEC0-EF22918CD7FE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DFC1AEA3-302B-F6A2-BA51-67C05AD366B7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89B503E-3D35-270C-10BA-5C49B9DFEE45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97110ACA-A7D4-97DE-39A3-5B316EC0122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2C48324F-D25E-B202-D151-BE141174054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FD3375C-78F1-6E14-103B-274AB765AC45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7D416DCE-86FE-09DD-FD16-BD0BF50F0D5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613DD80F-CE9B-AD5A-E8BB-C5F1B55762E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F09B19A-4F58-3F78-C21E-59BC57BB0C93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A57FF6A-56F1-ECB9-107F-226113CD60F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3EC4CD7-2D0E-829B-4EE6-47FA3AF8C50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95704C81-F19A-C160-97CC-D7F369E11B4D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DBB908CF-1D9C-5723-9585-07BEA0A278F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0F6E439-EBEC-F747-6787-8610B8BE6AA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9987E79-474C-DB3A-E395-A4100AB7D2F5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40523DEC-B7D7-6961-3ADD-40C638998FE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46B96661-C138-B371-B895-5EA821214AD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76EA5F4-6280-175E-8C79-B463F279C5F7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F946B49-C006-8EA3-5B86-581E3273597E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7EF78F2-9D9C-4C20-5CBD-71157EEC1DF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5FE37CA-6E6A-D8D8-0578-6240F82A0914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947A8072-1BB1-16FE-9DF5-699F745FD33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3A95783F-1618-C641-612C-A561B25DE4D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BBA3AF7-13E7-52C8-A755-FACE8B0F19AC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42D128A-C0D9-7A7B-213E-AEE33069E82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F873F83-4B2A-D5CF-5159-A07E15DEB1E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853C8E1-88E5-BD7C-0549-A4AAEABCCC9F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041BE4F-7099-6B22-A5E3-FC15BB3FCF0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174C633-45A6-96C8-3BD7-FACDE841C4E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F43D740-27E2-7C67-F33E-C115EDE28F39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29BCBDF-3D58-959E-C6CA-1DB586C6EB8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0E1EDA2-BE1B-4401-DFA4-7D1046EDD57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606EA079-828E-C15B-08C8-1F55B4C7BB20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890C9D-04E2-99DD-546F-03AF59882F8C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011B32C2-9593-8561-1A7A-BA55131DAD8F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0B1CAC13-94ED-FF79-C38D-C9089B35FFA1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7B900CE-1F33-9B9D-EC8B-E06A066DCB1C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8FBB83C-8006-ACCB-ACB1-D89F567A058A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5EF763E-8E8D-5299-99BA-E3A81D1A2B42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DA4D63FC-33B4-C014-C328-7DDC6510E27A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BFCC160-0D8F-4803-E4A0-AB23E67B739D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BBEA2F5-1C83-276F-B8FB-C534469D5D81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C02358A-1E1D-738E-9C61-03796B896EEC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4991F9B0-C611-2F59-A9E6-776830AA1139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68B98E96-6E7D-0F96-0C0E-B5F36078EA78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6BEFF8CF-8B13-7BA4-7CA4-7D7A3860F832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8549DAC5-09AB-5E5A-EB17-96AD28A3B2C1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2260535-6ECA-A879-350A-2E681141C820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9955CB2-97E2-6BE0-2172-16578B5261E5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1C5AB1A-D950-91C8-A953-E895F3491E4E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89BDC410-D220-2A5B-912E-A5039A327B24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F24A49-6E38-E1C7-BAAD-061BFB55240A}"/>
              </a:ext>
            </a:extLst>
          </p:cNvPr>
          <p:cNvGrpSpPr/>
          <p:nvPr/>
        </p:nvGrpSpPr>
        <p:grpSpPr>
          <a:xfrm>
            <a:off x="6188599" y="4250364"/>
            <a:ext cx="675185" cy="1196508"/>
            <a:chOff x="6188599" y="4250364"/>
            <a:chExt cx="675185" cy="1196508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17EBEBC-4D13-68C6-7340-EA8B1D5AFA9E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80BB4EA-4508-87D9-8860-D89BAFD8D8B9}"/>
                </a:ext>
              </a:extLst>
            </p:cNvPr>
            <p:cNvSpPr txBox="1"/>
            <p:nvPr/>
          </p:nvSpPr>
          <p:spPr>
            <a:xfrm>
              <a:off x="6188599" y="5200651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92D050"/>
                  </a:solidFill>
                </a:rPr>
                <a:t>PULL UP</a:t>
              </a:r>
              <a:endParaRPr lang="LID4096" sz="1000" b="1" dirty="0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40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B49F-A1C9-6004-2015-F5B242457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CD7DF-168A-ABDC-F1E2-AB1D5643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Lösning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6D114062-574E-E9C9-33F2-59EDB226F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31A7C6-F4C6-604F-EEEC-186B80B91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07B236-E818-298E-9107-E95857873362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DB480A-AAC4-5529-539A-FB191357E703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3CDABA6-EE16-0784-6F29-5B219E05A9B3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4056446-26FC-7DBF-DBD0-BCDAF092A5FA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658582-9054-E3F1-E2D9-4EF68A9F4119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A661DBA-4418-C964-74AB-6C9722078351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FEADDA6-6808-012A-DDDF-5ADC30D39B85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8693B6C-7FCB-970B-489E-7A6D964278F8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D10C57A-FF88-883F-97C5-E55CEE74445D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F6AABB9-B15F-4FB1-51D1-59C6E91CD759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5A3E911-6966-27FB-30B9-51C317C57EC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AF7893D-D904-015B-F90E-499EF688DA9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C688C9E-D340-6EEA-0319-8D2BF52D446C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6B9FE34-8C7E-936B-9803-1E48A39D266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B374CFA-14EF-695F-AD86-6C6CFEABA95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D752CA8-9F60-0042-D960-CE1C9D99D165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749D1503-9596-186D-4216-14C6415B1B9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C755647-0B1E-2040-4E22-C94A59A9314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126AFD7-0DE2-3AFC-106E-75D1051A69F2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1987F30-1837-9AA0-69B8-5C1AA56C289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960A455-4D47-81F5-BAD6-6520048C3AB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B0ABB6C-1B26-0B20-C54B-915C65B71D34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D251BB5-79B0-9629-2278-24D23B6FEAF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FCCD55A-AEAF-7903-EC35-D192D76354F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85F7C2A-7625-E8C3-59F6-D3298D1DCBA0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B40CB88-D99D-6D6E-C75E-6595F3FE9A5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B29AD5-7F90-18B5-8EED-981A4A8ABF3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C4064FF-CFF2-6ECB-4820-485AA8EFF146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893242A5-E93C-A525-B23B-6CB9D26A6A0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18DA68-800E-BDE0-488D-A250A2D2B09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F19767-06D1-2426-B2C4-03773514E715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1F5E914-5B39-046D-3246-371A9D6F568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D8AAEA1-6234-40FF-C9E4-0A7B3E50871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2F9394-D649-0655-A75F-3BA8684B0AC9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F5428C5E-1704-2C8E-C2C5-C0DA262BCAE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F19D0D41-EA0D-314F-3CFA-978AB7C114E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DF8662F-48C2-9A5D-BAF6-D32074EB9217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5072FFBD-0455-DCB0-3C65-FEC8CDBF616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415A7CD-94B4-F882-56DF-3E9AE715A16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5AAF257-3517-F08A-458B-9EE3853715F2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DD3989CA-A1ED-0FBE-5623-2A88670C9BD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A5A61D0-B2DC-5E61-9C95-BBCD327B6B9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2FDEFC-41EA-9C21-3A1C-025B4D398E26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062D18DE-F95F-9A07-8CE2-A68558C7273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559F16A-EEC5-1CE2-B9DB-4B7EBE74FAC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763D202-3E1C-D008-E760-0EAF1BC20233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FC7AF8E-68A3-5DB5-90C0-906EF8E543C5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0BA3122-373C-B88E-426D-754BC370190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837E3C8-379E-E8FE-D6CB-DA8AC688462F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7D7EA61-B2DD-AD49-ED02-314376829F5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187FBA8-73C2-7923-5663-0ABB92B8824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2D37926-62E0-8EC1-D2AE-DBAFDE9CD0EC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B3188814-2549-09A9-4F39-D947641EE79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9B2DAF7-614E-0EF7-9C2B-555EE493794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4CE0D3D-EC56-5B36-8188-4896F5CDF485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6D1D490-5764-7843-F74A-B1A968EFB8B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1998C53-AAF2-741B-8593-16432A6F4EE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080E9D3-598A-8206-1A7F-23315658FE5A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5475E95F-5FA4-5DFF-4F23-97314C0409FB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6A23078-5AAC-37A6-0CA4-74E18C8D5BFF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27BB108-F819-797B-99F1-CDDC43C66AB2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3C6BCEF-EAA6-1894-517F-E7C6E6B945DA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1E6C706-3D66-BD8A-1C3A-D8910AB4836A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D2D5C05-53C4-A009-894E-AE886ED094C0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0299FB0-0798-D879-583C-9FFC16FEA45F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6F0820D-1136-5124-2CD4-3812FEB1FFD9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64B071E-80EA-21F5-0642-75175DB0126D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15D5572-85E9-E78A-D3DE-9E025C37E788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8304689-4620-D2CF-E0CB-BE3A95D65D1E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9964055-73B4-BDE7-E3EF-93DC1D35ACE6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4360EC5-4226-7DF1-87F6-5102197296C1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0DCB378-318F-2C75-397C-D2A463DBB765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A6DF732-C148-C673-13E7-ED7FEAECBA79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05E6284-5FD6-E8F8-42F4-400EFF23BE1F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727113D-B372-2F8B-3D2B-DE6801D238A8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151E421-349B-7311-B9F9-19E89AD24391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C6D6CCA-E619-C548-D6A6-FBF315C98BF9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2282C0-1128-65A9-8BA4-B3B3C1AED223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0AC1F27-9DEB-8667-D02A-05DD0EF121D9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AFCAECA-9B27-B6DA-BD7E-FEE6E85F3EA2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AADA2F-00CA-1A4A-8F9A-33B37E7E8484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42E1DFF-8BA6-FBF0-3412-0A7B6F064F5E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99935A-7327-CE70-8419-03DE8BCDE734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458220A-15C6-57D4-4E77-5305AD3E560A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21AA54CA-D211-AD8E-DF3D-C161EACB2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842F3BE6-7AB7-AB96-C84A-6937018BD4A8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2FA1A573-9D51-3928-475C-F35D75CE06E5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1B4D32C7-D817-CDED-D482-D9BAF3830793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1951FBD7-2A80-E4A8-A483-D71E7CDAEED2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9E2951F9-1FA4-538D-0E84-5D4A12F30677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75629F3C-C06A-973C-DB9C-E5D4B2812DB5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1922721-FC17-8C6A-4C65-53A73A92639E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745E012C-1C74-55AF-919C-A8960F2D3C9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6B4220C-5EB5-EA94-309D-9CCF26C393B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69D1189-316B-5B16-0560-7AE63BDBEEFC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ECBF0402-6E39-06EA-6945-DEE9FF4824A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A4BE7EA-84CD-F999-EC99-420DB50A1EC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16FD3F0-BCEE-44BC-1E30-ED63864025D9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3052533-044E-8F79-5E87-15AE1D90013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A4030DE-429C-2FB0-71AE-87E2C0CF3CB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EF44308-774B-2E8A-CE50-22D214258F6C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9839E6EB-B580-B312-3577-A9CBE92B8CC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B7C3D8D-7DF6-B574-0A78-045E562CF2A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0080F5E-353D-3141-2BB1-8BDFFED48757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5715098-FE50-DFFD-163E-E31BAFEF44F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5904851-4A19-0CDD-44AA-0EB4688E35C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4AFA158-0A68-54A0-D9B1-FEBAE91D043F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E2F838B-30D1-D0CA-7341-8515B92E08E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40D7004-22F5-9081-2C17-9A6FE942877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B896AB9-6391-BC58-594A-644997C3058F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5D925F8A-2441-6DD5-B7EA-3EEC03872F7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439C382-0DA6-FEFB-17AB-0EC74E9461D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4DA4CAA0-2135-1553-6B3A-67C333D929F3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EA111235-38FA-2052-2811-0591CC2DD82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B3C6897-6360-965F-FCD6-EEECAEEB782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9F704B3-23CE-84CE-7E6A-D2D26B6A6816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6C47830-9C5B-5650-3C99-9764F101CA9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A2289BB-7CF2-328E-6164-7D3BF809830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3CBE480-795F-908A-A63D-4ED351A912E8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6A8932B-B626-2CFD-EBE5-49A9162F02C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4BFBF2E6-F0EB-DDB0-B113-E7773ED13E9E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727FEEDA-C81B-00DA-DAE4-898335D950F5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226B264-9029-B386-50CC-EA0988320CF3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61FF4051-58E3-CA73-00CB-F76599BF5201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A61C18DD-A946-0CDE-6B91-C5DC62461EEE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11C7315-209D-070A-7D0A-1A4DE2C3186D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4C17F6D-7BD3-4113-07A0-77FC09131FE3}"/>
              </a:ext>
            </a:extLst>
          </p:cNvPr>
          <p:cNvSpPr txBox="1"/>
          <p:nvPr/>
        </p:nvSpPr>
        <p:spPr>
          <a:xfrm>
            <a:off x="5179544" y="4233996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pin4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3B382FF-CA9E-86A4-85B1-091E77A6DF82}"/>
              </a:ext>
            </a:extLst>
          </p:cNvPr>
          <p:cNvSpPr txBox="1"/>
          <p:nvPr/>
        </p:nvSpPr>
        <p:spPr>
          <a:xfrm>
            <a:off x="5179543" y="3973150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pin6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D906002-1DAE-A47C-E893-ED606BB1984A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A225567-2C74-102D-C3A8-2C4D257CB9EF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FAEBDCA-1CC3-A0FF-FD65-FF8D42C05795}"/>
              </a:ext>
            </a:extLst>
          </p:cNvPr>
          <p:cNvSpPr txBox="1"/>
          <p:nvPr/>
        </p:nvSpPr>
        <p:spPr>
          <a:xfrm>
            <a:off x="7219062" y="396274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pin5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6CC4E53-2E5F-8EF0-DF69-EF9C9388183A}"/>
              </a:ext>
            </a:extLst>
          </p:cNvPr>
          <p:cNvSpPr txBox="1"/>
          <p:nvPr/>
        </p:nvSpPr>
        <p:spPr>
          <a:xfrm>
            <a:off x="7218475" y="3700725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pin7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524FD99C-054A-3E34-8C91-26A3472F236B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843B9D2E-17C5-918C-13F0-3849A466ECE2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A66124B3-2845-DDF7-BD43-169ED7F4B645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D0D8FAC-2541-CD4A-44DB-AD6EAEB8DF60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4C23D6B-94FA-5CAC-F7EF-FA25354D4D82}"/>
              </a:ext>
            </a:extLst>
          </p:cNvPr>
          <p:cNvSpPr/>
          <p:nvPr/>
        </p:nvSpPr>
        <p:spPr>
          <a:xfrm>
            <a:off x="5223294" y="2932981"/>
            <a:ext cx="4455544" cy="1500996"/>
          </a:xfrm>
          <a:custGeom>
            <a:avLst/>
            <a:gdLst>
              <a:gd name="csX0" fmla="*/ 1199072 w 4455544"/>
              <a:gd name="csY0" fmla="*/ 1500996 h 1500996"/>
              <a:gd name="csX1" fmla="*/ 0 w 4455544"/>
              <a:gd name="csY1" fmla="*/ 1500996 h 1500996"/>
              <a:gd name="csX2" fmla="*/ 0 w 4455544"/>
              <a:gd name="csY2" fmla="*/ 0 h 1500996"/>
              <a:gd name="csX3" fmla="*/ 4455544 w 4455544"/>
              <a:gd name="csY3" fmla="*/ 0 h 1500996"/>
              <a:gd name="csX4" fmla="*/ 4455544 w 4455544"/>
              <a:gd name="csY4" fmla="*/ 979098 h 1500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455544" h="1500996">
                <a:moveTo>
                  <a:pt x="1199072" y="1500996"/>
                </a:moveTo>
                <a:lnTo>
                  <a:pt x="0" y="1500996"/>
                </a:lnTo>
                <a:lnTo>
                  <a:pt x="0" y="0"/>
                </a:lnTo>
                <a:lnTo>
                  <a:pt x="4455544" y="0"/>
                </a:lnTo>
                <a:lnTo>
                  <a:pt x="4455544" y="979098"/>
                </a:ln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CB3E74C-6048-4D57-219B-2BFC43BF43C4}"/>
              </a:ext>
            </a:extLst>
          </p:cNvPr>
          <p:cNvSpPr/>
          <p:nvPr/>
        </p:nvSpPr>
        <p:spPr>
          <a:xfrm>
            <a:off x="6788989" y="3023558"/>
            <a:ext cx="2794958" cy="1143000"/>
          </a:xfrm>
          <a:custGeom>
            <a:avLst/>
            <a:gdLst>
              <a:gd name="csX0" fmla="*/ 0 w 2794958"/>
              <a:gd name="csY0" fmla="*/ 1143000 h 1143000"/>
              <a:gd name="csX1" fmla="*/ 1039483 w 2794958"/>
              <a:gd name="csY1" fmla="*/ 1143000 h 1143000"/>
              <a:gd name="csX2" fmla="*/ 1039483 w 2794958"/>
              <a:gd name="csY2" fmla="*/ 0 h 1143000"/>
              <a:gd name="csX3" fmla="*/ 2794958 w 2794958"/>
              <a:gd name="csY3" fmla="*/ 0 h 1143000"/>
              <a:gd name="csX4" fmla="*/ 2794958 w 2794958"/>
              <a:gd name="csY4" fmla="*/ 875582 h 1143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794958" h="1143000">
                <a:moveTo>
                  <a:pt x="0" y="1143000"/>
                </a:moveTo>
                <a:lnTo>
                  <a:pt x="1039483" y="1143000"/>
                </a:lnTo>
                <a:lnTo>
                  <a:pt x="1039483" y="0"/>
                </a:lnTo>
                <a:lnTo>
                  <a:pt x="2794958" y="0"/>
                </a:lnTo>
                <a:lnTo>
                  <a:pt x="2794958" y="87558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FFA78D8-7169-FAA9-9CBF-1CA30931270D}"/>
              </a:ext>
            </a:extLst>
          </p:cNvPr>
          <p:cNvSpPr/>
          <p:nvPr/>
        </p:nvSpPr>
        <p:spPr>
          <a:xfrm>
            <a:off x="5633049" y="3122762"/>
            <a:ext cx="3847381" cy="1061049"/>
          </a:xfrm>
          <a:custGeom>
            <a:avLst/>
            <a:gdLst>
              <a:gd name="csX0" fmla="*/ 741872 w 3847381"/>
              <a:gd name="csY0" fmla="*/ 1061049 h 1061049"/>
              <a:gd name="csX1" fmla="*/ 0 w 3847381"/>
              <a:gd name="csY1" fmla="*/ 1061049 h 1061049"/>
              <a:gd name="csX2" fmla="*/ 0 w 3847381"/>
              <a:gd name="csY2" fmla="*/ 0 h 1061049"/>
              <a:gd name="csX3" fmla="*/ 3847381 w 3847381"/>
              <a:gd name="csY3" fmla="*/ 0 h 1061049"/>
              <a:gd name="csX4" fmla="*/ 3847381 w 3847381"/>
              <a:gd name="csY4" fmla="*/ 793630 h 10610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847381" h="1061049">
                <a:moveTo>
                  <a:pt x="741872" y="1061049"/>
                </a:moveTo>
                <a:lnTo>
                  <a:pt x="0" y="1061049"/>
                </a:lnTo>
                <a:lnTo>
                  <a:pt x="0" y="0"/>
                </a:lnTo>
                <a:lnTo>
                  <a:pt x="3847381" y="0"/>
                </a:lnTo>
                <a:lnTo>
                  <a:pt x="3847381" y="793630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1B5F716F-BB51-5C57-28EC-840B64779EF5}"/>
              </a:ext>
            </a:extLst>
          </p:cNvPr>
          <p:cNvSpPr/>
          <p:nvPr/>
        </p:nvSpPr>
        <p:spPr>
          <a:xfrm>
            <a:off x="6797615" y="3213340"/>
            <a:ext cx="2587925" cy="698739"/>
          </a:xfrm>
          <a:custGeom>
            <a:avLst/>
            <a:gdLst>
              <a:gd name="csX0" fmla="*/ 0 w 2587925"/>
              <a:gd name="csY0" fmla="*/ 690113 h 698739"/>
              <a:gd name="csX1" fmla="*/ 953219 w 2587925"/>
              <a:gd name="csY1" fmla="*/ 690113 h 698739"/>
              <a:gd name="csX2" fmla="*/ 953219 w 2587925"/>
              <a:gd name="csY2" fmla="*/ 0 h 698739"/>
              <a:gd name="csX3" fmla="*/ 2587925 w 2587925"/>
              <a:gd name="csY3" fmla="*/ 0 h 698739"/>
              <a:gd name="csX4" fmla="*/ 2587925 w 2587925"/>
              <a:gd name="csY4" fmla="*/ 698739 h 69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87925" h="698739">
                <a:moveTo>
                  <a:pt x="0" y="690113"/>
                </a:moveTo>
                <a:lnTo>
                  <a:pt x="953219" y="690113"/>
                </a:lnTo>
                <a:lnTo>
                  <a:pt x="953219" y="0"/>
                </a:lnTo>
                <a:lnTo>
                  <a:pt x="2587925" y="0"/>
                </a:lnTo>
                <a:lnTo>
                  <a:pt x="2587925" y="69873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E14909-D8F8-2382-A90A-BEDF649EE010}"/>
              </a:ext>
            </a:extLst>
          </p:cNvPr>
          <p:cNvGrpSpPr/>
          <p:nvPr/>
        </p:nvGrpSpPr>
        <p:grpSpPr>
          <a:xfrm>
            <a:off x="6188599" y="4250364"/>
            <a:ext cx="675185" cy="1196508"/>
            <a:chOff x="6188599" y="4250364"/>
            <a:chExt cx="675185" cy="1196508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87A8008-E66A-7085-F245-EB2ECEEC1BC7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CB95A73-84F4-ACDF-BA5F-C95819EB862B}"/>
                </a:ext>
              </a:extLst>
            </p:cNvPr>
            <p:cNvSpPr txBox="1"/>
            <p:nvPr/>
          </p:nvSpPr>
          <p:spPr>
            <a:xfrm>
              <a:off x="6188599" y="5200651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92D050"/>
                  </a:solidFill>
                </a:rPr>
                <a:t>PULL UP</a:t>
              </a:r>
              <a:endParaRPr lang="LID4096" sz="1000" b="1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60C0380-7C97-BA8B-62C1-888D6D1DD856}"/>
              </a:ext>
            </a:extLst>
          </p:cNvPr>
          <p:cNvGrpSpPr/>
          <p:nvPr/>
        </p:nvGrpSpPr>
        <p:grpSpPr>
          <a:xfrm>
            <a:off x="6184123" y="3406953"/>
            <a:ext cx="933269" cy="1238785"/>
            <a:chOff x="6200281" y="4018419"/>
            <a:chExt cx="933269" cy="1238785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EC3EE7A-ED9F-CDC5-C71A-D6448CCD00E8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5E33FCE-54C2-F301-60C3-E06648882EDB}"/>
                </a:ext>
              </a:extLst>
            </p:cNvPr>
            <p:cNvSpPr txBox="1"/>
            <p:nvPr/>
          </p:nvSpPr>
          <p:spPr>
            <a:xfrm>
              <a:off x="6200281" y="4018419"/>
              <a:ext cx="9332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FFC000"/>
                  </a:solidFill>
                </a:rPr>
                <a:t>OPEN DRAIN</a:t>
              </a:r>
              <a:endParaRPr lang="LID4096" sz="1000" b="1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935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4FF9-67E7-82EE-609E-1C42B745D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59BE-39EF-D397-86D5-F713E944E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Lösning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A5205558-A950-FA89-63A2-DB3C22FFD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3F7F6-A290-0564-E3D4-66FDDCDE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A6A669-8BD1-2F55-47EE-34F690C7DD7D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4AC855-5D1E-C6B9-4F0F-BCDB86AC1DD1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D3C6104-FE99-5C86-BEE8-EBAE5B0F683A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9C1FC2A-CFB6-D810-8395-930595FF5ACC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117AE5E-1539-2261-451C-6FD225A19490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224AF81-C249-4E81-CFD9-98078EBFFD20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0768F8B-33DF-C0BB-F1C9-4963D13A292C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97EB16D-55A3-E510-45D6-D10E565100B2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F924CFE-47BA-3202-11E3-2637F1AB6E1A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3E3882-2E36-93C7-9EE3-EA3ACDB0284A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D1D16E9-4C40-7985-2BF5-0804FC18FF7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2ABBA-A16B-32ED-71EE-7974BF08FCF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1F7A0C2-5037-A47B-0CCE-04D9A5F6BDDF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DFB643A-E886-FAB9-99EB-AA2B1A482F2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8F7D67F-EBBF-B1ED-C646-A3F40F2892A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85FC70A-8B0A-C851-E213-CDAC784F8D7C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D7AFEC4-7A1B-D97A-FEE7-B7C48A20AC4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9D4F177-7081-8C2E-9930-A4B462C03722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414EBE5-8A95-3E33-B33F-F3B58E6DA000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87EFB3B-68A1-7B2D-CE1F-EF8C65A62EC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58B92D1-C5FF-4D32-2F88-C6D302BBADF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275964-1F2E-355E-D1F7-7C5F8BAEB918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5684703-CBF8-4DB9-6D81-911358427A3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33FF130-83E4-BBCE-BFA2-ABBA2C5EE53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F48B95-ADFB-40CD-F48A-DCF328BC102E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CD2EF294-2051-CEA4-1CDC-6205E39AA11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5FB78E45-771D-056C-4E7C-BEBF21B9864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7B29B9D-A5CC-F86A-3D01-100D49E1AE11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CCE75F9-7C6F-5E75-34F7-08011DD7954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A0BA724-4005-1FF6-2BD9-D2903933C46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501B2C0-D477-5AD6-C3AB-87F3B0C0C554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02731D50-FDC8-35D1-33EF-7731E4BFFA5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D57CF79-90AD-F09A-98A8-F861EDA2B79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26520A9-5E8D-B67A-7867-0D21DD4E1ADA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04CFCCA7-E673-E41B-BBB4-F8DD9F923E5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748DE94-E1C7-25C6-7558-B0C3AB72806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E110E43-4A7A-CADC-8732-12CB0B25807A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D897C02-D32A-3F5A-C61E-FAB05170C52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8315496-7546-1789-BDD9-A0F73B2FE70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4D65E6-7EDD-0312-B734-5F8ABC898F8E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5765D818-624E-EB86-2D66-C43576EDAFB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8B74934-64A8-AB14-4255-6F680AD6A8C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7E33F90-B86D-2244-96F0-4355861422B2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D2402B7A-5AE5-05DD-EC0C-027F8257069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85B4946-7E2D-4E64-9594-C41C4E38637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AF1BC90-6106-952C-BD7D-7F7FBBAE628D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A107565B-C53E-AD38-E3E3-50D9ED35936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4B0A09D-4DB2-CF4F-3ED0-58D716AD57C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144FE7A-A3D4-D30F-072C-7CEF3E93A0BB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25D0D2D1-D86C-6F68-AC40-DF03FB787BB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6E58F43-7A6F-0BFF-BFA2-4A946134F1D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11C525A-6FAD-C06F-9731-E69B86F167A9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C99A3614-AFCB-2C28-627F-FBED373DB91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AD9419AF-1E4B-5F3D-59B1-85FB6E44F71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7F79074-B01B-F3FE-C060-4C523FF55B27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A3E96A7-63DF-A216-1CF3-0A4654B7D4B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B353DC4-3913-DC54-0F2C-30DFA399DA1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C67C393-20A8-A796-5068-8C4651CE2A4B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D13674EB-2ED7-AE87-ADE5-217E6A168109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E2A4EB8-0012-E4AE-593A-54C905AFA5E9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55C12CA-E0D1-BED0-3FA8-1EC28ADE3333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D22D562-B07B-67E4-D941-0366DD2A4D59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06AF5B29-6C90-79AF-B3EF-2CF87A9498F2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2B84C8C-5CEE-E3B6-B0B6-4A201F8A64A2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26151F02-D4B7-B211-CD98-EA5ECD5DB9F4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64E32332-9836-F241-B28D-2FAF58C1ADB5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3C4CBC6-06B6-9406-F9A6-6BD5CE3FFE6E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28BA901B-1B44-2C8B-9D9C-82EC45494D7F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751A59-EC11-898D-CF60-8F1349CFF300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5FC0B6-9CF0-15F2-9A8F-4014A828DD19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AA9A54-D26A-37A4-7BE8-38EE93D43DDD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BE9969F-FD79-993F-3344-9428984EBE81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BE095E-2B9E-DE87-6E70-72A54C9E79C7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46F26A5-7268-3F04-62F0-8E1E531A9198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C24F72-59ED-ACD1-C409-6A95E2B89975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5564F9E-5CDA-A05E-33BA-D2FFB44C9A22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AF19A4-9D38-8E3E-915B-90CA4304AAE7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1A735E2-1CC4-ED16-A610-640AC20DEB1D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75A0C4-0E45-D011-C0A5-CA5AC4818CAD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FF39CDB-0E8D-112A-4A9C-0B30678DCE7C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8546077-F8F4-097A-191C-8894A1C48B50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1EE9087-91B6-0556-0C4B-9DA75EFA1595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6AB582F-40B6-2E04-3957-D4D7146F20F2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E8A5D56-C951-6863-B839-2E70306FB21A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BC76C0FE-1065-CBFE-9596-0BA580BC5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2F0A21A7-071A-334E-D4C4-8EA65F958874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4B57742E-41FB-18BD-078B-E88B8005DF7C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CFD5094D-96C2-19A9-3780-0616E79333A7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39FC6704-927E-E983-25EE-2CBDB9143664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5D9A81FA-77EA-7EAC-DCD8-7EDD8424FEAF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76514724-BA41-C74E-4913-43F9542A775E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A1A487B-17DC-CE49-EFE1-08ACAD0DEDFB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FD76F12-390A-C5FF-73FB-031D18DD324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0001A983-E34F-350D-5B23-6AB9D89735B2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910CEAE-D276-C45A-7E6D-BD209593085E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7ACCA25-4EA1-24DD-7249-2B284264CC7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C1BDCDC-FF95-4689-C5F1-38722782F3C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F3F26C1-F04D-3CDB-97BB-0CE968EEF6B4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56B365BC-4EA5-1DF1-32A0-A223AFB265E6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5FFFBF-2EE0-5400-83CE-7104EFAE598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354BEF0-C900-B3B9-3E00-559D4BB74727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052FECD6-0403-35E0-55A8-0DEBA275ABA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8FD7A31E-2F46-89F5-1742-B7E2CE03A15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545A8A0-7924-4D4B-D8C5-913349D8E126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234E2B0-8E27-53ED-E58C-BDD0DFC2768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16EC463-7AA3-00C3-E0D7-14126B1AC38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5F90564-1286-E8D6-C80E-CA74C9D81820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27414418-EC22-974B-F5B0-E1EA120B01A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1B528CD1-F89B-C137-18EF-C02A8D44601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B946E0F-FFA9-5DDE-114F-4D57B9C75111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51D71D1-8EC8-02AD-D0A9-23F37BA37F8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0AAA413B-2F6D-8C9F-C624-1C293C66A76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AC6B25C-066A-913F-AE58-7AB15046E6C2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CEB86B1-E0CB-5541-975B-9871FB0209D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DE5EC3E-FB92-6327-055F-69AB32B5F18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52D6D4A-60BB-3A48-58FF-C9CCBC56F33C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59A09C6-FEF5-BB15-6120-6EF45A3641E7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2388BD6-92FB-A10E-4C49-F601AE43434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0557253-1FF7-7AF8-2924-CD1D8EE8B29F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4495FC24-4BF7-583B-1FA0-38FF2E54763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FCCEAD8-C78F-FA77-9A58-B85F61A0D447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6347F5E9-D011-FF0B-0BDA-6A622647899D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051FE39-00AA-E1EE-AD91-9D486AD737DC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5932E0F-2C66-9DED-5049-06863CFDB6B6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8A7D099E-7F0B-E6BE-F9EC-14AFE2C96E87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57E3FFA-EB16-DC96-037C-3B511AAFF38C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054DF88-3DC0-9BFC-8CDA-2417A40CC41C}"/>
              </a:ext>
            </a:extLst>
          </p:cNvPr>
          <p:cNvSpPr txBox="1"/>
          <p:nvPr/>
        </p:nvSpPr>
        <p:spPr>
          <a:xfrm>
            <a:off x="5779482" y="4248727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9C04B6F-D70D-AB77-2350-B53C59AA8D4F}"/>
              </a:ext>
            </a:extLst>
          </p:cNvPr>
          <p:cNvSpPr txBox="1"/>
          <p:nvPr/>
        </p:nvSpPr>
        <p:spPr>
          <a:xfrm>
            <a:off x="5769664" y="3969261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1528C18-D04D-3A43-40B2-3B4ECA58DF3F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D3BC6A8-2398-C7AD-3669-5CF447CE4D97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7A38A07-78AD-FC3B-AD51-DB0EF38315B1}"/>
              </a:ext>
            </a:extLst>
          </p:cNvPr>
          <p:cNvSpPr txBox="1"/>
          <p:nvPr/>
        </p:nvSpPr>
        <p:spPr>
          <a:xfrm>
            <a:off x="7219062" y="3962749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8E7F728-E0FD-8322-6329-A6C527D54385}"/>
              </a:ext>
            </a:extLst>
          </p:cNvPr>
          <p:cNvSpPr txBox="1"/>
          <p:nvPr/>
        </p:nvSpPr>
        <p:spPr>
          <a:xfrm>
            <a:off x="7218475" y="3700725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D0EA1E43-6A9F-DA36-E00F-99B0587A5359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2C34B990-82E0-7B1B-BD55-FE7A105A80E4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8F7FE004-7919-91E3-D2B9-95ECD0BA4F97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EBC091F4-D8FF-6767-FBAA-BD5C2AA0505F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CA3EC95-8F72-9A48-08FB-393E791108F2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0x1111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323F9B-1DCA-E86F-BC46-1BDAE2F7FCF7}"/>
              </a:ext>
            </a:extLst>
          </p:cNvPr>
          <p:cNvGrpSpPr/>
          <p:nvPr/>
        </p:nvGrpSpPr>
        <p:grpSpPr>
          <a:xfrm>
            <a:off x="6188599" y="4250364"/>
            <a:ext cx="675185" cy="1196508"/>
            <a:chOff x="6188599" y="4250364"/>
            <a:chExt cx="675185" cy="1196508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E5AC0A-28DD-9B55-2DBF-2D1117A3FEEC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5A437E25-4C1E-6870-06AC-CE3D8F891D4A}"/>
                </a:ext>
              </a:extLst>
            </p:cNvPr>
            <p:cNvSpPr txBox="1"/>
            <p:nvPr/>
          </p:nvSpPr>
          <p:spPr>
            <a:xfrm>
              <a:off x="6188599" y="5200651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92D050"/>
                  </a:solidFill>
                </a:rPr>
                <a:t>PULL UP</a:t>
              </a:r>
              <a:endParaRPr lang="LID4096" sz="1000" b="1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904755F6-5BFF-CDCD-F232-A24642DF0284}"/>
              </a:ext>
            </a:extLst>
          </p:cNvPr>
          <p:cNvGrpSpPr/>
          <p:nvPr/>
        </p:nvGrpSpPr>
        <p:grpSpPr>
          <a:xfrm>
            <a:off x="6184123" y="3406953"/>
            <a:ext cx="933269" cy="1238785"/>
            <a:chOff x="6200281" y="4018419"/>
            <a:chExt cx="933269" cy="1238785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50A003F5-CF94-5266-BF33-5090DBD30C49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07A06A6-314C-95A9-7802-63FD8961D333}"/>
                </a:ext>
              </a:extLst>
            </p:cNvPr>
            <p:cNvSpPr txBox="1"/>
            <p:nvPr/>
          </p:nvSpPr>
          <p:spPr>
            <a:xfrm>
              <a:off x="6200281" y="4018419"/>
              <a:ext cx="9332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FFC000"/>
                  </a:solidFill>
                </a:rPr>
                <a:t>OPEN DRAIN</a:t>
              </a:r>
              <a:endParaRPr lang="LID4096" sz="1000" b="1" dirty="0">
                <a:solidFill>
                  <a:srgbClr val="FFC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8749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AC0DC-7E7E-DCC2-413B-530BD363F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805B6E-294F-79EB-3D28-4F67E2933C93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C39C8DF0-68CE-F822-D7E4-8AD162790EC6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ADFF1-DDE3-1514-F2E8-3F936E6E1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Lösning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58E983FB-437C-21BB-EC89-8C943C4FE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35AF24-DB31-FCB0-01A2-862CBAA7B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B6BEF2-7364-C37F-E8DD-0DBE78563188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9E11DB-9875-7A2A-885C-63E28314E9BF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B18A5A-F545-6B5A-F2EB-8EB5C8772333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3D80C0E-3190-F2D2-BDEF-2CD0B239BB36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18EA9FE-65EB-44FA-B84A-FD436D3EB6D6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C213667-4C95-1093-3244-05161AA5DB21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C909A19-F95F-C05D-677D-2C44689ED243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67A146-411B-1B5D-907F-E5545E7228B8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CCAFEF80-0F83-D9AA-DAF6-86C534C6349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CFD1E11-36F6-5ED0-6270-B93ED0E31CA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6C24262-CA64-0B13-50FC-EBBB4AB93923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9829170-D958-FDF7-05C4-ABB6DF2EA05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B1EA8BD-1AB7-F171-923C-F2025C8DD77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8FEF6B-FEFD-7506-4929-7886ED06B039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E9C389C9-5628-12BE-8D4B-BCF312918A3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6300214-AFCA-F65E-C515-65C930E379F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70F27B-AEA6-8B4B-1D21-30CB30FD19B1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95A659F-A346-ED1C-CD1E-B61B5868A83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A6B0553-D3C1-2F09-2044-BDC1390E272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F5248E0-D77D-E700-3CBE-457B04797FF4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D0F8894-B201-06BE-63F7-28A26FE3452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6474E41-04A2-AE30-E026-20052494290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8FCC83E-A854-5CA6-6EDF-B99DB9AB8546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C09BBA8-D8A5-C52B-0F54-07A240DCCDA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EC3C239-0B69-D8DA-BC2E-AE64EC4913B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261A723-86F9-1928-414E-39A7019E8565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FC6EBA0-6EA4-8309-4CB0-75273851680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08C4706-3F7A-7B3B-9D74-A1365FE9EB4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F2AD0DF-6993-1C49-E5B7-94283F67A3DA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3F391D4-1975-5EFB-04FA-8775E7B9A89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FF01AF5-11BE-B612-6D92-3D0FF3524D8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B1B0675-C719-A704-A911-48E2A83CD47B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B2C0F04-7F6E-2855-BB91-0179617C915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B331FE9-D1C4-CB93-4BD2-4E22CBE5C13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517398-B54A-1B32-50C8-5603CC094F77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0DB0DC8-334C-DCC8-24EB-6705454FCCA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561D80E-AB20-D244-6870-0B49C78C146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E54152-3591-F9BF-D29D-58BF187AB744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439E0DF-9EB9-12E8-C82D-B30F65C97F7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D8B8864-BF6B-E0DB-662C-51946F37AFE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925E90C-CB0E-9AA4-7F48-15D368F89125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7AE56489-EDEA-141A-6755-1C0D0A09C4F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B6F76DA6-1203-A291-08F8-5AC0B1B7ED1A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F603C30-2A3B-C787-6345-ADC342CF39BD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B2EEAF3-1064-0CA1-BD40-988AA2FE21E2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A8CD8D6-C566-C37A-F098-96C9E57D7349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36CBE5B-1D45-AA5F-3378-3D5B5386788F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F3D4BEB6-FC81-E844-D590-FE2DFA21188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64893C1-F4C1-2BDB-A3F2-998C40ABFEC5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EBB036C-F37C-AFA4-4AC3-99A95C503375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993EAB84-84E6-4082-41D8-F11519CEBF36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6C189B0-C4B4-234E-8A04-A6FFD12D791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1D2B9B1-88D8-2235-90E1-508584912EAF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BA04C3CE-43E2-5A11-D7F1-BF49621850FD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8F68DA9-7DBC-89A2-1565-74F561BF670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5C6341F-EB0B-90D8-F166-E8B999888D88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39948EA9-6483-7D82-F1B9-07BC1C91CD58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1A8AB9D-3D5C-EC35-CD4A-889FDDB3080C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D4D22366-EC24-83D4-BBB3-8C14BBBC9D70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6AC547F-9A59-18F7-0387-BDF149517693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7B7C9A1-B10C-4E07-534A-454827EC2430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ADE5D658-C20C-2F30-B4FD-1BA41B7AFDB9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FFFD3702-E8D1-0483-DEEC-7C673FDA61B9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732B2E93-5399-EDC0-CD25-CCAD7B84324A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79EED45-7D73-5842-5C12-13D02008C76E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8AF83BCF-0F9F-6CED-60AA-46D29DFEB6E8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86FA0C-FBF7-A989-BDF5-297682A5B7EB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3395A2-2F85-2844-45C9-D44D4D7ADE37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B84BD77-5232-8E26-5AFE-28DF018C1E4E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A44147F-3D29-D2C7-5533-9D03B885602F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02F4BAD-539F-A408-14F9-87783644E6AC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694CCCB-C215-3F17-4420-A6896F0F3955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1202C2E-D550-E3E2-053B-BEC31256FBDB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62D555-6BEA-D772-B5A7-724F9DCB864B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7C44E24-95C9-16A2-8AB4-71AC2B258D63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7B01AA3-827A-BA21-326F-CF91BF64EA9A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5C3B72D-55CB-4C30-73DF-3213F9E4A0D5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C67CD30-DE4C-6F8B-B1E7-9B39BD17ED63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4544D79-CA7B-2971-799A-2A85C4A4C379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A4FAAD-D7A3-D2B1-2FA5-BD48134C88F9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E187FAB-F57B-93F9-5D5D-9B3B893C9DE5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46E759B-1398-EC10-1C7B-6A3B00F777FE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5B7F6B4F-4DB8-00A3-131F-78E9CAC2F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1BFBF0C4-2704-3911-0CAD-E6B534C1C29E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C3D0ACA1-DA25-5156-8F1D-F8133967FD5F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78082484-7C33-F0DC-8358-8FBF137608AC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A8CB6E0-C319-958A-F0EB-282AD39B32BB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18DC2B85-9FB1-4D71-4F78-217EE81EA4EB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F43DEC0C-99C9-B798-DE5A-61F782033C7B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1E68B88-FFCA-CDF9-C704-9BDFBA146690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20FA8E56-4FC8-871B-78DA-D35DDCFD8D8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BF3FCD9-362D-9CAA-7AB5-E550883DB92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8FB7499-D566-7DEA-DADC-280BEE9AD371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890AB2B-D72A-C2BB-7AB8-A06173A85C54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859BA8A2-3A4A-905A-7F16-EACB535691D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27015B7-5190-1EEB-F037-A7DC02C16F26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1B4DBF06-3961-6B57-50DA-613915809A0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0BE54C9-E40C-AC92-E933-AF6D17B39D1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BA5FD13-2F2C-0E9B-9E56-DDEA06FEE194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3583202-A48D-29C2-2FAF-51DC48683D9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D8CBED4E-764A-8933-7431-FACA0FF283D0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13732E5-53B3-4E7F-B697-5000A7733689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1BD9D634-5FBF-D21C-B7A9-DAC13EB53B1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63389575-9AF8-4A60-62EA-C9D5778BE54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46D3CF5-798A-24F1-7301-8E48C2E405DF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10250C0-F5B9-AE3C-9F2B-59C36996782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2D16876-3546-8D2A-25DD-4D33BF0A66C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A8E0444-D847-3085-7D9E-8913970D9C1A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37DD784C-68D3-5F93-1AFC-3A50A180873D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6E70E05-1435-0248-6278-6B5EE372E463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C7EDCC3-EB98-1E06-D657-91403A1597C5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F8125151-901D-DB9B-26BC-B5B2BC48EE9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398C1FE-7F2C-88B1-2472-13E00DE32B7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9964D6F-CABA-EF71-C4CC-7CB53D3E664D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56C4C916-23C5-4478-C834-B1AF6E34E86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6A9ED3-4D6F-C217-E2C3-D88D5B841A78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7E9B91A7-37CA-2CA1-DE32-4101730308CF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EF29F27-E126-E9A6-4097-7FFA5691C173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CC1F267-AB9E-988E-7F3C-D73539765F0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F92C2663-D602-DD39-FCCB-85EF8D12E927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06D8EA7-02A7-1164-F300-1CB6F8B6B27A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A09D855-AB96-7878-0597-F51210527462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9CFA45CD-CBA7-3FC8-FBE6-6E2A00F123BC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142B8FC-2933-B728-D829-D1134EAE961A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4F38650-76D3-52C5-C3A8-61E93A27DA38}"/>
              </a:ext>
            </a:extLst>
          </p:cNvPr>
          <p:cNvSpPr txBox="1"/>
          <p:nvPr/>
        </p:nvSpPr>
        <p:spPr>
          <a:xfrm>
            <a:off x="5696528" y="423020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1328042-5378-C44B-6DCB-24554FE774B6}"/>
              </a:ext>
            </a:extLst>
          </p:cNvPr>
          <p:cNvSpPr txBox="1"/>
          <p:nvPr/>
        </p:nvSpPr>
        <p:spPr>
          <a:xfrm>
            <a:off x="5769664" y="3969261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450782D-6967-E20F-1358-55C90D20D173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9C87CA1-6048-7630-C3C3-FA4DE18790F8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D87814C-813B-18F8-A7EA-8F97DCFC7C05}"/>
              </a:ext>
            </a:extLst>
          </p:cNvPr>
          <p:cNvSpPr txBox="1"/>
          <p:nvPr/>
        </p:nvSpPr>
        <p:spPr>
          <a:xfrm>
            <a:off x="7219062" y="3962749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6445981-F93A-0EEA-A8BA-EB59F8D20762}"/>
              </a:ext>
            </a:extLst>
          </p:cNvPr>
          <p:cNvSpPr txBox="1"/>
          <p:nvPr/>
        </p:nvSpPr>
        <p:spPr>
          <a:xfrm>
            <a:off x="7218475" y="3700725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2B0D5263-2A47-BA14-4569-72A072843F48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A9A67879-FDE7-D872-9087-0314C877C647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43D1AC41-B036-A00A-1F30-EB3C536A51B9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2D3A4CB-A047-EA38-E11D-55F51896DEBE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0x1101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7EF69F-7FFF-38F4-F1CC-1497FE470FC4}"/>
              </a:ext>
            </a:extLst>
          </p:cNvPr>
          <p:cNvGrpSpPr/>
          <p:nvPr/>
        </p:nvGrpSpPr>
        <p:grpSpPr>
          <a:xfrm>
            <a:off x="6188599" y="4250364"/>
            <a:ext cx="675185" cy="1196508"/>
            <a:chOff x="6188599" y="4250364"/>
            <a:chExt cx="675185" cy="1196508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8311CFF-8185-3572-8EAF-FC24D8B63CD7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2860A58-496A-26CE-9DEB-0416CF46EF0E}"/>
                </a:ext>
              </a:extLst>
            </p:cNvPr>
            <p:cNvSpPr txBox="1"/>
            <p:nvPr/>
          </p:nvSpPr>
          <p:spPr>
            <a:xfrm>
              <a:off x="6188599" y="5200651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92D050"/>
                  </a:solidFill>
                </a:rPr>
                <a:t>PULL UP</a:t>
              </a:r>
              <a:endParaRPr lang="LID4096" sz="1000" b="1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EEA683E-3566-9722-836E-041F44EF9A46}"/>
              </a:ext>
            </a:extLst>
          </p:cNvPr>
          <p:cNvGrpSpPr/>
          <p:nvPr/>
        </p:nvGrpSpPr>
        <p:grpSpPr>
          <a:xfrm>
            <a:off x="6184123" y="3406953"/>
            <a:ext cx="933269" cy="1238785"/>
            <a:chOff x="6200281" y="4018419"/>
            <a:chExt cx="933269" cy="1238785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BD16AE0-1193-3ED1-8C2E-BCDFA3268439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DBD6EA4-B5CC-39F8-094A-5A046CD05F36}"/>
                </a:ext>
              </a:extLst>
            </p:cNvPr>
            <p:cNvSpPr txBox="1"/>
            <p:nvPr/>
          </p:nvSpPr>
          <p:spPr>
            <a:xfrm>
              <a:off x="6200281" y="4018419"/>
              <a:ext cx="9332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FFC000"/>
                  </a:solidFill>
                </a:rPr>
                <a:t>OPEN DRAIN</a:t>
              </a:r>
              <a:endParaRPr lang="LID4096" sz="10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B434931-7781-3B75-6F37-5D691C57E73A}"/>
              </a:ext>
            </a:extLst>
          </p:cNvPr>
          <p:cNvSpPr/>
          <p:nvPr/>
        </p:nvSpPr>
        <p:spPr>
          <a:xfrm>
            <a:off x="5917721" y="2989053"/>
            <a:ext cx="3761117" cy="1466490"/>
          </a:xfrm>
          <a:custGeom>
            <a:avLst/>
            <a:gdLst>
              <a:gd name="csX0" fmla="*/ 470139 w 3761117"/>
              <a:gd name="csY0" fmla="*/ 1466490 h 1466490"/>
              <a:gd name="csX1" fmla="*/ 0 w 3761117"/>
              <a:gd name="csY1" fmla="*/ 1466490 h 1466490"/>
              <a:gd name="csX2" fmla="*/ 0 w 3761117"/>
              <a:gd name="csY2" fmla="*/ 0 h 1466490"/>
              <a:gd name="csX3" fmla="*/ 3761117 w 3761117"/>
              <a:gd name="csY3" fmla="*/ 0 h 1466490"/>
              <a:gd name="csX4" fmla="*/ 3761117 w 3761117"/>
              <a:gd name="csY4" fmla="*/ 944592 h 1466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61117" h="1466490">
                <a:moveTo>
                  <a:pt x="470139" y="1466490"/>
                </a:moveTo>
                <a:lnTo>
                  <a:pt x="0" y="1466490"/>
                </a:lnTo>
                <a:lnTo>
                  <a:pt x="0" y="0"/>
                </a:lnTo>
                <a:lnTo>
                  <a:pt x="3761117" y="0"/>
                </a:lnTo>
                <a:lnTo>
                  <a:pt x="3761117" y="94459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648726B-DA37-D277-26E8-18F818765D2C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29485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109D-F779-7B8F-CB45-F5ADCFD3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CFD4-DD61-1273-DC9E-BA9E9EEC7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Lösning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6E0577A6-4A81-ACD1-FAAF-158A08CD1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BFC897-B42B-9439-EE6F-B0FF167AD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2887B8-3C1E-163F-D457-AB5348D167A3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C8B2D75-E635-C7CC-08B7-490C4DDA6F76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FFB6B2B-B21E-7363-6D59-1ABC20B921F9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513FEA9-52DB-D998-F6D5-5AB59C5F0EC9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7A994F-9178-E51D-594E-3BB34C2DC476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E808E29-FEE2-3D41-3785-D02590F1AA79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1C396B2-2887-071F-5FAC-FAB3D7BDD3B3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065528-6C7E-BE63-DD64-9314041C5B18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7A37491-5B3C-1080-A451-85DBC16B33DC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AE524C0-0B1E-6C71-C40B-BE67D1982989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9B827BD1-E6C9-016F-C5C3-562EC7F03AB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EB983FE-C1E5-4161-8F3A-2F25F921DA8C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859496-4B44-F615-41A1-7C02EEF2452F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0E7DC0A-EFAE-FB5F-E46C-CD9D0366586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BEC5CA2-829B-54EE-D2DE-1BC44F123D3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91548F-7F13-279E-8403-F6410CD10641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9CBA739-A684-77AE-0276-A01257A9F89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3559B1E-48D0-3DE2-C55C-EDD36D51B08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A2F44B8-9D75-CF7A-7E5E-67EF20E2D039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845D9E1F-EABE-F7E5-B2CD-1F56739FC117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8337357-E7C0-19F2-EDEB-157826CA8A4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0E22B1A-7AF7-A749-A7DA-F732365CC69F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C0AAEAA5-24BF-E87A-249B-23DB3C70E25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A186C8E-4910-865C-E7F8-80D4BA9E479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BC0E60E-7D99-E1FD-E035-FB19267699E4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16383BB-2FC1-F732-8D9E-317AF4A587C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82D478F-315C-46C4-FC6C-4DD0B2062A3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7FB7862-2013-A675-5849-9DD83674111C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7997E51-4FC1-1EBF-7E57-F4DF27EB518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2388CA9-2BFE-95AB-9FFD-6D0BBF43A6D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99B3574-17E9-DB7A-A342-DCD3B0B7C848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7E5654DC-5AFC-557E-7C5D-762CD7E9C2A3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EAE7C5E-33F6-24E5-991F-52F0D1F8353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074261-DB67-030B-5E54-00454F236F54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84A63D6-F598-E124-5DF4-B9BCDDB43A6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816996E-D64E-1797-4867-C2EA686F0B3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085A574-1057-4CD6-15FA-39768F992C80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47BFBE2A-684A-E14E-EEE1-D4F1E874D59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FD040D6-26B0-8475-E329-6D38E6D0CD46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A418082-AF3A-9B7E-415F-44F4FFF16FBE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C77CA90B-6A0F-4842-8034-E094175ACC9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5CE234B-01F5-7E66-FB70-777F63C9AFD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BDDEF4D-0A39-0606-6129-00E92290B816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51F4994F-EFE9-BEE7-1D98-1ABB76CFA45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85E081C-7493-2FAF-4672-C267CB3FBBD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A023EF-A03E-4A91-58B4-CBD13320F90B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8F3D3A64-083E-8CB3-B4A3-7879CEC92078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7D86674-760F-CD4E-FB26-60FE450B8CC8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C0255BD-EF67-A857-8AE1-A94C12A1F5A8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A4B603C2-908E-CBF0-3ED3-3BD82231DE4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4DEAD9-3C9B-C900-B721-AF91A105DB3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003D774-0717-D4E0-82CF-FFAC39158353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8C751581-F07D-B28C-5C54-6C904D35B6A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6010E119-250B-7062-4644-A1059A16FC2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0A49F1-4F00-3C3D-FC2E-AA7C39F312F8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7A92F11B-E497-D5A5-793D-57C67EC4CBF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DA513C7-B6E7-D47B-A8BB-CE8FAF751247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FF84717-2EAD-3EAC-068F-4D8C668FE3B0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1C47703-3E7E-9B76-C46E-7F866B99FF0D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827A35D-0D0C-0CA1-1983-57BDC5B81942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23DE2737-4A28-E6A0-BB04-7DA148085364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1AD798D-E200-6E6C-7244-7EF1D5D60B9A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0E98E48-4D16-15BE-A373-74F7F28E4037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854C8114-361A-6892-EC80-2970E47D9532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076F3C7-63C0-46C8-6F9C-06CF9245B968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27EA92B0-1596-55EE-22CE-B54E6DAC8846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8592981-BBC3-D112-48D0-989A1C3BD4A1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60E15470-6EE7-18A8-86F3-5D47DE679E09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415A52E-B78D-B1B2-8CDD-01EB3C1239A7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2F6EA05-A689-EA4A-7F98-C7BD4E48F065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49613AF-5402-F3CC-B785-ABAE0E3AA48F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7E60FB-D4FB-7A3C-EE7C-64E9EE93F1F4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4B8CE2E-B4BD-0072-2445-A13423BA3A76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F294B8D-2BE6-0484-A163-D10D3E21C47B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237B03D-00C0-D2C9-2915-8C83717F48FF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AE77EBB-234A-07AF-B481-7378E06D6950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43F3381-528E-E8F5-F799-530C5CC3178F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131802-8B38-DDEB-AAA1-F82176C2D067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9FE457D-E6E7-82D2-F5EF-29AFE180DA16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61DD0C-58DF-0E99-CA0F-1248DA4320CA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64A0122-2028-0026-4309-5C57B1A02F35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5F49F44-2E40-B589-3805-48DDB47A42D7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99BED2-5C30-7E87-A13D-128173914D73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12FF6C4-4EAA-D28D-5C7A-B6AE3D8461B3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7BA98FE-8E54-2914-BB75-CCEEB0B76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C2E3D4EE-FB90-8221-8058-0079C221DBEF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D496C558-730E-7B1B-8EBA-2A6B8EBD882C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5EF98CBC-D1B7-528F-6957-9B57F6BF29BA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6183DF89-EB0C-71D3-9E3B-02C907E2326E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31CEE1F4-8F08-49F0-FE94-2E158FFD4B82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080A5AB6-63B1-BD4D-40BC-08EA4BA71A53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C5FB9EA2-EC51-FF07-117F-7552E3257334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268E874-A538-264F-EF6D-104992CF0DF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429A90F-1234-6C93-F01F-873383FD87E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5A4FC8A-90A1-A639-4048-F315DBE1222D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84946B5B-FCC3-1CA4-4A3D-55427EF5CE7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34BF8797-3E94-EB54-0EB3-FF918E5E4D4C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B88A330-47A0-1A6D-3730-4A7D3539E4DF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C91408C-C123-C3BE-0A2B-B12628C98CB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B7D58F8E-CC77-FECC-BD18-7AB68732ABF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4A753D2-4962-2247-D68A-072DA925E043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4546756-8DCE-93C8-0CD1-C029960EBB5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B9911F40-70EB-FB6C-A1F8-7482D0A0938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B7308AD-0232-DE47-C59E-58CDC6337C32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F302EDDC-0897-F5DF-9FBA-326E82EDB0A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6E561915-32E6-1D47-7BCB-4320A2597AAA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17EC6FC-BB63-7925-5025-BD187467C069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6E3AAA9-748C-3FA1-7451-F9CF72F6317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32A761A-E802-D5BE-F3B7-D3309C179F91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7D0769E-BBFB-033D-8EDD-53858D669B37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5D17965-4AAD-70FE-41EA-4A7C597BE35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98F1721-4886-40C8-56AE-5F6B3EAC4CD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2FE7021-7F82-F976-8D70-5C4D6F16F64A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39B4EC7-3AF4-5CA3-17AF-099C03F95A5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8490278-530B-0519-7B89-822ECEDB5C2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1398BE2-63A5-7AD3-C67A-624BA1123A34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E850883D-B383-0F63-0A75-EEDD3517EBBC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7FF1914-6504-F1A0-8A6D-B40AE1967CE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00FC0C3-F6F3-57D6-1010-B9880B68FF5E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1F42B0D-9ED1-D7B2-A209-EC33841C7DAF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743D994-56F9-D5F6-CC43-5EE4F4DB902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788EC4DC-3102-AFB3-81EA-C56C53537EF1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BBB3A57-196F-F910-CBF6-06567B43C35F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7156368A-3CBF-09D1-4078-F960597B6239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EC7878A6-042A-8AB6-35BB-4A85EB8828F8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98D1EC5-71EC-B7FA-CB78-7C01D0116DA6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9C70972-815D-C222-0D79-10248637B59D}"/>
              </a:ext>
            </a:extLst>
          </p:cNvPr>
          <p:cNvSpPr txBox="1"/>
          <p:nvPr/>
        </p:nvSpPr>
        <p:spPr>
          <a:xfrm>
            <a:off x="5696528" y="423020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0C1FAB8-14F6-8EAB-28CA-A99A905A33EE}"/>
              </a:ext>
            </a:extLst>
          </p:cNvPr>
          <p:cNvSpPr txBox="1"/>
          <p:nvPr/>
        </p:nvSpPr>
        <p:spPr>
          <a:xfrm>
            <a:off x="5769664" y="3969261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528B637-52D3-3C96-E5F4-DDC3764C450E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F2287CD-51E2-CEB9-2DDA-52C3D5D71602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79A0371-9738-0DC5-239D-27B7BC8A0A9A}"/>
              </a:ext>
            </a:extLst>
          </p:cNvPr>
          <p:cNvSpPr txBox="1"/>
          <p:nvPr/>
        </p:nvSpPr>
        <p:spPr>
          <a:xfrm>
            <a:off x="7219062" y="3962749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C1C1C2A-CCEF-3AD3-755F-8593066B3494}"/>
              </a:ext>
            </a:extLst>
          </p:cNvPr>
          <p:cNvSpPr txBox="1"/>
          <p:nvPr/>
        </p:nvSpPr>
        <p:spPr>
          <a:xfrm>
            <a:off x="7218475" y="3700725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CB418BA3-0590-9E33-5BF8-079C2C7A5C48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52EC2B0B-2FCA-47AC-7FDE-667C06790D9D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B04149A5-66CE-1421-0EE4-78A1B4523D04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0C53F27C-5BDD-A8E6-04BC-65415FFE6685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F5D5DEF-60C0-5045-2D89-68B3C0C0F0DF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0x1101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BC8015-6E77-C5C1-E5C1-2384105CF5FE}"/>
              </a:ext>
            </a:extLst>
          </p:cNvPr>
          <p:cNvGrpSpPr/>
          <p:nvPr/>
        </p:nvGrpSpPr>
        <p:grpSpPr>
          <a:xfrm>
            <a:off x="6188599" y="4250364"/>
            <a:ext cx="675185" cy="1196508"/>
            <a:chOff x="6188599" y="4250364"/>
            <a:chExt cx="675185" cy="1196508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E5362EC-4DCC-5F15-C2DD-72440009255F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3B3375F-AD2E-68D5-0A26-86F06763A7A2}"/>
                </a:ext>
              </a:extLst>
            </p:cNvPr>
            <p:cNvSpPr txBox="1"/>
            <p:nvPr/>
          </p:nvSpPr>
          <p:spPr>
            <a:xfrm>
              <a:off x="6188599" y="5200651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92D050"/>
                  </a:solidFill>
                </a:rPr>
                <a:t>PULL UP</a:t>
              </a:r>
              <a:endParaRPr lang="LID4096" sz="1000" b="1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67A2629F-65D8-3A0C-BAF4-B5FFAAC64816}"/>
              </a:ext>
            </a:extLst>
          </p:cNvPr>
          <p:cNvGrpSpPr/>
          <p:nvPr/>
        </p:nvGrpSpPr>
        <p:grpSpPr>
          <a:xfrm>
            <a:off x="6184123" y="3406953"/>
            <a:ext cx="933269" cy="1238785"/>
            <a:chOff x="6200281" y="4018419"/>
            <a:chExt cx="933269" cy="1238785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4F6BCEF-7CCC-AEBE-1104-3CEE31018713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539CBFA1-D2D6-5F74-C6CB-ED15899FDA0B}"/>
                </a:ext>
              </a:extLst>
            </p:cNvPr>
            <p:cNvSpPr txBox="1"/>
            <p:nvPr/>
          </p:nvSpPr>
          <p:spPr>
            <a:xfrm>
              <a:off x="6200281" y="4018419"/>
              <a:ext cx="9332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FFC000"/>
                  </a:solidFill>
                </a:rPr>
                <a:t>OPEN DRAIN</a:t>
              </a:r>
              <a:endParaRPr lang="LID4096" sz="10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98A4D5-254C-12EA-B40B-0938500F0148}"/>
              </a:ext>
            </a:extLst>
          </p:cNvPr>
          <p:cNvSpPr/>
          <p:nvPr/>
        </p:nvSpPr>
        <p:spPr>
          <a:xfrm>
            <a:off x="5917721" y="2989053"/>
            <a:ext cx="3761117" cy="1466490"/>
          </a:xfrm>
          <a:custGeom>
            <a:avLst/>
            <a:gdLst>
              <a:gd name="csX0" fmla="*/ 470139 w 3761117"/>
              <a:gd name="csY0" fmla="*/ 1466490 h 1466490"/>
              <a:gd name="csX1" fmla="*/ 0 w 3761117"/>
              <a:gd name="csY1" fmla="*/ 1466490 h 1466490"/>
              <a:gd name="csX2" fmla="*/ 0 w 3761117"/>
              <a:gd name="csY2" fmla="*/ 0 h 1466490"/>
              <a:gd name="csX3" fmla="*/ 3761117 w 3761117"/>
              <a:gd name="csY3" fmla="*/ 0 h 1466490"/>
              <a:gd name="csX4" fmla="*/ 3761117 w 3761117"/>
              <a:gd name="csY4" fmla="*/ 944592 h 1466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61117" h="1466490">
                <a:moveTo>
                  <a:pt x="470139" y="1466490"/>
                </a:moveTo>
                <a:lnTo>
                  <a:pt x="0" y="1466490"/>
                </a:lnTo>
                <a:lnTo>
                  <a:pt x="0" y="0"/>
                </a:lnTo>
                <a:lnTo>
                  <a:pt x="3761117" y="0"/>
                </a:lnTo>
                <a:lnTo>
                  <a:pt x="3761117" y="94459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866794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23537-6D94-51EC-84FD-F727D9CA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4E5CF-22E7-9F02-CC6A-0323C844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Keypad</a:t>
            </a:r>
            <a:r>
              <a:rPr lang="sv-SE" dirty="0"/>
              <a:t> – Lösning</a:t>
            </a:r>
            <a:endParaRPr lang="LID4096" dirty="0"/>
          </a:p>
        </p:txBody>
      </p:sp>
      <p:sp>
        <p:nvSpPr>
          <p:cNvPr id="155" name="Content Placeholder 154">
            <a:extLst>
              <a:ext uri="{FF2B5EF4-FFF2-40B4-BE49-F238E27FC236}">
                <a16:creationId xmlns:a16="http://schemas.microsoft.com/office/drawing/2014/main" id="{DBCEF073-F337-C131-2BB5-823B6EA0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9B556E-E52C-FC70-FFB8-C6A13DB0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0688"/>
            <a:ext cx="4746017" cy="51673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22D618-7D3F-C674-56F1-D8A1ACB58915}"/>
              </a:ext>
            </a:extLst>
          </p:cNvPr>
          <p:cNvSpPr/>
          <p:nvPr/>
        </p:nvSpPr>
        <p:spPr>
          <a:xfrm>
            <a:off x="8625019" y="3694696"/>
            <a:ext cx="2076275" cy="2122414"/>
          </a:xfrm>
          <a:prstGeom prst="roundRect">
            <a:avLst>
              <a:gd name="adj" fmla="val 10606"/>
            </a:avLst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BB8B8A3-A8F0-6968-6F6E-6FF074B79036}"/>
              </a:ext>
            </a:extLst>
          </p:cNvPr>
          <p:cNvSpPr/>
          <p:nvPr/>
        </p:nvSpPr>
        <p:spPr>
          <a:xfrm>
            <a:off x="8864105" y="3958949"/>
            <a:ext cx="1371600" cy="1514213"/>
          </a:xfrm>
          <a:custGeom>
            <a:avLst/>
            <a:gdLst>
              <a:gd name="connsiteX0" fmla="*/ 541090 w 1371600"/>
              <a:gd name="connsiteY0" fmla="*/ 0 h 1514213"/>
              <a:gd name="connsiteX1" fmla="*/ 541090 w 1371600"/>
              <a:gd name="connsiteY1" fmla="*/ 130029 h 1514213"/>
              <a:gd name="connsiteX2" fmla="*/ 0 w 1371600"/>
              <a:gd name="connsiteY2" fmla="*/ 130029 h 1514213"/>
              <a:gd name="connsiteX3" fmla="*/ 0 w 1371600"/>
              <a:gd name="connsiteY3" fmla="*/ 1497435 h 1514213"/>
              <a:gd name="connsiteX4" fmla="*/ 1371600 w 1371600"/>
              <a:gd name="connsiteY4" fmla="*/ 1514213 h 1514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514213">
                <a:moveTo>
                  <a:pt x="541090" y="0"/>
                </a:moveTo>
                <a:lnTo>
                  <a:pt x="541090" y="130029"/>
                </a:lnTo>
                <a:lnTo>
                  <a:pt x="0" y="130029"/>
                </a:lnTo>
                <a:lnTo>
                  <a:pt x="0" y="1497435"/>
                </a:lnTo>
                <a:lnTo>
                  <a:pt x="1371600" y="1514213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ED51F20-5F01-BB63-EC84-EEF1B274FEC7}"/>
              </a:ext>
            </a:extLst>
          </p:cNvPr>
          <p:cNvSpPr/>
          <p:nvPr/>
        </p:nvSpPr>
        <p:spPr>
          <a:xfrm>
            <a:off x="8939606" y="3963143"/>
            <a:ext cx="1287710" cy="1170264"/>
          </a:xfrm>
          <a:custGeom>
            <a:avLst/>
            <a:gdLst>
              <a:gd name="connsiteX0" fmla="*/ 545284 w 1287710"/>
              <a:gd name="connsiteY0" fmla="*/ 0 h 1170264"/>
              <a:gd name="connsiteX1" fmla="*/ 541090 w 1287710"/>
              <a:gd name="connsiteY1" fmla="*/ 171975 h 1170264"/>
              <a:gd name="connsiteX2" fmla="*/ 0 w 1287710"/>
              <a:gd name="connsiteY2" fmla="*/ 176169 h 1170264"/>
              <a:gd name="connsiteX3" fmla="*/ 0 w 1287710"/>
              <a:gd name="connsiteY3" fmla="*/ 1166070 h 1170264"/>
              <a:gd name="connsiteX4" fmla="*/ 1287710 w 1287710"/>
              <a:gd name="connsiteY4" fmla="*/ 1170264 h 1170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710" h="1170264">
                <a:moveTo>
                  <a:pt x="545284" y="0"/>
                </a:moveTo>
                <a:lnTo>
                  <a:pt x="541090" y="171975"/>
                </a:lnTo>
                <a:lnTo>
                  <a:pt x="0" y="176169"/>
                </a:lnTo>
                <a:lnTo>
                  <a:pt x="0" y="1166070"/>
                </a:lnTo>
                <a:lnTo>
                  <a:pt x="1287710" y="1170264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258467F-C626-1593-2120-E9958726738D}"/>
              </a:ext>
            </a:extLst>
          </p:cNvPr>
          <p:cNvSpPr/>
          <p:nvPr/>
        </p:nvSpPr>
        <p:spPr>
          <a:xfrm>
            <a:off x="9002523" y="3963143"/>
            <a:ext cx="1224793" cy="855677"/>
          </a:xfrm>
          <a:custGeom>
            <a:avLst/>
            <a:gdLst>
              <a:gd name="connsiteX0" fmla="*/ 587230 w 1224793"/>
              <a:gd name="connsiteY0" fmla="*/ 0 h 855677"/>
              <a:gd name="connsiteX1" fmla="*/ 591424 w 1224793"/>
              <a:gd name="connsiteY1" fmla="*/ 205531 h 855677"/>
              <a:gd name="connsiteX2" fmla="*/ 0 w 1224793"/>
              <a:gd name="connsiteY2" fmla="*/ 209725 h 855677"/>
              <a:gd name="connsiteX3" fmla="*/ 0 w 1224793"/>
              <a:gd name="connsiteY3" fmla="*/ 855677 h 855677"/>
              <a:gd name="connsiteX4" fmla="*/ 1224793 w 1224793"/>
              <a:gd name="connsiteY4" fmla="*/ 855677 h 855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4793" h="855677">
                <a:moveTo>
                  <a:pt x="587230" y="0"/>
                </a:moveTo>
                <a:lnTo>
                  <a:pt x="591424" y="205531"/>
                </a:lnTo>
                <a:lnTo>
                  <a:pt x="0" y="209725"/>
                </a:lnTo>
                <a:lnTo>
                  <a:pt x="0" y="855677"/>
                </a:lnTo>
                <a:lnTo>
                  <a:pt x="1224793" y="855677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2DBA2F-3D28-82BD-EFC4-51E689B1A2B6}"/>
              </a:ext>
            </a:extLst>
          </p:cNvPr>
          <p:cNvSpPr/>
          <p:nvPr/>
        </p:nvSpPr>
        <p:spPr>
          <a:xfrm>
            <a:off x="9073830" y="3963143"/>
            <a:ext cx="1145097" cy="545285"/>
          </a:xfrm>
          <a:custGeom>
            <a:avLst/>
            <a:gdLst>
              <a:gd name="connsiteX0" fmla="*/ 604007 w 1145097"/>
              <a:gd name="connsiteY0" fmla="*/ 0 h 545285"/>
              <a:gd name="connsiteX1" fmla="*/ 608201 w 1145097"/>
              <a:gd name="connsiteY1" fmla="*/ 239087 h 545285"/>
              <a:gd name="connsiteX2" fmla="*/ 0 w 1145097"/>
              <a:gd name="connsiteY2" fmla="*/ 239087 h 545285"/>
              <a:gd name="connsiteX3" fmla="*/ 0 w 1145097"/>
              <a:gd name="connsiteY3" fmla="*/ 536896 h 545285"/>
              <a:gd name="connsiteX4" fmla="*/ 1145097 w 1145097"/>
              <a:gd name="connsiteY4" fmla="*/ 545285 h 545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097" h="545285">
                <a:moveTo>
                  <a:pt x="604007" y="0"/>
                </a:moveTo>
                <a:lnTo>
                  <a:pt x="608201" y="239087"/>
                </a:lnTo>
                <a:lnTo>
                  <a:pt x="0" y="239087"/>
                </a:lnTo>
                <a:lnTo>
                  <a:pt x="0" y="536896"/>
                </a:lnTo>
                <a:lnTo>
                  <a:pt x="1145097" y="545285"/>
                </a:lnTo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4E22AF7-1485-BE3E-A517-C12DAEA78FCB}"/>
              </a:ext>
            </a:extLst>
          </p:cNvPr>
          <p:cNvSpPr/>
          <p:nvPr/>
        </p:nvSpPr>
        <p:spPr>
          <a:xfrm>
            <a:off x="9862395" y="3963143"/>
            <a:ext cx="29361" cy="1598103"/>
          </a:xfrm>
          <a:custGeom>
            <a:avLst/>
            <a:gdLst>
              <a:gd name="connsiteX0" fmla="*/ 0 w 29361"/>
              <a:gd name="connsiteY0" fmla="*/ 0 h 1598103"/>
              <a:gd name="connsiteX1" fmla="*/ 29361 w 29361"/>
              <a:gd name="connsiteY1" fmla="*/ 1598103 h 1598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1" h="1598103">
                <a:moveTo>
                  <a:pt x="0" y="0"/>
                </a:moveTo>
                <a:lnTo>
                  <a:pt x="29361" y="1598103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3C9958-B4CB-6A4B-7016-2DE9D511E60F}"/>
              </a:ext>
            </a:extLst>
          </p:cNvPr>
          <p:cNvSpPr/>
          <p:nvPr/>
        </p:nvSpPr>
        <p:spPr>
          <a:xfrm>
            <a:off x="9765921" y="3950560"/>
            <a:ext cx="453006" cy="1564547"/>
          </a:xfrm>
          <a:custGeom>
            <a:avLst/>
            <a:gdLst>
              <a:gd name="connsiteX0" fmla="*/ 0 w 453006"/>
              <a:gd name="connsiteY0" fmla="*/ 0 h 1564547"/>
              <a:gd name="connsiteX1" fmla="*/ 0 w 453006"/>
              <a:gd name="connsiteY1" fmla="*/ 167780 h 1564547"/>
              <a:gd name="connsiteX2" fmla="*/ 427839 w 453006"/>
              <a:gd name="connsiteY2" fmla="*/ 306198 h 1564547"/>
              <a:gd name="connsiteX3" fmla="*/ 453006 w 453006"/>
              <a:gd name="connsiteY3" fmla="*/ 1564547 h 1564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006" h="1564547">
                <a:moveTo>
                  <a:pt x="0" y="0"/>
                </a:moveTo>
                <a:lnTo>
                  <a:pt x="0" y="167780"/>
                </a:lnTo>
                <a:lnTo>
                  <a:pt x="427839" y="306198"/>
                </a:lnTo>
                <a:lnTo>
                  <a:pt x="453006" y="1564547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CB8052C-409A-72B2-8588-0DF6A5019476}"/>
              </a:ext>
            </a:extLst>
          </p:cNvPr>
          <p:cNvSpPr/>
          <p:nvPr/>
        </p:nvSpPr>
        <p:spPr>
          <a:xfrm>
            <a:off x="9577131" y="3955595"/>
            <a:ext cx="377928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4195 w 788566"/>
              <a:gd name="connsiteY2" fmla="*/ 222308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30698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88566"/>
              <a:gd name="connsiteY0" fmla="*/ 0 h 1505824"/>
              <a:gd name="connsiteX1" fmla="*/ 770865 w 788566"/>
              <a:gd name="connsiteY1" fmla="*/ 285226 h 1505824"/>
              <a:gd name="connsiteX2" fmla="*/ 13044 w 788566"/>
              <a:gd name="connsiteY2" fmla="*/ 289419 h 1505824"/>
              <a:gd name="connsiteX3" fmla="*/ 0 w 788566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9419 h 1505824"/>
              <a:gd name="connsiteX3" fmla="*/ 0 w 797417"/>
              <a:gd name="connsiteY3" fmla="*/ 1505824 h 1505824"/>
              <a:gd name="connsiteX0" fmla="*/ 788566 w 797417"/>
              <a:gd name="connsiteY0" fmla="*/ 0 h 1505824"/>
              <a:gd name="connsiteX1" fmla="*/ 797417 w 797417"/>
              <a:gd name="connsiteY1" fmla="*/ 285226 h 1505824"/>
              <a:gd name="connsiteX2" fmla="*/ 13044 w 797417"/>
              <a:gd name="connsiteY2" fmla="*/ 285225 h 1505824"/>
              <a:gd name="connsiteX3" fmla="*/ 0 w 797417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417" h="1505824">
                <a:moveTo>
                  <a:pt x="788566" y="0"/>
                </a:moveTo>
                <a:lnTo>
                  <a:pt x="797417" y="285226"/>
                </a:lnTo>
                <a:lnTo>
                  <a:pt x="13044" y="285225"/>
                </a:lnTo>
                <a:cubicBezTo>
                  <a:pt x="11646" y="679508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21E6492-037A-0821-6366-F2721A05029B}"/>
              </a:ext>
            </a:extLst>
          </p:cNvPr>
          <p:cNvSpPr/>
          <p:nvPr/>
        </p:nvSpPr>
        <p:spPr>
          <a:xfrm>
            <a:off x="9258387" y="3958949"/>
            <a:ext cx="788566" cy="1505824"/>
          </a:xfrm>
          <a:custGeom>
            <a:avLst/>
            <a:gdLst>
              <a:gd name="connsiteX0" fmla="*/ 788566 w 788566"/>
              <a:gd name="connsiteY0" fmla="*/ 0 h 1505824"/>
              <a:gd name="connsiteX1" fmla="*/ 788566 w 788566"/>
              <a:gd name="connsiteY1" fmla="*/ 322976 h 1505824"/>
              <a:gd name="connsiteX2" fmla="*/ 4195 w 788566"/>
              <a:gd name="connsiteY2" fmla="*/ 322976 h 1505824"/>
              <a:gd name="connsiteX3" fmla="*/ 0 w 788566"/>
              <a:gd name="connsiteY3" fmla="*/ 1505824 h 1505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566" h="1505824">
                <a:moveTo>
                  <a:pt x="788566" y="0"/>
                </a:moveTo>
                <a:lnTo>
                  <a:pt x="788566" y="322976"/>
                </a:lnTo>
                <a:lnTo>
                  <a:pt x="4195" y="322976"/>
                </a:lnTo>
                <a:cubicBezTo>
                  <a:pt x="2797" y="717259"/>
                  <a:pt x="1398" y="1111541"/>
                  <a:pt x="0" y="1505824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DC7FAE-AEC6-1E19-7115-FB58B314C263}"/>
              </a:ext>
            </a:extLst>
          </p:cNvPr>
          <p:cNvGrpSpPr/>
          <p:nvPr/>
        </p:nvGrpSpPr>
        <p:grpSpPr>
          <a:xfrm>
            <a:off x="9124170" y="4363941"/>
            <a:ext cx="255090" cy="255090"/>
            <a:chOff x="2766747" y="2052494"/>
            <a:chExt cx="255090" cy="255090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4DE9EA81-98C5-12A2-C203-33342DB1AB5A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EF91D5B-96E7-8472-F21C-D477A139821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C331636-D247-0CA9-B4AF-3BB5417CD212}"/>
              </a:ext>
            </a:extLst>
          </p:cNvPr>
          <p:cNvGrpSpPr/>
          <p:nvPr/>
        </p:nvGrpSpPr>
        <p:grpSpPr>
          <a:xfrm>
            <a:off x="9444891" y="4363941"/>
            <a:ext cx="255090" cy="255090"/>
            <a:chOff x="2766747" y="2052494"/>
            <a:chExt cx="255090" cy="25509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DE337346-703D-933F-77FA-47B9217F4C9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4F2D31-BE72-B20A-B05F-5B632EFCAC8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0B900C2-FA89-A29C-6940-839C680EA480}"/>
              </a:ext>
            </a:extLst>
          </p:cNvPr>
          <p:cNvGrpSpPr/>
          <p:nvPr/>
        </p:nvGrpSpPr>
        <p:grpSpPr>
          <a:xfrm>
            <a:off x="9765612" y="4363941"/>
            <a:ext cx="255090" cy="255090"/>
            <a:chOff x="2766747" y="2052494"/>
            <a:chExt cx="255090" cy="255090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C2FC707E-E1D5-76EA-24FC-78CE92CB5EFE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61AB81C-02D7-1D0E-4322-93A32761467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8A68F9-9F9F-F3B3-7E83-232040F126DF}"/>
              </a:ext>
            </a:extLst>
          </p:cNvPr>
          <p:cNvGrpSpPr/>
          <p:nvPr/>
        </p:nvGrpSpPr>
        <p:grpSpPr>
          <a:xfrm>
            <a:off x="10086333" y="4363941"/>
            <a:ext cx="255090" cy="255090"/>
            <a:chOff x="2766747" y="2052494"/>
            <a:chExt cx="255090" cy="25509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0B27018-3668-6818-C039-4BECAF5A676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DBA4F7E-44A2-85BC-2165-DFFBC4B718B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FC7C94-B13B-66F4-75A0-3D5387B883EA}"/>
              </a:ext>
            </a:extLst>
          </p:cNvPr>
          <p:cNvGrpSpPr/>
          <p:nvPr/>
        </p:nvGrpSpPr>
        <p:grpSpPr>
          <a:xfrm>
            <a:off x="9124170" y="4684663"/>
            <a:ext cx="255090" cy="255090"/>
            <a:chOff x="2766747" y="2052494"/>
            <a:chExt cx="255090" cy="25509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2018879-5114-1A27-1F8D-F012A8D1470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CED7B70-F1BA-9D51-099E-FA354626DACE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936B0AC-0907-C310-F2E4-43AF09A9363C}"/>
              </a:ext>
            </a:extLst>
          </p:cNvPr>
          <p:cNvGrpSpPr/>
          <p:nvPr/>
        </p:nvGrpSpPr>
        <p:grpSpPr>
          <a:xfrm>
            <a:off x="9444891" y="4684663"/>
            <a:ext cx="255090" cy="255090"/>
            <a:chOff x="2766747" y="2052494"/>
            <a:chExt cx="255090" cy="25509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5A8EF61-18A7-356B-6D9D-431A5C236C50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4D9D24A-8AA1-EDFE-9587-226374DC486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C8C350A-FE8F-B226-E477-64FE497A0E7C}"/>
              </a:ext>
            </a:extLst>
          </p:cNvPr>
          <p:cNvGrpSpPr/>
          <p:nvPr/>
        </p:nvGrpSpPr>
        <p:grpSpPr>
          <a:xfrm>
            <a:off x="9765612" y="4684663"/>
            <a:ext cx="255090" cy="255090"/>
            <a:chOff x="2766747" y="2052494"/>
            <a:chExt cx="255090" cy="255090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8C86DB6-84AC-8039-33CA-1950F2355404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6A1AF5-F652-5CF0-7409-C300965D9CA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C8F06D-5848-A74F-E9C6-5D01E4FF788D}"/>
              </a:ext>
            </a:extLst>
          </p:cNvPr>
          <p:cNvGrpSpPr/>
          <p:nvPr/>
        </p:nvGrpSpPr>
        <p:grpSpPr>
          <a:xfrm>
            <a:off x="10086333" y="4684663"/>
            <a:ext cx="255090" cy="255090"/>
            <a:chOff x="2766747" y="2052494"/>
            <a:chExt cx="255090" cy="25509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4AEEFE5A-E292-1840-0695-75424D460EA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973490-2E40-EF11-6375-72769133591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0E81FCB-358B-687E-54ED-7E5D4F49B25B}"/>
              </a:ext>
            </a:extLst>
          </p:cNvPr>
          <p:cNvGrpSpPr/>
          <p:nvPr/>
        </p:nvGrpSpPr>
        <p:grpSpPr>
          <a:xfrm>
            <a:off x="9124170" y="5005385"/>
            <a:ext cx="255090" cy="255090"/>
            <a:chOff x="2766747" y="2052494"/>
            <a:chExt cx="255090" cy="25509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C6BB9A1-A614-6EA8-AAE9-A90CFA69CA0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06FD9FA-6756-EB2C-524B-6BCDCEC6F21B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918AE0D-5DB9-0EB5-8C02-1E9A6E4CDA93}"/>
              </a:ext>
            </a:extLst>
          </p:cNvPr>
          <p:cNvGrpSpPr/>
          <p:nvPr/>
        </p:nvGrpSpPr>
        <p:grpSpPr>
          <a:xfrm>
            <a:off x="9444891" y="5005385"/>
            <a:ext cx="255090" cy="255090"/>
            <a:chOff x="2766747" y="2052494"/>
            <a:chExt cx="255090" cy="255090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7A8E4F1D-E825-0913-DE46-5E4A8EA12F8F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961A371-DBB2-5522-F224-ABBDDA157320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636D66D-003F-5688-63F9-D87D53B5E7CA}"/>
              </a:ext>
            </a:extLst>
          </p:cNvPr>
          <p:cNvGrpSpPr/>
          <p:nvPr/>
        </p:nvGrpSpPr>
        <p:grpSpPr>
          <a:xfrm>
            <a:off x="9765612" y="5005385"/>
            <a:ext cx="255090" cy="255090"/>
            <a:chOff x="2766747" y="2052494"/>
            <a:chExt cx="255090" cy="255090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E0647BBA-A527-3CD8-FC18-A148E0FB6049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F64B671-CDF6-E453-54E1-43EA2BD1FBF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C17EDFE-6F1A-1FB8-D4DC-8CC34FBF8F25}"/>
              </a:ext>
            </a:extLst>
          </p:cNvPr>
          <p:cNvGrpSpPr/>
          <p:nvPr/>
        </p:nvGrpSpPr>
        <p:grpSpPr>
          <a:xfrm>
            <a:off x="10086333" y="5005385"/>
            <a:ext cx="255090" cy="255090"/>
            <a:chOff x="2766747" y="2052494"/>
            <a:chExt cx="255090" cy="255090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FF384B3B-1A3A-F40E-865F-0E045FAB7DF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47EEF92-EE9B-E715-91F4-45149D7F83F4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40C6D0A-F598-9A0D-E8B6-336A1E273E17}"/>
              </a:ext>
            </a:extLst>
          </p:cNvPr>
          <p:cNvGrpSpPr/>
          <p:nvPr/>
        </p:nvGrpSpPr>
        <p:grpSpPr>
          <a:xfrm>
            <a:off x="9124170" y="5326107"/>
            <a:ext cx="255090" cy="255090"/>
            <a:chOff x="2766747" y="2052494"/>
            <a:chExt cx="255090" cy="255090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27B2EB69-369A-2F98-19C6-C52A877FD5B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94AC098-CA60-77C8-153D-663A09DB26CD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F3D91AA-E520-CC0C-B670-E5CE9686FFCA}"/>
              </a:ext>
            </a:extLst>
          </p:cNvPr>
          <p:cNvGrpSpPr/>
          <p:nvPr/>
        </p:nvGrpSpPr>
        <p:grpSpPr>
          <a:xfrm>
            <a:off x="9444891" y="5326107"/>
            <a:ext cx="255090" cy="255090"/>
            <a:chOff x="2766747" y="2052494"/>
            <a:chExt cx="255090" cy="255090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1B6F9BF2-F07A-60F1-E17B-58009A34271C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EBD6BC5-41C3-F341-6D77-0A498DF0B2E3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E984BB7-F97C-B485-2FDB-037D988B1DAE}"/>
              </a:ext>
            </a:extLst>
          </p:cNvPr>
          <p:cNvGrpSpPr/>
          <p:nvPr/>
        </p:nvGrpSpPr>
        <p:grpSpPr>
          <a:xfrm>
            <a:off x="9765612" y="5326107"/>
            <a:ext cx="255090" cy="255090"/>
            <a:chOff x="2766747" y="2052494"/>
            <a:chExt cx="255090" cy="255090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7FEDC758-BA4F-859E-F544-8BE5A4CC4241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7F8102A-49D2-449F-1263-7905C11A0CBF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FE844A7-56F6-C2FE-D189-F8376B5DA956}"/>
              </a:ext>
            </a:extLst>
          </p:cNvPr>
          <p:cNvGrpSpPr/>
          <p:nvPr/>
        </p:nvGrpSpPr>
        <p:grpSpPr>
          <a:xfrm>
            <a:off x="10086333" y="5326107"/>
            <a:ext cx="255090" cy="255090"/>
            <a:chOff x="2766747" y="2052494"/>
            <a:chExt cx="255090" cy="255090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F9E1E118-3E22-71F7-29CC-53FBB7F72DEB}"/>
                </a:ext>
              </a:extLst>
            </p:cNvPr>
            <p:cNvSpPr/>
            <p:nvPr/>
          </p:nvSpPr>
          <p:spPr>
            <a:xfrm>
              <a:off x="2766747" y="2052494"/>
              <a:ext cx="255090" cy="255090"/>
            </a:xfrm>
            <a:prstGeom prst="roundRect">
              <a:avLst>
                <a:gd name="adj" fmla="val 9199"/>
              </a:avLst>
            </a:prstGeom>
            <a:solidFill>
              <a:schemeClr val="bg1">
                <a:lumMod val="6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01628AC-6BDA-8921-7646-776F3ED162D1}"/>
                </a:ext>
              </a:extLst>
            </p:cNvPr>
            <p:cNvSpPr/>
            <p:nvPr/>
          </p:nvSpPr>
          <p:spPr>
            <a:xfrm>
              <a:off x="2832379" y="2118126"/>
              <a:ext cx="123825" cy="123825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5808808-7AD3-B54C-48B1-9E4A1EE4B649}"/>
              </a:ext>
            </a:extLst>
          </p:cNvPr>
          <p:cNvGrpSpPr/>
          <p:nvPr/>
        </p:nvGrpSpPr>
        <p:grpSpPr>
          <a:xfrm>
            <a:off x="9317030" y="3891836"/>
            <a:ext cx="815362" cy="138419"/>
            <a:chOff x="5146646" y="1950440"/>
            <a:chExt cx="815362" cy="138419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1E34A933-A4AB-8269-0E80-D0FEB9C33EDF}"/>
                </a:ext>
              </a:extLst>
            </p:cNvPr>
            <p:cNvSpPr/>
            <p:nvPr/>
          </p:nvSpPr>
          <p:spPr>
            <a:xfrm>
              <a:off x="5146646" y="1950440"/>
              <a:ext cx="815362" cy="138419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7C9D792-137C-D49B-5A55-3BF223D55962}"/>
                </a:ext>
              </a:extLst>
            </p:cNvPr>
            <p:cNvSpPr/>
            <p:nvPr/>
          </p:nvSpPr>
          <p:spPr>
            <a:xfrm rot="16200000">
              <a:off x="5201236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E34D2499-413C-4136-C5DE-645BEF93A909}"/>
                </a:ext>
              </a:extLst>
            </p:cNvPr>
            <p:cNvSpPr/>
            <p:nvPr/>
          </p:nvSpPr>
          <p:spPr>
            <a:xfrm rot="16200000">
              <a:off x="5294405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4E91BBF-A056-9D88-D8E4-62D8DAB3FE21}"/>
                </a:ext>
              </a:extLst>
            </p:cNvPr>
            <p:cNvSpPr/>
            <p:nvPr/>
          </p:nvSpPr>
          <p:spPr>
            <a:xfrm rot="16200000">
              <a:off x="5387574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5302D07B-05AE-E219-1561-A6A6B1CD4C31}"/>
                </a:ext>
              </a:extLst>
            </p:cNvPr>
            <p:cNvSpPr/>
            <p:nvPr/>
          </p:nvSpPr>
          <p:spPr>
            <a:xfrm rot="16200000">
              <a:off x="5480743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E4F6FB06-70B6-B150-1CFD-E0019A990148}"/>
                </a:ext>
              </a:extLst>
            </p:cNvPr>
            <p:cNvSpPr/>
            <p:nvPr/>
          </p:nvSpPr>
          <p:spPr>
            <a:xfrm rot="16200000">
              <a:off x="5573912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83F7101-86F6-0534-BE02-378429EB4372}"/>
                </a:ext>
              </a:extLst>
            </p:cNvPr>
            <p:cNvSpPr/>
            <p:nvPr/>
          </p:nvSpPr>
          <p:spPr>
            <a:xfrm rot="16200000">
              <a:off x="5667081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CB16A15-7FD5-8164-66CA-AC94F729F9C2}"/>
                </a:ext>
              </a:extLst>
            </p:cNvPr>
            <p:cNvSpPr/>
            <p:nvPr/>
          </p:nvSpPr>
          <p:spPr>
            <a:xfrm rot="16200000">
              <a:off x="5760250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A2CDF87-98A2-1DE1-F4C2-04853CDBE839}"/>
                </a:ext>
              </a:extLst>
            </p:cNvPr>
            <p:cNvSpPr/>
            <p:nvPr/>
          </p:nvSpPr>
          <p:spPr>
            <a:xfrm rot="16200000">
              <a:off x="5853419" y="1992111"/>
              <a:ext cx="52322" cy="55076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CC602D80-17DE-12B0-9515-DBC01F490968}"/>
              </a:ext>
            </a:extLst>
          </p:cNvPr>
          <p:cNvSpPr txBox="1"/>
          <p:nvPr/>
        </p:nvSpPr>
        <p:spPr>
          <a:xfrm>
            <a:off x="9069930" y="3729000"/>
            <a:ext cx="112883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>
                <a:solidFill>
                  <a:schemeClr val="bg1"/>
                </a:solidFill>
                <a:latin typeface="Consolas" panose="020B0609020204030204" pitchFamily="49" charset="0"/>
              </a:rPr>
              <a:t>pin 7 6 5 4 3 2 1 0</a:t>
            </a:r>
            <a:endParaRPr lang="LID4096" sz="7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ED7C70D-AFD4-7333-39E7-5AB74E837BAA}"/>
              </a:ext>
            </a:extLst>
          </p:cNvPr>
          <p:cNvSpPr txBox="1"/>
          <p:nvPr/>
        </p:nvSpPr>
        <p:spPr>
          <a:xfrm>
            <a:off x="9055467" y="449624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0</a:t>
            </a:r>
            <a:endParaRPr lang="LID4096" sz="50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63B5EC-07D8-6FBA-7842-67669ED3963D}"/>
              </a:ext>
            </a:extLst>
          </p:cNvPr>
          <p:cNvSpPr txBox="1"/>
          <p:nvPr/>
        </p:nvSpPr>
        <p:spPr>
          <a:xfrm>
            <a:off x="9377524" y="449731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</a:t>
            </a:r>
            <a:endParaRPr lang="LID4096" sz="5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62B1779-B024-82DD-555A-0F7EF2DD3CDE}"/>
              </a:ext>
            </a:extLst>
          </p:cNvPr>
          <p:cNvSpPr txBox="1"/>
          <p:nvPr/>
        </p:nvSpPr>
        <p:spPr>
          <a:xfrm>
            <a:off x="9699581" y="449838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2</a:t>
            </a:r>
            <a:endParaRPr lang="LID4096" sz="5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BCB9BF-3B86-A9FB-DA56-35E337898B06}"/>
              </a:ext>
            </a:extLst>
          </p:cNvPr>
          <p:cNvSpPr txBox="1"/>
          <p:nvPr/>
        </p:nvSpPr>
        <p:spPr>
          <a:xfrm>
            <a:off x="10021638" y="4499447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3</a:t>
            </a:r>
            <a:endParaRPr lang="LID4096" sz="5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A01181-B4B3-CD3F-B4E2-55645EB40F2D}"/>
              </a:ext>
            </a:extLst>
          </p:cNvPr>
          <p:cNvSpPr txBox="1"/>
          <p:nvPr/>
        </p:nvSpPr>
        <p:spPr>
          <a:xfrm>
            <a:off x="9055467" y="4798723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4</a:t>
            </a:r>
            <a:endParaRPr lang="LID4096" sz="5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BF6808-C04E-0308-4CA8-829260DB0C64}"/>
              </a:ext>
            </a:extLst>
          </p:cNvPr>
          <p:cNvSpPr txBox="1"/>
          <p:nvPr/>
        </p:nvSpPr>
        <p:spPr>
          <a:xfrm>
            <a:off x="9377524" y="479978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5</a:t>
            </a:r>
            <a:endParaRPr lang="LID4096" sz="5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DE3FE1A-F927-2F01-FD86-359136F3962D}"/>
              </a:ext>
            </a:extLst>
          </p:cNvPr>
          <p:cNvSpPr txBox="1"/>
          <p:nvPr/>
        </p:nvSpPr>
        <p:spPr>
          <a:xfrm>
            <a:off x="9699581" y="480085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6</a:t>
            </a:r>
            <a:endParaRPr lang="LID4096" sz="5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3989121-B310-4286-0110-B0D88A3C616E}"/>
              </a:ext>
            </a:extLst>
          </p:cNvPr>
          <p:cNvSpPr txBox="1"/>
          <p:nvPr/>
        </p:nvSpPr>
        <p:spPr>
          <a:xfrm>
            <a:off x="10021638" y="4801921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7</a:t>
            </a:r>
            <a:endParaRPr lang="LID4096" sz="5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D770FB-1FB5-0F1B-4A3A-1BEFB0A6F566}"/>
              </a:ext>
            </a:extLst>
          </p:cNvPr>
          <p:cNvSpPr txBox="1"/>
          <p:nvPr/>
        </p:nvSpPr>
        <p:spPr>
          <a:xfrm>
            <a:off x="9054531" y="5124319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8</a:t>
            </a:r>
            <a:endParaRPr lang="LID4096" sz="50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3F52469-835A-A92F-C19A-901791D45ED0}"/>
              </a:ext>
            </a:extLst>
          </p:cNvPr>
          <p:cNvSpPr txBox="1"/>
          <p:nvPr/>
        </p:nvSpPr>
        <p:spPr>
          <a:xfrm>
            <a:off x="9376588" y="5125385"/>
            <a:ext cx="21833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9</a:t>
            </a:r>
            <a:endParaRPr lang="LID4096" sz="5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E5AD9E-4176-5C0D-1FF6-3CB2376C984A}"/>
              </a:ext>
            </a:extLst>
          </p:cNvPr>
          <p:cNvSpPr txBox="1"/>
          <p:nvPr/>
        </p:nvSpPr>
        <p:spPr>
          <a:xfrm>
            <a:off x="9698645" y="512645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10</a:t>
            </a:r>
            <a:endParaRPr lang="LID4096" sz="50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FB2109-F171-540A-E7C7-735F5D2A70A7}"/>
              </a:ext>
            </a:extLst>
          </p:cNvPr>
          <p:cNvSpPr txBox="1"/>
          <p:nvPr/>
        </p:nvSpPr>
        <p:spPr>
          <a:xfrm>
            <a:off x="10020702" y="512751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11</a:t>
            </a:r>
            <a:endParaRPr lang="LID4096" sz="5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6D79E6-7AFC-A6C6-B1F6-3FE745498120}"/>
              </a:ext>
            </a:extLst>
          </p:cNvPr>
          <p:cNvSpPr txBox="1"/>
          <p:nvPr/>
        </p:nvSpPr>
        <p:spPr>
          <a:xfrm>
            <a:off x="9053595" y="5449915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12</a:t>
            </a:r>
            <a:endParaRPr lang="LID4096" sz="5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B7EB782-7BDB-0C75-F2F4-F33869F2AB4C}"/>
              </a:ext>
            </a:extLst>
          </p:cNvPr>
          <p:cNvSpPr txBox="1"/>
          <p:nvPr/>
        </p:nvSpPr>
        <p:spPr>
          <a:xfrm>
            <a:off x="9375652" y="5450981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13</a:t>
            </a:r>
            <a:endParaRPr lang="LID4096" sz="5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D614646-5F2C-E6BF-CEE3-2F9DE1E064F2}"/>
              </a:ext>
            </a:extLst>
          </p:cNvPr>
          <p:cNvSpPr txBox="1"/>
          <p:nvPr/>
        </p:nvSpPr>
        <p:spPr>
          <a:xfrm>
            <a:off x="9697709" y="5452047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14</a:t>
            </a:r>
            <a:endParaRPr lang="LID4096" sz="50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1D6CF11-48AA-90BF-7DD3-575A26CA015A}"/>
              </a:ext>
            </a:extLst>
          </p:cNvPr>
          <p:cNvSpPr txBox="1"/>
          <p:nvPr/>
        </p:nvSpPr>
        <p:spPr>
          <a:xfrm>
            <a:off x="10019766" y="5453113"/>
            <a:ext cx="25199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00"/>
              <a:t>15</a:t>
            </a:r>
            <a:endParaRPr lang="LID4096" sz="5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636FCF2-96C3-C442-E96D-A11DC6181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4790492" y="3817567"/>
            <a:ext cx="3095687" cy="1602927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08D87FA6-AC5F-9407-F9DC-68D2EE30FB55}"/>
              </a:ext>
            </a:extLst>
          </p:cNvPr>
          <p:cNvSpPr/>
          <p:nvPr/>
        </p:nvSpPr>
        <p:spPr>
          <a:xfrm rot="16200000">
            <a:off x="5547725" y="4112390"/>
            <a:ext cx="1955188" cy="81071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D0BDE850-61E7-8DC7-9513-E44C2E0C5FCA}"/>
              </a:ext>
            </a:extLst>
          </p:cNvPr>
          <p:cNvSpPr/>
          <p:nvPr/>
        </p:nvSpPr>
        <p:spPr>
          <a:xfrm rot="16200000">
            <a:off x="5014315" y="4418631"/>
            <a:ext cx="2189810" cy="149806"/>
          </a:xfrm>
          <a:custGeom>
            <a:avLst/>
            <a:gdLst>
              <a:gd name="connsiteX0" fmla="*/ 3406140 w 3825240"/>
              <a:gd name="connsiteY0" fmla="*/ 0 h 259080"/>
              <a:gd name="connsiteX1" fmla="*/ 0 w 3825240"/>
              <a:gd name="connsiteY1" fmla="*/ 68580 h 259080"/>
              <a:gd name="connsiteX2" fmla="*/ 228600 w 3825240"/>
              <a:gd name="connsiteY2" fmla="*/ 259080 h 259080"/>
              <a:gd name="connsiteX3" fmla="*/ 3825240 w 3825240"/>
              <a:gd name="connsiteY3" fmla="*/ 167640 h 259080"/>
              <a:gd name="connsiteX4" fmla="*/ 3406140 w 3825240"/>
              <a:gd name="connsiteY4" fmla="*/ 0 h 259080"/>
              <a:gd name="connsiteX0" fmla="*/ 3406140 w 3787140"/>
              <a:gd name="connsiteY0" fmla="*/ 0 h 259080"/>
              <a:gd name="connsiteX1" fmla="*/ 0 w 3787140"/>
              <a:gd name="connsiteY1" fmla="*/ 68580 h 259080"/>
              <a:gd name="connsiteX2" fmla="*/ 228600 w 3787140"/>
              <a:gd name="connsiteY2" fmla="*/ 259080 h 259080"/>
              <a:gd name="connsiteX3" fmla="*/ 3787140 w 3787140"/>
              <a:gd name="connsiteY3" fmla="*/ 153353 h 259080"/>
              <a:gd name="connsiteX4" fmla="*/ 3406140 w 3787140"/>
              <a:gd name="connsiteY4" fmla="*/ 0 h 259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7140" h="259080">
                <a:moveTo>
                  <a:pt x="3406140" y="0"/>
                </a:moveTo>
                <a:lnTo>
                  <a:pt x="0" y="68580"/>
                </a:lnTo>
                <a:lnTo>
                  <a:pt x="228600" y="259080"/>
                </a:lnTo>
                <a:lnTo>
                  <a:pt x="3787140" y="153353"/>
                </a:lnTo>
                <a:lnTo>
                  <a:pt x="340614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84246BCF-2F3F-870F-00BD-EEF9F99B9F3F}"/>
              </a:ext>
            </a:extLst>
          </p:cNvPr>
          <p:cNvSpPr/>
          <p:nvPr/>
        </p:nvSpPr>
        <p:spPr>
          <a:xfrm rot="16200000">
            <a:off x="6514578" y="5020058"/>
            <a:ext cx="118964" cy="991363"/>
          </a:xfrm>
          <a:custGeom>
            <a:avLst/>
            <a:gdLst>
              <a:gd name="connsiteX0" fmla="*/ 0 w 205740"/>
              <a:gd name="connsiteY0" fmla="*/ 0 h 1714500"/>
              <a:gd name="connsiteX1" fmla="*/ 30480 w 205740"/>
              <a:gd name="connsiteY1" fmla="*/ 1539240 h 1714500"/>
              <a:gd name="connsiteX2" fmla="*/ 205740 w 205740"/>
              <a:gd name="connsiteY2" fmla="*/ 1714500 h 1714500"/>
              <a:gd name="connsiteX3" fmla="*/ 198120 w 205740"/>
              <a:gd name="connsiteY3" fmla="*/ 167640 h 1714500"/>
              <a:gd name="connsiteX4" fmla="*/ 0 w 205740"/>
              <a:gd name="connsiteY4" fmla="*/ 0 h 1714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740" h="1714500">
                <a:moveTo>
                  <a:pt x="0" y="0"/>
                </a:moveTo>
                <a:lnTo>
                  <a:pt x="30480" y="1539240"/>
                </a:lnTo>
                <a:lnTo>
                  <a:pt x="205740" y="1714500"/>
                </a:lnTo>
                <a:lnTo>
                  <a:pt x="198120" y="16764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917FC461-C215-DC4E-BAA5-34C436E81B29}"/>
              </a:ext>
            </a:extLst>
          </p:cNvPr>
          <p:cNvSpPr/>
          <p:nvPr/>
        </p:nvSpPr>
        <p:spPr>
          <a:xfrm rot="16200000">
            <a:off x="5560667" y="3942777"/>
            <a:ext cx="2079659" cy="956115"/>
          </a:xfrm>
          <a:custGeom>
            <a:avLst/>
            <a:gdLst>
              <a:gd name="connsiteX0" fmla="*/ 0 w 3680460"/>
              <a:gd name="connsiteY0" fmla="*/ 1653540 h 1653540"/>
              <a:gd name="connsiteX1" fmla="*/ 1463040 w 3680460"/>
              <a:gd name="connsiteY1" fmla="*/ 1592580 h 1653540"/>
              <a:gd name="connsiteX2" fmla="*/ 1463040 w 3680460"/>
              <a:gd name="connsiteY2" fmla="*/ 1417320 h 1653540"/>
              <a:gd name="connsiteX3" fmla="*/ 182880 w 3680460"/>
              <a:gd name="connsiteY3" fmla="*/ 1478280 h 1653540"/>
              <a:gd name="connsiteX4" fmla="*/ 160020 w 3680460"/>
              <a:gd name="connsiteY4" fmla="*/ 266700 h 1653540"/>
              <a:gd name="connsiteX5" fmla="*/ 3474720 w 3680460"/>
              <a:gd name="connsiteY5" fmla="*/ 160020 h 1653540"/>
              <a:gd name="connsiteX6" fmla="*/ 3467100 w 3680460"/>
              <a:gd name="connsiteY6" fmla="*/ 1424940 h 1653540"/>
              <a:gd name="connsiteX7" fmla="*/ 2278380 w 3680460"/>
              <a:gd name="connsiteY7" fmla="*/ 1432560 h 1653540"/>
              <a:gd name="connsiteX8" fmla="*/ 2263140 w 3680460"/>
              <a:gd name="connsiteY8" fmla="*/ 1584960 h 1653540"/>
              <a:gd name="connsiteX9" fmla="*/ 3680460 w 3680460"/>
              <a:gd name="connsiteY9" fmla="*/ 1546860 h 1653540"/>
              <a:gd name="connsiteX10" fmla="*/ 3589020 w 3680460"/>
              <a:gd name="connsiteY10" fmla="*/ 0 h 1653540"/>
              <a:gd name="connsiteX11" fmla="*/ 0 w 3680460"/>
              <a:gd name="connsiteY11" fmla="*/ 91440 h 1653540"/>
              <a:gd name="connsiteX12" fmla="*/ 0 w 3680460"/>
              <a:gd name="connsiteY12" fmla="*/ 1653540 h 1653540"/>
              <a:gd name="connsiteX0" fmla="*/ 0 w 3649980"/>
              <a:gd name="connsiteY0" fmla="*/ 1653540 h 1653540"/>
              <a:gd name="connsiteX1" fmla="*/ 1463040 w 3649980"/>
              <a:gd name="connsiteY1" fmla="*/ 1592580 h 1653540"/>
              <a:gd name="connsiteX2" fmla="*/ 1463040 w 3649980"/>
              <a:gd name="connsiteY2" fmla="*/ 1417320 h 1653540"/>
              <a:gd name="connsiteX3" fmla="*/ 182880 w 3649980"/>
              <a:gd name="connsiteY3" fmla="*/ 1478280 h 1653540"/>
              <a:gd name="connsiteX4" fmla="*/ 160020 w 3649980"/>
              <a:gd name="connsiteY4" fmla="*/ 266700 h 1653540"/>
              <a:gd name="connsiteX5" fmla="*/ 3474720 w 3649980"/>
              <a:gd name="connsiteY5" fmla="*/ 160020 h 1653540"/>
              <a:gd name="connsiteX6" fmla="*/ 3467100 w 3649980"/>
              <a:gd name="connsiteY6" fmla="*/ 1424940 h 1653540"/>
              <a:gd name="connsiteX7" fmla="*/ 2278380 w 3649980"/>
              <a:gd name="connsiteY7" fmla="*/ 1432560 h 1653540"/>
              <a:gd name="connsiteX8" fmla="*/ 2263140 w 3649980"/>
              <a:gd name="connsiteY8" fmla="*/ 1584960 h 1653540"/>
              <a:gd name="connsiteX9" fmla="*/ 3649980 w 3649980"/>
              <a:gd name="connsiteY9" fmla="*/ 1554480 h 1653540"/>
              <a:gd name="connsiteX10" fmla="*/ 3589020 w 3649980"/>
              <a:gd name="connsiteY10" fmla="*/ 0 h 1653540"/>
              <a:gd name="connsiteX11" fmla="*/ 0 w 3649980"/>
              <a:gd name="connsiteY11" fmla="*/ 91440 h 1653540"/>
              <a:gd name="connsiteX12" fmla="*/ 0 w 3649980"/>
              <a:gd name="connsiteY12" fmla="*/ 1653540 h 1653540"/>
              <a:gd name="connsiteX0" fmla="*/ 0 w 3596640"/>
              <a:gd name="connsiteY0" fmla="*/ 1653540 h 1653540"/>
              <a:gd name="connsiteX1" fmla="*/ 1463040 w 3596640"/>
              <a:gd name="connsiteY1" fmla="*/ 1592580 h 1653540"/>
              <a:gd name="connsiteX2" fmla="*/ 1463040 w 3596640"/>
              <a:gd name="connsiteY2" fmla="*/ 1417320 h 1653540"/>
              <a:gd name="connsiteX3" fmla="*/ 182880 w 3596640"/>
              <a:gd name="connsiteY3" fmla="*/ 1478280 h 1653540"/>
              <a:gd name="connsiteX4" fmla="*/ 160020 w 3596640"/>
              <a:gd name="connsiteY4" fmla="*/ 266700 h 1653540"/>
              <a:gd name="connsiteX5" fmla="*/ 3474720 w 3596640"/>
              <a:gd name="connsiteY5" fmla="*/ 160020 h 1653540"/>
              <a:gd name="connsiteX6" fmla="*/ 3467100 w 3596640"/>
              <a:gd name="connsiteY6" fmla="*/ 1424940 h 1653540"/>
              <a:gd name="connsiteX7" fmla="*/ 2278380 w 3596640"/>
              <a:gd name="connsiteY7" fmla="*/ 1432560 h 1653540"/>
              <a:gd name="connsiteX8" fmla="*/ 2263140 w 3596640"/>
              <a:gd name="connsiteY8" fmla="*/ 1584960 h 1653540"/>
              <a:gd name="connsiteX9" fmla="*/ 3596640 w 3596640"/>
              <a:gd name="connsiteY9" fmla="*/ 1546860 h 1653540"/>
              <a:gd name="connsiteX10" fmla="*/ 3589020 w 3596640"/>
              <a:gd name="connsiteY10" fmla="*/ 0 h 1653540"/>
              <a:gd name="connsiteX11" fmla="*/ 0 w 3596640"/>
              <a:gd name="connsiteY11" fmla="*/ 91440 h 1653540"/>
              <a:gd name="connsiteX12" fmla="*/ 0 w 3596640"/>
              <a:gd name="connsiteY12" fmla="*/ 1653540 h 165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596640" h="1653540">
                <a:moveTo>
                  <a:pt x="0" y="1653540"/>
                </a:moveTo>
                <a:lnTo>
                  <a:pt x="1463040" y="1592580"/>
                </a:lnTo>
                <a:lnTo>
                  <a:pt x="1463040" y="1417320"/>
                </a:lnTo>
                <a:lnTo>
                  <a:pt x="182880" y="1478280"/>
                </a:lnTo>
                <a:lnTo>
                  <a:pt x="160020" y="266700"/>
                </a:lnTo>
                <a:lnTo>
                  <a:pt x="3474720" y="160020"/>
                </a:lnTo>
                <a:lnTo>
                  <a:pt x="3467100" y="1424940"/>
                </a:lnTo>
                <a:lnTo>
                  <a:pt x="2278380" y="1432560"/>
                </a:lnTo>
                <a:lnTo>
                  <a:pt x="2263140" y="1584960"/>
                </a:lnTo>
                <a:lnTo>
                  <a:pt x="3596640" y="1546860"/>
                </a:lnTo>
                <a:lnTo>
                  <a:pt x="3589020" y="0"/>
                </a:lnTo>
                <a:lnTo>
                  <a:pt x="0" y="91440"/>
                </a:lnTo>
                <a:lnTo>
                  <a:pt x="0" y="165354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CAD40FF5-46D5-780F-4481-BFA1A2B93E28}"/>
              </a:ext>
            </a:extLst>
          </p:cNvPr>
          <p:cNvSpPr/>
          <p:nvPr/>
        </p:nvSpPr>
        <p:spPr>
          <a:xfrm rot="16200000">
            <a:off x="5643693" y="4024151"/>
            <a:ext cx="1911127" cy="758668"/>
          </a:xfrm>
          <a:custGeom>
            <a:avLst/>
            <a:gdLst>
              <a:gd name="connsiteX0" fmla="*/ 2943225 w 3305175"/>
              <a:gd name="connsiteY0" fmla="*/ 4762 h 1312068"/>
              <a:gd name="connsiteX1" fmla="*/ 2964657 w 3305175"/>
              <a:gd name="connsiteY1" fmla="*/ 1040606 h 1312068"/>
              <a:gd name="connsiteX2" fmla="*/ 0 w 3305175"/>
              <a:gd name="connsiteY2" fmla="*/ 1133475 h 1312068"/>
              <a:gd name="connsiteX3" fmla="*/ 7144 w 3305175"/>
              <a:gd name="connsiteY3" fmla="*/ 1312068 h 1312068"/>
              <a:gd name="connsiteX4" fmla="*/ 1290638 w 3305175"/>
              <a:gd name="connsiteY4" fmla="*/ 1254918 h 1312068"/>
              <a:gd name="connsiteX5" fmla="*/ 1362075 w 3305175"/>
              <a:gd name="connsiteY5" fmla="*/ 1202531 h 1312068"/>
              <a:gd name="connsiteX6" fmla="*/ 1431132 w 3305175"/>
              <a:gd name="connsiteY6" fmla="*/ 1185862 h 1312068"/>
              <a:gd name="connsiteX7" fmla="*/ 1735932 w 3305175"/>
              <a:gd name="connsiteY7" fmla="*/ 1171575 h 1312068"/>
              <a:gd name="connsiteX8" fmla="*/ 1902619 w 3305175"/>
              <a:gd name="connsiteY8" fmla="*/ 1178718 h 1312068"/>
              <a:gd name="connsiteX9" fmla="*/ 2100263 w 3305175"/>
              <a:gd name="connsiteY9" fmla="*/ 1264443 h 1312068"/>
              <a:gd name="connsiteX10" fmla="*/ 3300413 w 3305175"/>
              <a:gd name="connsiteY10" fmla="*/ 1257300 h 1312068"/>
              <a:gd name="connsiteX11" fmla="*/ 3305175 w 3305175"/>
              <a:gd name="connsiteY11" fmla="*/ 0 h 1312068"/>
              <a:gd name="connsiteX12" fmla="*/ 2943225 w 3305175"/>
              <a:gd name="connsiteY12" fmla="*/ 4762 h 1312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05175" h="1312068">
                <a:moveTo>
                  <a:pt x="2943225" y="4762"/>
                </a:moveTo>
                <a:lnTo>
                  <a:pt x="2964657" y="1040606"/>
                </a:lnTo>
                <a:lnTo>
                  <a:pt x="0" y="1133475"/>
                </a:lnTo>
                <a:lnTo>
                  <a:pt x="7144" y="1312068"/>
                </a:lnTo>
                <a:lnTo>
                  <a:pt x="1290638" y="1254918"/>
                </a:lnTo>
                <a:lnTo>
                  <a:pt x="1362075" y="1202531"/>
                </a:lnTo>
                <a:lnTo>
                  <a:pt x="1431132" y="1185862"/>
                </a:lnTo>
                <a:lnTo>
                  <a:pt x="1735932" y="1171575"/>
                </a:lnTo>
                <a:lnTo>
                  <a:pt x="1902619" y="1178718"/>
                </a:lnTo>
                <a:lnTo>
                  <a:pt x="2100263" y="1264443"/>
                </a:lnTo>
                <a:lnTo>
                  <a:pt x="3300413" y="1257300"/>
                </a:lnTo>
                <a:cubicBezTo>
                  <a:pt x="3302000" y="838200"/>
                  <a:pt x="3303588" y="419100"/>
                  <a:pt x="3305175" y="0"/>
                </a:cubicBezTo>
                <a:lnTo>
                  <a:pt x="2943225" y="4762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96AC08EB-6377-1211-4894-22B93786831D}"/>
              </a:ext>
            </a:extLst>
          </p:cNvPr>
          <p:cNvSpPr/>
          <p:nvPr/>
        </p:nvSpPr>
        <p:spPr>
          <a:xfrm rot="16200000">
            <a:off x="6730750" y="4307103"/>
            <a:ext cx="473651" cy="143197"/>
          </a:xfrm>
          <a:custGeom>
            <a:avLst/>
            <a:gdLst>
              <a:gd name="connsiteX0" fmla="*/ 802482 w 819150"/>
              <a:gd name="connsiteY0" fmla="*/ 242888 h 247650"/>
              <a:gd name="connsiteX1" fmla="*/ 588169 w 819150"/>
              <a:gd name="connsiteY1" fmla="*/ 116682 h 247650"/>
              <a:gd name="connsiteX2" fmla="*/ 452438 w 819150"/>
              <a:gd name="connsiteY2" fmla="*/ 95250 h 247650"/>
              <a:gd name="connsiteX3" fmla="*/ 192882 w 819150"/>
              <a:gd name="connsiteY3" fmla="*/ 92869 h 247650"/>
              <a:gd name="connsiteX4" fmla="*/ 76200 w 819150"/>
              <a:gd name="connsiteY4" fmla="*/ 140494 h 247650"/>
              <a:gd name="connsiteX5" fmla="*/ 11907 w 819150"/>
              <a:gd name="connsiteY5" fmla="*/ 247650 h 247650"/>
              <a:gd name="connsiteX6" fmla="*/ 0 w 819150"/>
              <a:gd name="connsiteY6" fmla="*/ 85725 h 247650"/>
              <a:gd name="connsiteX7" fmla="*/ 76200 w 819150"/>
              <a:gd name="connsiteY7" fmla="*/ 33338 h 247650"/>
              <a:gd name="connsiteX8" fmla="*/ 173832 w 819150"/>
              <a:gd name="connsiteY8" fmla="*/ 14288 h 247650"/>
              <a:gd name="connsiteX9" fmla="*/ 469107 w 819150"/>
              <a:gd name="connsiteY9" fmla="*/ 0 h 247650"/>
              <a:gd name="connsiteX10" fmla="*/ 616744 w 819150"/>
              <a:gd name="connsiteY10" fmla="*/ 14288 h 247650"/>
              <a:gd name="connsiteX11" fmla="*/ 819150 w 819150"/>
              <a:gd name="connsiteY11" fmla="*/ 95250 h 247650"/>
              <a:gd name="connsiteX12" fmla="*/ 802482 w 819150"/>
              <a:gd name="connsiteY12" fmla="*/ 242888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19150" h="247650">
                <a:moveTo>
                  <a:pt x="802482" y="242888"/>
                </a:moveTo>
                <a:lnTo>
                  <a:pt x="588169" y="116682"/>
                </a:lnTo>
                <a:lnTo>
                  <a:pt x="452438" y="95250"/>
                </a:lnTo>
                <a:lnTo>
                  <a:pt x="192882" y="92869"/>
                </a:lnTo>
                <a:lnTo>
                  <a:pt x="76200" y="140494"/>
                </a:lnTo>
                <a:lnTo>
                  <a:pt x="11907" y="247650"/>
                </a:lnTo>
                <a:lnTo>
                  <a:pt x="0" y="85725"/>
                </a:lnTo>
                <a:lnTo>
                  <a:pt x="76200" y="33338"/>
                </a:lnTo>
                <a:lnTo>
                  <a:pt x="173832" y="14288"/>
                </a:lnTo>
                <a:lnTo>
                  <a:pt x="469107" y="0"/>
                </a:lnTo>
                <a:lnTo>
                  <a:pt x="616744" y="14288"/>
                </a:lnTo>
                <a:lnTo>
                  <a:pt x="819150" y="95250"/>
                </a:lnTo>
                <a:lnTo>
                  <a:pt x="802482" y="24288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6F16DAE-C52F-CC94-0D1E-8E0AC5C181AF}"/>
              </a:ext>
            </a:extLst>
          </p:cNvPr>
          <p:cNvGrpSpPr/>
          <p:nvPr/>
        </p:nvGrpSpPr>
        <p:grpSpPr>
          <a:xfrm rot="16200000">
            <a:off x="6374135" y="3859612"/>
            <a:ext cx="121167" cy="90875"/>
            <a:chOff x="6669881" y="4393406"/>
            <a:chExt cx="209550" cy="15716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967E488-0FF6-9DB6-132F-DE44D912867B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734A089-9819-D2E1-3952-DB258FAE8CA9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D40450B-0460-66D7-717F-D33034070A31}"/>
              </a:ext>
            </a:extLst>
          </p:cNvPr>
          <p:cNvGrpSpPr/>
          <p:nvPr/>
        </p:nvGrpSpPr>
        <p:grpSpPr>
          <a:xfrm rot="16200000">
            <a:off x="6392034" y="4117092"/>
            <a:ext cx="121167" cy="90875"/>
            <a:chOff x="6669881" y="4393406"/>
            <a:chExt cx="209550" cy="157163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AFCDFBE-D8E5-D7EC-1BEF-1F3D2A685FA9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2208915-D750-0DF2-1282-2A9A3135CFA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F53786C-3091-A8EA-1C9B-022E6209BE39}"/>
              </a:ext>
            </a:extLst>
          </p:cNvPr>
          <p:cNvGrpSpPr/>
          <p:nvPr/>
        </p:nvGrpSpPr>
        <p:grpSpPr>
          <a:xfrm rot="16200000">
            <a:off x="6409934" y="4374571"/>
            <a:ext cx="121167" cy="90875"/>
            <a:chOff x="6669881" y="4393406"/>
            <a:chExt cx="209550" cy="157163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625586DB-3689-066F-D0C8-197D4F83147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5814C05-6D16-EAF4-791C-E09C50B7CE46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0CA1477-A42B-434E-14F3-ECF943323950}"/>
              </a:ext>
            </a:extLst>
          </p:cNvPr>
          <p:cNvGrpSpPr/>
          <p:nvPr/>
        </p:nvGrpSpPr>
        <p:grpSpPr>
          <a:xfrm rot="16200000">
            <a:off x="6416818" y="4664408"/>
            <a:ext cx="121167" cy="90875"/>
            <a:chOff x="6669881" y="4393406"/>
            <a:chExt cx="209550" cy="157163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944D4E6-0ED8-1693-E4DC-0A3AF372E16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29A9A67B-6107-978B-89D5-B4CCB5EA83A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8F641A4-9BEC-EA3A-A6C9-076FFCC8A987}"/>
              </a:ext>
            </a:extLst>
          </p:cNvPr>
          <p:cNvGrpSpPr/>
          <p:nvPr/>
        </p:nvGrpSpPr>
        <p:grpSpPr>
          <a:xfrm rot="16200000">
            <a:off x="6428222" y="4957132"/>
            <a:ext cx="121167" cy="90875"/>
            <a:chOff x="6669881" y="4393406"/>
            <a:chExt cx="209550" cy="157163"/>
          </a:xfrm>
        </p:grpSpPr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E1CCB52-ECEC-775B-FBBB-E5D8357E6E30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2D76A50F-5D48-B44B-573F-5EF2E243971D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53C58B8-C95B-4C94-754D-DD60BE3ED5B8}"/>
              </a:ext>
            </a:extLst>
          </p:cNvPr>
          <p:cNvGrpSpPr/>
          <p:nvPr/>
        </p:nvGrpSpPr>
        <p:grpSpPr>
          <a:xfrm rot="16200000">
            <a:off x="6663670" y="4964017"/>
            <a:ext cx="121167" cy="90875"/>
            <a:chOff x="6669881" y="4393406"/>
            <a:chExt cx="209550" cy="157163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23DFBD5-CFE1-8226-C9CE-954474264F88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4666521-AE1C-C396-0B31-D0DCFFF03964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444D2C7-47BB-A428-4638-3D1A2727CE75}"/>
              </a:ext>
            </a:extLst>
          </p:cNvPr>
          <p:cNvGrpSpPr/>
          <p:nvPr/>
        </p:nvGrpSpPr>
        <p:grpSpPr>
          <a:xfrm rot="16200000">
            <a:off x="6655408" y="4665786"/>
            <a:ext cx="121167" cy="90875"/>
            <a:chOff x="6669881" y="4393406"/>
            <a:chExt cx="209550" cy="157163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FDB16AD9-5E2C-C672-7C49-41BD23AA62F1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E0F20A1-4663-ECE1-713D-98C8C8F7AEA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DB4663D-68D2-7388-5DF7-F9DD89BFCE81}"/>
              </a:ext>
            </a:extLst>
          </p:cNvPr>
          <p:cNvGrpSpPr/>
          <p:nvPr/>
        </p:nvGrpSpPr>
        <p:grpSpPr>
          <a:xfrm rot="16200000">
            <a:off x="6651667" y="4370442"/>
            <a:ext cx="121167" cy="90875"/>
            <a:chOff x="6669881" y="4393406"/>
            <a:chExt cx="209550" cy="157163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D2D2F03C-9A62-CB5E-3719-B4131CB6C685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27DD0C8-857B-E321-152F-05BA61F0033F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A9B7373-8871-1E41-EDFE-1987A3A70CA1}"/>
              </a:ext>
            </a:extLst>
          </p:cNvPr>
          <p:cNvGrpSpPr/>
          <p:nvPr/>
        </p:nvGrpSpPr>
        <p:grpSpPr>
          <a:xfrm rot="16200000">
            <a:off x="6654990" y="4099194"/>
            <a:ext cx="121167" cy="90875"/>
            <a:chOff x="6669881" y="4393406"/>
            <a:chExt cx="209550" cy="157163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F31DFFE3-4BA4-4CEB-936F-0D0E0E317A5A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8C7D537-1433-D5D8-00DB-7E6957207ACB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DDD4A42-CF3B-65E2-C26B-702662A5C46C}"/>
              </a:ext>
            </a:extLst>
          </p:cNvPr>
          <p:cNvGrpSpPr/>
          <p:nvPr/>
        </p:nvGrpSpPr>
        <p:grpSpPr>
          <a:xfrm rot="16200000">
            <a:off x="6648913" y="3843094"/>
            <a:ext cx="121167" cy="90875"/>
            <a:chOff x="6669881" y="4393406"/>
            <a:chExt cx="209550" cy="157163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B26ACD5-F444-E10C-8A16-325BA8A9D7C2}"/>
                </a:ext>
              </a:extLst>
            </p:cNvPr>
            <p:cNvSpPr/>
            <p:nvPr/>
          </p:nvSpPr>
          <p:spPr>
            <a:xfrm>
              <a:off x="6788944" y="4455319"/>
              <a:ext cx="90487" cy="95250"/>
            </a:xfrm>
            <a:prstGeom prst="rect">
              <a:avLst/>
            </a:prstGeom>
            <a:solidFill>
              <a:srgbClr val="FFC00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4269A51-E2A2-85F4-E383-8ECA694937E5}"/>
                </a:ext>
              </a:extLst>
            </p:cNvPr>
            <p:cNvSpPr/>
            <p:nvPr/>
          </p:nvSpPr>
          <p:spPr>
            <a:xfrm>
              <a:off x="6669881" y="4393406"/>
              <a:ext cx="185737" cy="152400"/>
            </a:xfrm>
            <a:custGeom>
              <a:avLst/>
              <a:gdLst>
                <a:gd name="connsiteX0" fmla="*/ 195263 w 195263"/>
                <a:gd name="connsiteY0" fmla="*/ 57150 h 152400"/>
                <a:gd name="connsiteX1" fmla="*/ 76200 w 195263"/>
                <a:gd name="connsiteY1" fmla="*/ 0 h 152400"/>
                <a:gd name="connsiteX2" fmla="*/ 0 w 195263"/>
                <a:gd name="connsiteY2" fmla="*/ 7144 h 152400"/>
                <a:gd name="connsiteX3" fmla="*/ 16669 w 195263"/>
                <a:gd name="connsiteY3" fmla="*/ 85725 h 152400"/>
                <a:gd name="connsiteX4" fmla="*/ 121444 w 195263"/>
                <a:gd name="connsiteY4" fmla="*/ 152400 h 152400"/>
                <a:gd name="connsiteX5" fmla="*/ 121444 w 195263"/>
                <a:gd name="connsiteY5" fmla="*/ 57150 h 152400"/>
                <a:gd name="connsiteX6" fmla="*/ 195263 w 195263"/>
                <a:gd name="connsiteY6" fmla="*/ 57150 h 152400"/>
                <a:gd name="connsiteX0" fmla="*/ 171450 w 171450"/>
                <a:gd name="connsiteY0" fmla="*/ 59531 h 152400"/>
                <a:gd name="connsiteX1" fmla="*/ 76200 w 171450"/>
                <a:gd name="connsiteY1" fmla="*/ 0 h 152400"/>
                <a:gd name="connsiteX2" fmla="*/ 0 w 171450"/>
                <a:gd name="connsiteY2" fmla="*/ 7144 h 152400"/>
                <a:gd name="connsiteX3" fmla="*/ 16669 w 171450"/>
                <a:gd name="connsiteY3" fmla="*/ 85725 h 152400"/>
                <a:gd name="connsiteX4" fmla="*/ 121444 w 171450"/>
                <a:gd name="connsiteY4" fmla="*/ 152400 h 152400"/>
                <a:gd name="connsiteX5" fmla="*/ 121444 w 171450"/>
                <a:gd name="connsiteY5" fmla="*/ 57150 h 152400"/>
                <a:gd name="connsiteX6" fmla="*/ 171450 w 171450"/>
                <a:gd name="connsiteY6" fmla="*/ 59531 h 152400"/>
                <a:gd name="connsiteX0" fmla="*/ 180975 w 180975"/>
                <a:gd name="connsiteY0" fmla="*/ 61913 h 152400"/>
                <a:gd name="connsiteX1" fmla="*/ 76200 w 180975"/>
                <a:gd name="connsiteY1" fmla="*/ 0 h 152400"/>
                <a:gd name="connsiteX2" fmla="*/ 0 w 180975"/>
                <a:gd name="connsiteY2" fmla="*/ 7144 h 152400"/>
                <a:gd name="connsiteX3" fmla="*/ 16669 w 180975"/>
                <a:gd name="connsiteY3" fmla="*/ 85725 h 152400"/>
                <a:gd name="connsiteX4" fmla="*/ 121444 w 180975"/>
                <a:gd name="connsiteY4" fmla="*/ 152400 h 152400"/>
                <a:gd name="connsiteX5" fmla="*/ 121444 w 180975"/>
                <a:gd name="connsiteY5" fmla="*/ 57150 h 152400"/>
                <a:gd name="connsiteX6" fmla="*/ 180975 w 180975"/>
                <a:gd name="connsiteY6" fmla="*/ 61913 h 152400"/>
                <a:gd name="connsiteX0" fmla="*/ 185737 w 185737"/>
                <a:gd name="connsiteY0" fmla="*/ 57151 h 152400"/>
                <a:gd name="connsiteX1" fmla="*/ 76200 w 185737"/>
                <a:gd name="connsiteY1" fmla="*/ 0 h 152400"/>
                <a:gd name="connsiteX2" fmla="*/ 0 w 185737"/>
                <a:gd name="connsiteY2" fmla="*/ 7144 h 152400"/>
                <a:gd name="connsiteX3" fmla="*/ 16669 w 185737"/>
                <a:gd name="connsiteY3" fmla="*/ 85725 h 152400"/>
                <a:gd name="connsiteX4" fmla="*/ 121444 w 185737"/>
                <a:gd name="connsiteY4" fmla="*/ 152400 h 152400"/>
                <a:gd name="connsiteX5" fmla="*/ 121444 w 185737"/>
                <a:gd name="connsiteY5" fmla="*/ 57150 h 152400"/>
                <a:gd name="connsiteX6" fmla="*/ 185737 w 185737"/>
                <a:gd name="connsiteY6" fmla="*/ 57151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737" h="152400">
                  <a:moveTo>
                    <a:pt x="185737" y="57151"/>
                  </a:moveTo>
                  <a:lnTo>
                    <a:pt x="76200" y="0"/>
                  </a:lnTo>
                  <a:lnTo>
                    <a:pt x="0" y="7144"/>
                  </a:lnTo>
                  <a:lnTo>
                    <a:pt x="16669" y="85725"/>
                  </a:lnTo>
                  <a:lnTo>
                    <a:pt x="121444" y="152400"/>
                  </a:lnTo>
                  <a:lnTo>
                    <a:pt x="121444" y="57150"/>
                  </a:lnTo>
                  <a:lnTo>
                    <a:pt x="185737" y="5715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14632680-2C3F-6561-09C6-A3647852A585}"/>
              </a:ext>
            </a:extLst>
          </p:cNvPr>
          <p:cNvSpPr txBox="1"/>
          <p:nvPr/>
        </p:nvSpPr>
        <p:spPr>
          <a:xfrm>
            <a:off x="7189421" y="4831228"/>
            <a:ext cx="4603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GND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3992CD7-A231-4CF7-8E0A-FE90B21643B4}"/>
              </a:ext>
            </a:extLst>
          </p:cNvPr>
          <p:cNvSpPr txBox="1"/>
          <p:nvPr/>
        </p:nvSpPr>
        <p:spPr>
          <a:xfrm>
            <a:off x="5183730" y="3690889"/>
            <a:ext cx="4395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3.3V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3935A56B-776D-D447-CA7F-A3016E77E324}"/>
              </a:ext>
            </a:extLst>
          </p:cNvPr>
          <p:cNvCxnSpPr>
            <a:cxnSpLocks/>
          </p:cNvCxnSpPr>
          <p:nvPr/>
        </p:nvCxnSpPr>
        <p:spPr>
          <a:xfrm rot="16200000">
            <a:off x="5870388" y="4585169"/>
            <a:ext cx="0" cy="8934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FF455B2D-55B3-F1E8-B0DD-94DC011B75C5}"/>
              </a:ext>
            </a:extLst>
          </p:cNvPr>
          <p:cNvSpPr txBox="1"/>
          <p:nvPr/>
        </p:nvSpPr>
        <p:spPr>
          <a:xfrm>
            <a:off x="5179544" y="4842093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7A1CAB3-2B47-C9A6-CA77-2D966A1E28E7}"/>
              </a:ext>
            </a:extLst>
          </p:cNvPr>
          <p:cNvSpPr txBox="1"/>
          <p:nvPr/>
        </p:nvSpPr>
        <p:spPr>
          <a:xfrm>
            <a:off x="5179544" y="449405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pin2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7F1D247B-A898-1C92-20B5-1174636A412F}"/>
              </a:ext>
            </a:extLst>
          </p:cNvPr>
          <p:cNvSpPr txBox="1"/>
          <p:nvPr/>
        </p:nvSpPr>
        <p:spPr>
          <a:xfrm>
            <a:off x="5696528" y="4230208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0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1239988-68BE-B3C2-D213-E588D595188D}"/>
              </a:ext>
            </a:extLst>
          </p:cNvPr>
          <p:cNvSpPr txBox="1"/>
          <p:nvPr/>
        </p:nvSpPr>
        <p:spPr>
          <a:xfrm>
            <a:off x="5769664" y="3969261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88EFD97-371C-5A86-9BE1-9E24A1D49495}"/>
              </a:ext>
            </a:extLst>
          </p:cNvPr>
          <p:cNvSpPr txBox="1"/>
          <p:nvPr/>
        </p:nvSpPr>
        <p:spPr>
          <a:xfrm>
            <a:off x="7219646" y="4540109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CB3907E-3AF3-572B-BFAA-73A449544FE1}"/>
              </a:ext>
            </a:extLst>
          </p:cNvPr>
          <p:cNvSpPr txBox="1"/>
          <p:nvPr/>
        </p:nvSpPr>
        <p:spPr>
          <a:xfrm>
            <a:off x="7218474" y="4241711"/>
            <a:ext cx="436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pin3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5DC1544-CACC-4767-5492-86D84DC3483C}"/>
              </a:ext>
            </a:extLst>
          </p:cNvPr>
          <p:cNvSpPr txBox="1"/>
          <p:nvPr/>
        </p:nvSpPr>
        <p:spPr>
          <a:xfrm>
            <a:off x="7219062" y="3962749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4115C12-EFDA-D4B4-3D02-CCA269BA7CFC}"/>
              </a:ext>
            </a:extLst>
          </p:cNvPr>
          <p:cNvSpPr txBox="1"/>
          <p:nvPr/>
        </p:nvSpPr>
        <p:spPr>
          <a:xfrm>
            <a:off x="7218475" y="3700725"/>
            <a:ext cx="253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b="1" dirty="0">
                <a:solidFill>
                  <a:schemeClr val="bg1"/>
                </a:solidFill>
              </a:rPr>
              <a:t>1</a:t>
            </a:r>
            <a:endParaRPr lang="LID4096" sz="1000" b="1" dirty="0">
              <a:solidFill>
                <a:schemeClr val="bg1"/>
              </a:solidFill>
            </a:endParaRPr>
          </a:p>
        </p:txBody>
      </p:sp>
      <p:sp>
        <p:nvSpPr>
          <p:cNvPr id="150" name="Freeform: Shape 149">
            <a:extLst>
              <a:ext uri="{FF2B5EF4-FFF2-40B4-BE49-F238E27FC236}">
                <a16:creationId xmlns:a16="http://schemas.microsoft.com/office/drawing/2014/main" id="{0118923D-E668-D4F5-593B-9EBD62495067}"/>
              </a:ext>
            </a:extLst>
          </p:cNvPr>
          <p:cNvSpPr/>
          <p:nvPr/>
        </p:nvSpPr>
        <p:spPr>
          <a:xfrm>
            <a:off x="5000625" y="2609850"/>
            <a:ext cx="5043488" cy="2424113"/>
          </a:xfrm>
          <a:custGeom>
            <a:avLst/>
            <a:gdLst>
              <a:gd name="csX0" fmla="*/ 1304925 w 5043488"/>
              <a:gd name="csY0" fmla="*/ 2424113 h 2424113"/>
              <a:gd name="csX1" fmla="*/ 0 w 5043488"/>
              <a:gd name="csY1" fmla="*/ 2424113 h 2424113"/>
              <a:gd name="csX2" fmla="*/ 0 w 5043488"/>
              <a:gd name="csY2" fmla="*/ 0 h 2424113"/>
              <a:gd name="csX3" fmla="*/ 5043488 w 5043488"/>
              <a:gd name="csY3" fmla="*/ 0 h 2424113"/>
              <a:gd name="csX4" fmla="*/ 5043488 w 5043488"/>
              <a:gd name="csY4" fmla="*/ 1290638 h 2424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043488" h="2424113">
                <a:moveTo>
                  <a:pt x="1304925" y="2424113"/>
                </a:moveTo>
                <a:lnTo>
                  <a:pt x="0" y="2424113"/>
                </a:lnTo>
                <a:lnTo>
                  <a:pt x="0" y="0"/>
                </a:lnTo>
                <a:lnTo>
                  <a:pt x="5043488" y="0"/>
                </a:lnTo>
                <a:lnTo>
                  <a:pt x="5043488" y="1290638"/>
                </a:lnTo>
              </a:path>
            </a:pathLst>
          </a:custGeom>
          <a:noFill/>
          <a:ln>
            <a:solidFill>
              <a:srgbClr val="FFC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1" name="Freeform: Shape 150">
            <a:extLst>
              <a:ext uri="{FF2B5EF4-FFF2-40B4-BE49-F238E27FC236}">
                <a16:creationId xmlns:a16="http://schemas.microsoft.com/office/drawing/2014/main" id="{A22C194B-F1AD-A68C-6849-137839C67234}"/>
              </a:ext>
            </a:extLst>
          </p:cNvPr>
          <p:cNvSpPr/>
          <p:nvPr/>
        </p:nvSpPr>
        <p:spPr>
          <a:xfrm>
            <a:off x="6829425" y="2671763"/>
            <a:ext cx="3139382" cy="2057400"/>
          </a:xfrm>
          <a:custGeom>
            <a:avLst/>
            <a:gdLst>
              <a:gd name="csX0" fmla="*/ 0 w 3109913"/>
              <a:gd name="csY0" fmla="*/ 2057400 h 2057400"/>
              <a:gd name="csX1" fmla="*/ 1090613 w 3109913"/>
              <a:gd name="csY1" fmla="*/ 2057400 h 2057400"/>
              <a:gd name="csX2" fmla="*/ 1090613 w 3109913"/>
              <a:gd name="csY2" fmla="*/ 0 h 2057400"/>
              <a:gd name="csX3" fmla="*/ 3109913 w 3109913"/>
              <a:gd name="csY3" fmla="*/ 0 h 2057400"/>
              <a:gd name="csX4" fmla="*/ 3109913 w 3109913"/>
              <a:gd name="csY4" fmla="*/ 1228725 h 2057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09913" h="2057400">
                <a:moveTo>
                  <a:pt x="0" y="2057400"/>
                </a:moveTo>
                <a:lnTo>
                  <a:pt x="1090613" y="2057400"/>
                </a:lnTo>
                <a:lnTo>
                  <a:pt x="1090613" y="0"/>
                </a:lnTo>
                <a:lnTo>
                  <a:pt x="3109913" y="0"/>
                </a:lnTo>
                <a:lnTo>
                  <a:pt x="3109913" y="1228725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2" name="Freeform: Shape 151">
            <a:extLst>
              <a:ext uri="{FF2B5EF4-FFF2-40B4-BE49-F238E27FC236}">
                <a16:creationId xmlns:a16="http://schemas.microsoft.com/office/drawing/2014/main" id="{8E4C00B5-2C0B-AFC8-3CA2-BED7649822C5}"/>
              </a:ext>
            </a:extLst>
          </p:cNvPr>
          <p:cNvSpPr/>
          <p:nvPr/>
        </p:nvSpPr>
        <p:spPr>
          <a:xfrm>
            <a:off x="5110163" y="2776538"/>
            <a:ext cx="4757737" cy="1947862"/>
          </a:xfrm>
          <a:custGeom>
            <a:avLst/>
            <a:gdLst>
              <a:gd name="csX0" fmla="*/ 1362075 w 4757737"/>
              <a:gd name="csY0" fmla="*/ 1947862 h 1947862"/>
              <a:gd name="csX1" fmla="*/ 0 w 4757737"/>
              <a:gd name="csY1" fmla="*/ 1947862 h 1947862"/>
              <a:gd name="csX2" fmla="*/ 0 w 4757737"/>
              <a:gd name="csY2" fmla="*/ 0 h 1947862"/>
              <a:gd name="csX3" fmla="*/ 4757737 w 4757737"/>
              <a:gd name="csY3" fmla="*/ 0 h 1947862"/>
              <a:gd name="csX4" fmla="*/ 4757737 w 4757737"/>
              <a:gd name="csY4" fmla="*/ 1138237 h 19478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57737" h="1947862">
                <a:moveTo>
                  <a:pt x="1362075" y="1947862"/>
                </a:moveTo>
                <a:lnTo>
                  <a:pt x="0" y="1947862"/>
                </a:lnTo>
                <a:lnTo>
                  <a:pt x="0" y="0"/>
                </a:lnTo>
                <a:lnTo>
                  <a:pt x="4757737" y="0"/>
                </a:lnTo>
                <a:lnTo>
                  <a:pt x="4757737" y="1138237"/>
                </a:ln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DF30CB84-E3A8-EA41-E1DA-DDFB16B51436}"/>
              </a:ext>
            </a:extLst>
          </p:cNvPr>
          <p:cNvSpPr/>
          <p:nvPr/>
        </p:nvSpPr>
        <p:spPr>
          <a:xfrm>
            <a:off x="6810374" y="2862263"/>
            <a:ext cx="2955547" cy="1581150"/>
          </a:xfrm>
          <a:custGeom>
            <a:avLst/>
            <a:gdLst>
              <a:gd name="csX0" fmla="*/ 0 w 2857500"/>
              <a:gd name="csY0" fmla="*/ 1581150 h 1581150"/>
              <a:gd name="csX1" fmla="*/ 1209675 w 2857500"/>
              <a:gd name="csY1" fmla="*/ 1581150 h 1581150"/>
              <a:gd name="csX2" fmla="*/ 1209675 w 2857500"/>
              <a:gd name="csY2" fmla="*/ 0 h 1581150"/>
              <a:gd name="csX3" fmla="*/ 2857500 w 2857500"/>
              <a:gd name="csY3" fmla="*/ 0 h 1581150"/>
              <a:gd name="csX4" fmla="*/ 2857500 w 2857500"/>
              <a:gd name="csY4" fmla="*/ 1066800 h 158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57500" h="1581150">
                <a:moveTo>
                  <a:pt x="0" y="1581150"/>
                </a:moveTo>
                <a:lnTo>
                  <a:pt x="1209675" y="1581150"/>
                </a:lnTo>
                <a:lnTo>
                  <a:pt x="1209675" y="0"/>
                </a:lnTo>
                <a:lnTo>
                  <a:pt x="2857500" y="0"/>
                </a:lnTo>
                <a:lnTo>
                  <a:pt x="2857500" y="1066800"/>
                </a:ln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D40C9D2-A0CD-EAD0-B30B-EC813DB5978F}"/>
              </a:ext>
            </a:extLst>
          </p:cNvPr>
          <p:cNvSpPr txBox="1"/>
          <p:nvPr/>
        </p:nvSpPr>
        <p:spPr>
          <a:xfrm>
            <a:off x="7728283" y="6158985"/>
            <a:ext cx="3983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>
                <a:solidFill>
                  <a:schemeClr val="bg1"/>
                </a:solidFill>
                <a:latin typeface="Consolas" panose="020B0609020204030204" pitchFamily="49" charset="0"/>
              </a:rPr>
              <a:t>M(GPIOD_INDATA) &amp; 0xF = 0x1101</a:t>
            </a:r>
            <a:endParaRPr lang="LID4096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39E667A-D012-DE60-603E-C9FC33867D9D}"/>
              </a:ext>
            </a:extLst>
          </p:cNvPr>
          <p:cNvGrpSpPr/>
          <p:nvPr/>
        </p:nvGrpSpPr>
        <p:grpSpPr>
          <a:xfrm>
            <a:off x="6188599" y="4250364"/>
            <a:ext cx="675185" cy="1196508"/>
            <a:chOff x="6188599" y="4250364"/>
            <a:chExt cx="675185" cy="1196508"/>
          </a:xfrm>
        </p:grpSpPr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252DF25-2C7B-B58A-6A6B-AF254CDB0A58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DB3FC3D0-D7D3-D7D1-0E43-6BE7C25EF689}"/>
                </a:ext>
              </a:extLst>
            </p:cNvPr>
            <p:cNvSpPr txBox="1"/>
            <p:nvPr/>
          </p:nvSpPr>
          <p:spPr>
            <a:xfrm>
              <a:off x="6188599" y="5200651"/>
              <a:ext cx="67518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92D050"/>
                  </a:solidFill>
                </a:rPr>
                <a:t>PULL UP</a:t>
              </a:r>
              <a:endParaRPr lang="LID4096" sz="1000" b="1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6D6AC25-8548-BA6B-E382-A4AF54027F63}"/>
              </a:ext>
            </a:extLst>
          </p:cNvPr>
          <p:cNvGrpSpPr/>
          <p:nvPr/>
        </p:nvGrpSpPr>
        <p:grpSpPr>
          <a:xfrm>
            <a:off x="6184123" y="3406953"/>
            <a:ext cx="933269" cy="1238785"/>
            <a:chOff x="6200281" y="4018419"/>
            <a:chExt cx="933269" cy="1238785"/>
          </a:xfrm>
        </p:grpSpPr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1077016-5A5F-2BEB-4E3A-FD951EC18F46}"/>
                </a:ext>
              </a:extLst>
            </p:cNvPr>
            <p:cNvSpPr/>
            <p:nvPr/>
          </p:nvSpPr>
          <p:spPr>
            <a:xfrm>
              <a:off x="6353510" y="4250364"/>
              <a:ext cx="489469" cy="1006840"/>
            </a:xfrm>
            <a:custGeom>
              <a:avLst/>
              <a:gdLst>
                <a:gd name="csX0" fmla="*/ 55916 w 489469"/>
                <a:gd name="csY0" fmla="*/ 1003123 h 1006840"/>
                <a:gd name="csX1" fmla="*/ 202565 w 489469"/>
                <a:gd name="csY1" fmla="*/ 929798 h 1006840"/>
                <a:gd name="csX2" fmla="*/ 254324 w 489469"/>
                <a:gd name="csY2" fmla="*/ 675319 h 1006840"/>
                <a:gd name="csX3" fmla="*/ 465671 w 489469"/>
                <a:gd name="csY3" fmla="*/ 532983 h 1006840"/>
                <a:gd name="csX4" fmla="*/ 465671 w 489469"/>
                <a:gd name="csY4" fmla="*/ 58530 h 1006840"/>
                <a:gd name="csX5" fmla="*/ 297456 w 489469"/>
                <a:gd name="csY5" fmla="*/ 32651 h 1006840"/>
                <a:gd name="csX6" fmla="*/ 237071 w 489469"/>
                <a:gd name="csY6" fmla="*/ 287130 h 1006840"/>
                <a:gd name="csX7" fmla="*/ 12784 w 489469"/>
                <a:gd name="csY7" fmla="*/ 399274 h 1006840"/>
                <a:gd name="csX8" fmla="*/ 34350 w 489469"/>
                <a:gd name="csY8" fmla="*/ 934111 h 1006840"/>
                <a:gd name="csX9" fmla="*/ 55916 w 489469"/>
                <a:gd name="csY9" fmla="*/ 1003123 h 1006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89469" h="1006840">
                  <a:moveTo>
                    <a:pt x="55916" y="1003123"/>
                  </a:moveTo>
                  <a:cubicBezTo>
                    <a:pt x="83952" y="1002404"/>
                    <a:pt x="169497" y="984432"/>
                    <a:pt x="202565" y="929798"/>
                  </a:cubicBezTo>
                  <a:cubicBezTo>
                    <a:pt x="235633" y="875164"/>
                    <a:pt x="210473" y="741455"/>
                    <a:pt x="254324" y="675319"/>
                  </a:cubicBezTo>
                  <a:cubicBezTo>
                    <a:pt x="298175" y="609183"/>
                    <a:pt x="430446" y="635781"/>
                    <a:pt x="465671" y="532983"/>
                  </a:cubicBezTo>
                  <a:cubicBezTo>
                    <a:pt x="500896" y="430185"/>
                    <a:pt x="493707" y="141919"/>
                    <a:pt x="465671" y="58530"/>
                  </a:cubicBezTo>
                  <a:cubicBezTo>
                    <a:pt x="437635" y="-24859"/>
                    <a:pt x="335556" y="-5449"/>
                    <a:pt x="297456" y="32651"/>
                  </a:cubicBezTo>
                  <a:cubicBezTo>
                    <a:pt x="259356" y="70751"/>
                    <a:pt x="284516" y="226026"/>
                    <a:pt x="237071" y="287130"/>
                  </a:cubicBezTo>
                  <a:cubicBezTo>
                    <a:pt x="189626" y="348234"/>
                    <a:pt x="46571" y="291444"/>
                    <a:pt x="12784" y="399274"/>
                  </a:cubicBezTo>
                  <a:cubicBezTo>
                    <a:pt x="-21003" y="507104"/>
                    <a:pt x="21410" y="838502"/>
                    <a:pt x="34350" y="934111"/>
                  </a:cubicBezTo>
                  <a:cubicBezTo>
                    <a:pt x="47290" y="1029720"/>
                    <a:pt x="27880" y="1003842"/>
                    <a:pt x="55916" y="1003123"/>
                  </a:cubicBezTo>
                  <a:close/>
                </a:path>
              </a:pathLst>
            </a:custGeom>
            <a:noFill/>
            <a:ln w="38100">
              <a:solidFill>
                <a:srgbClr val="FFC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759ACBE5-3C7A-5241-6DEE-AACA42AB5A17}"/>
                </a:ext>
              </a:extLst>
            </p:cNvPr>
            <p:cNvSpPr txBox="1"/>
            <p:nvPr/>
          </p:nvSpPr>
          <p:spPr>
            <a:xfrm>
              <a:off x="6200281" y="4018419"/>
              <a:ext cx="93326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sv-SE" sz="1000" b="1" dirty="0">
                  <a:solidFill>
                    <a:srgbClr val="FFC000"/>
                  </a:solidFill>
                </a:rPr>
                <a:t>OPEN DRAIN</a:t>
              </a:r>
              <a:endParaRPr lang="LID4096" sz="10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186D1FB-A046-55DC-FD40-88FEB53F9CC5}"/>
              </a:ext>
            </a:extLst>
          </p:cNvPr>
          <p:cNvSpPr/>
          <p:nvPr/>
        </p:nvSpPr>
        <p:spPr>
          <a:xfrm>
            <a:off x="5917721" y="2989053"/>
            <a:ext cx="3761117" cy="1466490"/>
          </a:xfrm>
          <a:custGeom>
            <a:avLst/>
            <a:gdLst>
              <a:gd name="csX0" fmla="*/ 470139 w 3761117"/>
              <a:gd name="csY0" fmla="*/ 1466490 h 1466490"/>
              <a:gd name="csX1" fmla="*/ 0 w 3761117"/>
              <a:gd name="csY1" fmla="*/ 1466490 h 1466490"/>
              <a:gd name="csX2" fmla="*/ 0 w 3761117"/>
              <a:gd name="csY2" fmla="*/ 0 h 1466490"/>
              <a:gd name="csX3" fmla="*/ 3761117 w 3761117"/>
              <a:gd name="csY3" fmla="*/ 0 h 1466490"/>
              <a:gd name="csX4" fmla="*/ 3761117 w 3761117"/>
              <a:gd name="csY4" fmla="*/ 944592 h 1466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761117" h="1466490">
                <a:moveTo>
                  <a:pt x="470139" y="1466490"/>
                </a:moveTo>
                <a:lnTo>
                  <a:pt x="0" y="1466490"/>
                </a:lnTo>
                <a:lnTo>
                  <a:pt x="0" y="0"/>
                </a:lnTo>
                <a:lnTo>
                  <a:pt x="3761117" y="0"/>
                </a:lnTo>
                <a:lnTo>
                  <a:pt x="3761117" y="944592"/>
                </a:ln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2962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E8E35-72EB-5111-BE75-2BC4F670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369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2995</TotalTime>
  <Words>3751</Words>
  <Application>Microsoft Office PowerPoint</Application>
  <PresentationFormat>Widescreen</PresentationFormat>
  <Paragraphs>1215</Paragraphs>
  <Slides>52</Slides>
  <Notes>47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Aptos Display</vt:lpstr>
      <vt:lpstr>Arial</vt:lpstr>
      <vt:lpstr>Calibri</vt:lpstr>
      <vt:lpstr>Consolas</vt:lpstr>
      <vt:lpstr>Office Theme</vt:lpstr>
      <vt:lpstr>Lektion 5</vt:lpstr>
      <vt:lpstr>Recap: Konfigurera som in- eller ut-pinne.</vt:lpstr>
      <vt:lpstr>Recap: Konfigurera som in- eller ut-pinne.</vt:lpstr>
      <vt:lpstr>Konfigurera pinnar</vt:lpstr>
      <vt:lpstr>Konfigurera pinnar</vt:lpstr>
      <vt:lpstr>Koppla in en knapp</vt:lpstr>
      <vt:lpstr>Koppla in en knapp</vt:lpstr>
      <vt:lpstr>Koppla in en knapp</vt:lpstr>
      <vt:lpstr>Koppla in en knapp</vt:lpstr>
      <vt:lpstr>Koppla in en knapp – Pull Down</vt:lpstr>
      <vt:lpstr>Koppla in en knapp – Pull Down</vt:lpstr>
      <vt:lpstr>Koppla in en knapp – Pull Up</vt:lpstr>
      <vt:lpstr>Koppla in en knapp – Pull Up</vt:lpstr>
      <vt:lpstr>Koppla in en knapp – Pull Up</vt:lpstr>
      <vt:lpstr>Koppla in en knapp – Pull Up</vt:lpstr>
      <vt:lpstr>PowerPoint Presentation</vt:lpstr>
      <vt:lpstr>PowerPoint Presentation</vt:lpstr>
      <vt:lpstr>PowerPoint Presentation</vt:lpstr>
      <vt:lpstr>Konfigurera pinnar</vt:lpstr>
      <vt:lpstr>Exempel</vt:lpstr>
      <vt:lpstr>PowerPoint Presentation</vt:lpstr>
      <vt:lpstr>Digital Output</vt:lpstr>
      <vt:lpstr>Digital Output</vt:lpstr>
      <vt:lpstr>Digital Output</vt:lpstr>
      <vt:lpstr>Digital Output</vt:lpstr>
      <vt:lpstr>Digital Output – Push Pull</vt:lpstr>
      <vt:lpstr>Digital Output – Open Drain</vt:lpstr>
      <vt:lpstr>Digital Output</vt:lpstr>
      <vt:lpstr>Digital Output</vt:lpstr>
      <vt:lpstr>Digital Output</vt:lpstr>
      <vt:lpstr>PowerPoint Presentation</vt:lpstr>
      <vt:lpstr>Keypad</vt:lpstr>
      <vt:lpstr>Keypad</vt:lpstr>
      <vt:lpstr>Keypad</vt:lpstr>
      <vt:lpstr>Keypad</vt:lpstr>
      <vt:lpstr>Keypad</vt:lpstr>
      <vt:lpstr>Keypad</vt:lpstr>
      <vt:lpstr>Keypad</vt:lpstr>
      <vt:lpstr>Keypad</vt:lpstr>
      <vt:lpstr>Keypad</vt:lpstr>
      <vt:lpstr>PowerPoint Presentation</vt:lpstr>
      <vt:lpstr>Keypad – Problem!</vt:lpstr>
      <vt:lpstr>Keypad – Problem!</vt:lpstr>
      <vt:lpstr>Keypad – Problem!</vt:lpstr>
      <vt:lpstr>Keypad – Problem!</vt:lpstr>
      <vt:lpstr>Keypad – Lösning</vt:lpstr>
      <vt:lpstr>Keypad – Lösning</vt:lpstr>
      <vt:lpstr>Keypad – Lösning</vt:lpstr>
      <vt:lpstr>Keypad – Lösning</vt:lpstr>
      <vt:lpstr>Keypad – Lösning</vt:lpstr>
      <vt:lpstr>Keypad – Lösning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Sintorn</dc:creator>
  <cp:lastModifiedBy>Erik Sintorn</cp:lastModifiedBy>
  <cp:revision>51</cp:revision>
  <dcterms:created xsi:type="dcterms:W3CDTF">2026-01-14T14:09:03Z</dcterms:created>
  <dcterms:modified xsi:type="dcterms:W3CDTF">2026-02-03T14:01:35Z</dcterms:modified>
</cp:coreProperties>
</file>