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56" r:id="rId4"/>
    <p:sldId id="257" r:id="rId5"/>
    <p:sldId id="258" r:id="rId6"/>
    <p:sldId id="259" r:id="rId7"/>
    <p:sldId id="262" r:id="rId8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243" d="100"/>
          <a:sy n="243" d="100"/>
        </p:scale>
        <p:origin x="474" y="17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077994-16E6-ADBB-1104-D4FE30AF18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7E4815C-F969-A765-8E9A-7CA9974E0D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BB997-12D1-793C-5151-F9C64F214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C8D8F6-96E7-6F8C-9E7A-41AA8E489C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D05F48-C681-EAE8-BDDA-E52ADC3DE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07711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15541-24BC-88AE-899C-CAD9F0EE62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D344F0-DD14-FA17-D2C6-437548554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C9BB4E-A55E-A154-4C72-7AABD8756A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60FBA8-E641-F022-C5DB-C735174355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A099F8-A7D0-B91D-69F6-C4FD41291D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478937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63952-3407-433A-C5DC-64E6FBC73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6C7A97-7F1E-8795-A48C-100E81F586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81F7FB-C8C3-2DA7-57DC-0AD3B2847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8965A67-17E2-4482-1F69-04940FCF51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29F8E8-A69E-8E18-220B-C6C22A723B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645810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4B438C-BDEF-6A06-A78B-0B543DC1B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1E316-9314-8BF5-0284-1673BF32C69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FC63AF-B440-F894-D0D0-77D653708B2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F94F5BC-D23E-C18D-B53C-7AC466C326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B7B764-6C4D-67C3-4867-E5EC48ADEA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05554E-AC2F-7E93-1DE6-8476199FAE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4720748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7B8A1-B347-84F4-8530-DEE565C145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549E45-CBE8-C80C-D448-8B7093FFA8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FBB285E-E362-EF33-23D0-1018D3E6D25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EFA30E5-0490-966C-CBE2-3EF675B6D09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5E69B-85E7-C7EC-353B-1E1145A6EA6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2B81933-D995-9C70-7B4B-F8A38A534D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42D4F-08E0-6ECC-FAED-1E771367BA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139303-1BA0-0C33-1F61-536F93FDD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52915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171A9-907A-D616-6525-D6E2ABD21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39ECDA9-5C39-9133-D1DF-DC4A2CE9F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98BCB93-9C32-596F-1C49-0591427701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B7DA00-EE5C-3B7D-43C7-384143C58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749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DE9FF2-11F7-A35E-2411-7B2F29EB30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45E824B-677C-5B43-06A2-56C716630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D106CD-BA4F-CBD3-3C1D-89C67C04A4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629940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EDC105-CE23-F9C0-C20E-CB01402334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0D102A-63F1-CC9D-26A7-252DBE40FB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E58DCF1-A0F7-9833-0C76-574FCDB3C3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584F90-6115-FE02-5E3A-6687DE717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5143F4-715D-BB25-F728-B90550394E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78E232-8BD1-074D-072A-B261BEF538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5864679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FE6FB-BC2D-020B-1B3B-F982665E2B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6CA0A7-4C25-5929-C127-A68407133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4114E6-9E0D-1D4B-8ADA-A3A0F48C34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9D71D0-F6EC-6BF7-F80E-E46E081572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6A44-6E74-594E-A297-F199A5B83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28EF27-8659-78D6-19AB-6D3B130E7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6023737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CEE82-828C-7A35-4791-3723767E7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AD2C34-993C-AD4D-6637-FAA4E89E14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EE3AF3-B199-B8A4-B76D-EAD59F5CD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921564-06F1-6C3E-D4B5-BD1976C2FC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1A4E36-5B9F-6F96-1720-2ECAE4121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9380259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43633AB-0561-1A49-FF0A-052C597881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70B45B8-BD0E-AE0C-91A7-5BD512F2B60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6F3480-A1F8-57E0-6B99-1780E0F5AD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6C512F-7456-25BE-59DC-7EC705ED4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430D8F-378D-95CE-1EE8-15554D746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410324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C5362FA-FD12-ECF2-C14E-DF3B121270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B307061-3D11-FDD3-E14C-E83321153C7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875DF-8559-5B25-EAA4-3DB967B6F1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7A1A1A-815E-4C98-B504-0AEFB2037EE5}" type="datetimeFigureOut">
              <a:rPr lang="LID4096" smtClean="0"/>
              <a:t>02/19/2026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FB222C-9CB9-2C09-200F-1B7D8D035C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3A2079-425F-9110-41C1-90AFB3EFC02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FE306D-729B-4376-B076-B11B2FA80B37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289227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C4DB81F-2E9E-D254-811B-1C435E5EC6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351" y="225175"/>
            <a:ext cx="4982270" cy="27245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862E22-F2BF-7B1C-722E-336097617A9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251" y="1701208"/>
            <a:ext cx="8570772" cy="3553447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DB537B2-A4A5-FACD-94DA-9F493F376749}"/>
              </a:ext>
            </a:extLst>
          </p:cNvPr>
          <p:cNvGrpSpPr/>
          <p:nvPr/>
        </p:nvGrpSpPr>
        <p:grpSpPr>
          <a:xfrm>
            <a:off x="5646975" y="2361758"/>
            <a:ext cx="1489570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CC9DE95-8276-5DCC-240C-BEBA55975C7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1D894EA-22D2-8D34-9AC2-AEA33035F2F0}"/>
                </a:ext>
              </a:extLst>
            </p:cNvPr>
            <p:cNvSpPr txBox="1"/>
            <p:nvPr/>
          </p:nvSpPr>
          <p:spPr>
            <a:xfrm>
              <a:off x="5308905" y="1137714"/>
              <a:ext cx="56198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initialization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10427F0D-D20A-44EE-5CB2-8744D99B1000}"/>
              </a:ext>
            </a:extLst>
          </p:cNvPr>
          <p:cNvGrpSpPr/>
          <p:nvPr/>
        </p:nvGrpSpPr>
        <p:grpSpPr>
          <a:xfrm>
            <a:off x="7741985" y="3055734"/>
            <a:ext cx="1489570" cy="280156"/>
            <a:chOff x="4648477" y="1042224"/>
            <a:chExt cx="1222410" cy="2801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13DC75B-3AF6-8A80-302C-F9A8DCA7FBE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CAD9ADA-771F-3E7D-ADAA-B72BF3635680}"/>
                </a:ext>
              </a:extLst>
            </p:cNvPr>
            <p:cNvSpPr txBox="1"/>
            <p:nvPr/>
          </p:nvSpPr>
          <p:spPr>
            <a:xfrm>
              <a:off x="5236553" y="1137714"/>
              <a:ext cx="6343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not enough space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5E4085D-7D86-5BA9-7E7E-1266D74C8008}"/>
              </a:ext>
            </a:extLst>
          </p:cNvPr>
          <p:cNvGrpSpPr/>
          <p:nvPr/>
        </p:nvGrpSpPr>
        <p:grpSpPr>
          <a:xfrm>
            <a:off x="9841355" y="2775578"/>
            <a:ext cx="1489570" cy="280156"/>
            <a:chOff x="4648477" y="1042224"/>
            <a:chExt cx="1222410" cy="280156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32FA9EC-68D3-9914-35F6-97EBCBCABAC0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6DCF2ACD-0A28-EFD9-2405-8DBA897E16C8}"/>
                </a:ext>
              </a:extLst>
            </p:cNvPr>
            <p:cNvSpPr txBox="1"/>
            <p:nvPr/>
          </p:nvSpPr>
          <p:spPr>
            <a:xfrm>
              <a:off x="5372049" y="1137714"/>
              <a:ext cx="498838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initialization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31A7088B-DCAE-1139-079D-35FF09FC3169}"/>
              </a:ext>
            </a:extLst>
          </p:cNvPr>
          <p:cNvGrpSpPr/>
          <p:nvPr/>
        </p:nvGrpSpPr>
        <p:grpSpPr>
          <a:xfrm>
            <a:off x="3517160" y="4352299"/>
            <a:ext cx="1489570" cy="280156"/>
            <a:chOff x="4648477" y="1042224"/>
            <a:chExt cx="1222410" cy="280156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91520AE-B892-39C9-58B8-A9B240DB3828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4365B49E-D6CC-10D9-F6C9-C32D38E903FC}"/>
                </a:ext>
              </a:extLst>
            </p:cNvPr>
            <p:cNvSpPr txBox="1"/>
            <p:nvPr/>
          </p:nvSpPr>
          <p:spPr>
            <a:xfrm>
              <a:off x="5508862" y="1137714"/>
              <a:ext cx="3620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6FB155F-55F3-18C5-A0FF-A65062358AC5}"/>
              </a:ext>
            </a:extLst>
          </p:cNvPr>
          <p:cNvGrpSpPr/>
          <p:nvPr/>
        </p:nvGrpSpPr>
        <p:grpSpPr>
          <a:xfrm>
            <a:off x="5650401" y="4259966"/>
            <a:ext cx="1458635" cy="464823"/>
            <a:chOff x="4648477" y="1042224"/>
            <a:chExt cx="1197023" cy="206731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FE61105C-74C9-5B38-A318-5A8886601175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6068714B-DA17-12A9-4331-F96123599D2F}"/>
                </a:ext>
              </a:extLst>
            </p:cNvPr>
            <p:cNvSpPr txBox="1"/>
            <p:nvPr/>
          </p:nvSpPr>
          <p:spPr>
            <a:xfrm>
              <a:off x="5187487" y="1166824"/>
              <a:ext cx="658013" cy="821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 and 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9673456-9294-92DD-0A63-DD786F879B84}"/>
              </a:ext>
            </a:extLst>
          </p:cNvPr>
          <p:cNvGrpSpPr/>
          <p:nvPr/>
        </p:nvGrpSpPr>
        <p:grpSpPr>
          <a:xfrm>
            <a:off x="9887156" y="4142375"/>
            <a:ext cx="1486890" cy="619108"/>
            <a:chOff x="4648477" y="1042224"/>
            <a:chExt cx="1170632" cy="206069"/>
          </a:xfrm>
        </p:grpSpPr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2D50A70-B4BB-9910-4761-16440F335D7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084D3331-FACD-3D78-FC06-FDCA92AAFF79}"/>
                </a:ext>
              </a:extLst>
            </p:cNvPr>
            <p:cNvSpPr txBox="1"/>
            <p:nvPr/>
          </p:nvSpPr>
          <p:spPr>
            <a:xfrm>
              <a:off x="5103275" y="1186827"/>
              <a:ext cx="715834" cy="614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init x 2 and 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1CF5BE28-F03E-3F80-28FE-AA74D818A250}"/>
              </a:ext>
            </a:extLst>
          </p:cNvPr>
          <p:cNvGrpSpPr/>
          <p:nvPr/>
        </p:nvGrpSpPr>
        <p:grpSpPr>
          <a:xfrm>
            <a:off x="3520721" y="2640025"/>
            <a:ext cx="1489570" cy="280156"/>
            <a:chOff x="4648477" y="1042224"/>
            <a:chExt cx="1222410" cy="28015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161033F4-C000-5A7E-C160-12CD8BFCA91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025FA6E7-59BD-48D9-CF89-29D27B64921D}"/>
                </a:ext>
              </a:extLst>
            </p:cNvPr>
            <p:cNvSpPr txBox="1"/>
            <p:nvPr/>
          </p:nvSpPr>
          <p:spPr>
            <a:xfrm>
              <a:off x="5508862" y="1137714"/>
              <a:ext cx="3620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no align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04228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1AE7397-1330-846D-605A-DDA6823BC3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912" y="0"/>
            <a:ext cx="5414281" cy="196393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3DC76BA-76A3-449F-21F8-BEB7F5FE4B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7095" y="1450281"/>
            <a:ext cx="9724905" cy="53026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EC013D4-3B57-1C26-5B85-4F3C49E650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160" y="1928896"/>
            <a:ext cx="2419688" cy="1009791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36F715AE-1DAB-F389-9F8A-3AE6AB19679B}"/>
              </a:ext>
            </a:extLst>
          </p:cNvPr>
          <p:cNvGrpSpPr/>
          <p:nvPr/>
        </p:nvGrpSpPr>
        <p:grpSpPr>
          <a:xfrm>
            <a:off x="2772189" y="3665004"/>
            <a:ext cx="1489570" cy="280156"/>
            <a:chOff x="4648477" y="1042224"/>
            <a:chExt cx="1222410" cy="28015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D965CB79-4CCA-AEEE-DCE4-AFFFDC7BFB9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6BD84A51-2F1C-A1E2-314D-61CBF5364873}"/>
                </a:ext>
              </a:extLst>
            </p:cNvPr>
            <p:cNvSpPr txBox="1"/>
            <p:nvPr/>
          </p:nvSpPr>
          <p:spPr>
            <a:xfrm>
              <a:off x="5543065" y="1137714"/>
              <a:ext cx="327822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d is int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AC333E8-9CF9-E2B9-CC0D-CF846D45E741}"/>
              </a:ext>
            </a:extLst>
          </p:cNvPr>
          <p:cNvGrpSpPr/>
          <p:nvPr/>
        </p:nvGrpSpPr>
        <p:grpSpPr>
          <a:xfrm>
            <a:off x="5204702" y="2867684"/>
            <a:ext cx="1489570" cy="280156"/>
            <a:chOff x="4648477" y="1042224"/>
            <a:chExt cx="1222410" cy="280156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043DA8C-8A62-A4C4-F0A1-B2C52395A305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B25BF8D6-791C-9E88-F705-A67ACEBBC14D}"/>
                </a:ext>
              </a:extLst>
            </p:cNvPr>
            <p:cNvSpPr txBox="1"/>
            <p:nvPr/>
          </p:nvSpPr>
          <p:spPr>
            <a:xfrm>
              <a:off x="5623310" y="1137714"/>
              <a:ext cx="24757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x16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879B440-FB3F-3BFC-7421-28443A5D6F76}"/>
              </a:ext>
            </a:extLst>
          </p:cNvPr>
          <p:cNvGrpSpPr/>
          <p:nvPr/>
        </p:nvGrpSpPr>
        <p:grpSpPr>
          <a:xfrm>
            <a:off x="10031139" y="2203795"/>
            <a:ext cx="1489570" cy="280156"/>
            <a:chOff x="4648477" y="1042224"/>
            <a:chExt cx="1222410" cy="28015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DEB43D0-16FD-3147-1914-1B6016AC374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716183C-8C66-5248-BA2D-AFA1EAF552F0}"/>
                </a:ext>
              </a:extLst>
            </p:cNvPr>
            <p:cNvSpPr txBox="1"/>
            <p:nvPr/>
          </p:nvSpPr>
          <p:spPr>
            <a:xfrm>
              <a:off x="5440456" y="1137714"/>
              <a:ext cx="430431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a is uint16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DEB1A97E-5482-1415-F6A5-C902639A8238}"/>
              </a:ext>
            </a:extLst>
          </p:cNvPr>
          <p:cNvGrpSpPr/>
          <p:nvPr/>
        </p:nvGrpSpPr>
        <p:grpSpPr>
          <a:xfrm>
            <a:off x="2772189" y="5801874"/>
            <a:ext cx="1489570" cy="280156"/>
            <a:chOff x="4648477" y="1042224"/>
            <a:chExt cx="1222410" cy="28015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015A185-D4C6-8435-245D-8C507A01E28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434D8251-A858-CA68-F938-77BFAD41CC12}"/>
                </a:ext>
              </a:extLst>
            </p:cNvPr>
            <p:cNvSpPr txBox="1"/>
            <p:nvPr/>
          </p:nvSpPr>
          <p:spPr>
            <a:xfrm>
              <a:off x="5404937" y="1137714"/>
              <a:ext cx="46595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ingen offset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1E37CAD-3CAB-C8CD-CF3E-578E32D3ED78}"/>
              </a:ext>
            </a:extLst>
          </p:cNvPr>
          <p:cNvGrpSpPr/>
          <p:nvPr/>
        </p:nvGrpSpPr>
        <p:grpSpPr>
          <a:xfrm>
            <a:off x="5204702" y="5475490"/>
            <a:ext cx="1489570" cy="280156"/>
            <a:chOff x="4648477" y="1042224"/>
            <a:chExt cx="1222410" cy="28015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0555649E-A4D0-95D8-39F4-8DF0B86C9C0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B5CDC5-5DEC-FFBB-0491-39E21DB12AF9}"/>
                </a:ext>
              </a:extLst>
            </p:cNvPr>
            <p:cNvSpPr txBox="1"/>
            <p:nvPr/>
          </p:nvSpPr>
          <p:spPr>
            <a:xfrm>
              <a:off x="5329953" y="1137714"/>
              <a:ext cx="5409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ingen offset x4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58178360-574D-0C94-A380-1D24F8F80F2C}"/>
              </a:ext>
            </a:extLst>
          </p:cNvPr>
          <p:cNvGrpSpPr/>
          <p:nvPr/>
        </p:nvGrpSpPr>
        <p:grpSpPr>
          <a:xfrm>
            <a:off x="7617593" y="6138071"/>
            <a:ext cx="1489570" cy="280156"/>
            <a:chOff x="4648477" y="1042224"/>
            <a:chExt cx="1222410" cy="280156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C4858442-797B-2F5E-C93D-53541CA5F17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C617DBB-2298-8482-67E0-5D5F5F781C98}"/>
                </a:ext>
              </a:extLst>
            </p:cNvPr>
            <p:cNvSpPr txBox="1"/>
            <p:nvPr/>
          </p:nvSpPr>
          <p:spPr>
            <a:xfrm>
              <a:off x="5427301" y="1137714"/>
              <a:ext cx="44358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en-GB" sz="600">
                  <a:solidFill>
                    <a:srgbClr val="C00000"/>
                  </a:solidFill>
                </a:rPr>
                <a:t>c </a:t>
              </a:r>
              <a:r>
                <a:rPr lang="sv-SE" sz="600">
                  <a:solidFill>
                    <a:srgbClr val="C00000"/>
                  </a:solidFill>
                </a:rPr>
                <a:t>är signed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D223B57-A32E-5547-C3F6-F59A43E6A9C9}"/>
              </a:ext>
            </a:extLst>
          </p:cNvPr>
          <p:cNvGrpSpPr/>
          <p:nvPr/>
        </p:nvGrpSpPr>
        <p:grpSpPr>
          <a:xfrm>
            <a:off x="10031138" y="6286803"/>
            <a:ext cx="1489571" cy="280156"/>
            <a:chOff x="4648477" y="1042224"/>
            <a:chExt cx="1222411" cy="280156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AC1C9B3-138E-8842-9562-2D5E02B4E74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702CB70-7AB9-D38C-4DD5-5C2B3F0543AC}"/>
                </a:ext>
              </a:extLst>
            </p:cNvPr>
            <p:cNvSpPr txBox="1"/>
            <p:nvPr/>
          </p:nvSpPr>
          <p:spPr>
            <a:xfrm>
              <a:off x="5418093" y="1137714"/>
              <a:ext cx="45279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stores byte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838602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5D65C07E-39C7-EE4B-F817-3CF60A7163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10" y="0"/>
            <a:ext cx="724969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D36ACCE-BA08-F846-5F2F-5221A4B536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99" y="1958582"/>
            <a:ext cx="2600688" cy="334374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7716329D-1AE7-D1D2-A7F3-EB320971BDC4}"/>
              </a:ext>
            </a:extLst>
          </p:cNvPr>
          <p:cNvGrpSpPr/>
          <p:nvPr/>
        </p:nvGrpSpPr>
        <p:grpSpPr>
          <a:xfrm>
            <a:off x="5255697" y="1311105"/>
            <a:ext cx="1489570" cy="280156"/>
            <a:chOff x="4648477" y="1042224"/>
            <a:chExt cx="1222410" cy="280156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68C5C7B3-203A-B2F4-EE94-119AD9A3F16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B30A0F-605E-A120-9AD9-B6E5E6D1363B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2550B09-F25B-3E88-9CA8-F967A1DAB9FC}"/>
              </a:ext>
            </a:extLst>
          </p:cNvPr>
          <p:cNvGrpSpPr/>
          <p:nvPr/>
        </p:nvGrpSpPr>
        <p:grpSpPr>
          <a:xfrm>
            <a:off x="7077585" y="1030949"/>
            <a:ext cx="1489570" cy="280156"/>
            <a:chOff x="4648477" y="1042224"/>
            <a:chExt cx="1222410" cy="28015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6B025C47-E30B-05CD-100F-0C9B4620CAA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D995728-83D9-3771-8A57-A62CDE2690C9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8FE84DFB-2148-B495-03FB-413F66E92812}"/>
              </a:ext>
            </a:extLst>
          </p:cNvPr>
          <p:cNvGrpSpPr/>
          <p:nvPr/>
        </p:nvGrpSpPr>
        <p:grpSpPr>
          <a:xfrm>
            <a:off x="8890007" y="1315630"/>
            <a:ext cx="1489570" cy="280156"/>
            <a:chOff x="4648477" y="1042224"/>
            <a:chExt cx="1222410" cy="280156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9D09D415-618B-EA65-D355-C84C33557F55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8900E6E3-B76F-2D17-43D3-5DAFF900E55C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BBF25DF4-B5D9-16FB-EF86-B3204A31C690}"/>
              </a:ext>
            </a:extLst>
          </p:cNvPr>
          <p:cNvGrpSpPr/>
          <p:nvPr/>
        </p:nvGrpSpPr>
        <p:grpSpPr>
          <a:xfrm>
            <a:off x="10743225" y="1030949"/>
            <a:ext cx="1489570" cy="280156"/>
            <a:chOff x="4648477" y="1042224"/>
            <a:chExt cx="1222410" cy="28015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BA55EBCE-55D3-5604-128B-3D3E7E9CFBE7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F2783013-2AFB-C46E-31D0-812A3DEF9F57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C88D6ADC-EDF2-0D1E-1876-6B83C83FB222}"/>
              </a:ext>
            </a:extLst>
          </p:cNvPr>
          <p:cNvGrpSpPr/>
          <p:nvPr/>
        </p:nvGrpSpPr>
        <p:grpSpPr>
          <a:xfrm>
            <a:off x="5255697" y="5623826"/>
            <a:ext cx="1489570" cy="280156"/>
            <a:chOff x="4648477" y="1042224"/>
            <a:chExt cx="1222410" cy="28015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A4408A31-A9A8-200F-F9A9-F174FE7C50A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48A01BCE-1848-48A5-9BAB-64C98023F79F}"/>
                </a:ext>
              </a:extLst>
            </p:cNvPr>
            <p:cNvSpPr txBox="1"/>
            <p:nvPr/>
          </p:nvSpPr>
          <p:spPr>
            <a:xfrm>
              <a:off x="5602262" y="1137714"/>
              <a:ext cx="2686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call!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88D4127-1096-2658-5039-731762377C65}"/>
              </a:ext>
            </a:extLst>
          </p:cNvPr>
          <p:cNvGrpSpPr/>
          <p:nvPr/>
        </p:nvGrpSpPr>
        <p:grpSpPr>
          <a:xfrm>
            <a:off x="8890007" y="4728215"/>
            <a:ext cx="1489570" cy="280156"/>
            <a:chOff x="4648477" y="1042224"/>
            <a:chExt cx="1222410" cy="280156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ED3C9E59-CBDE-72E3-BF94-604E61D99C6B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19EDE2C9-4C6C-3A7B-5AAC-B814E5ECCFA5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BEE3CB47-F4DD-E498-9DE4-B2574667296C}"/>
              </a:ext>
            </a:extLst>
          </p:cNvPr>
          <p:cNvGrpSpPr/>
          <p:nvPr/>
        </p:nvGrpSpPr>
        <p:grpSpPr>
          <a:xfrm>
            <a:off x="10658185" y="4412977"/>
            <a:ext cx="1489570" cy="280156"/>
            <a:chOff x="4648477" y="1042224"/>
            <a:chExt cx="1222410" cy="28015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251AC774-95FF-51D7-F870-19E06DAA78BF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F4189554-44CB-984B-EEE5-FABEF6FC2381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pic>
        <p:nvPicPr>
          <p:cNvPr id="72" name="Picture 71">
            <a:extLst>
              <a:ext uri="{FF2B5EF4-FFF2-40B4-BE49-F238E27FC236}">
                <a16:creationId xmlns:a16="http://schemas.microsoft.com/office/drawing/2014/main" id="{3448CB5D-7C3C-4DB4-71DF-BF1EEFA59C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7930" y="278369"/>
            <a:ext cx="4277870" cy="7070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0594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8483B-3B6D-76EB-1165-29C4458D3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" name="Picture 48">
            <a:extLst>
              <a:ext uri="{FF2B5EF4-FFF2-40B4-BE49-F238E27FC236}">
                <a16:creationId xmlns:a16="http://schemas.microsoft.com/office/drawing/2014/main" id="{BB3B2328-F64F-2EC8-2FCB-EFA545704E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2310" y="0"/>
            <a:ext cx="7249690" cy="68580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188F53D-CADC-93C5-15D1-08C1A89AFD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6822" y="1591261"/>
            <a:ext cx="2600688" cy="3343742"/>
          </a:xfrm>
          <a:prstGeom prst="rect">
            <a:avLst/>
          </a:prstGeom>
        </p:spPr>
      </p:pic>
      <p:grpSp>
        <p:nvGrpSpPr>
          <p:cNvPr id="37" name="Group 36">
            <a:extLst>
              <a:ext uri="{FF2B5EF4-FFF2-40B4-BE49-F238E27FC236}">
                <a16:creationId xmlns:a16="http://schemas.microsoft.com/office/drawing/2014/main" id="{9DA8973E-984E-7FB3-6F1A-AC7F45D4B8D3}"/>
              </a:ext>
            </a:extLst>
          </p:cNvPr>
          <p:cNvGrpSpPr/>
          <p:nvPr/>
        </p:nvGrpSpPr>
        <p:grpSpPr>
          <a:xfrm>
            <a:off x="5255697" y="1311105"/>
            <a:ext cx="1489570" cy="280156"/>
            <a:chOff x="4648477" y="1042224"/>
            <a:chExt cx="1222410" cy="280156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84C18D9-6B64-9F9F-6B54-12D36AC395EF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9E2BB478-9357-891E-52B7-8EEF9F41260F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7FA03A74-1A35-9EBB-65FB-B734FBE5D16C}"/>
              </a:ext>
            </a:extLst>
          </p:cNvPr>
          <p:cNvGrpSpPr/>
          <p:nvPr/>
        </p:nvGrpSpPr>
        <p:grpSpPr>
          <a:xfrm>
            <a:off x="7077585" y="1030949"/>
            <a:ext cx="1489570" cy="280156"/>
            <a:chOff x="4648477" y="1042224"/>
            <a:chExt cx="1222410" cy="280156"/>
          </a:xfrm>
        </p:grpSpPr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D29DB51A-4BDF-3D72-C07B-B5F24C42E57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1F372E3-4CDC-0CF2-A3ED-E55467C8FCF9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AECC71D1-8572-6521-18B9-5B3DB0E97580}"/>
              </a:ext>
            </a:extLst>
          </p:cNvPr>
          <p:cNvGrpSpPr/>
          <p:nvPr/>
        </p:nvGrpSpPr>
        <p:grpSpPr>
          <a:xfrm>
            <a:off x="8890007" y="1315630"/>
            <a:ext cx="1489570" cy="280156"/>
            <a:chOff x="4648477" y="1042224"/>
            <a:chExt cx="1222410" cy="280156"/>
          </a:xfrm>
        </p:grpSpPr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073FAC1-D4C4-EAEC-1FB1-96B8D3C6391D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9A240A4-A358-E748-FDCE-56020B711131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4C90227-94E6-9CD0-8706-34405A156535}"/>
              </a:ext>
            </a:extLst>
          </p:cNvPr>
          <p:cNvGrpSpPr/>
          <p:nvPr/>
        </p:nvGrpSpPr>
        <p:grpSpPr>
          <a:xfrm>
            <a:off x="10743225" y="1030949"/>
            <a:ext cx="1489570" cy="280156"/>
            <a:chOff x="4648477" y="1042224"/>
            <a:chExt cx="1222410" cy="280156"/>
          </a:xfrm>
        </p:grpSpPr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0DCAC03-039D-DEEF-D043-B4E05B81457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58" name="TextBox 57">
              <a:extLst>
                <a:ext uri="{FF2B5EF4-FFF2-40B4-BE49-F238E27FC236}">
                  <a16:creationId xmlns:a16="http://schemas.microsoft.com/office/drawing/2014/main" id="{E49F4FCF-3DEA-88D6-61BF-CE9C24AE1543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2A796398-5BAC-2642-D97C-138EAFC2D29B}"/>
              </a:ext>
            </a:extLst>
          </p:cNvPr>
          <p:cNvGrpSpPr/>
          <p:nvPr/>
        </p:nvGrpSpPr>
        <p:grpSpPr>
          <a:xfrm>
            <a:off x="5255697" y="5623826"/>
            <a:ext cx="1489570" cy="280156"/>
            <a:chOff x="4648477" y="1042224"/>
            <a:chExt cx="1222410" cy="280156"/>
          </a:xfrm>
        </p:grpSpPr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FF01D84C-7DFC-2081-31C9-02D881C8ABB7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2C87A1E9-C9EF-4004-3B6F-153E09EAF5FF}"/>
                </a:ext>
              </a:extLst>
            </p:cNvPr>
            <p:cNvSpPr txBox="1"/>
            <p:nvPr/>
          </p:nvSpPr>
          <p:spPr>
            <a:xfrm>
              <a:off x="5602262" y="1137714"/>
              <a:ext cx="2686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call!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1BA7F95-362D-AAB9-3547-2A41D6D5C1AF}"/>
              </a:ext>
            </a:extLst>
          </p:cNvPr>
          <p:cNvGrpSpPr/>
          <p:nvPr/>
        </p:nvGrpSpPr>
        <p:grpSpPr>
          <a:xfrm>
            <a:off x="8890007" y="4728215"/>
            <a:ext cx="1489570" cy="280156"/>
            <a:chOff x="4648477" y="1042224"/>
            <a:chExt cx="1222410" cy="280156"/>
          </a:xfrm>
        </p:grpSpPr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AF73ACFF-3EB4-B10B-0BEC-4D06EB2FA6A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79B599C2-15C5-DC08-50A5-BB3211760FEC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3863A156-D2A9-8961-4CC8-5D248046DA6F}"/>
              </a:ext>
            </a:extLst>
          </p:cNvPr>
          <p:cNvGrpSpPr/>
          <p:nvPr/>
        </p:nvGrpSpPr>
        <p:grpSpPr>
          <a:xfrm>
            <a:off x="10658185" y="4412977"/>
            <a:ext cx="1489570" cy="280156"/>
            <a:chOff x="4648477" y="1042224"/>
            <a:chExt cx="1222410" cy="280156"/>
          </a:xfrm>
        </p:grpSpPr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5C18E9A5-8617-B29B-C7C5-1403F05F667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C72FC6D8-8686-6D80-A66B-0A566FD16ED0}"/>
                </a:ext>
              </a:extLst>
            </p:cNvPr>
            <p:cNvSpPr txBox="1"/>
            <p:nvPr/>
          </p:nvSpPr>
          <p:spPr>
            <a:xfrm>
              <a:off x="5582530" y="1137714"/>
              <a:ext cx="28835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word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D5466015-9419-A13D-AD04-C14321BB4023}"/>
              </a:ext>
            </a:extLst>
          </p:cNvPr>
          <p:cNvGrpSpPr/>
          <p:nvPr/>
        </p:nvGrpSpPr>
        <p:grpSpPr>
          <a:xfrm>
            <a:off x="10743225" y="1315630"/>
            <a:ext cx="1489570" cy="280156"/>
            <a:chOff x="4648477" y="1042224"/>
            <a:chExt cx="1222410" cy="280156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34B96C7-CAFE-ECBC-00A6-C220B66767AD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EA53EA2-B5D1-A2FF-BA98-7A42DCFCD065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3CE5A74-AA64-081E-D8EA-E557B07DE088}"/>
              </a:ext>
            </a:extLst>
          </p:cNvPr>
          <p:cNvGrpSpPr/>
          <p:nvPr/>
        </p:nvGrpSpPr>
        <p:grpSpPr>
          <a:xfrm>
            <a:off x="8890007" y="5008371"/>
            <a:ext cx="1489570" cy="280156"/>
            <a:chOff x="4648477" y="1042224"/>
            <a:chExt cx="1222410" cy="280156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1B6E7047-60CF-99C7-6EFC-F7047C86F93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65753EF-E4E5-B881-29FF-BE1DB4EEFAA9}"/>
                </a:ext>
              </a:extLst>
            </p:cNvPr>
            <p:cNvSpPr txBox="1"/>
            <p:nvPr/>
          </p:nvSpPr>
          <p:spPr>
            <a:xfrm>
              <a:off x="5447033" y="1137714"/>
              <a:ext cx="42385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fel branch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CF3E704-5E81-C132-779D-CAB24C697224}"/>
              </a:ext>
            </a:extLst>
          </p:cNvPr>
          <p:cNvGrpSpPr/>
          <p:nvPr/>
        </p:nvGrpSpPr>
        <p:grpSpPr>
          <a:xfrm>
            <a:off x="8884372" y="5933185"/>
            <a:ext cx="1489570" cy="280156"/>
            <a:chOff x="4648477" y="1042224"/>
            <a:chExt cx="1222410" cy="280156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04A3ED0-D408-4685-6CCE-B821FD0ABCBF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C6D9795-49B7-DC5F-6E05-6D871A0140C8}"/>
                </a:ext>
              </a:extLst>
            </p:cNvPr>
            <p:cNvSpPr txBox="1"/>
            <p:nvPr/>
          </p:nvSpPr>
          <p:spPr>
            <a:xfrm>
              <a:off x="5602262" y="1137714"/>
              <a:ext cx="26862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call!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804904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DA59B45-2B6A-AEF2-172D-3C20BB2B72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45" y="41541"/>
            <a:ext cx="5525470" cy="402581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788A479-7340-7510-717E-E119D24663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6822" y="0"/>
            <a:ext cx="6205178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11480949-6D69-1022-F0FD-39358C6E9432}"/>
              </a:ext>
            </a:extLst>
          </p:cNvPr>
          <p:cNvGrpSpPr/>
          <p:nvPr/>
        </p:nvGrpSpPr>
        <p:grpSpPr>
          <a:xfrm>
            <a:off x="6325373" y="1160142"/>
            <a:ext cx="1489570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A76DB66-310A-6B6F-FBDC-3E2AB877D18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BBDD5E1-A7CE-AC20-90D3-3DC7A9CC48E5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88D96E83-E774-1DED-245F-1B85B07129C6}"/>
              </a:ext>
            </a:extLst>
          </p:cNvPr>
          <p:cNvSpPr txBox="1"/>
          <p:nvPr/>
        </p:nvSpPr>
        <p:spPr>
          <a:xfrm>
            <a:off x="6690612" y="826572"/>
            <a:ext cx="45288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v-SE" sz="900">
                <a:solidFill>
                  <a:srgbClr val="C00000"/>
                </a:solidFill>
              </a:rPr>
              <a:t>??</a:t>
            </a:r>
            <a:endParaRPr lang="LID4096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8D67B77-3087-DC55-77F4-E4B6E3CFAB88}"/>
              </a:ext>
            </a:extLst>
          </p:cNvPr>
          <p:cNvGrpSpPr/>
          <p:nvPr/>
        </p:nvGrpSpPr>
        <p:grpSpPr>
          <a:xfrm>
            <a:off x="9378200" y="1734573"/>
            <a:ext cx="1489570" cy="280156"/>
            <a:chOff x="4648477" y="1042224"/>
            <a:chExt cx="1222410" cy="280156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2EF0329-BE71-450C-AF36-F39B94A9D63C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75FF034-AADB-A28A-D89D-4C5540644B31}"/>
                </a:ext>
              </a:extLst>
            </p:cNvPr>
            <p:cNvSpPr txBox="1"/>
            <p:nvPr/>
          </p:nvSpPr>
          <p:spPr>
            <a:xfrm>
              <a:off x="5220767" y="1137714"/>
              <a:ext cx="65012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Skriver till pekaren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35D41AD1-B549-0B0B-F3AB-C2DD9AD4E02E}"/>
              </a:ext>
            </a:extLst>
          </p:cNvPr>
          <p:cNvGrpSpPr/>
          <p:nvPr/>
        </p:nvGrpSpPr>
        <p:grpSpPr>
          <a:xfrm>
            <a:off x="9510602" y="3429000"/>
            <a:ext cx="1489570" cy="280156"/>
            <a:chOff x="4648477" y="1042224"/>
            <a:chExt cx="1222410" cy="2801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EDDCCCC-7AAE-5069-9C2C-A604FCF88FB3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FD15F2C-4DAB-3163-1A27-6585F0116E30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E51664FE-E5BF-71C5-4ADA-EA3D24EE75EF}"/>
              </a:ext>
            </a:extLst>
          </p:cNvPr>
          <p:cNvGrpSpPr/>
          <p:nvPr/>
        </p:nvGrpSpPr>
        <p:grpSpPr>
          <a:xfrm>
            <a:off x="6381919" y="5730959"/>
            <a:ext cx="1489570" cy="280156"/>
            <a:chOff x="4648477" y="1042224"/>
            <a:chExt cx="1222410" cy="280156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1E235C31-02B7-5B1C-D106-3BA5721F3392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33744A47-77D4-13BA-CBFC-FEDF93780278}"/>
                </a:ext>
              </a:extLst>
            </p:cNvPr>
            <p:cNvSpPr txBox="1"/>
            <p:nvPr/>
          </p:nvSpPr>
          <p:spPr>
            <a:xfrm>
              <a:off x="4908994" y="1137714"/>
              <a:ext cx="961893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Kollar om addressen är ojämn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9F90150-DFD7-754E-7D28-2FF4AAD82ED0}"/>
              </a:ext>
            </a:extLst>
          </p:cNvPr>
          <p:cNvGrpSpPr/>
          <p:nvPr/>
        </p:nvGrpSpPr>
        <p:grpSpPr>
          <a:xfrm>
            <a:off x="9889877" y="5871037"/>
            <a:ext cx="1489570" cy="280156"/>
            <a:chOff x="4648477" y="1042224"/>
            <a:chExt cx="1222410" cy="28015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8AC2334D-895C-3F3F-9C7F-54C13A73EAA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61E79D2C-A147-D906-6000-3E1DFEB95647}"/>
                </a:ext>
              </a:extLst>
            </p:cNvPr>
            <p:cNvSpPr txBox="1"/>
            <p:nvPr/>
          </p:nvSpPr>
          <p:spPr>
            <a:xfrm>
              <a:off x="5286543" y="1137714"/>
              <a:ext cx="58434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Makes no sense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801882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4ECF072-7617-C456-79D2-E5F800FA332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"/>
            <a:ext cx="5239079" cy="3221966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B35E95A-ED54-93A2-1DC0-FB245BBFBB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5090" y="-1"/>
            <a:ext cx="7537995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FC38E44E-DE6F-BD5C-DA93-716EC908BBF4}"/>
              </a:ext>
            </a:extLst>
          </p:cNvPr>
          <p:cNvGrpSpPr/>
          <p:nvPr/>
        </p:nvGrpSpPr>
        <p:grpSpPr>
          <a:xfrm>
            <a:off x="4493849" y="69464"/>
            <a:ext cx="2382843" cy="2334377"/>
            <a:chOff x="4648477" y="1042224"/>
            <a:chExt cx="1139811" cy="15761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AB801301-7A00-D3D3-F886-9F8189817D27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CA8D6FD1-6026-1A1B-77AC-C093DE9C2A0F}"/>
                </a:ext>
              </a:extLst>
            </p:cNvPr>
            <p:cNvSpPr txBox="1"/>
            <p:nvPr/>
          </p:nvSpPr>
          <p:spPr>
            <a:xfrm>
              <a:off x="4861541" y="1187366"/>
              <a:ext cx="926747" cy="124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Kommer inte ihåg några ABI regler!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44715F3-C2FD-4466-BEF7-CD3DE5CBD8B8}"/>
              </a:ext>
            </a:extLst>
          </p:cNvPr>
          <p:cNvGrpSpPr/>
          <p:nvPr/>
        </p:nvGrpSpPr>
        <p:grpSpPr>
          <a:xfrm>
            <a:off x="7367860" y="1982343"/>
            <a:ext cx="1671314" cy="280156"/>
            <a:chOff x="4648477" y="1042224"/>
            <a:chExt cx="1222410" cy="280156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B840645-B656-250C-1035-F682D7A7010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4DFD91E0-7A77-FEE0-23DD-8FA52617E9ED}"/>
                </a:ext>
              </a:extLst>
            </p:cNvPr>
            <p:cNvSpPr txBox="1"/>
            <p:nvPr/>
          </p:nvSpPr>
          <p:spPr>
            <a:xfrm>
              <a:off x="5204702" y="1137714"/>
              <a:ext cx="666185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a0 kan ha skrivits över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455DC95-149F-A0F0-DE3C-311AF90F5EB8}"/>
              </a:ext>
            </a:extLst>
          </p:cNvPr>
          <p:cNvGrpSpPr/>
          <p:nvPr/>
        </p:nvGrpSpPr>
        <p:grpSpPr>
          <a:xfrm>
            <a:off x="10006285" y="2347017"/>
            <a:ext cx="1823766" cy="523080"/>
            <a:chOff x="4648477" y="1042224"/>
            <a:chExt cx="1211563" cy="209522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A0D7783-2463-3F80-1CFA-685A8B699C0F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078C9AC-B3CA-DB26-4D7E-B4A34EB13D7F}"/>
                </a:ext>
              </a:extLst>
            </p:cNvPr>
            <p:cNvSpPr txBox="1"/>
            <p:nvPr/>
          </p:nvSpPr>
          <p:spPr>
            <a:xfrm>
              <a:off x="5401917" y="1177777"/>
              <a:ext cx="458123" cy="7396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Måste spara s0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A0ED38D-5C4E-A1CB-6197-31E3C4CDC3F8}"/>
              </a:ext>
            </a:extLst>
          </p:cNvPr>
          <p:cNvGrpSpPr/>
          <p:nvPr/>
        </p:nvGrpSpPr>
        <p:grpSpPr>
          <a:xfrm>
            <a:off x="4772978" y="3836996"/>
            <a:ext cx="1671314" cy="280156"/>
            <a:chOff x="4648477" y="1042224"/>
            <a:chExt cx="1222410" cy="28015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E134F2A9-B9EA-2AFE-7ECE-05C6349F285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3F0FE20-8E5F-9D89-D556-56BD2C310D27}"/>
                </a:ext>
              </a:extLst>
            </p:cNvPr>
            <p:cNvSpPr txBox="1"/>
            <p:nvPr/>
          </p:nvSpPr>
          <p:spPr>
            <a:xfrm>
              <a:off x="5181253" y="1137714"/>
              <a:ext cx="689634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Ingen plats på stacken 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97B6AF97-A347-1B8E-CB94-2A2BDBCB5A45}"/>
              </a:ext>
            </a:extLst>
          </p:cNvPr>
          <p:cNvGrpSpPr/>
          <p:nvPr/>
        </p:nvGrpSpPr>
        <p:grpSpPr>
          <a:xfrm>
            <a:off x="9981792" y="5290239"/>
            <a:ext cx="1671314" cy="280156"/>
            <a:chOff x="4648477" y="1042224"/>
            <a:chExt cx="1222410" cy="280156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38F66285-5222-555B-661D-BD91EC982D7E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0338011F-85BD-A628-331C-7012C48F732C}"/>
                </a:ext>
              </a:extLst>
            </p:cNvPr>
            <p:cNvSpPr txBox="1"/>
            <p:nvPr/>
          </p:nvSpPr>
          <p:spPr>
            <a:xfrm>
              <a:off x="5216427" y="1137714"/>
              <a:ext cx="654460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t0 kan ha skrivits över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5815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31C835-1997-22A6-7614-3D6D3DC0D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3535558" cy="270395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1D2F0AD-667E-E897-40A8-E6696EFFF5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1832" y="0"/>
            <a:ext cx="4708336" cy="685800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3F7FABC6-A94F-AB50-B29A-A8325CEA4E0A}"/>
              </a:ext>
            </a:extLst>
          </p:cNvPr>
          <p:cNvGrpSpPr/>
          <p:nvPr/>
        </p:nvGrpSpPr>
        <p:grpSpPr>
          <a:xfrm>
            <a:off x="4012444" y="918814"/>
            <a:ext cx="1671314" cy="280156"/>
            <a:chOff x="4648477" y="1042224"/>
            <a:chExt cx="1222410" cy="280156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546071-DB03-528E-96F6-38E5DFC88BB1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248AD13-6F43-E24F-7A7B-79DA3010CFDD}"/>
                </a:ext>
              </a:extLst>
            </p:cNvPr>
            <p:cNvSpPr txBox="1"/>
            <p:nvPr/>
          </p:nvSpPr>
          <p:spPr>
            <a:xfrm>
              <a:off x="5113251" y="1137714"/>
              <a:ext cx="7576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ökar pekaren med 4 bytes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60860772-C8FB-B24F-B7C0-ACFE709BEEB7}"/>
              </a:ext>
            </a:extLst>
          </p:cNvPr>
          <p:cNvGrpSpPr/>
          <p:nvPr/>
        </p:nvGrpSpPr>
        <p:grpSpPr>
          <a:xfrm>
            <a:off x="6772265" y="349111"/>
            <a:ext cx="1300356" cy="340724"/>
            <a:chOff x="3335893" y="1042224"/>
            <a:chExt cx="6160496" cy="31571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463F7E5-249F-0A7D-4E08-536BD6234CFA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E0031A94-1E22-6FAF-B240-45740E2D33DE}"/>
                </a:ext>
              </a:extLst>
            </p:cNvPr>
            <p:cNvSpPr txBox="1"/>
            <p:nvPr/>
          </p:nvSpPr>
          <p:spPr>
            <a:xfrm>
              <a:off x="3335893" y="1186827"/>
              <a:ext cx="6160496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orginalvärdet kommer inte ändras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688FB28-238A-F3EB-C3CC-0E746E4321B0}"/>
              </a:ext>
            </a:extLst>
          </p:cNvPr>
          <p:cNvGrpSpPr/>
          <p:nvPr/>
        </p:nvGrpSpPr>
        <p:grpSpPr>
          <a:xfrm>
            <a:off x="7002493" y="2459602"/>
            <a:ext cx="1511688" cy="525390"/>
            <a:chOff x="4569275" y="871113"/>
            <a:chExt cx="7161691" cy="486825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F12F542B-47B2-C763-8E7A-98D97BD12B96}"/>
                </a:ext>
              </a:extLst>
            </p:cNvPr>
            <p:cNvSpPr/>
            <p:nvPr/>
          </p:nvSpPr>
          <p:spPr>
            <a:xfrm>
              <a:off x="4648477" y="1042224"/>
              <a:ext cx="3001197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DA076F22-6FF2-AB27-5CF1-5B4B7B327632}"/>
                </a:ext>
              </a:extLst>
            </p:cNvPr>
            <p:cNvSpPr txBox="1"/>
            <p:nvPr/>
          </p:nvSpPr>
          <p:spPr>
            <a:xfrm>
              <a:off x="4569275" y="871113"/>
              <a:ext cx="6160799" cy="2566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orginalvärdet kommer inte ändras</a:t>
              </a:r>
              <a:br>
                <a:rPr lang="sv-SE" sz="600">
                  <a:solidFill>
                    <a:srgbClr val="C00000"/>
                  </a:solidFill>
                </a:rPr>
              </a:br>
              <a:endParaRPr lang="LID4096" sz="600">
                <a:solidFill>
                  <a:srgbClr val="C0000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B1C91A16-A9AA-B8D6-D52D-B50381F77E73}"/>
                </a:ext>
              </a:extLst>
            </p:cNvPr>
            <p:cNvSpPr txBox="1"/>
            <p:nvPr/>
          </p:nvSpPr>
          <p:spPr>
            <a:xfrm>
              <a:off x="5562876" y="1186827"/>
              <a:ext cx="6168090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(m är en pekare men det är okay?)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A3824CB8-F219-ED60-311F-C838D523F620}"/>
              </a:ext>
            </a:extLst>
          </p:cNvPr>
          <p:cNvGrpSpPr/>
          <p:nvPr/>
        </p:nvGrpSpPr>
        <p:grpSpPr>
          <a:xfrm>
            <a:off x="4012444" y="5563540"/>
            <a:ext cx="1671314" cy="280156"/>
            <a:chOff x="4648477" y="1042224"/>
            <a:chExt cx="1222410" cy="280156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510EEEC6-B2CB-69DE-591D-FFD26E740CC4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58804F01-261D-B381-AA59-32CAECC8746A}"/>
                </a:ext>
              </a:extLst>
            </p:cNvPr>
            <p:cNvSpPr txBox="1"/>
            <p:nvPr/>
          </p:nvSpPr>
          <p:spPr>
            <a:xfrm>
              <a:off x="5586920" y="1137714"/>
              <a:ext cx="283967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what?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3DC4946-099C-5B30-01E6-CA01F1F1DCE9}"/>
              </a:ext>
            </a:extLst>
          </p:cNvPr>
          <p:cNvGrpSpPr/>
          <p:nvPr/>
        </p:nvGrpSpPr>
        <p:grpSpPr>
          <a:xfrm>
            <a:off x="6401779" y="5545879"/>
            <a:ext cx="1671314" cy="280156"/>
            <a:chOff x="4648477" y="1042224"/>
            <a:chExt cx="1222410" cy="280156"/>
          </a:xfrm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B511571C-866C-FE2C-AD7A-CD81F25FBF69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C862D47A-B039-6D1E-CCE8-BB05DB91A1DE}"/>
                </a:ext>
              </a:extLst>
            </p:cNvPr>
            <p:cNvSpPr txBox="1"/>
            <p:nvPr/>
          </p:nvSpPr>
          <p:spPr>
            <a:xfrm>
              <a:off x="5113251" y="1137714"/>
              <a:ext cx="7576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ökar pekaren med 4 bytes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54DD465-A1C3-52C5-B3D7-A0B9E32BE1D1}"/>
              </a:ext>
            </a:extLst>
          </p:cNvPr>
          <p:cNvGrpSpPr/>
          <p:nvPr/>
        </p:nvGrpSpPr>
        <p:grpSpPr>
          <a:xfrm>
            <a:off x="8791114" y="10172944"/>
            <a:ext cx="1671312" cy="280156"/>
            <a:chOff x="4648477" y="1042224"/>
            <a:chExt cx="1222408" cy="280156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C4793841-4446-3604-A23C-D7D269ACEB83}"/>
                </a:ext>
              </a:extLst>
            </p:cNvPr>
            <p:cNvSpPr/>
            <p:nvPr/>
          </p:nvSpPr>
          <p:spPr>
            <a:xfrm>
              <a:off x="4648477" y="1042224"/>
              <a:ext cx="1139810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696793E2-8D61-3261-1006-B4CECE50DB0C}"/>
                </a:ext>
              </a:extLst>
            </p:cNvPr>
            <p:cNvSpPr txBox="1"/>
            <p:nvPr/>
          </p:nvSpPr>
          <p:spPr>
            <a:xfrm>
              <a:off x="5113249" y="1137714"/>
              <a:ext cx="757636" cy="1846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ökar pekaren med 4 bytes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05E2D5C-1406-35EC-2991-DB2033644A5D}"/>
              </a:ext>
            </a:extLst>
          </p:cNvPr>
          <p:cNvGrpSpPr/>
          <p:nvPr/>
        </p:nvGrpSpPr>
        <p:grpSpPr>
          <a:xfrm>
            <a:off x="6772265" y="4956764"/>
            <a:ext cx="1300356" cy="340724"/>
            <a:chOff x="3335893" y="1042224"/>
            <a:chExt cx="6160496" cy="315714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F6A1A2E-645C-ADD1-39C3-52B104B1ACD6}"/>
                </a:ext>
              </a:extLst>
            </p:cNvPr>
            <p:cNvSpPr/>
            <p:nvPr/>
          </p:nvSpPr>
          <p:spPr>
            <a:xfrm>
              <a:off x="4648477" y="1042224"/>
              <a:ext cx="1139811" cy="144603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72C0E8E-367A-994B-7F98-0A81CAC84C63}"/>
                </a:ext>
              </a:extLst>
            </p:cNvPr>
            <p:cNvSpPr txBox="1"/>
            <p:nvPr/>
          </p:nvSpPr>
          <p:spPr>
            <a:xfrm>
              <a:off x="3335893" y="1186827"/>
              <a:ext cx="6160496" cy="17111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r"/>
              <a:r>
                <a:rPr lang="sv-SE" sz="600">
                  <a:solidFill>
                    <a:srgbClr val="C00000"/>
                  </a:solidFill>
                </a:rPr>
                <a:t>orginalvärdet kommer inte ändras</a:t>
              </a:r>
              <a:endParaRPr lang="LID4096" sz="600">
                <a:solidFill>
                  <a:srgbClr val="C0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0777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201</TotalTime>
  <Words>151</Words>
  <Application>Microsoft Office PowerPoint</Application>
  <PresentationFormat>Widescreen</PresentationFormat>
  <Paragraphs>50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Erik Sintorn</dc:creator>
  <cp:lastModifiedBy>Erik Sintorn</cp:lastModifiedBy>
  <cp:revision>2</cp:revision>
  <dcterms:created xsi:type="dcterms:W3CDTF">2026-02-19T11:11:44Z</dcterms:created>
  <dcterms:modified xsi:type="dcterms:W3CDTF">2026-02-19T16:10:53Z</dcterms:modified>
</cp:coreProperties>
</file>