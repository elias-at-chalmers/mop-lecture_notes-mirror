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4" d="100"/>
          <a:sy n="234" d="100"/>
        </p:scale>
        <p:origin x="22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7994-16E6-ADBB-1104-D4FE30AF1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4815C-F969-A765-8E9A-7CA9974E0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BB997-12D1-793C-5151-F9C64F21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8D8F6-96E7-6F8C-9E7A-41AA8E48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5F48-C681-EAE8-BDDA-E52ADC3D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077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5541-24BC-88AE-899C-CAD9F0EE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344F0-DD14-FA17-D2C6-437548554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BB4E-A55E-A154-4C72-7AABD875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FBA8-E641-F022-C5DB-C7351743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099F8-A7D0-B91D-69F6-C4FD4129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789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3952-3407-433A-C5DC-64E6FBC73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C7A97-7F1E-8795-A48C-100E81F5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1F7FB-C8C3-2DA7-57DC-0AD3B284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5A67-17E2-4482-1F69-04940FCF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F8E8-A69E-8E18-220B-C6C22A72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458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438C-BDEF-6A06-A78B-0B543DC1B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1E316-9314-8BF5-0284-1673BF32C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63AF-B440-F894-D0D0-77D653708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4F5BC-D23E-C18D-B53C-7AC466C3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7B764-6C4D-67C3-4867-E5EC48AD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5554E-AC2F-7E93-1DE6-8476199F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207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B8A1-B347-84F4-8530-DEE565C1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49E45-CBE8-C80C-D448-8B7093FF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B285E-E362-EF33-23D0-1018D3E6D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A30E5-0490-966C-CBE2-3EF675B6D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5E69B-85E7-C7EC-353B-1E1145A6E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81933-D995-9C70-7B4B-F8A38A53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42D4F-08E0-6ECC-FAED-1E771367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39303-1BA0-0C33-1F61-536F93FD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529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71A9-907A-D616-6525-D6E2ABD2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ECDA9-5C39-9133-D1DF-DC4A2CE9F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BCB93-9C32-596F-1C49-05914277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7DA00-EE5C-3B7D-43C7-384143C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4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E9FF2-11F7-A35E-2411-7B2F29EB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E824B-677C-5B43-06A2-56C71663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106CD-BA4F-CBD3-3C1D-89C67C04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994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C105-CE23-F9C0-C20E-CB0140233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102A-63F1-CC9D-26A7-252DBE40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8DCF1-A0F7-9833-0C76-574FCDB3C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84F90-6115-FE02-5E3A-6687DE71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143F4-715D-BB25-F728-B90550394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E232-8BD1-074D-072A-B261BEF5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646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E6FB-BC2D-020B-1B3B-F982665E2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CA0A7-4C25-5929-C127-A68407133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114E6-9E0D-1D4B-8ADA-A3A0F48C3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D71D0-F6EC-6BF7-F80E-E46E0815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16A44-6E74-594E-A297-F199A5B8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8EF27-8659-78D6-19AB-6D3B130E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237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EE82-828C-7A35-4791-3723767E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D2C34-993C-AD4D-6637-FAA4E89E1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E3AF3-B199-B8A4-B76D-EAD59F5C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21564-06F1-6C3E-D4B5-BD1976C2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A4E36-5B9F-6F96-1720-2ECAE412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8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633AB-0561-1A49-FF0A-052C59788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B45B8-BD0E-AE0C-91A7-5BD512F2B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F3480-A1F8-57E0-6B99-1780E0F5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C512F-7456-25BE-59DC-7EC705ED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0D8F-378D-95CE-1EE8-15554D74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103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362FA-FD12-ECF2-C14E-DF3B1212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07061-3D11-FDD3-E14C-E8332115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875DF-8559-5B25-EAA4-3DB967B6F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A1A1A-815E-4C98-B504-0AEFB2037EE5}" type="datetimeFigureOut">
              <a:rPr lang="LID4096" smtClean="0"/>
              <a:t>02/19/2026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B222C-9CB9-2C09-200F-1B7D8D035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2079-425F-9110-41C1-90AFB3EF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E306D-729B-4376-B076-B11B2FA80B3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892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5D65C07E-39C7-EE4B-F817-3CF60A716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10" y="0"/>
            <a:ext cx="724969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6ACCE-BA08-F846-5F2F-5221A4B53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99" y="1958582"/>
            <a:ext cx="2600688" cy="3343742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716329D-1AE7-D1D2-A7F3-EB320971BDC4}"/>
              </a:ext>
            </a:extLst>
          </p:cNvPr>
          <p:cNvGrpSpPr/>
          <p:nvPr/>
        </p:nvGrpSpPr>
        <p:grpSpPr>
          <a:xfrm>
            <a:off x="5255697" y="1311105"/>
            <a:ext cx="1489570" cy="280156"/>
            <a:chOff x="4648477" y="1042224"/>
            <a:chExt cx="1222410" cy="28015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8C5C7B3-203A-B2F4-EE94-119AD9A3F161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B30A0F-605E-A120-9AD9-B6E5E6D1363B}"/>
                </a:ext>
              </a:extLst>
            </p:cNvPr>
            <p:cNvSpPr txBox="1"/>
            <p:nvPr/>
          </p:nvSpPr>
          <p:spPr>
            <a:xfrm>
              <a:off x="5447033" y="1137714"/>
              <a:ext cx="4238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fel branch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2550B09-F25B-3E88-9CA8-F967A1DAB9FC}"/>
              </a:ext>
            </a:extLst>
          </p:cNvPr>
          <p:cNvGrpSpPr/>
          <p:nvPr/>
        </p:nvGrpSpPr>
        <p:grpSpPr>
          <a:xfrm>
            <a:off x="7077585" y="1030949"/>
            <a:ext cx="1489570" cy="280156"/>
            <a:chOff x="4648477" y="1042224"/>
            <a:chExt cx="1222410" cy="28015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025C47-E30B-05CD-100F-0C9B4620CAA4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D995728-83D9-3771-8A57-A62CDE2690C9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FE84DFB-2148-B495-03FB-413F66E92812}"/>
              </a:ext>
            </a:extLst>
          </p:cNvPr>
          <p:cNvGrpSpPr/>
          <p:nvPr/>
        </p:nvGrpSpPr>
        <p:grpSpPr>
          <a:xfrm>
            <a:off x="8890007" y="1315630"/>
            <a:ext cx="1489570" cy="280156"/>
            <a:chOff x="4648477" y="1042224"/>
            <a:chExt cx="1222410" cy="28015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D09D415-618B-EA65-D355-C84C33557F55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900E6E3-B76F-2D17-43D3-5DAFF900E55C}"/>
                </a:ext>
              </a:extLst>
            </p:cNvPr>
            <p:cNvSpPr txBox="1"/>
            <p:nvPr/>
          </p:nvSpPr>
          <p:spPr>
            <a:xfrm>
              <a:off x="5447033" y="1137714"/>
              <a:ext cx="4238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fel branch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F25DF4-B5D9-16FB-EF86-B3204A31C690}"/>
              </a:ext>
            </a:extLst>
          </p:cNvPr>
          <p:cNvGrpSpPr/>
          <p:nvPr/>
        </p:nvGrpSpPr>
        <p:grpSpPr>
          <a:xfrm>
            <a:off x="10743225" y="1030949"/>
            <a:ext cx="1489570" cy="280156"/>
            <a:chOff x="4648477" y="1042224"/>
            <a:chExt cx="1222410" cy="28015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A55EBCE-55D3-5604-128B-3D3E7E9CFBE7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2783013-2AFB-C46E-31D0-812A3DEF9F57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88D6ADC-EDF2-0D1E-1876-6B83C83FB222}"/>
              </a:ext>
            </a:extLst>
          </p:cNvPr>
          <p:cNvGrpSpPr/>
          <p:nvPr/>
        </p:nvGrpSpPr>
        <p:grpSpPr>
          <a:xfrm>
            <a:off x="5255697" y="5623826"/>
            <a:ext cx="1489570" cy="280156"/>
            <a:chOff x="4648477" y="1042224"/>
            <a:chExt cx="1222410" cy="28015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4408A31-A9A8-200F-F9A9-F174FE7C50AE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8A01BCE-1848-48A5-9BAB-64C98023F79F}"/>
                </a:ext>
              </a:extLst>
            </p:cNvPr>
            <p:cNvSpPr txBox="1"/>
            <p:nvPr/>
          </p:nvSpPr>
          <p:spPr>
            <a:xfrm>
              <a:off x="5602262" y="1137714"/>
              <a:ext cx="26862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call!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88D4127-1096-2658-5039-731762377C65}"/>
              </a:ext>
            </a:extLst>
          </p:cNvPr>
          <p:cNvGrpSpPr/>
          <p:nvPr/>
        </p:nvGrpSpPr>
        <p:grpSpPr>
          <a:xfrm>
            <a:off x="8890007" y="4728215"/>
            <a:ext cx="1489570" cy="280156"/>
            <a:chOff x="4648477" y="1042224"/>
            <a:chExt cx="1222410" cy="28015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D3C9E59-CBDE-72E3-BF94-604E61D99C6B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9EDE2C9-4C6C-3A7B-5AAC-B814E5ECCFA5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E3CB47-F4DD-E498-9DE4-B2574667296C}"/>
              </a:ext>
            </a:extLst>
          </p:cNvPr>
          <p:cNvGrpSpPr/>
          <p:nvPr/>
        </p:nvGrpSpPr>
        <p:grpSpPr>
          <a:xfrm>
            <a:off x="10658185" y="4412977"/>
            <a:ext cx="1489570" cy="280156"/>
            <a:chOff x="4648477" y="1042224"/>
            <a:chExt cx="1222410" cy="28015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51AC774-95FF-51D7-F870-19E06DAA78BF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4189554-44CB-984B-EEE5-FABEF6FC2381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3448CB5D-7C3C-4DB4-71DF-BF1EEFA5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30" y="278369"/>
            <a:ext cx="4277870" cy="70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9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483B-3B6D-76EB-1165-29C4458D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BB3B2328-F64F-2EC8-2FCB-EFA54570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10" y="0"/>
            <a:ext cx="724969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88F53D-CADC-93C5-15D1-08C1A89AF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22" y="1591261"/>
            <a:ext cx="2600688" cy="3343742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9DA8973E-984E-7FB3-6F1A-AC7F45D4B8D3}"/>
              </a:ext>
            </a:extLst>
          </p:cNvPr>
          <p:cNvGrpSpPr/>
          <p:nvPr/>
        </p:nvGrpSpPr>
        <p:grpSpPr>
          <a:xfrm>
            <a:off x="5255697" y="1311105"/>
            <a:ext cx="1489570" cy="280156"/>
            <a:chOff x="4648477" y="1042224"/>
            <a:chExt cx="1222410" cy="28015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84C18D9-6B64-9F9F-6B54-12D36AC395EF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E2BB478-9357-891E-52B7-8EEF9F41260F}"/>
                </a:ext>
              </a:extLst>
            </p:cNvPr>
            <p:cNvSpPr txBox="1"/>
            <p:nvPr/>
          </p:nvSpPr>
          <p:spPr>
            <a:xfrm>
              <a:off x="5447033" y="1137714"/>
              <a:ext cx="4238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fel branch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FA03A74-1A35-9EBB-65FB-B734FBE5D16C}"/>
              </a:ext>
            </a:extLst>
          </p:cNvPr>
          <p:cNvGrpSpPr/>
          <p:nvPr/>
        </p:nvGrpSpPr>
        <p:grpSpPr>
          <a:xfrm>
            <a:off x="7077585" y="1030949"/>
            <a:ext cx="1489570" cy="280156"/>
            <a:chOff x="4648477" y="1042224"/>
            <a:chExt cx="1222410" cy="28015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29DB51A-4BDF-3D72-C07B-B5F24C42E57A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1F372E3-4CDC-0CF2-A3ED-E55467C8FCF9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ECC71D1-8572-6521-18B9-5B3DB0E97580}"/>
              </a:ext>
            </a:extLst>
          </p:cNvPr>
          <p:cNvGrpSpPr/>
          <p:nvPr/>
        </p:nvGrpSpPr>
        <p:grpSpPr>
          <a:xfrm>
            <a:off x="8890007" y="1315630"/>
            <a:ext cx="1489570" cy="280156"/>
            <a:chOff x="4648477" y="1042224"/>
            <a:chExt cx="1222410" cy="28015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73FAC1-D4C4-EAEC-1FB1-96B8D3C6391D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9A240A4-A358-E748-FDCE-56020B711131}"/>
                </a:ext>
              </a:extLst>
            </p:cNvPr>
            <p:cNvSpPr txBox="1"/>
            <p:nvPr/>
          </p:nvSpPr>
          <p:spPr>
            <a:xfrm>
              <a:off x="5447033" y="1137714"/>
              <a:ext cx="4238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fel branch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4C90227-94E6-9CD0-8706-34405A156535}"/>
              </a:ext>
            </a:extLst>
          </p:cNvPr>
          <p:cNvGrpSpPr/>
          <p:nvPr/>
        </p:nvGrpSpPr>
        <p:grpSpPr>
          <a:xfrm>
            <a:off x="10743225" y="1030949"/>
            <a:ext cx="1489570" cy="280156"/>
            <a:chOff x="4648477" y="1042224"/>
            <a:chExt cx="1222410" cy="28015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0DCAC03-039D-DEEF-D043-B4E05B814573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49F4FCF-3DEA-88D6-61BF-CE9C24AE1543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A796398-5BAC-2642-D97C-138EAFC2D29B}"/>
              </a:ext>
            </a:extLst>
          </p:cNvPr>
          <p:cNvGrpSpPr/>
          <p:nvPr/>
        </p:nvGrpSpPr>
        <p:grpSpPr>
          <a:xfrm>
            <a:off x="5255697" y="5623826"/>
            <a:ext cx="1489570" cy="280156"/>
            <a:chOff x="4648477" y="1042224"/>
            <a:chExt cx="1222410" cy="28015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F01D84C-7DFC-2081-31C9-02D881C8ABB7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C87A1E9-C9EF-4004-3B6F-153E09EAF5FF}"/>
                </a:ext>
              </a:extLst>
            </p:cNvPr>
            <p:cNvSpPr txBox="1"/>
            <p:nvPr/>
          </p:nvSpPr>
          <p:spPr>
            <a:xfrm>
              <a:off x="5602262" y="1137714"/>
              <a:ext cx="26862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call!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1BA7F95-362D-AAB9-3547-2A41D6D5C1AF}"/>
              </a:ext>
            </a:extLst>
          </p:cNvPr>
          <p:cNvGrpSpPr/>
          <p:nvPr/>
        </p:nvGrpSpPr>
        <p:grpSpPr>
          <a:xfrm>
            <a:off x="8890007" y="4728215"/>
            <a:ext cx="1489570" cy="280156"/>
            <a:chOff x="4648477" y="1042224"/>
            <a:chExt cx="1222410" cy="280156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F73ACFF-3EB4-B10B-0BEC-4D06EB2FA6AC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9B599C2-15C5-DC08-50A5-BB3211760FEC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863A156-D2A9-8961-4CC8-5D248046DA6F}"/>
              </a:ext>
            </a:extLst>
          </p:cNvPr>
          <p:cNvGrpSpPr/>
          <p:nvPr/>
        </p:nvGrpSpPr>
        <p:grpSpPr>
          <a:xfrm>
            <a:off x="10658185" y="4412977"/>
            <a:ext cx="1489570" cy="280156"/>
            <a:chOff x="4648477" y="1042224"/>
            <a:chExt cx="1222410" cy="28015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C18E9A5-8617-B29B-C7C5-1403F05F6671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72FC6D8-8686-6D80-A66B-0A566FD16ED0}"/>
                </a:ext>
              </a:extLst>
            </p:cNvPr>
            <p:cNvSpPr txBox="1"/>
            <p:nvPr/>
          </p:nvSpPr>
          <p:spPr>
            <a:xfrm>
              <a:off x="5582530" y="1137714"/>
              <a:ext cx="28835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word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5466015-9419-A13D-AD04-C14321BB4023}"/>
              </a:ext>
            </a:extLst>
          </p:cNvPr>
          <p:cNvGrpSpPr/>
          <p:nvPr/>
        </p:nvGrpSpPr>
        <p:grpSpPr>
          <a:xfrm>
            <a:off x="10743225" y="1315630"/>
            <a:ext cx="1489570" cy="280156"/>
            <a:chOff x="4648477" y="1042224"/>
            <a:chExt cx="1222410" cy="28015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4B96C7-CAFE-ECBC-00A6-C220B66767AD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EA53EA2-B5D1-A2FF-BA98-7A42DCFCD065}"/>
                </a:ext>
              </a:extLst>
            </p:cNvPr>
            <p:cNvSpPr txBox="1"/>
            <p:nvPr/>
          </p:nvSpPr>
          <p:spPr>
            <a:xfrm>
              <a:off x="5447033" y="1137714"/>
              <a:ext cx="4238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fel branch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CE5A74-AA64-081E-D8EA-E557B07DE088}"/>
              </a:ext>
            </a:extLst>
          </p:cNvPr>
          <p:cNvGrpSpPr/>
          <p:nvPr/>
        </p:nvGrpSpPr>
        <p:grpSpPr>
          <a:xfrm>
            <a:off x="8890007" y="5008371"/>
            <a:ext cx="1489570" cy="280156"/>
            <a:chOff x="4648477" y="1042224"/>
            <a:chExt cx="1222410" cy="28015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6E7047-60CF-99C7-6EFC-F7047C86F93E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5753EF-E4E5-B881-29FF-BE1DB4EEFAA9}"/>
                </a:ext>
              </a:extLst>
            </p:cNvPr>
            <p:cNvSpPr txBox="1"/>
            <p:nvPr/>
          </p:nvSpPr>
          <p:spPr>
            <a:xfrm>
              <a:off x="5447033" y="1137714"/>
              <a:ext cx="4238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fel branch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CF3E704-5E81-C132-779D-CAB24C697224}"/>
              </a:ext>
            </a:extLst>
          </p:cNvPr>
          <p:cNvGrpSpPr/>
          <p:nvPr/>
        </p:nvGrpSpPr>
        <p:grpSpPr>
          <a:xfrm>
            <a:off x="8884372" y="5933185"/>
            <a:ext cx="1489570" cy="280156"/>
            <a:chOff x="4648477" y="1042224"/>
            <a:chExt cx="1222410" cy="2801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04A3ED0-D408-4685-6CCE-B821FD0ABCBF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6D9795-49B7-DC5F-6E05-6D871A0140C8}"/>
                </a:ext>
              </a:extLst>
            </p:cNvPr>
            <p:cNvSpPr txBox="1"/>
            <p:nvPr/>
          </p:nvSpPr>
          <p:spPr>
            <a:xfrm>
              <a:off x="5602262" y="1137714"/>
              <a:ext cx="26862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call!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049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A59B45-2B6A-AEF2-172D-3C20BB2B7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5" y="41541"/>
            <a:ext cx="5525470" cy="4025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88A479-7340-7510-717E-E119D2466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822" y="0"/>
            <a:ext cx="6205178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1480949-6D69-1022-F0FD-39358C6E9432}"/>
              </a:ext>
            </a:extLst>
          </p:cNvPr>
          <p:cNvGrpSpPr/>
          <p:nvPr/>
        </p:nvGrpSpPr>
        <p:grpSpPr>
          <a:xfrm>
            <a:off x="6325373" y="1160142"/>
            <a:ext cx="1489570" cy="280156"/>
            <a:chOff x="4648477" y="1042224"/>
            <a:chExt cx="1222410" cy="28015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76DB66-310A-6B6F-FBDC-3E2AB877D18A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BDD5E1-A7CE-AC20-90D3-3DC7A9CC48E5}"/>
                </a:ext>
              </a:extLst>
            </p:cNvPr>
            <p:cNvSpPr txBox="1"/>
            <p:nvPr/>
          </p:nvSpPr>
          <p:spPr>
            <a:xfrm>
              <a:off x="4908994" y="1137714"/>
              <a:ext cx="96189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Kollar om addressen är ojämn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8D96E83-E774-1DED-245F-1B85B07129C6}"/>
              </a:ext>
            </a:extLst>
          </p:cNvPr>
          <p:cNvSpPr txBox="1"/>
          <p:nvPr/>
        </p:nvSpPr>
        <p:spPr>
          <a:xfrm>
            <a:off x="6690612" y="826572"/>
            <a:ext cx="4528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900">
                <a:solidFill>
                  <a:srgbClr val="C00000"/>
                </a:solidFill>
              </a:rPr>
              <a:t>??</a:t>
            </a:r>
            <a:endParaRPr lang="LID4096">
              <a:solidFill>
                <a:srgbClr val="C0000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D67B77-3087-DC55-77F4-E4B6E3CFAB88}"/>
              </a:ext>
            </a:extLst>
          </p:cNvPr>
          <p:cNvGrpSpPr/>
          <p:nvPr/>
        </p:nvGrpSpPr>
        <p:grpSpPr>
          <a:xfrm>
            <a:off x="9378200" y="1734573"/>
            <a:ext cx="1489570" cy="280156"/>
            <a:chOff x="4648477" y="1042224"/>
            <a:chExt cx="1222410" cy="28015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EF0329-BE71-450C-AF36-F39B94A9D63C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5FF034-AADB-A28A-D89D-4C5540644B31}"/>
                </a:ext>
              </a:extLst>
            </p:cNvPr>
            <p:cNvSpPr txBox="1"/>
            <p:nvPr/>
          </p:nvSpPr>
          <p:spPr>
            <a:xfrm>
              <a:off x="5220767" y="1137714"/>
              <a:ext cx="65012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Skriver till pekaren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D41AD1-B549-0B0B-F3AB-C2DD9AD4E02E}"/>
              </a:ext>
            </a:extLst>
          </p:cNvPr>
          <p:cNvGrpSpPr/>
          <p:nvPr/>
        </p:nvGrpSpPr>
        <p:grpSpPr>
          <a:xfrm>
            <a:off x="9510602" y="3429000"/>
            <a:ext cx="1489570" cy="280156"/>
            <a:chOff x="4648477" y="1042224"/>
            <a:chExt cx="1222410" cy="28015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EDDCCCC-7AAE-5069-9C2C-A604FCF88FB3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D15F2C-4DAB-3163-1A27-6585F0116E30}"/>
                </a:ext>
              </a:extLst>
            </p:cNvPr>
            <p:cNvSpPr txBox="1"/>
            <p:nvPr/>
          </p:nvSpPr>
          <p:spPr>
            <a:xfrm>
              <a:off x="4908994" y="1137714"/>
              <a:ext cx="96189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Kollar om addressen är ojämn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1664FE-E5BF-71C5-4ADA-EA3D24EE75EF}"/>
              </a:ext>
            </a:extLst>
          </p:cNvPr>
          <p:cNvGrpSpPr/>
          <p:nvPr/>
        </p:nvGrpSpPr>
        <p:grpSpPr>
          <a:xfrm>
            <a:off x="6381919" y="5730959"/>
            <a:ext cx="1489570" cy="280156"/>
            <a:chOff x="4648477" y="1042224"/>
            <a:chExt cx="1222410" cy="2801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E235C31-02B7-5B1C-D106-3BA5721F3392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3744A47-77D4-13BA-CBFC-FEDF93780278}"/>
                </a:ext>
              </a:extLst>
            </p:cNvPr>
            <p:cNvSpPr txBox="1"/>
            <p:nvPr/>
          </p:nvSpPr>
          <p:spPr>
            <a:xfrm>
              <a:off x="4908994" y="1137714"/>
              <a:ext cx="96189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Kollar om addressen är ojämn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F90150-DFD7-754E-7D28-2FF4AAD82ED0}"/>
              </a:ext>
            </a:extLst>
          </p:cNvPr>
          <p:cNvGrpSpPr/>
          <p:nvPr/>
        </p:nvGrpSpPr>
        <p:grpSpPr>
          <a:xfrm>
            <a:off x="9889877" y="5871037"/>
            <a:ext cx="1489570" cy="280156"/>
            <a:chOff x="4648477" y="1042224"/>
            <a:chExt cx="1222410" cy="28015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AC2334D-895C-3F3F-9C7F-54C13A73EAAE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1E79D2C-A147-D906-6000-3E1DFEB95647}"/>
                </a:ext>
              </a:extLst>
            </p:cNvPr>
            <p:cNvSpPr txBox="1"/>
            <p:nvPr/>
          </p:nvSpPr>
          <p:spPr>
            <a:xfrm>
              <a:off x="5286543" y="1137714"/>
              <a:ext cx="58434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Makes no sense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018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ECF072-7617-C456-79D2-E5F800FA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239079" cy="32219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35E95A-ED54-93A2-1DC0-FB245BBFB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090" y="-1"/>
            <a:ext cx="7537995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C38E44E-DE6F-BD5C-DA93-716EC908BBF4}"/>
              </a:ext>
            </a:extLst>
          </p:cNvPr>
          <p:cNvGrpSpPr/>
          <p:nvPr/>
        </p:nvGrpSpPr>
        <p:grpSpPr>
          <a:xfrm>
            <a:off x="4493849" y="69464"/>
            <a:ext cx="2382843" cy="2334377"/>
            <a:chOff x="4648477" y="1042224"/>
            <a:chExt cx="1139811" cy="1576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801301-7A00-D3D3-F886-9F8189817D27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8D6FD1-6026-1A1B-77AC-C093DE9C2A0F}"/>
                </a:ext>
              </a:extLst>
            </p:cNvPr>
            <p:cNvSpPr txBox="1"/>
            <p:nvPr/>
          </p:nvSpPr>
          <p:spPr>
            <a:xfrm>
              <a:off x="4861541" y="1187366"/>
              <a:ext cx="926747" cy="12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Kommer inte ihåg några ABI regler!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4715F3-C2FD-4466-BEF7-CD3DE5CBD8B8}"/>
              </a:ext>
            </a:extLst>
          </p:cNvPr>
          <p:cNvGrpSpPr/>
          <p:nvPr/>
        </p:nvGrpSpPr>
        <p:grpSpPr>
          <a:xfrm>
            <a:off x="7367860" y="1982343"/>
            <a:ext cx="1671314" cy="280156"/>
            <a:chOff x="4648477" y="1042224"/>
            <a:chExt cx="1222410" cy="2801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840645-B656-250C-1035-F682D7A70104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FD91E0-7A77-FEE0-23DD-8FA52617E9ED}"/>
                </a:ext>
              </a:extLst>
            </p:cNvPr>
            <p:cNvSpPr txBox="1"/>
            <p:nvPr/>
          </p:nvSpPr>
          <p:spPr>
            <a:xfrm>
              <a:off x="5204702" y="1137714"/>
              <a:ext cx="66618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a0 kan ha skrivits över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55DC95-149F-A0F0-DE3C-311AF90F5EB8}"/>
              </a:ext>
            </a:extLst>
          </p:cNvPr>
          <p:cNvGrpSpPr/>
          <p:nvPr/>
        </p:nvGrpSpPr>
        <p:grpSpPr>
          <a:xfrm>
            <a:off x="10006285" y="2347017"/>
            <a:ext cx="1823766" cy="523080"/>
            <a:chOff x="4648477" y="1042224"/>
            <a:chExt cx="1211563" cy="2095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0D7783-2463-3F80-1CFA-685A8B699C0F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78C9AC-B3CA-DB26-4D7E-B4A34EB13D7F}"/>
                </a:ext>
              </a:extLst>
            </p:cNvPr>
            <p:cNvSpPr txBox="1"/>
            <p:nvPr/>
          </p:nvSpPr>
          <p:spPr>
            <a:xfrm>
              <a:off x="5401917" y="1177777"/>
              <a:ext cx="458123" cy="739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Måste spara s0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0ED38D-5C4E-A1CB-6197-31E3C4CDC3F8}"/>
              </a:ext>
            </a:extLst>
          </p:cNvPr>
          <p:cNvGrpSpPr/>
          <p:nvPr/>
        </p:nvGrpSpPr>
        <p:grpSpPr>
          <a:xfrm>
            <a:off x="4772978" y="3836996"/>
            <a:ext cx="1671314" cy="280156"/>
            <a:chOff x="4648477" y="1042224"/>
            <a:chExt cx="1222410" cy="28015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134F2A9-B9EA-2AFE-7ECE-05C6349F285E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F0FE20-8E5F-9D89-D556-56BD2C310D27}"/>
                </a:ext>
              </a:extLst>
            </p:cNvPr>
            <p:cNvSpPr txBox="1"/>
            <p:nvPr/>
          </p:nvSpPr>
          <p:spPr>
            <a:xfrm>
              <a:off x="5181253" y="1137714"/>
              <a:ext cx="68963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Ingen plats på stacken 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B6AF97-A347-1B8E-CB94-2A2BDBCB5A45}"/>
              </a:ext>
            </a:extLst>
          </p:cNvPr>
          <p:cNvGrpSpPr/>
          <p:nvPr/>
        </p:nvGrpSpPr>
        <p:grpSpPr>
          <a:xfrm>
            <a:off x="9981792" y="5290239"/>
            <a:ext cx="1671314" cy="280156"/>
            <a:chOff x="4648477" y="1042224"/>
            <a:chExt cx="1222410" cy="28015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F66285-5222-555B-661D-BD91EC982D7E}"/>
                </a:ext>
              </a:extLst>
            </p:cNvPr>
            <p:cNvSpPr/>
            <p:nvPr/>
          </p:nvSpPr>
          <p:spPr>
            <a:xfrm>
              <a:off x="4648477" y="1042224"/>
              <a:ext cx="1139811" cy="14460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338011F-85BD-A628-331C-7012C48F732C}"/>
                </a:ext>
              </a:extLst>
            </p:cNvPr>
            <p:cNvSpPr txBox="1"/>
            <p:nvPr/>
          </p:nvSpPr>
          <p:spPr>
            <a:xfrm>
              <a:off x="5216427" y="1137714"/>
              <a:ext cx="65446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sv-SE" sz="600">
                  <a:solidFill>
                    <a:srgbClr val="C00000"/>
                  </a:solidFill>
                </a:rPr>
                <a:t>t0 kan ha skrivits över</a:t>
              </a:r>
              <a:endParaRPr lang="LID4096" sz="60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581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72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1</cp:revision>
  <dcterms:created xsi:type="dcterms:W3CDTF">2026-02-19T11:11:44Z</dcterms:created>
  <dcterms:modified xsi:type="dcterms:W3CDTF">2026-02-19T14:05:35Z</dcterms:modified>
</cp:coreProperties>
</file>