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4"/>
  </p:notesMasterIdLst>
  <p:sldIdLst>
    <p:sldId id="256" r:id="rId2"/>
    <p:sldId id="257" r:id="rId3"/>
    <p:sldId id="288" r:id="rId4"/>
    <p:sldId id="287" r:id="rId5"/>
    <p:sldId id="289" r:id="rId6"/>
    <p:sldId id="290" r:id="rId7"/>
    <p:sldId id="291" r:id="rId8"/>
    <p:sldId id="292" r:id="rId9"/>
    <p:sldId id="293" r:id="rId10"/>
    <p:sldId id="294" r:id="rId11"/>
    <p:sldId id="295" r:id="rId12"/>
    <p:sldId id="296" r:id="rId13"/>
    <p:sldId id="297" r:id="rId14"/>
    <p:sldId id="298" r:id="rId15"/>
    <p:sldId id="340" r:id="rId16"/>
    <p:sldId id="299" r:id="rId17"/>
    <p:sldId id="301" r:id="rId18"/>
    <p:sldId id="302" r:id="rId19"/>
    <p:sldId id="304" r:id="rId20"/>
    <p:sldId id="305" r:id="rId21"/>
    <p:sldId id="303" r:id="rId22"/>
    <p:sldId id="306" r:id="rId23"/>
    <p:sldId id="325" r:id="rId24"/>
    <p:sldId id="326" r:id="rId25"/>
    <p:sldId id="327" r:id="rId26"/>
    <p:sldId id="307" r:id="rId27"/>
    <p:sldId id="308" r:id="rId28"/>
    <p:sldId id="328" r:id="rId29"/>
    <p:sldId id="329" r:id="rId30"/>
    <p:sldId id="330" r:id="rId31"/>
    <p:sldId id="331" r:id="rId32"/>
    <p:sldId id="310" r:id="rId33"/>
    <p:sldId id="312" r:id="rId34"/>
    <p:sldId id="313" r:id="rId35"/>
    <p:sldId id="314" r:id="rId36"/>
    <p:sldId id="315" r:id="rId37"/>
    <p:sldId id="316" r:id="rId38"/>
    <p:sldId id="317" r:id="rId39"/>
    <p:sldId id="318" r:id="rId40"/>
    <p:sldId id="319" r:id="rId41"/>
    <p:sldId id="332" r:id="rId42"/>
    <p:sldId id="320" r:id="rId43"/>
    <p:sldId id="321" r:id="rId44"/>
    <p:sldId id="323" r:id="rId45"/>
    <p:sldId id="324" r:id="rId46"/>
    <p:sldId id="333" r:id="rId47"/>
    <p:sldId id="335" r:id="rId48"/>
    <p:sldId id="336" r:id="rId49"/>
    <p:sldId id="337" r:id="rId50"/>
    <p:sldId id="341" r:id="rId51"/>
    <p:sldId id="342" r:id="rId52"/>
    <p:sldId id="339" r:id="rId53"/>
  </p:sldIdLst>
  <p:sldSz cx="12192000" cy="6858000"/>
  <p:notesSz cx="6858000" cy="9144000"/>
  <p:defaultTextStyle>
    <a:defPPr>
      <a:defRPr lang="LID4096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" id="{4E61B486-9643-4A02-8A51-D34E00CDE215}">
          <p14:sldIdLst>
            <p14:sldId id="256"/>
            <p14:sldId id="257"/>
            <p14:sldId id="288"/>
            <p14:sldId id="287"/>
            <p14:sldId id="289"/>
            <p14:sldId id="290"/>
            <p14:sldId id="291"/>
            <p14:sldId id="292"/>
            <p14:sldId id="293"/>
            <p14:sldId id="294"/>
            <p14:sldId id="295"/>
            <p14:sldId id="296"/>
            <p14:sldId id="297"/>
            <p14:sldId id="298"/>
            <p14:sldId id="340"/>
            <p14:sldId id="299"/>
            <p14:sldId id="301"/>
            <p14:sldId id="302"/>
            <p14:sldId id="304"/>
            <p14:sldId id="305"/>
            <p14:sldId id="303"/>
            <p14:sldId id="306"/>
            <p14:sldId id="325"/>
            <p14:sldId id="326"/>
            <p14:sldId id="327"/>
            <p14:sldId id="307"/>
            <p14:sldId id="308"/>
            <p14:sldId id="328"/>
            <p14:sldId id="329"/>
            <p14:sldId id="330"/>
            <p14:sldId id="331"/>
            <p14:sldId id="310"/>
            <p14:sldId id="312"/>
            <p14:sldId id="313"/>
            <p14:sldId id="314"/>
            <p14:sldId id="315"/>
            <p14:sldId id="316"/>
            <p14:sldId id="317"/>
            <p14:sldId id="318"/>
            <p14:sldId id="319"/>
            <p14:sldId id="332"/>
            <p14:sldId id="320"/>
            <p14:sldId id="321"/>
            <p14:sldId id="323"/>
            <p14:sldId id="324"/>
            <p14:sldId id="333"/>
            <p14:sldId id="335"/>
            <p14:sldId id="336"/>
            <p14:sldId id="337"/>
            <p14:sldId id="341"/>
            <p14:sldId id="342"/>
            <p14:sldId id="33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473" autoAdjust="0"/>
    <p:restoredTop sz="86416" autoAdjust="0"/>
  </p:normalViewPr>
  <p:slideViewPr>
    <p:cSldViewPr snapToGrid="0">
      <p:cViewPr varScale="1">
        <p:scale>
          <a:sx n="221" d="100"/>
          <a:sy n="221" d="100"/>
        </p:scale>
        <p:origin x="366" y="174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tableStyles" Target="tableStyles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theme" Target="theme/theme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5C9657E-FDB3-4206-AA4E-9AE2AAB0A71C}" type="datetimeFigureOut">
              <a:rPr lang="LID4096" smtClean="0"/>
              <a:t>02/03/2026</a:t>
            </a:fld>
            <a:endParaRPr lang="LID4096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LID4096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1B4E41B-EE32-43AA-BF26-21D12108C66F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3401497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Kort om </a:t>
            </a:r>
            <a:r>
              <a:rPr lang="en-GB" dirty="0" err="1"/>
              <a:t>labbarna</a:t>
            </a:r>
            <a:r>
              <a:rPr lang="en-GB" dirty="0"/>
              <a:t>: </a:t>
            </a:r>
          </a:p>
          <a:p>
            <a:pPr marL="171450" indent="-171450">
              <a:buFontTx/>
              <a:buChar char="-"/>
            </a:pPr>
            <a:r>
              <a:rPr lang="en-GB" dirty="0"/>
              <a:t>Var</a:t>
            </a:r>
            <a:r>
              <a:rPr lang="sv-SE" dirty="0"/>
              <a:t> förberedda, annars blir det svårt och tråkigt. </a:t>
            </a:r>
          </a:p>
          <a:p>
            <a:pPr marL="171450" indent="-171450">
              <a:buFontTx/>
              <a:buChar char="-"/>
            </a:pPr>
            <a:r>
              <a:rPr lang="sv-SE" dirty="0"/>
              <a:t>Börja med </a:t>
            </a:r>
            <a:r>
              <a:rPr lang="sv-SE" dirty="0" err="1"/>
              <a:t>assignment</a:t>
            </a:r>
            <a:r>
              <a:rPr lang="sv-SE" dirty="0"/>
              <a:t> 2 i tid.</a:t>
            </a:r>
            <a:endParaRPr lang="en-GB" dirty="0"/>
          </a:p>
          <a:p>
            <a:endParaRPr lang="en-GB" dirty="0"/>
          </a:p>
          <a:p>
            <a:r>
              <a:rPr lang="en-GB" dirty="0"/>
              <a:t>I f</a:t>
            </a:r>
            <a:r>
              <a:rPr lang="sv-SE" dirty="0" err="1"/>
              <a:t>örra</a:t>
            </a:r>
            <a:r>
              <a:rPr lang="sv-SE" dirty="0"/>
              <a:t> lektionen lärde vi oss hur man kan skriva ett program som tänder en </a:t>
            </a:r>
            <a:r>
              <a:rPr lang="sv-SE" dirty="0" err="1"/>
              <a:t>ledlampa</a:t>
            </a:r>
            <a:r>
              <a:rPr lang="sv-SE" dirty="0"/>
              <a:t> genom att sätta en GPIO pinne till 1. </a:t>
            </a:r>
          </a:p>
          <a:p>
            <a:r>
              <a:rPr lang="sv-SE" dirty="0"/>
              <a:t>I dagens lektion skall vi titta närmre på lite detaljer om ut pinnar, </a:t>
            </a:r>
          </a:p>
          <a:p>
            <a:r>
              <a:rPr lang="sv-SE" dirty="0"/>
              <a:t>  och på hur man kan läsa av GPIO pinnar. </a:t>
            </a:r>
          </a:p>
          <a:p>
            <a:r>
              <a:rPr lang="sv-SE" dirty="0"/>
              <a:t>Vi skall försöka fixa ett program som låter oss sätta på och stänga av en LED genom att trycka på en knapp vi kopplat in. </a:t>
            </a:r>
          </a:p>
          <a:p>
            <a:endParaRPr lang="sv-SE" dirty="0"/>
          </a:p>
          <a:p>
            <a:r>
              <a:rPr lang="sv-SE" i="1" dirty="0"/>
              <a:t>Det kommer bli lite </a:t>
            </a:r>
            <a:r>
              <a:rPr lang="sv-SE" i="1" dirty="0" err="1"/>
              <a:t>gymnasie</a:t>
            </a:r>
            <a:r>
              <a:rPr lang="sv-SE" i="1" dirty="0"/>
              <a:t> elektronik i den här lektionen och om det ger </a:t>
            </a:r>
            <a:r>
              <a:rPr lang="sv-SE" i="1" dirty="0" err="1"/>
              <a:t>flashbacks</a:t>
            </a:r>
            <a:r>
              <a:rPr lang="sv-SE" i="1" dirty="0"/>
              <a:t> får ni bara andas och lite på mig att det inte är mycket ni behöver lära er. </a:t>
            </a:r>
            <a:endParaRPr lang="LID4096" i="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1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01937262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Vi lärde oss i förra lektionen att varje pinne kan konfigureras antingen som in eller utpinne. </a:t>
            </a:r>
          </a:p>
          <a:p>
            <a:r>
              <a:rPr lang="sv-SE"/>
              <a:t>Konceptuellt kan vi se detta som att vi flippar en switch. </a:t>
            </a:r>
          </a:p>
          <a:p>
            <a:r>
              <a:rPr lang="sv-SE"/>
              <a:t>Om switchen är ”utpinne” är pinnen kopplad till ett </a:t>
            </a:r>
            <a:r>
              <a:rPr lang="sv-SE" i="1"/>
              <a:t>ut</a:t>
            </a:r>
            <a:r>
              <a:rPr lang="sv-SE" i="0"/>
              <a:t> register och får spänning beroende på bitens värde i registret. </a:t>
            </a:r>
          </a:p>
          <a:p>
            <a:endParaRPr lang="LID4096" i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2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12024447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ECF00D-C7CF-B509-3093-BF19DEB490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D2A897A-6A04-06A2-9F18-5C81816EE7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DB669FA-6D02-7AF7-918F-02131AB26F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Vi lärde oss i förra lektionen att varje pinne kan konfigureras antingen som in eller utpinne. </a:t>
            </a:r>
          </a:p>
          <a:p>
            <a:r>
              <a:rPr lang="sv-SE"/>
              <a:t>Konceptuellt kan vi se detta som att vi flippar en switch. </a:t>
            </a:r>
          </a:p>
          <a:p>
            <a:r>
              <a:rPr lang="sv-SE"/>
              <a:t>Om switchen är ”utpinne” är pinnen kopplad till ett </a:t>
            </a:r>
            <a:r>
              <a:rPr lang="sv-SE" i="1"/>
              <a:t>ut</a:t>
            </a:r>
            <a:r>
              <a:rPr lang="sv-SE" i="0"/>
              <a:t> register och får spänning beroende på bitens värde i registret. </a:t>
            </a:r>
          </a:p>
          <a:p>
            <a:endParaRPr lang="LID4096" i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374CA0-A588-6BDA-92B0-66EDAC743CC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3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87922658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DCE1C6-2A80-EEB5-6F80-17D3D28250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4C1E7FD-4E2B-0BD9-E494-AF63DC9F55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8BC9A0-A2A9-4370-FDF6-178173B84A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 i="0"/>
              <a:t>Förra lektionen, när vi ville ha en ”ut” pinne, konfigurerade vi pinnen så här, genom att sätta 4 bitar i CFGLR registret. </a:t>
            </a:r>
          </a:p>
          <a:p>
            <a:endParaRPr lang="LID4096" i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151CF3-373A-547B-7A7D-62C8C959E23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4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20278378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ED96D3-71FF-EF9F-6B56-A49DA52B1C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617D375-ECB4-3908-0C60-CBFFB3B7C1A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B7FDA59-3597-4F29-2220-944EDFEBB8C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 i="0"/>
              <a:t>Om vi vill att pinnen skall kunna läsas istället, sätter vi MODE till 00.</a:t>
            </a:r>
          </a:p>
          <a:p>
            <a:endParaRPr lang="sv-SE" i="0"/>
          </a:p>
          <a:p>
            <a:r>
              <a:rPr lang="sv-SE" i="0"/>
              <a:t>Sedan måste vi välja CNF. För tillfället väljer vi ”floating” vilket funkar fint om vi vet att spänningen på pinnen antingen kommer vara 0V eller 3.2V och aldrig något annat. </a:t>
            </a:r>
          </a:p>
          <a:p>
            <a:r>
              <a:rPr lang="sv-SE" i="0"/>
              <a:t>Om vi kopplat in en ADC eller annat chip som ovan är det ofta fallet. </a:t>
            </a:r>
          </a:p>
          <a:p>
            <a:r>
              <a:rPr lang="sv-SE" i="0"/>
              <a:t>Men idag vill vi koppla in en helt vanlig, billigast möjliga knapp.</a:t>
            </a:r>
          </a:p>
          <a:p>
            <a:endParaRPr lang="sv-SE" i="0"/>
          </a:p>
          <a:p>
            <a:endParaRPr lang="LID4096" i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BDD6B2-E3C2-F972-F8FF-B6AB1254996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5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7300738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En enkelt knapp fungerar så här. flip flip. </a:t>
            </a:r>
          </a:p>
          <a:p>
            <a:r>
              <a:rPr lang="sv-SE"/>
              <a:t>Ni sluter kretsen när ni trcker på knappen. </a:t>
            </a:r>
          </a:p>
          <a:p>
            <a:r>
              <a:rPr lang="sv-SE"/>
              <a:t>VART SKALL VI KOPPLA SLADDARNA? </a:t>
            </a:r>
            <a:endParaRPr lang="LID4096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6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58731864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En enkelt knapp fungerar så här. flip flip. </a:t>
            </a:r>
          </a:p>
          <a:p>
            <a:r>
              <a:rPr lang="sv-SE"/>
              <a:t>Ni sluter kretsen när ni trcker på knappen. </a:t>
            </a:r>
          </a:p>
          <a:p>
            <a:r>
              <a:rPr lang="sv-SE"/>
              <a:t>VART SKALL VI KOPPLA SLADDARNA? </a:t>
            </a:r>
            <a:endParaRPr lang="LID4096"/>
          </a:p>
          <a:p>
            <a:endParaRPr lang="LID4096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7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09229884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Det här borde väl vara en ganska bra början? </a:t>
            </a:r>
          </a:p>
          <a:p>
            <a:r>
              <a:rPr lang="sv-SE"/>
              <a:t>När knappen är nedtryckt kommer vi kunna läsa 3.3V från pin2...</a:t>
            </a:r>
          </a:p>
          <a:p>
            <a:endParaRPr lang="sv-SE"/>
          </a:p>
          <a:p>
            <a:r>
              <a:rPr lang="sv-SE"/>
              <a:t>När vi säger ”läsa av” så menar vi egentligen, vad kommer in till registret som ligger bakom pinnen. </a:t>
            </a:r>
          </a:p>
          <a:p>
            <a:r>
              <a:rPr lang="en-GB"/>
              <a:t>&lt;click&gt;</a:t>
            </a:r>
            <a:endParaRPr lang="sv-SE"/>
          </a:p>
          <a:p>
            <a:r>
              <a:rPr lang="sv-SE"/>
              <a:t>Vi kan </a:t>
            </a:r>
            <a:r>
              <a:rPr lang="sv-SE" i="1"/>
              <a:t>modellera </a:t>
            </a:r>
            <a:r>
              <a:rPr lang="sv-SE"/>
              <a:t>registret som att det ligger en jättestor resistor mellan pinnen och ground, och att vi läser spänningen över resistorn.</a:t>
            </a:r>
          </a:p>
          <a:p>
            <a:r>
              <a:rPr lang="sv-SE"/>
              <a:t>(bara menat som mental modell)</a:t>
            </a:r>
          </a:p>
          <a:p>
            <a:endParaRPr lang="sv-SE"/>
          </a:p>
          <a:p>
            <a:endParaRPr lang="sv-SE"/>
          </a:p>
          <a:p>
            <a:r>
              <a:rPr lang="sv-SE"/>
              <a:t>Vad händer när jag släpper knappen? </a:t>
            </a:r>
          </a:p>
          <a:p>
            <a:endParaRPr lang="LID4096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8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40483613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0B4CF3-816D-9FDB-943A-875B5063A1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3F6C7C7-9E91-289C-F514-1BE55192158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073612B-7D53-A028-DBC3-8A3C705011A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Tja, nu är ju pinnen inte kopplad till någonting. </a:t>
            </a:r>
          </a:p>
          <a:p>
            <a:r>
              <a:rPr lang="sv-SE"/>
              <a:t>Spänningen är ”flytande”. </a:t>
            </a:r>
          </a:p>
          <a:p>
            <a:r>
              <a:rPr lang="sv-SE"/>
              <a:t>Om vi försöker läsa av knappen kommer vi få 0 eller 1, ganska slumpmässigt. </a:t>
            </a:r>
          </a:p>
          <a:p>
            <a:r>
              <a:rPr lang="sv-SE"/>
              <a:t>No good.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E36257-5DC5-1226-D8EA-12D649AA642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9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73314299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CF043D-C40B-62F9-57D9-BDAEDD1D3D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3AD9427-732E-8778-1D1D-3B734E961B4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24202D-EBDD-1220-E559-885E12B24F3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Lösningen på detta är att lägga till en så kallad ”Pull-Down” resistor. </a:t>
            </a:r>
          </a:p>
          <a:p>
            <a:r>
              <a:rPr lang="sv-SE"/>
              <a:t>Vad är spänningen på pin2 nu? </a:t>
            </a:r>
          </a:p>
          <a:p>
            <a:r>
              <a:rPr lang="sv-SE"/>
              <a:t>(Vi har en direkt koppling från gnd till pinnen så den är 0V)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0280C1-A674-E497-DE99-DF663B17EEA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10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43171171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91300B-77FE-9A7B-B20B-A48DC2CAB5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6A1EC38-5C08-123E-41EC-B9A72BA6250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91B8912-840A-72E0-998C-DB28D03AC65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Om vi nu trycker ner knappen så har vi fortfarande 3.3V på pinnen, och kommer läsa 3.3V. </a:t>
            </a:r>
          </a:p>
          <a:p>
            <a:r>
              <a:rPr lang="sv-SE"/>
              <a:t>Det kommer gå en liten läckström till ground, men om pull-down resistorn är tjock kommer det vara en mycket svag ström. </a:t>
            </a:r>
          </a:p>
          <a:p>
            <a:r>
              <a:rPr lang="sv-SE"/>
              <a:t>Resistorn kallas pull-down, för att om det finns någon spänning i kabeln när knappen är släppt så kommer den ”dras ner” till 0V genom resistorn.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3F68E5-58A0-A973-1733-ACAECF292C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11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22590874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A8079E-B3F7-31A9-31F1-C7923BD0C5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FCE783A-6991-9B85-0CA9-EFD9C40C78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CE360CC-ACF3-38B9-8AA0-C04BD903A6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Vi kan göra tvärtom och koppla in andra ändan av knappen till GND istället. </a:t>
            </a:r>
          </a:p>
          <a:p>
            <a:r>
              <a:rPr lang="sv-SE"/>
              <a:t>Isåfall är pinnens värde 0V när knappen är nedtryckt.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1C5D09-7D6E-48A9-22C2-2214185B705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12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70105940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BC588E-477A-CDD2-902A-BA9354DC69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C1999F1-7200-9827-47A4-4703EC59E45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2BE8055-4415-BF4C-1193-D288F20FC7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Men om knappen är uppsläppt har vi ett flytande värde igen. </a:t>
            </a:r>
          </a:p>
          <a:p>
            <a:r>
              <a:rPr lang="en-GB"/>
              <a:t>&lt;click&gt;</a:t>
            </a:r>
          </a:p>
          <a:p>
            <a:r>
              <a:rPr lang="en-GB"/>
              <a:t>Genom att koppla in en PULL-UP resistor, kan vi garantera att pinnen blir 3.3V n</a:t>
            </a:r>
            <a:r>
              <a:rPr lang="sv-SE"/>
              <a:t>är den är uppsläppt.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D4C3D6-3EA5-AF51-D94E-9B109739632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13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18427358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436E11-9BFE-76C4-2D48-B84F9D7A5B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0AC91BC-0FDC-1199-7646-4DE73EC481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31905AD-4A7A-3353-5AD6-379AD45125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Men om knappen är uppsläppt har vi ett flytande värde igen. </a:t>
            </a:r>
          </a:p>
          <a:p>
            <a:r>
              <a:rPr lang="en-GB"/>
              <a:t>&lt;click&gt;</a:t>
            </a:r>
          </a:p>
          <a:p>
            <a:r>
              <a:rPr lang="en-GB"/>
              <a:t>Genom att koppla in en PULL-UP resistor, kan vi garantera att pinnen blir 3.3V n</a:t>
            </a:r>
            <a:r>
              <a:rPr lang="sv-SE"/>
              <a:t>är den är uppsläppt. </a:t>
            </a:r>
          </a:p>
          <a:p>
            <a:endParaRPr lang="sv-SE"/>
          </a:p>
          <a:p>
            <a:r>
              <a:rPr lang="sv-SE"/>
              <a:t>Ni kan nu misstänka att spänningen på pinnen borde vara något lägre än 3,3 V, eftersom potentialen faller över pull-up-resistorn. Eftersom denna resistans är mycket liten jämfört med ingångens impedans, är spänningsfallet dock negligerbart.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82E02E-FE23-686B-2592-7D722519920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14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18756346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BD77DF-ACBE-09D8-862F-8F522CB51C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A906211-F898-A2FD-6B75-C969698A5F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B7B3F82-C416-D0FD-E5F1-49A43A8E88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Vi kan göra tvärtom och koppla in andra ändan av knappen till GND istället. </a:t>
            </a:r>
          </a:p>
          <a:p>
            <a:r>
              <a:rPr lang="sv-SE"/>
              <a:t>Isåfall är pinnens värde 0V när knappen är nedtryckt.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900AB9-5745-A51F-DA9C-9B58EE1985F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15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85381503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D71AF0-B83C-5196-BAD3-A47EEF194D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7DC2A17-BE29-12B8-D1AF-058E329A58A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9BB1BDF-5DB4-FCC7-C4C6-8DD3E40B645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Eftersom behovet av pull up/down resistorer är så vanligt, så brukar microcontrollers ha inbyggda motstånd, som man kan konfigurera i sitt program. </a:t>
            </a:r>
          </a:p>
          <a:p>
            <a:endParaRPr lang="sv-SE"/>
          </a:p>
          <a:p>
            <a:r>
              <a:rPr lang="sv-SE"/>
              <a:t>På arm ser det ut ungefär så här. Man kan programmera om något motstånd skall vara inkopplat alls, och isåfall väljer man på pull up eller pull down.</a:t>
            </a:r>
          </a:p>
          <a:p>
            <a:endParaRPr lang="sv-SE"/>
          </a:p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04A941F-55FB-9050-E84C-E856CA39CEB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17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13565504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3B5728-51CA-D89D-DCD7-53A7513CD0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882CA40-70EC-4C11-AAAF-12C50C8CB6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47B05C0-0162-7F32-1240-A561408F4CF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På vår maskin har man gjort ett väldigt fiffigt trick ock kopplat ihop inpinnen med utdataregistret. </a:t>
            </a:r>
          </a:p>
          <a:p>
            <a:r>
              <a:rPr lang="sv-SE"/>
              <a:t>Om vi vill ha ett pull up/down mostånd alls så konfigurerar vi det genom att slå på den här switchen (visa)</a:t>
            </a:r>
            <a:br>
              <a:rPr lang="sv-SE"/>
            </a:br>
            <a:r>
              <a:rPr lang="sv-SE"/>
              <a:t>Och sedan skriva 1 eller 0 till OUTDR registret för att välja up eller down.</a:t>
            </a:r>
          </a:p>
          <a:p>
            <a:endParaRPr lang="sv-SE"/>
          </a:p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1E7A20-0B3B-43F4-4447-823E65E91B5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18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97005915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8E3F73-E323-ADF3-9182-70BA316E5B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CCA462C-30CE-B5B4-76F0-8196B4AA395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05DD851-DCCC-5E49-7BBD-DBBA4537E2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 i="0"/>
              <a:t>Nu kan vi förstå lite mer av dom här inställningarna. </a:t>
            </a:r>
          </a:p>
          <a:p>
            <a:r>
              <a:rPr lang="sv-SE" i="0"/>
              <a:t>Om vi behöver ett pull up eller down motstånd så väljer vi 10 i CNF och sätter sedan OUTDR pinnen till 1 om vi vill ha pull up och 0 om vi vill ha pull down. </a:t>
            </a:r>
          </a:p>
          <a:p>
            <a:r>
              <a:rPr lang="sv-SE" i="0"/>
              <a:t>Om vi inte behöver något motstånd så sätter vi CNF till ”floating”</a:t>
            </a:r>
          </a:p>
          <a:p>
            <a:endParaRPr lang="sv-SE" i="0"/>
          </a:p>
          <a:p>
            <a:r>
              <a:rPr lang="sv-SE" i="0"/>
              <a:t>”Analog” är en helt annan femma och den kanske vi hinner nosa på i slutet av kursen. </a:t>
            </a:r>
          </a:p>
          <a:p>
            <a:endParaRPr lang="sv-SE" i="0"/>
          </a:p>
          <a:p>
            <a:endParaRPr lang="LID4096" i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855420-BD8A-B991-2898-CE7EB0A361F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19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53334489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Om jag har 15 minuter kvar: gör programmet från scratch och visa att vi kan sätta en breakpoint som vi landar på när vi tryckt på knappen. </a:t>
            </a:r>
          </a:p>
          <a:p>
            <a:r>
              <a:rPr lang="sv-SE"/>
              <a:t>Annars, gå igenom koden här.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20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25157061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 dirty="0"/>
              <a:t>Gå igenom exemplet. </a:t>
            </a:r>
          </a:p>
          <a:p>
            <a:r>
              <a:rPr lang="sv-SE" dirty="0"/>
              <a:t>Visa vad som händer om 11, 00, och sedan 01/10...</a:t>
            </a:r>
            <a:endParaRPr lang="LID4096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22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03117175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743A0F-A1C7-8893-AB45-CA9E04F86E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C687739-A5BB-75A2-44A3-E0708A7EA34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B5EBB82-077E-D5EC-C285-B4BC7690E09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 dirty="0"/>
              <a:t>Gå igenom exemplet. </a:t>
            </a:r>
          </a:p>
          <a:p>
            <a:r>
              <a:rPr lang="sv-SE" dirty="0"/>
              <a:t>Visa vad som händer om 11, 00, och sedan 01/10...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430733-F88E-20F4-FAAC-C6DD39C78AD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23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27856320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53DF2B-C167-80EE-A1CD-29B31DF3CC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F5C20C7-0E27-926A-D2FC-E35A0AA9889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9970963-5A65-3CCF-E589-AD37CB46CD2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 dirty="0"/>
              <a:t>Gå igenom exemplet. </a:t>
            </a:r>
          </a:p>
          <a:p>
            <a:r>
              <a:rPr lang="sv-SE" dirty="0"/>
              <a:t>Visa vad som händer om 11, 00, och sedan 01/10...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F70E398-A119-9D1F-5F1C-D6E1DD3D6F9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24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20837846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4BCB3C-38E2-CC58-095D-C483818607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5620677-68F8-0617-8F09-6C3ECB73E71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E73362F-1107-45E8-4B34-3B792DD7BDC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 dirty="0"/>
              <a:t>Gå igenom exemplet. </a:t>
            </a:r>
          </a:p>
          <a:p>
            <a:r>
              <a:rPr lang="sv-SE" dirty="0"/>
              <a:t>Visa vad som händer om 11, 00, och sedan 01/10...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36C2F8-18BC-1E79-9B33-D3E4E12C522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25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692461218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A2E8EF-5432-D4CB-9902-9B65F9FFE1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9779559-235F-20A7-BD08-869731197B1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F982554-992A-8D68-DE43-349FD01515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 dirty="0"/>
              <a:t>Gå igenom exemplet. </a:t>
            </a:r>
          </a:p>
          <a:p>
            <a:r>
              <a:rPr lang="sv-SE" dirty="0"/>
              <a:t>Visa vad som händer om 11, 00, och sedan 01/10...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3296EC-1F0F-6C24-D060-EA041C2B8EE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26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59060376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B18E31-571D-6F59-1104-87461C3F2D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E4A8C66-BB05-4D9A-BA8A-3C90E6031E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B4F7B7B-A99F-37B2-21E5-2BB40AE2306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 dirty="0"/>
              <a:t>Gå igenom exemplet. </a:t>
            </a:r>
          </a:p>
          <a:p>
            <a:r>
              <a:rPr lang="sv-SE" dirty="0"/>
              <a:t>Visa vad som händer om 11, 00, och sedan 01/10...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ACA517-ADCE-CD37-5366-A5779F0269F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27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676350613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18A2B1-8D97-301D-1504-6199FF4BF1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75A9D69-2789-574C-3122-2909506DA5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6C742D4-42B5-88B6-0202-DA4699BC6A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 dirty="0"/>
              <a:t>Gå igenom exemplet. </a:t>
            </a:r>
          </a:p>
          <a:p>
            <a:r>
              <a:rPr lang="sv-SE" dirty="0"/>
              <a:t>Visa vad som händer om 11, 00, och sedan 01/10...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CE15BE-515F-533F-0E28-15150F5CFFD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28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021961402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62CF1C-C3C7-8379-91AC-8AC1641D74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C8F1083-0B53-A44C-28AD-21B21A2D758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54A1B98-9CE8-3033-1520-686C8CFB89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 dirty="0"/>
              <a:t>Gå igenom exemplet. </a:t>
            </a:r>
          </a:p>
          <a:p>
            <a:r>
              <a:rPr lang="sv-SE" dirty="0"/>
              <a:t>Visa vad som händer om 11, 00, och sedan 01/10...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A6B4F2-D78F-D828-729A-0BD3DF8CBA4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29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218519736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57353D-9948-2B99-C0D9-C8F4BB581B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30D6247-F14C-D822-EE33-740019C1AC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4325F85-1027-E0CD-31BF-E8F3BDBBD25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 dirty="0"/>
              <a:t>Gå igenom exemplet. </a:t>
            </a:r>
          </a:p>
          <a:p>
            <a:r>
              <a:rPr lang="sv-SE" dirty="0"/>
              <a:t>Visa vad som händer om 11, 00, och sedan 01/10...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C6D36D-CC90-C58B-3F4A-187DD7142C7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30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144989926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 dirty="0"/>
              <a:t>Nu skall vi prata om </a:t>
            </a:r>
            <a:r>
              <a:rPr lang="sv-SE" dirty="0" err="1"/>
              <a:t>Keypadden</a:t>
            </a:r>
            <a:r>
              <a:rPr lang="sv-SE" dirty="0"/>
              <a:t> på våran labbutrustning. </a:t>
            </a:r>
          </a:p>
          <a:p>
            <a:r>
              <a:rPr lang="sv-SE" dirty="0"/>
              <a:t>Som ni ser finns det 16 knappar, men bara 8 pinnar. </a:t>
            </a:r>
          </a:p>
          <a:p>
            <a:r>
              <a:rPr lang="sv-SE" dirty="0"/>
              <a:t>Det är alltså inte så enkelt att vi har en pinne per knapp...</a:t>
            </a:r>
          </a:p>
          <a:p>
            <a:r>
              <a:rPr lang="sv-SE" dirty="0"/>
              <a:t>Varför inte? (tänk på ett vanligt tangentbord)</a:t>
            </a:r>
          </a:p>
          <a:p>
            <a:endParaRPr lang="sv-SE" dirty="0"/>
          </a:p>
          <a:p>
            <a:r>
              <a:rPr lang="sv-SE" dirty="0"/>
              <a:t>Jag skall nu gå igenom hur det funkar, och det kan verka lite </a:t>
            </a:r>
            <a:r>
              <a:rPr lang="sv-SE" dirty="0" err="1"/>
              <a:t>overkill</a:t>
            </a:r>
            <a:r>
              <a:rPr lang="sv-SE" dirty="0"/>
              <a:t> för den här lilla </a:t>
            </a:r>
            <a:r>
              <a:rPr lang="sv-SE" dirty="0" err="1"/>
              <a:t>keypaden</a:t>
            </a:r>
            <a:r>
              <a:rPr lang="sv-SE" dirty="0"/>
              <a:t>, men det skalar väldigt bra och är hur riktiga tangentbord, och </a:t>
            </a:r>
            <a:r>
              <a:rPr lang="sv-SE" dirty="0" err="1"/>
              <a:t>synthar</a:t>
            </a:r>
            <a:r>
              <a:rPr lang="sv-SE" dirty="0"/>
              <a:t>, fungerar. </a:t>
            </a:r>
          </a:p>
          <a:p>
            <a:endParaRPr lang="sv-SE" dirty="0"/>
          </a:p>
          <a:p>
            <a:r>
              <a:rPr lang="en-US" dirty="0"/>
              <a:t>&lt;click&gt;</a:t>
            </a:r>
          </a:p>
          <a:p>
            <a:r>
              <a:rPr lang="en-US" dirty="0"/>
              <a:t>F</a:t>
            </a:r>
            <a:r>
              <a:rPr lang="sv-SE" dirty="0" err="1"/>
              <a:t>örklara</a:t>
            </a:r>
            <a:r>
              <a:rPr lang="sv-SE" dirty="0"/>
              <a:t> hur var och en av pinnarna 0-3 är hopkopplade med var och en av pinnarna 4-7 OM man trycker ner knappen. </a:t>
            </a:r>
          </a:p>
          <a:p>
            <a:r>
              <a:rPr lang="en-US" dirty="0"/>
              <a:t>&lt;click&gt; </a:t>
            </a:r>
          </a:p>
          <a:p>
            <a:r>
              <a:rPr lang="en-US" dirty="0"/>
              <a:t>&lt;click&gt;</a:t>
            </a:r>
          </a:p>
          <a:p>
            <a:r>
              <a:rPr lang="en-US" dirty="0"/>
              <a:t>F</a:t>
            </a:r>
            <a:r>
              <a:rPr lang="sv-SE" dirty="0" err="1"/>
              <a:t>örklara</a:t>
            </a:r>
            <a:r>
              <a:rPr lang="sv-SE" dirty="0"/>
              <a:t> att pinnarna 0-3 kan kopplas till pinnar 0-3 på en GPIO port som IN pinnar. </a:t>
            </a:r>
          </a:p>
          <a:p>
            <a:r>
              <a:rPr lang="sv-SE" dirty="0"/>
              <a:t>Än så länge har vi inte åstadkommit så mycket. Om jag trycker på någon av knapparna så kopplar jag ihop </a:t>
            </a:r>
            <a:r>
              <a:rPr lang="sv-SE" dirty="0" err="1"/>
              <a:t>inpinnen</a:t>
            </a:r>
            <a:r>
              <a:rPr lang="sv-SE" dirty="0"/>
              <a:t> med ingenting. </a:t>
            </a:r>
          </a:p>
          <a:p>
            <a:endParaRPr lang="en-US" dirty="0"/>
          </a:p>
          <a:p>
            <a:endParaRPr lang="sv-SE" dirty="0"/>
          </a:p>
          <a:p>
            <a:endParaRPr lang="LID4096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32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585229944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84D6A9-4D1D-B467-D159-0C8711FC5B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A9757F7-AF2E-956E-31F3-DE46CED9013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E753E69-6DCE-9158-A1A7-8060193CF5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 dirty="0"/>
              <a:t>Men tänk nu om vi är så här fiffiga. </a:t>
            </a:r>
          </a:p>
          <a:p>
            <a:r>
              <a:rPr lang="sv-SE" dirty="0"/>
              <a:t>Vi kopplar pinne 4 på tangentbordet till 3.3V.</a:t>
            </a:r>
          </a:p>
          <a:p>
            <a:endParaRPr lang="sv-SE" dirty="0"/>
          </a:p>
          <a:p>
            <a:endParaRPr lang="en-US" dirty="0"/>
          </a:p>
          <a:p>
            <a:endParaRPr lang="sv-SE" dirty="0"/>
          </a:p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EAFBB5-B1F4-8276-26A4-BF7F75B457A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33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58594294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A1948B-7FA6-EFE8-FB5C-A1C7B6FD13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F3E68E1-9BE8-ED61-72F3-88068F261E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857A09C-5D09-456F-AFD4-3EFBBD7E66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 dirty="0"/>
              <a:t>Om vi nu trycker ner knapp nummer 1, så kommer vi att få en stark och fin etta på pinne 1</a:t>
            </a:r>
          </a:p>
          <a:p>
            <a:endParaRPr lang="sv-SE" dirty="0"/>
          </a:p>
          <a:p>
            <a:endParaRPr lang="en-US" dirty="0"/>
          </a:p>
          <a:p>
            <a:endParaRPr lang="sv-SE" dirty="0"/>
          </a:p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8FFF2F-CE75-55AC-9FDB-8B83BBF3832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34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793277424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53A8A1-6D71-D6B2-D6F5-5395A6F002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A1954C4-545A-D0CD-CF08-F988912507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BEFA35B-5FD6-1AF1-D35F-56019BF80FE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 dirty="0"/>
              <a:t>Om vi trycker ner </a:t>
            </a:r>
            <a:r>
              <a:rPr lang="sv-SE" dirty="0" err="1"/>
              <a:t>t.ex</a:t>
            </a:r>
            <a:r>
              <a:rPr lang="sv-SE" dirty="0"/>
              <a:t> knapp 3 så får vi en stark och fin 1:a på pinne 3</a:t>
            </a:r>
          </a:p>
          <a:p>
            <a:r>
              <a:rPr lang="en-US" dirty="0"/>
              <a:t>&lt;click&gt; </a:t>
            </a:r>
          </a:p>
          <a:p>
            <a:r>
              <a:rPr lang="en-US" dirty="0"/>
              <a:t>S</a:t>
            </a:r>
            <a:r>
              <a:rPr lang="sv-SE" dirty="0"/>
              <a:t>å om vi läser in de lägsta fyra bitarna från INDATA registret... vad blir t1 då? </a:t>
            </a:r>
            <a:br>
              <a:rPr lang="sv-SE" dirty="0"/>
            </a:br>
            <a:r>
              <a:rPr lang="en-US" dirty="0"/>
              <a:t>&lt;click&gt; </a:t>
            </a:r>
          </a:p>
          <a:p>
            <a:r>
              <a:rPr lang="en-US" dirty="0"/>
              <a:t>Ja... om</a:t>
            </a:r>
            <a:r>
              <a:rPr lang="sv-SE" dirty="0"/>
              <a:t> knappen är nedtryckt har vi en etta. Men om den inte är nedtryckt har vi bara flytande värden. </a:t>
            </a:r>
            <a:br>
              <a:rPr lang="sv-SE" dirty="0"/>
            </a:br>
            <a:r>
              <a:rPr lang="sv-SE" dirty="0"/>
              <a:t>Hur fixar vi det? </a:t>
            </a:r>
          </a:p>
          <a:p>
            <a:endParaRPr lang="en-US" dirty="0"/>
          </a:p>
          <a:p>
            <a:endParaRPr lang="sv-SE" dirty="0"/>
          </a:p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B8913A-648E-BC91-BF67-1B7D80A4FBF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35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669105256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C4A9DA-5EB4-FE81-22FB-2AD6F05870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8876349-487A-1E50-66F8-ECECF4C4E33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96DEBB-B0D6-2BAA-D33C-43423C5E0C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Sedan </a:t>
            </a:r>
            <a:r>
              <a:rPr lang="en-US" dirty="0" err="1"/>
              <a:t>är</a:t>
            </a:r>
            <a:r>
              <a:rPr lang="en-US" dirty="0"/>
              <a:t> </a:t>
            </a:r>
            <a:r>
              <a:rPr lang="en-US" dirty="0" err="1"/>
              <a:t>trickset</a:t>
            </a:r>
            <a:r>
              <a:rPr lang="en-US" dirty="0"/>
              <a:t> </a:t>
            </a:r>
            <a:r>
              <a:rPr lang="en-US" dirty="0" err="1"/>
              <a:t>helt</a:t>
            </a:r>
            <a:r>
              <a:rPr lang="en-US" dirty="0"/>
              <a:t> </a:t>
            </a:r>
            <a:r>
              <a:rPr lang="en-US" dirty="0" err="1"/>
              <a:t>enkelt</a:t>
            </a:r>
            <a:r>
              <a:rPr lang="en-US" dirty="0"/>
              <a:t> </a:t>
            </a:r>
            <a:r>
              <a:rPr lang="en-US" dirty="0" err="1"/>
              <a:t>att</a:t>
            </a:r>
            <a:r>
              <a:rPr lang="en-US" dirty="0"/>
              <a:t> </a:t>
            </a:r>
            <a:r>
              <a:rPr lang="en-US" dirty="0" err="1"/>
              <a:t>konfigurera</a:t>
            </a:r>
            <a:r>
              <a:rPr lang="en-US" dirty="0"/>
              <a:t> </a:t>
            </a:r>
            <a:r>
              <a:rPr lang="en-US" dirty="0" err="1"/>
              <a:t>pinnarna</a:t>
            </a:r>
            <a:r>
              <a:rPr lang="en-US" dirty="0"/>
              <a:t> 4-7 </a:t>
            </a:r>
            <a:r>
              <a:rPr lang="en-US" dirty="0" err="1"/>
              <a:t>som</a:t>
            </a:r>
            <a:r>
              <a:rPr lang="en-US" dirty="0"/>
              <a:t> UT </a:t>
            </a:r>
            <a:r>
              <a:rPr lang="en-US" dirty="0" err="1"/>
              <a:t>pinnar</a:t>
            </a:r>
            <a:r>
              <a:rPr lang="en-US" dirty="0"/>
              <a:t>. </a:t>
            </a:r>
          </a:p>
          <a:p>
            <a:endParaRPr lang="sv-SE" dirty="0"/>
          </a:p>
          <a:p>
            <a:r>
              <a:rPr lang="sv-SE" dirty="0"/>
              <a:t>Vi säger att dom är 0 allihop från början</a:t>
            </a:r>
          </a:p>
          <a:p>
            <a:endParaRPr lang="sv-SE" dirty="0"/>
          </a:p>
          <a:p>
            <a:r>
              <a:rPr lang="sv-SE" dirty="0"/>
              <a:t>Vi trycker in lite knappar, och ingenting händer. 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7F6A3B-B355-F19C-FA13-CD60CE192EB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36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517212968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986791-5AC3-B963-4C5E-5BDF60636A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76E2D5F-3C4A-6D1D-059A-002501D98DC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48C2999-08B5-8E86-0A99-50962F76A2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Sedan </a:t>
            </a:r>
            <a:r>
              <a:rPr lang="en-US" dirty="0" err="1"/>
              <a:t>är</a:t>
            </a:r>
            <a:r>
              <a:rPr lang="en-US" dirty="0"/>
              <a:t> </a:t>
            </a:r>
            <a:r>
              <a:rPr lang="en-US" dirty="0" err="1"/>
              <a:t>trickset</a:t>
            </a:r>
            <a:r>
              <a:rPr lang="en-US" dirty="0"/>
              <a:t> </a:t>
            </a:r>
            <a:r>
              <a:rPr lang="en-US" dirty="0" err="1"/>
              <a:t>helt</a:t>
            </a:r>
            <a:r>
              <a:rPr lang="en-US" dirty="0"/>
              <a:t> </a:t>
            </a:r>
            <a:r>
              <a:rPr lang="en-US" dirty="0" err="1"/>
              <a:t>enkelt</a:t>
            </a:r>
            <a:r>
              <a:rPr lang="en-US" dirty="0"/>
              <a:t> </a:t>
            </a:r>
            <a:r>
              <a:rPr lang="en-US" dirty="0" err="1"/>
              <a:t>att</a:t>
            </a:r>
            <a:r>
              <a:rPr lang="en-US" dirty="0"/>
              <a:t> </a:t>
            </a:r>
            <a:r>
              <a:rPr lang="en-US" dirty="0" err="1"/>
              <a:t>konfigurera</a:t>
            </a:r>
            <a:r>
              <a:rPr lang="en-US" dirty="0"/>
              <a:t> </a:t>
            </a:r>
            <a:r>
              <a:rPr lang="en-US" dirty="0" err="1"/>
              <a:t>pinnarna</a:t>
            </a:r>
            <a:r>
              <a:rPr lang="en-US" dirty="0"/>
              <a:t> 4-7 </a:t>
            </a:r>
            <a:r>
              <a:rPr lang="en-US" dirty="0" err="1"/>
              <a:t>som</a:t>
            </a:r>
            <a:r>
              <a:rPr lang="en-US" dirty="0"/>
              <a:t> UT </a:t>
            </a:r>
            <a:r>
              <a:rPr lang="en-US" dirty="0" err="1"/>
              <a:t>pinnar</a:t>
            </a:r>
            <a:r>
              <a:rPr lang="en-US" dirty="0"/>
              <a:t>. </a:t>
            </a:r>
          </a:p>
          <a:p>
            <a:endParaRPr lang="sv-SE" dirty="0"/>
          </a:p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9B80A5-F95D-3C5B-93B3-A159A86DBD7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37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216271383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420542-742B-900F-F864-F896686B11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D528415-6A9F-9AF3-89DA-EC312C9305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AF186CF-931A-8F90-DD24-743CB5D9EA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Sedan </a:t>
            </a:r>
            <a:r>
              <a:rPr lang="en-US" dirty="0" err="1"/>
              <a:t>är</a:t>
            </a:r>
            <a:r>
              <a:rPr lang="en-US" dirty="0"/>
              <a:t> </a:t>
            </a:r>
            <a:r>
              <a:rPr lang="en-US" dirty="0" err="1"/>
              <a:t>trickset</a:t>
            </a:r>
            <a:r>
              <a:rPr lang="en-US" dirty="0"/>
              <a:t> </a:t>
            </a:r>
            <a:r>
              <a:rPr lang="en-US" dirty="0" err="1"/>
              <a:t>helt</a:t>
            </a:r>
            <a:r>
              <a:rPr lang="en-US" dirty="0"/>
              <a:t> </a:t>
            </a:r>
            <a:r>
              <a:rPr lang="en-US" dirty="0" err="1"/>
              <a:t>enkelt</a:t>
            </a:r>
            <a:r>
              <a:rPr lang="en-US" dirty="0"/>
              <a:t> </a:t>
            </a:r>
            <a:r>
              <a:rPr lang="en-US" dirty="0" err="1"/>
              <a:t>att</a:t>
            </a:r>
            <a:r>
              <a:rPr lang="en-US" dirty="0"/>
              <a:t> </a:t>
            </a:r>
            <a:r>
              <a:rPr lang="en-US" dirty="0" err="1"/>
              <a:t>konfigurera</a:t>
            </a:r>
            <a:r>
              <a:rPr lang="en-US" dirty="0"/>
              <a:t> </a:t>
            </a:r>
            <a:r>
              <a:rPr lang="en-US" dirty="0" err="1"/>
              <a:t>pinnarna</a:t>
            </a:r>
            <a:r>
              <a:rPr lang="en-US" dirty="0"/>
              <a:t> 4-7 </a:t>
            </a:r>
            <a:r>
              <a:rPr lang="en-US" dirty="0" err="1"/>
              <a:t>som</a:t>
            </a:r>
            <a:r>
              <a:rPr lang="en-US" dirty="0"/>
              <a:t> UT </a:t>
            </a:r>
            <a:r>
              <a:rPr lang="en-US" dirty="0" err="1"/>
              <a:t>pinnar</a:t>
            </a:r>
            <a:r>
              <a:rPr lang="en-US" dirty="0"/>
              <a:t>. </a:t>
            </a:r>
          </a:p>
          <a:p>
            <a:endParaRPr lang="sv-SE" dirty="0"/>
          </a:p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E4FDE6-8455-3C72-0DAF-6221E6A7349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38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46141100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039150-5534-F22B-A5DE-381C3642C0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BF2AC5C-E79D-F80A-5F59-DEE9948BC3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AD77273-F729-EAF6-CD42-DF1DCAE9137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Sedan </a:t>
            </a:r>
            <a:r>
              <a:rPr lang="en-US" dirty="0" err="1"/>
              <a:t>är</a:t>
            </a:r>
            <a:r>
              <a:rPr lang="en-US" dirty="0"/>
              <a:t> </a:t>
            </a:r>
            <a:r>
              <a:rPr lang="en-US" dirty="0" err="1"/>
              <a:t>trickset</a:t>
            </a:r>
            <a:r>
              <a:rPr lang="en-US" dirty="0"/>
              <a:t> </a:t>
            </a:r>
            <a:r>
              <a:rPr lang="en-US" dirty="0" err="1"/>
              <a:t>helt</a:t>
            </a:r>
            <a:r>
              <a:rPr lang="en-US" dirty="0"/>
              <a:t> </a:t>
            </a:r>
            <a:r>
              <a:rPr lang="en-US" dirty="0" err="1"/>
              <a:t>enkelt</a:t>
            </a:r>
            <a:r>
              <a:rPr lang="en-US" dirty="0"/>
              <a:t> </a:t>
            </a:r>
            <a:r>
              <a:rPr lang="en-US" dirty="0" err="1"/>
              <a:t>att</a:t>
            </a:r>
            <a:r>
              <a:rPr lang="en-US" dirty="0"/>
              <a:t> </a:t>
            </a:r>
            <a:r>
              <a:rPr lang="en-US" dirty="0" err="1"/>
              <a:t>konfigurera</a:t>
            </a:r>
            <a:r>
              <a:rPr lang="en-US" dirty="0"/>
              <a:t> </a:t>
            </a:r>
            <a:r>
              <a:rPr lang="en-US" dirty="0" err="1"/>
              <a:t>pinnarna</a:t>
            </a:r>
            <a:r>
              <a:rPr lang="en-US" dirty="0"/>
              <a:t> 4-7 </a:t>
            </a:r>
            <a:r>
              <a:rPr lang="en-US" dirty="0" err="1"/>
              <a:t>som</a:t>
            </a:r>
            <a:r>
              <a:rPr lang="en-US" dirty="0"/>
              <a:t> UT </a:t>
            </a:r>
            <a:r>
              <a:rPr lang="en-US" dirty="0" err="1"/>
              <a:t>pinnar</a:t>
            </a:r>
            <a:r>
              <a:rPr lang="en-US" dirty="0"/>
              <a:t>. </a:t>
            </a:r>
          </a:p>
          <a:p>
            <a:endParaRPr lang="sv-SE" dirty="0"/>
          </a:p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5CE4490-A7AA-6237-0ED1-71122E5642F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39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575406537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F8A6C0-C8AB-B1A4-8EC9-7D5A4BB972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F4CDF8-9A9D-0408-910C-7E2D70B67DC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68AA08-EE1A-F218-1AC0-F42D3D37F2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Sedan </a:t>
            </a:r>
            <a:r>
              <a:rPr lang="en-US" dirty="0" err="1"/>
              <a:t>är</a:t>
            </a:r>
            <a:r>
              <a:rPr lang="en-US" dirty="0"/>
              <a:t> </a:t>
            </a:r>
            <a:r>
              <a:rPr lang="en-US" dirty="0" err="1"/>
              <a:t>trickset</a:t>
            </a:r>
            <a:r>
              <a:rPr lang="en-US" dirty="0"/>
              <a:t> </a:t>
            </a:r>
            <a:r>
              <a:rPr lang="en-US" dirty="0" err="1"/>
              <a:t>helt</a:t>
            </a:r>
            <a:r>
              <a:rPr lang="en-US" dirty="0"/>
              <a:t> </a:t>
            </a:r>
            <a:r>
              <a:rPr lang="en-US" dirty="0" err="1"/>
              <a:t>enkelt</a:t>
            </a:r>
            <a:r>
              <a:rPr lang="en-US" dirty="0"/>
              <a:t> </a:t>
            </a:r>
            <a:r>
              <a:rPr lang="en-US" dirty="0" err="1"/>
              <a:t>att</a:t>
            </a:r>
            <a:r>
              <a:rPr lang="en-US" dirty="0"/>
              <a:t> </a:t>
            </a:r>
            <a:r>
              <a:rPr lang="en-US" dirty="0" err="1"/>
              <a:t>konfigurera</a:t>
            </a:r>
            <a:r>
              <a:rPr lang="en-US" dirty="0"/>
              <a:t> </a:t>
            </a:r>
            <a:r>
              <a:rPr lang="en-US" dirty="0" err="1"/>
              <a:t>pinnarna</a:t>
            </a:r>
            <a:r>
              <a:rPr lang="en-US" dirty="0"/>
              <a:t> 4-7 </a:t>
            </a:r>
            <a:r>
              <a:rPr lang="en-US" dirty="0" err="1"/>
              <a:t>som</a:t>
            </a:r>
            <a:r>
              <a:rPr lang="en-US" dirty="0"/>
              <a:t> UT </a:t>
            </a:r>
            <a:r>
              <a:rPr lang="en-US" dirty="0" err="1"/>
              <a:t>pinnar</a:t>
            </a:r>
            <a:r>
              <a:rPr lang="en-US" dirty="0"/>
              <a:t>. </a:t>
            </a:r>
          </a:p>
          <a:p>
            <a:endParaRPr lang="sv-SE" dirty="0"/>
          </a:p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FA5741-C8A0-0C00-658A-3C1D883E357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40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071568597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C1B32E-268C-E6AF-A508-DDA79B9B0A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FB4791C-A71E-4604-272C-02CA2ED8F1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7419F0E-C540-07D7-0C11-D3CAA7AA8C7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Det </a:t>
            </a:r>
            <a:r>
              <a:rPr lang="en-US" dirty="0" err="1"/>
              <a:t>finns</a:t>
            </a:r>
            <a:r>
              <a:rPr lang="en-US" dirty="0"/>
              <a:t> </a:t>
            </a:r>
            <a:r>
              <a:rPr lang="en-US" dirty="0" err="1"/>
              <a:t>ett</a:t>
            </a:r>
            <a:r>
              <a:rPr lang="en-US" dirty="0"/>
              <a:t> </a:t>
            </a:r>
            <a:r>
              <a:rPr lang="en-US" dirty="0" err="1"/>
              <a:t>allvarligt</a:t>
            </a:r>
            <a:r>
              <a:rPr lang="en-US" dirty="0"/>
              <a:t> problem med v</a:t>
            </a:r>
            <a:r>
              <a:rPr lang="sv-SE" dirty="0"/>
              <a:t>år lösning... </a:t>
            </a:r>
          </a:p>
          <a:p>
            <a:r>
              <a:rPr lang="sv-SE" dirty="0"/>
              <a:t>Vad händer om dom här två knapparna är nedtryckta? </a:t>
            </a:r>
          </a:p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F8B888-BFD5-DE24-6E01-90A7C07910A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42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552168880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A7243D-25AF-78B9-20EF-53115A6C17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B5CB67D-AE6A-444F-0194-3933A6AE68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A8AB92F-57F8-F526-8F7D-C019A980E0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Det </a:t>
            </a:r>
            <a:r>
              <a:rPr lang="en-US" dirty="0" err="1"/>
              <a:t>finns</a:t>
            </a:r>
            <a:r>
              <a:rPr lang="en-US" dirty="0"/>
              <a:t> </a:t>
            </a:r>
            <a:r>
              <a:rPr lang="en-US" dirty="0" err="1"/>
              <a:t>ett</a:t>
            </a:r>
            <a:r>
              <a:rPr lang="en-US" dirty="0"/>
              <a:t> </a:t>
            </a:r>
            <a:r>
              <a:rPr lang="en-US" dirty="0" err="1"/>
              <a:t>allvarligt</a:t>
            </a:r>
            <a:r>
              <a:rPr lang="en-US" dirty="0"/>
              <a:t> problem med v</a:t>
            </a:r>
            <a:r>
              <a:rPr lang="sv-SE" dirty="0"/>
              <a:t>år lösning... </a:t>
            </a:r>
          </a:p>
          <a:p>
            <a:r>
              <a:rPr lang="sv-SE" dirty="0"/>
              <a:t>Vad händer om dom här två knapparna är nedtryckta? </a:t>
            </a:r>
          </a:p>
          <a:p>
            <a:r>
              <a:rPr lang="sv-SE" dirty="0"/>
              <a:t>Om jag tänder rad 1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41F03C-BA7E-2DDF-4098-32FB743A5CB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43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388030782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EE8F2D-ACFE-B2D7-2110-2BBD9EC2B1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8FA77FD-1DB3-4817-0CE2-A4D652BFF0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293422C-F39C-36F5-6165-E72DAB0E43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Det </a:t>
            </a:r>
            <a:r>
              <a:rPr lang="en-US" dirty="0" err="1"/>
              <a:t>finns</a:t>
            </a:r>
            <a:r>
              <a:rPr lang="en-US" dirty="0"/>
              <a:t> </a:t>
            </a:r>
            <a:r>
              <a:rPr lang="en-US" dirty="0" err="1"/>
              <a:t>ett</a:t>
            </a:r>
            <a:r>
              <a:rPr lang="en-US" dirty="0"/>
              <a:t> </a:t>
            </a:r>
            <a:r>
              <a:rPr lang="en-US" dirty="0" err="1"/>
              <a:t>allvarligt</a:t>
            </a:r>
            <a:r>
              <a:rPr lang="en-US" dirty="0"/>
              <a:t> problem med v</a:t>
            </a:r>
            <a:r>
              <a:rPr lang="sv-SE" dirty="0"/>
              <a:t>år lösning... </a:t>
            </a:r>
          </a:p>
          <a:p>
            <a:r>
              <a:rPr lang="sv-SE" dirty="0"/>
              <a:t>Vad händer om dom här två knapparna är nedtryckta? </a:t>
            </a:r>
          </a:p>
          <a:p>
            <a:r>
              <a:rPr lang="sv-SE" dirty="0"/>
              <a:t>Om jag tänder rad 1</a:t>
            </a:r>
          </a:p>
          <a:p>
            <a:r>
              <a:rPr lang="sv-SE" dirty="0"/>
              <a:t>Så blir den här kolumnen 3.3V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80DCDD-86FA-9158-65BB-C7BFA3AB322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44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688684224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F4DF69-191F-0B9C-4706-91E3452603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803A971-0419-482A-76F8-057D421F80C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E8BD872-0262-A5D7-8405-1838C38698A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Det </a:t>
            </a:r>
            <a:r>
              <a:rPr lang="en-US" dirty="0" err="1"/>
              <a:t>finns</a:t>
            </a:r>
            <a:r>
              <a:rPr lang="en-US" dirty="0"/>
              <a:t> </a:t>
            </a:r>
            <a:r>
              <a:rPr lang="en-US" dirty="0" err="1"/>
              <a:t>ett</a:t>
            </a:r>
            <a:r>
              <a:rPr lang="en-US" dirty="0"/>
              <a:t> </a:t>
            </a:r>
            <a:r>
              <a:rPr lang="en-US" dirty="0" err="1"/>
              <a:t>allvarligt</a:t>
            </a:r>
            <a:r>
              <a:rPr lang="en-US" dirty="0"/>
              <a:t> problem med v</a:t>
            </a:r>
            <a:r>
              <a:rPr lang="sv-SE" dirty="0"/>
              <a:t>år lösning... </a:t>
            </a:r>
          </a:p>
          <a:p>
            <a:r>
              <a:rPr lang="sv-SE" dirty="0"/>
              <a:t>Vad händer om dom här två knapparna är nedtryckta? </a:t>
            </a:r>
          </a:p>
          <a:p>
            <a:r>
              <a:rPr lang="sv-SE" dirty="0"/>
              <a:t>Om jag tänder rad 1</a:t>
            </a:r>
          </a:p>
          <a:p>
            <a:r>
              <a:rPr lang="sv-SE" dirty="0"/>
              <a:t>Så blir den här kolumnen 3.3V</a:t>
            </a:r>
          </a:p>
          <a:p>
            <a:r>
              <a:rPr lang="sv-SE" dirty="0"/>
              <a:t>Och då blir den här linan 3.3V</a:t>
            </a:r>
          </a:p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03A0A0-5B5E-96E3-35B7-DE8A12CA0C6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45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48816557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0144DB-E6CE-DE41-41A3-83F57212F3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353D189-4650-68B1-13A5-179FFB2EC1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8A65BC-308F-EB58-1321-D0B29C98C4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 dirty="0"/>
              <a:t>Hur kan vi fixa? </a:t>
            </a:r>
          </a:p>
          <a:p>
            <a:r>
              <a:rPr lang="sv-SE" dirty="0"/>
              <a:t>Om vi istället sätter våra </a:t>
            </a:r>
            <a:r>
              <a:rPr lang="sv-SE" dirty="0" err="1"/>
              <a:t>inpinnar</a:t>
            </a:r>
            <a:r>
              <a:rPr lang="sv-SE" dirty="0"/>
              <a:t> till att vara </a:t>
            </a:r>
            <a:r>
              <a:rPr lang="sv-SE" dirty="0" err="1"/>
              <a:t>pull</a:t>
            </a:r>
            <a:r>
              <a:rPr lang="sv-SE" dirty="0"/>
              <a:t> </a:t>
            </a:r>
            <a:r>
              <a:rPr lang="sv-SE" dirty="0" err="1"/>
              <a:t>up</a:t>
            </a:r>
            <a:r>
              <a:rPr lang="sv-SE" dirty="0"/>
              <a:t>.</a:t>
            </a:r>
          </a:p>
          <a:p>
            <a:r>
              <a:rPr lang="sv-SE" dirty="0"/>
              <a:t>Så är dom alltid 1, om ingenting är nedtryckt.</a:t>
            </a:r>
          </a:p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49A84E-3E3C-E096-DC7F-4E5799A8AC4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46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347934428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3DA090-FB0C-187F-BAF0-ADFE355EC2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DBB39CA-6B3E-500F-8097-C22D75AE34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81E656C-B246-0C5D-C09B-2690DE704F9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 dirty="0"/>
              <a:t>Om vi också sätter våra output pinnar till att vara OPEN DRAIN</a:t>
            </a:r>
          </a:p>
          <a:p>
            <a:r>
              <a:rPr lang="sv-SE" dirty="0"/>
              <a:t>Och säger att dom är aktiva låga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323DF6-B179-741C-1751-DC6F1E75CB6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47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432570460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43CF10-0528-5987-5524-BD59A2B0E5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FC1F863-EE40-54D2-C797-C2BF36CE8A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A12E857-362F-264C-6A78-023624C5B3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 dirty="0"/>
              <a:t>och släcker alla genom att sätta dem till 1</a:t>
            </a:r>
          </a:p>
          <a:p>
            <a:r>
              <a:rPr lang="sv-SE" dirty="0"/>
              <a:t>Påminn igen att 1 i </a:t>
            </a:r>
            <a:r>
              <a:rPr lang="sv-SE" dirty="0" err="1"/>
              <a:t>Open</a:t>
            </a:r>
            <a:r>
              <a:rPr lang="sv-SE" dirty="0"/>
              <a:t> Drain är som att vi inte har någon koppling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6FE99E-8BA1-3910-5D00-6DAF369344C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48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356717502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0CE512-9DD8-BFAF-B453-721817D2B1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10BECFA-AF82-0A39-2551-8E69CC08DEE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5CA9CB7-214D-C56F-2E8C-B33E80B2F0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 dirty="0"/>
              <a:t>Om vi nu trycker sätter rad 0 till 0...</a:t>
            </a:r>
          </a:p>
          <a:p>
            <a:r>
              <a:rPr lang="sv-SE" dirty="0"/>
              <a:t>och trycker ner en knapp</a:t>
            </a:r>
          </a:p>
          <a:p>
            <a:r>
              <a:rPr lang="en-US" dirty="0"/>
              <a:t>s</a:t>
            </a:r>
            <a:r>
              <a:rPr lang="sv-SE" dirty="0"/>
              <a:t>å kommer den </a:t>
            </a:r>
            <a:r>
              <a:rPr lang="sv-SE" dirty="0" err="1"/>
              <a:t>inpinnen</a:t>
            </a:r>
            <a:r>
              <a:rPr lang="sv-SE" dirty="0"/>
              <a:t> att bli 0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ABEEBF-7326-E7BC-F60C-76463AD7AB7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49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62257745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28B49F-CF65-FB7B-4510-ED822512C1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3A2B30A-7968-E3A8-A50E-517C1ACA90B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7E8D7C-CB15-9807-C890-CD294DE164F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 dirty="0"/>
              <a:t>Om vi nu trycker sätter rad 0 till 0...</a:t>
            </a:r>
          </a:p>
          <a:p>
            <a:r>
              <a:rPr lang="sv-SE" dirty="0"/>
              <a:t>och trycker ner en knapp</a:t>
            </a:r>
          </a:p>
          <a:p>
            <a:r>
              <a:rPr lang="en-US" dirty="0"/>
              <a:t>s</a:t>
            </a:r>
            <a:r>
              <a:rPr lang="sv-SE" dirty="0"/>
              <a:t>å kommer den </a:t>
            </a:r>
            <a:r>
              <a:rPr lang="sv-SE" dirty="0" err="1"/>
              <a:t>inpinnen</a:t>
            </a:r>
            <a:r>
              <a:rPr lang="sv-SE" dirty="0"/>
              <a:t> att bli 0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DBC45F-7B17-B440-F79B-D04170A7FF9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50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154222933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503DF9-A2C9-2A50-AE9C-4E4413FC88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3C5C9CC-45EE-8A22-6856-B491E061DE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D6DF638-A0EB-2341-348D-0E23D7532D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 dirty="0"/>
              <a:t>Om vi nu trycker sätter rad 0 till 0...</a:t>
            </a:r>
          </a:p>
          <a:p>
            <a:r>
              <a:rPr lang="sv-SE" dirty="0"/>
              <a:t>och trycker ner en knapp</a:t>
            </a:r>
          </a:p>
          <a:p>
            <a:r>
              <a:rPr lang="en-US" dirty="0"/>
              <a:t>s</a:t>
            </a:r>
            <a:r>
              <a:rPr lang="sv-SE" dirty="0"/>
              <a:t>å kommer den </a:t>
            </a:r>
            <a:r>
              <a:rPr lang="sv-SE" dirty="0" err="1"/>
              <a:t>inpinnen</a:t>
            </a:r>
            <a:r>
              <a:rPr lang="sv-SE" dirty="0"/>
              <a:t> att bli 0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860734C-00ED-57F6-E81E-F9BDAEE9D1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51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5533591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07AAEC-3E6C-4451-F486-87E023A5119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423331C-A0B6-0FB2-3F60-753189EC5DC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DF49D7-5229-A7AD-747E-E6E2A94807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EB631-5B1A-4879-85E7-A8D4C94FBFC5}" type="datetimeFigureOut">
              <a:rPr lang="LID4096" smtClean="0"/>
              <a:t>02/03/2026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3705F1-D570-FD0F-514D-706EC47143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E82FFF5-DA5D-BE5F-C578-D94F74E276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1232673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B61E56A-61B1-4728-4B29-992DB3EED25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0"/>
            <a:ext cx="12192000" cy="169068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4D76953-890A-D048-2193-B60830D7DD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433386-BED0-D084-18B4-677D6B198F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0E72D33-941F-13F9-A7E8-260FC6E523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EB631-5B1A-4879-85E7-A8D4C94FBFC5}" type="datetimeFigureOut">
              <a:rPr lang="LID4096" smtClean="0"/>
              <a:t>02/03/2026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759F51-CB1B-DF9A-5CC0-93AFDF6758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E42DB4-6401-3763-4016-068E35BF83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0884212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C7224668-B732-F6E4-82FD-48279E8CE7C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1690688"/>
            <a:ext cx="12192000" cy="5167312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B61E56A-61B1-4728-4B29-992DB3EED25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0"/>
            <a:ext cx="12192000" cy="169068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4D76953-890A-D048-2193-B60830D7DD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433386-BED0-D084-18B4-677D6B198F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0E72D33-941F-13F9-A7E8-260FC6E523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EB631-5B1A-4879-85E7-A8D4C94FBFC5}" type="datetimeFigureOut">
              <a:rPr lang="LID4096" smtClean="0"/>
              <a:t>02/03/2026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759F51-CB1B-DF9A-5CC0-93AFDF6758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E42DB4-6401-3763-4016-068E35BF83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9975086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55AE1C-835E-4237-40BE-548098F751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680726C-642C-40B9-29E4-8CB6438330D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5D861FB-8DCF-74EB-CB4F-6C8C5FDA2D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EB631-5B1A-4879-85E7-A8D4C94FBFC5}" type="datetimeFigureOut">
              <a:rPr lang="LID4096" smtClean="0"/>
              <a:t>02/03/2026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B0EE97-CCFB-62D1-AD51-EC2640FFF3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24E895-9CC8-B3E0-C23B-C34A3154E3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8308335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6ADA9653-920E-A3FB-A09E-24B10BF25882}"/>
              </a:ext>
            </a:extLst>
          </p:cNvPr>
          <p:cNvSpPr/>
          <p:nvPr userDrawn="1"/>
        </p:nvSpPr>
        <p:spPr>
          <a:xfrm>
            <a:off x="0" y="0"/>
            <a:ext cx="12192000" cy="169068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D912F9C-95D6-9F26-CB8F-4684FA3BC9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A225D4-B7C6-E53C-86CB-746972F8BB5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34E4528-78B3-D076-447C-021E6D75A5A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1FD6A9B-7759-36F2-D666-8667C8DE7F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EB631-5B1A-4879-85E7-A8D4C94FBFC5}" type="datetimeFigureOut">
              <a:rPr lang="LID4096" smtClean="0"/>
              <a:t>02/03/2026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821CEAB-5EF1-8A74-8968-8F0DB2B276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1540A9C-A1CD-86C2-36E4-17DFA2A93F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0181394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DAC8CFAD-2C3B-E51D-4FD9-E852766792F8}"/>
              </a:ext>
            </a:extLst>
          </p:cNvPr>
          <p:cNvSpPr/>
          <p:nvPr userDrawn="1"/>
        </p:nvSpPr>
        <p:spPr>
          <a:xfrm>
            <a:off x="0" y="0"/>
            <a:ext cx="12192000" cy="169068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8FA55E2-B180-DE62-C73A-B825DAA5CD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82EA99E-F1A7-2F45-FDF1-5E254A755E8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59AB4C4-573F-7FAB-48DA-DAF97814929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F7018C2-E8F6-E5E6-79EA-3155C34500D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31AF297-CD62-07D0-9158-3B908BD1CAF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CD7138E-77A6-33DA-62AD-A97A7ECC83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EB631-5B1A-4879-85E7-A8D4C94FBFC5}" type="datetimeFigureOut">
              <a:rPr lang="LID4096" smtClean="0"/>
              <a:t>02/03/2026</a:t>
            </a:fld>
            <a:endParaRPr lang="LID4096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097087-613E-94E4-030D-9C72E53CB6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53AB01B-9183-BED8-5270-E118181DA1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4429146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1B0351AC-8666-6A69-B402-81D189976CE4}"/>
              </a:ext>
            </a:extLst>
          </p:cNvPr>
          <p:cNvSpPr/>
          <p:nvPr userDrawn="1"/>
        </p:nvSpPr>
        <p:spPr>
          <a:xfrm>
            <a:off x="0" y="0"/>
            <a:ext cx="12192000" cy="169068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7DC8B82-510D-675C-90C7-E85E633B58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AFBD4E8-F59F-752C-FE4A-3B1CDA10D2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EB631-5B1A-4879-85E7-A8D4C94FBFC5}" type="datetimeFigureOut">
              <a:rPr lang="LID4096" smtClean="0"/>
              <a:t>02/03/2026</a:t>
            </a:fld>
            <a:endParaRPr lang="LID4096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574A05F-55BF-5716-B67E-826F7B5ACE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18E29FC-9E20-22D5-23DC-B42B2A2F2D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1546934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28A2B7A-FCD7-89EB-1A96-B7932F9689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EB631-5B1A-4879-85E7-A8D4C94FBFC5}" type="datetimeFigureOut">
              <a:rPr lang="LID4096" smtClean="0"/>
              <a:t>02/03/2026</a:t>
            </a:fld>
            <a:endParaRPr lang="LID4096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E727F0C-76DF-9396-D50C-E80D75E88C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071C10-AF5A-33B6-0088-2D81FA270B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4672464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27353D-A96C-86D7-3B51-4AEF89B0E5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5426A3-8A7E-2232-C68D-B497DB402E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1AEDFD2-8147-E4EA-30DB-B6EE92AFAC2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42C160-1681-9853-0D30-D48019EF3B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EB631-5B1A-4879-85E7-A8D4C94FBFC5}" type="datetimeFigureOut">
              <a:rPr lang="LID4096" smtClean="0"/>
              <a:t>02/03/2026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9DBD775-8CC4-1D89-390B-CBE113AFFC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B556AE1-23BA-5111-5A0E-06335408D0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8103254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DB0FD3-1A53-ADC5-6F25-17D89C1E9B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E0D64E3-FFB1-8C2C-B98F-A7A970F3E24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1339862-B6A9-674B-99C4-8ABD188F158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EA0084A-CEA6-A23A-8D58-A22A15A2D4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EB631-5B1A-4879-85E7-A8D4C94FBFC5}" type="datetimeFigureOut">
              <a:rPr lang="LID4096" smtClean="0"/>
              <a:t>02/03/2026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3F3325F-BB03-5E1E-8BBA-77021E9FAB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3FE28DD-BD5D-D807-4F41-CEA2BBBEB6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7823676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C1E742-C2AD-6643-CED1-AFDDE4FC60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CEC0158-1729-4A7E-7B94-781E3123752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ED27F6-811A-D0A0-06B1-41B03656D8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EB631-5B1A-4879-85E7-A8D4C94FBFC5}" type="datetimeFigureOut">
              <a:rPr lang="LID4096" smtClean="0"/>
              <a:t>02/03/2026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D2C692-F6C8-CB76-B789-5004D9605F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AF7830-571D-5B23-D628-16DCF365B5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71151017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BFC0549-8A95-0497-7701-706A861F197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EEEBB1F-4FAC-A79D-8CEF-065067FC03E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843EFF8-EAC7-D303-AE5E-3FC052A597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EB631-5B1A-4879-85E7-A8D4C94FBFC5}" type="datetimeFigureOut">
              <a:rPr lang="LID4096" smtClean="0"/>
              <a:t>02/03/2026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840B46-B5A1-A5C4-7709-AF9C579E63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08CE26-1654-5732-2FCC-D9586B0F14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76779132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FF3BB9D5-722B-FDAA-6867-63BCE26A0024}"/>
              </a:ext>
            </a:extLst>
          </p:cNvPr>
          <p:cNvSpPr txBox="1"/>
          <p:nvPr userDrawn="1"/>
        </p:nvSpPr>
        <p:spPr>
          <a:xfrm>
            <a:off x="4705350" y="-139700"/>
            <a:ext cx="2508250" cy="4489450"/>
          </a:xfrm>
          <a:prstGeom prst="rect">
            <a:avLst/>
          </a:prstGeom>
          <a:noFill/>
          <a:effectLst>
            <a:reflection blurRad="6350" stA="50000" endA="300" endPos="90000" dir="5400000" sy="-100000" algn="bl" rotWithShape="0"/>
          </a:effectLst>
        </p:spPr>
        <p:txBody>
          <a:bodyPr wrap="square" lIns="0" tIns="0" rIns="0" bIns="0" rtlCol="0">
            <a:noAutofit/>
          </a:bodyPr>
          <a:lstStyle/>
          <a:p>
            <a:r>
              <a:rPr lang="sv-SE" sz="38000" b="1"/>
              <a:t>?</a:t>
            </a:r>
            <a:endParaRPr lang="LID4096" sz="38000" b="1"/>
          </a:p>
        </p:txBody>
      </p:sp>
    </p:spTree>
    <p:extLst>
      <p:ext uri="{BB962C8B-B14F-4D97-AF65-F5344CB8AC3E}">
        <p14:creationId xmlns:p14="http://schemas.microsoft.com/office/powerpoint/2010/main" val="7975097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492C8A0-0DE0-C4FC-A8FB-D00A440D09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04CF994-83D9-1216-3BA3-76E9A3D4D6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B6BF0C-3972-8E81-14A3-E51F000884D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16EB631-5B1A-4879-85E7-A8D4C94FBFC5}" type="datetimeFigureOut">
              <a:rPr lang="LID4096" smtClean="0"/>
              <a:t>02/03/2026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46C7A3-C949-61E8-A947-BF7E59CD910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661E2F-B9DE-A2C3-9386-5BE1861F09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2054290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61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LID4096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8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image" Target="../media/image1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.png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4.png"/><Relationship Id="rId4" Type="http://schemas.openxmlformats.org/officeDocument/2006/relationships/image" Target="../media/image1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.png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4452DF-D5C9-52BE-066B-17C7A4BFAA6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sv-SE"/>
              <a:t>Lektion 5</a:t>
            </a:r>
            <a:endParaRPr lang="LID4096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A50E2CB-296B-2D3A-2C5D-AF9D01690A6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sv-SE"/>
              <a:t>GPIO och grunderna i C</a:t>
            </a:r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1743653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083CB2-4F98-0C22-2E72-497EDE299C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Recap: Konfigurera som in- eller ut-pinne.</a:t>
            </a:r>
            <a:endParaRPr lang="LID4096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905C7CB1-0B1B-DE95-57DB-73D4844EF32A}"/>
              </a:ext>
            </a:extLst>
          </p:cNvPr>
          <p:cNvGrpSpPr/>
          <p:nvPr/>
        </p:nvGrpSpPr>
        <p:grpSpPr>
          <a:xfrm rot="16200000">
            <a:off x="5789764" y="2123323"/>
            <a:ext cx="3095687" cy="4122891"/>
            <a:chOff x="436296" y="-930261"/>
            <a:chExt cx="5353797" cy="7130281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E38944E8-6B1F-0787-DBFC-5A8C0B5EC95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36296" y="2545839"/>
              <a:ext cx="5353797" cy="2772162"/>
            </a:xfrm>
            <a:prstGeom prst="rect">
              <a:avLst/>
            </a:prstGeom>
          </p:spPr>
        </p:pic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7EF3E646-4620-AD27-75B5-AF86914A6336}"/>
                </a:ext>
              </a:extLst>
            </p:cNvPr>
            <p:cNvSpPr/>
            <p:nvPr/>
          </p:nvSpPr>
          <p:spPr>
            <a:xfrm>
              <a:off x="1578586" y="3558540"/>
              <a:ext cx="3381375" cy="1402080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00E041DF-244E-14AF-D495-57C3CD61DDF9}"/>
                </a:ext>
              </a:extLst>
            </p:cNvPr>
            <p:cNvSpPr/>
            <p:nvPr/>
          </p:nvSpPr>
          <p:spPr>
            <a:xfrm>
              <a:off x="1436663" y="3406140"/>
              <a:ext cx="3787140" cy="259080"/>
            </a:xfrm>
            <a:custGeom>
              <a:avLst/>
              <a:gdLst>
                <a:gd name="connsiteX0" fmla="*/ 3406140 w 3825240"/>
                <a:gd name="connsiteY0" fmla="*/ 0 h 259080"/>
                <a:gd name="connsiteX1" fmla="*/ 0 w 3825240"/>
                <a:gd name="connsiteY1" fmla="*/ 68580 h 259080"/>
                <a:gd name="connsiteX2" fmla="*/ 228600 w 3825240"/>
                <a:gd name="connsiteY2" fmla="*/ 259080 h 259080"/>
                <a:gd name="connsiteX3" fmla="*/ 3825240 w 3825240"/>
                <a:gd name="connsiteY3" fmla="*/ 167640 h 259080"/>
                <a:gd name="connsiteX4" fmla="*/ 3406140 w 3825240"/>
                <a:gd name="connsiteY4" fmla="*/ 0 h 259080"/>
                <a:gd name="connsiteX0" fmla="*/ 3406140 w 3787140"/>
                <a:gd name="connsiteY0" fmla="*/ 0 h 259080"/>
                <a:gd name="connsiteX1" fmla="*/ 0 w 3787140"/>
                <a:gd name="connsiteY1" fmla="*/ 68580 h 259080"/>
                <a:gd name="connsiteX2" fmla="*/ 228600 w 3787140"/>
                <a:gd name="connsiteY2" fmla="*/ 259080 h 259080"/>
                <a:gd name="connsiteX3" fmla="*/ 3787140 w 3787140"/>
                <a:gd name="connsiteY3" fmla="*/ 153353 h 259080"/>
                <a:gd name="connsiteX4" fmla="*/ 3406140 w 3787140"/>
                <a:gd name="connsiteY4" fmla="*/ 0 h 2590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87140" h="259080">
                  <a:moveTo>
                    <a:pt x="3406140" y="0"/>
                  </a:moveTo>
                  <a:lnTo>
                    <a:pt x="0" y="68580"/>
                  </a:lnTo>
                  <a:lnTo>
                    <a:pt x="228600" y="259080"/>
                  </a:lnTo>
                  <a:lnTo>
                    <a:pt x="3787140" y="153353"/>
                  </a:lnTo>
                  <a:lnTo>
                    <a:pt x="3406140" y="0"/>
                  </a:lnTo>
                  <a:close/>
                </a:path>
              </a:pathLst>
            </a:cu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EFEEA1B5-D12E-453D-CE06-7E35F68643C1}"/>
                </a:ext>
              </a:extLst>
            </p:cNvPr>
            <p:cNvSpPr/>
            <p:nvPr/>
          </p:nvSpPr>
          <p:spPr>
            <a:xfrm>
              <a:off x="1459523" y="3482340"/>
              <a:ext cx="205740" cy="1714500"/>
            </a:xfrm>
            <a:custGeom>
              <a:avLst/>
              <a:gdLst>
                <a:gd name="connsiteX0" fmla="*/ 0 w 205740"/>
                <a:gd name="connsiteY0" fmla="*/ 0 h 1714500"/>
                <a:gd name="connsiteX1" fmla="*/ 30480 w 205740"/>
                <a:gd name="connsiteY1" fmla="*/ 1539240 h 1714500"/>
                <a:gd name="connsiteX2" fmla="*/ 205740 w 205740"/>
                <a:gd name="connsiteY2" fmla="*/ 1714500 h 1714500"/>
                <a:gd name="connsiteX3" fmla="*/ 198120 w 205740"/>
                <a:gd name="connsiteY3" fmla="*/ 167640 h 1714500"/>
                <a:gd name="connsiteX4" fmla="*/ 0 w 205740"/>
                <a:gd name="connsiteY4" fmla="*/ 0 h 1714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5740" h="1714500">
                  <a:moveTo>
                    <a:pt x="0" y="0"/>
                  </a:moveTo>
                  <a:lnTo>
                    <a:pt x="30480" y="1539240"/>
                  </a:lnTo>
                  <a:lnTo>
                    <a:pt x="205740" y="1714500"/>
                  </a:lnTo>
                  <a:lnTo>
                    <a:pt x="198120" y="1676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0F45C53F-F0BE-1DDD-B160-2CC40FC33B93}"/>
                </a:ext>
              </a:extLst>
            </p:cNvPr>
            <p:cNvSpPr/>
            <p:nvPr/>
          </p:nvSpPr>
          <p:spPr>
            <a:xfrm>
              <a:off x="1657643" y="3558540"/>
              <a:ext cx="3596640" cy="1653540"/>
            </a:xfrm>
            <a:custGeom>
              <a:avLst/>
              <a:gdLst>
                <a:gd name="connsiteX0" fmla="*/ 0 w 3680460"/>
                <a:gd name="connsiteY0" fmla="*/ 1653540 h 1653540"/>
                <a:gd name="connsiteX1" fmla="*/ 1463040 w 3680460"/>
                <a:gd name="connsiteY1" fmla="*/ 1592580 h 1653540"/>
                <a:gd name="connsiteX2" fmla="*/ 1463040 w 3680460"/>
                <a:gd name="connsiteY2" fmla="*/ 1417320 h 1653540"/>
                <a:gd name="connsiteX3" fmla="*/ 182880 w 3680460"/>
                <a:gd name="connsiteY3" fmla="*/ 1478280 h 1653540"/>
                <a:gd name="connsiteX4" fmla="*/ 160020 w 3680460"/>
                <a:gd name="connsiteY4" fmla="*/ 266700 h 1653540"/>
                <a:gd name="connsiteX5" fmla="*/ 3474720 w 3680460"/>
                <a:gd name="connsiteY5" fmla="*/ 160020 h 1653540"/>
                <a:gd name="connsiteX6" fmla="*/ 3467100 w 3680460"/>
                <a:gd name="connsiteY6" fmla="*/ 1424940 h 1653540"/>
                <a:gd name="connsiteX7" fmla="*/ 2278380 w 3680460"/>
                <a:gd name="connsiteY7" fmla="*/ 1432560 h 1653540"/>
                <a:gd name="connsiteX8" fmla="*/ 2263140 w 3680460"/>
                <a:gd name="connsiteY8" fmla="*/ 1584960 h 1653540"/>
                <a:gd name="connsiteX9" fmla="*/ 3680460 w 3680460"/>
                <a:gd name="connsiteY9" fmla="*/ 1546860 h 1653540"/>
                <a:gd name="connsiteX10" fmla="*/ 3589020 w 3680460"/>
                <a:gd name="connsiteY10" fmla="*/ 0 h 1653540"/>
                <a:gd name="connsiteX11" fmla="*/ 0 w 3680460"/>
                <a:gd name="connsiteY11" fmla="*/ 91440 h 1653540"/>
                <a:gd name="connsiteX12" fmla="*/ 0 w 3680460"/>
                <a:gd name="connsiteY12" fmla="*/ 1653540 h 1653540"/>
                <a:gd name="connsiteX0" fmla="*/ 0 w 3649980"/>
                <a:gd name="connsiteY0" fmla="*/ 1653540 h 1653540"/>
                <a:gd name="connsiteX1" fmla="*/ 1463040 w 3649980"/>
                <a:gd name="connsiteY1" fmla="*/ 1592580 h 1653540"/>
                <a:gd name="connsiteX2" fmla="*/ 1463040 w 3649980"/>
                <a:gd name="connsiteY2" fmla="*/ 1417320 h 1653540"/>
                <a:gd name="connsiteX3" fmla="*/ 182880 w 3649980"/>
                <a:gd name="connsiteY3" fmla="*/ 1478280 h 1653540"/>
                <a:gd name="connsiteX4" fmla="*/ 160020 w 3649980"/>
                <a:gd name="connsiteY4" fmla="*/ 266700 h 1653540"/>
                <a:gd name="connsiteX5" fmla="*/ 3474720 w 3649980"/>
                <a:gd name="connsiteY5" fmla="*/ 160020 h 1653540"/>
                <a:gd name="connsiteX6" fmla="*/ 3467100 w 3649980"/>
                <a:gd name="connsiteY6" fmla="*/ 1424940 h 1653540"/>
                <a:gd name="connsiteX7" fmla="*/ 2278380 w 3649980"/>
                <a:gd name="connsiteY7" fmla="*/ 1432560 h 1653540"/>
                <a:gd name="connsiteX8" fmla="*/ 2263140 w 3649980"/>
                <a:gd name="connsiteY8" fmla="*/ 1584960 h 1653540"/>
                <a:gd name="connsiteX9" fmla="*/ 3649980 w 3649980"/>
                <a:gd name="connsiteY9" fmla="*/ 1554480 h 1653540"/>
                <a:gd name="connsiteX10" fmla="*/ 3589020 w 3649980"/>
                <a:gd name="connsiteY10" fmla="*/ 0 h 1653540"/>
                <a:gd name="connsiteX11" fmla="*/ 0 w 3649980"/>
                <a:gd name="connsiteY11" fmla="*/ 91440 h 1653540"/>
                <a:gd name="connsiteX12" fmla="*/ 0 w 3649980"/>
                <a:gd name="connsiteY12" fmla="*/ 1653540 h 1653540"/>
                <a:gd name="connsiteX0" fmla="*/ 0 w 3596640"/>
                <a:gd name="connsiteY0" fmla="*/ 1653540 h 1653540"/>
                <a:gd name="connsiteX1" fmla="*/ 1463040 w 3596640"/>
                <a:gd name="connsiteY1" fmla="*/ 1592580 h 1653540"/>
                <a:gd name="connsiteX2" fmla="*/ 1463040 w 3596640"/>
                <a:gd name="connsiteY2" fmla="*/ 1417320 h 1653540"/>
                <a:gd name="connsiteX3" fmla="*/ 182880 w 3596640"/>
                <a:gd name="connsiteY3" fmla="*/ 1478280 h 1653540"/>
                <a:gd name="connsiteX4" fmla="*/ 160020 w 3596640"/>
                <a:gd name="connsiteY4" fmla="*/ 266700 h 1653540"/>
                <a:gd name="connsiteX5" fmla="*/ 3474720 w 3596640"/>
                <a:gd name="connsiteY5" fmla="*/ 160020 h 1653540"/>
                <a:gd name="connsiteX6" fmla="*/ 3467100 w 3596640"/>
                <a:gd name="connsiteY6" fmla="*/ 1424940 h 1653540"/>
                <a:gd name="connsiteX7" fmla="*/ 2278380 w 3596640"/>
                <a:gd name="connsiteY7" fmla="*/ 1432560 h 1653540"/>
                <a:gd name="connsiteX8" fmla="*/ 2263140 w 3596640"/>
                <a:gd name="connsiteY8" fmla="*/ 1584960 h 1653540"/>
                <a:gd name="connsiteX9" fmla="*/ 3596640 w 3596640"/>
                <a:gd name="connsiteY9" fmla="*/ 1546860 h 1653540"/>
                <a:gd name="connsiteX10" fmla="*/ 3589020 w 3596640"/>
                <a:gd name="connsiteY10" fmla="*/ 0 h 1653540"/>
                <a:gd name="connsiteX11" fmla="*/ 0 w 3596640"/>
                <a:gd name="connsiteY11" fmla="*/ 91440 h 1653540"/>
                <a:gd name="connsiteX12" fmla="*/ 0 w 3596640"/>
                <a:gd name="connsiteY12" fmla="*/ 1653540 h 165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6640" h="1653540">
                  <a:moveTo>
                    <a:pt x="0" y="1653540"/>
                  </a:moveTo>
                  <a:lnTo>
                    <a:pt x="1463040" y="1592580"/>
                  </a:lnTo>
                  <a:lnTo>
                    <a:pt x="1463040" y="1417320"/>
                  </a:lnTo>
                  <a:lnTo>
                    <a:pt x="182880" y="1478280"/>
                  </a:lnTo>
                  <a:lnTo>
                    <a:pt x="160020" y="266700"/>
                  </a:lnTo>
                  <a:lnTo>
                    <a:pt x="3474720" y="160020"/>
                  </a:lnTo>
                  <a:lnTo>
                    <a:pt x="3467100" y="1424940"/>
                  </a:lnTo>
                  <a:lnTo>
                    <a:pt x="2278380" y="1432560"/>
                  </a:lnTo>
                  <a:lnTo>
                    <a:pt x="2263140" y="1584960"/>
                  </a:lnTo>
                  <a:lnTo>
                    <a:pt x="3596640" y="1546860"/>
                  </a:lnTo>
                  <a:lnTo>
                    <a:pt x="3589020" y="0"/>
                  </a:lnTo>
                  <a:lnTo>
                    <a:pt x="0" y="91440"/>
                  </a:lnTo>
                  <a:lnTo>
                    <a:pt x="0" y="165354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F8239B5C-8E6D-2322-364A-DC72110634CE}"/>
                </a:ext>
              </a:extLst>
            </p:cNvPr>
            <p:cNvSpPr/>
            <p:nvPr/>
          </p:nvSpPr>
          <p:spPr>
            <a:xfrm>
              <a:off x="1833379" y="3727133"/>
              <a:ext cx="3305175" cy="1312068"/>
            </a:xfrm>
            <a:custGeom>
              <a:avLst/>
              <a:gdLst>
                <a:gd name="connsiteX0" fmla="*/ 2943225 w 3305175"/>
                <a:gd name="connsiteY0" fmla="*/ 4762 h 1312068"/>
                <a:gd name="connsiteX1" fmla="*/ 2964657 w 3305175"/>
                <a:gd name="connsiteY1" fmla="*/ 1040606 h 1312068"/>
                <a:gd name="connsiteX2" fmla="*/ 0 w 3305175"/>
                <a:gd name="connsiteY2" fmla="*/ 1133475 h 1312068"/>
                <a:gd name="connsiteX3" fmla="*/ 7144 w 3305175"/>
                <a:gd name="connsiteY3" fmla="*/ 1312068 h 1312068"/>
                <a:gd name="connsiteX4" fmla="*/ 1290638 w 3305175"/>
                <a:gd name="connsiteY4" fmla="*/ 1254918 h 1312068"/>
                <a:gd name="connsiteX5" fmla="*/ 1362075 w 3305175"/>
                <a:gd name="connsiteY5" fmla="*/ 1202531 h 1312068"/>
                <a:gd name="connsiteX6" fmla="*/ 1431132 w 3305175"/>
                <a:gd name="connsiteY6" fmla="*/ 1185862 h 1312068"/>
                <a:gd name="connsiteX7" fmla="*/ 1735932 w 3305175"/>
                <a:gd name="connsiteY7" fmla="*/ 1171575 h 1312068"/>
                <a:gd name="connsiteX8" fmla="*/ 1902619 w 3305175"/>
                <a:gd name="connsiteY8" fmla="*/ 1178718 h 1312068"/>
                <a:gd name="connsiteX9" fmla="*/ 2100263 w 3305175"/>
                <a:gd name="connsiteY9" fmla="*/ 1264443 h 1312068"/>
                <a:gd name="connsiteX10" fmla="*/ 3300413 w 3305175"/>
                <a:gd name="connsiteY10" fmla="*/ 1257300 h 1312068"/>
                <a:gd name="connsiteX11" fmla="*/ 3305175 w 3305175"/>
                <a:gd name="connsiteY11" fmla="*/ 0 h 1312068"/>
                <a:gd name="connsiteX12" fmla="*/ 2943225 w 3305175"/>
                <a:gd name="connsiteY12" fmla="*/ 4762 h 1312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305175" h="1312068">
                  <a:moveTo>
                    <a:pt x="2943225" y="4762"/>
                  </a:moveTo>
                  <a:lnTo>
                    <a:pt x="2964657" y="1040606"/>
                  </a:lnTo>
                  <a:lnTo>
                    <a:pt x="0" y="1133475"/>
                  </a:lnTo>
                  <a:lnTo>
                    <a:pt x="7144" y="1312068"/>
                  </a:lnTo>
                  <a:lnTo>
                    <a:pt x="1290638" y="1254918"/>
                  </a:lnTo>
                  <a:lnTo>
                    <a:pt x="1362075" y="1202531"/>
                  </a:lnTo>
                  <a:lnTo>
                    <a:pt x="1431132" y="1185862"/>
                  </a:lnTo>
                  <a:lnTo>
                    <a:pt x="1735932" y="1171575"/>
                  </a:lnTo>
                  <a:lnTo>
                    <a:pt x="1902619" y="1178718"/>
                  </a:lnTo>
                  <a:lnTo>
                    <a:pt x="2100263" y="1264443"/>
                  </a:lnTo>
                  <a:lnTo>
                    <a:pt x="3300413" y="1257300"/>
                  </a:lnTo>
                  <a:cubicBezTo>
                    <a:pt x="3302000" y="838200"/>
                    <a:pt x="3303588" y="419100"/>
                    <a:pt x="3305175" y="0"/>
                  </a:cubicBezTo>
                  <a:lnTo>
                    <a:pt x="2943225" y="4762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131ECF2A-2144-6D58-DB70-192B062376AA}"/>
                </a:ext>
              </a:extLst>
            </p:cNvPr>
            <p:cNvSpPr/>
            <p:nvPr/>
          </p:nvSpPr>
          <p:spPr>
            <a:xfrm>
              <a:off x="3119254" y="4896326"/>
              <a:ext cx="819150" cy="247650"/>
            </a:xfrm>
            <a:custGeom>
              <a:avLst/>
              <a:gdLst>
                <a:gd name="connsiteX0" fmla="*/ 802482 w 819150"/>
                <a:gd name="connsiteY0" fmla="*/ 242888 h 247650"/>
                <a:gd name="connsiteX1" fmla="*/ 588169 w 819150"/>
                <a:gd name="connsiteY1" fmla="*/ 116682 h 247650"/>
                <a:gd name="connsiteX2" fmla="*/ 452438 w 819150"/>
                <a:gd name="connsiteY2" fmla="*/ 95250 h 247650"/>
                <a:gd name="connsiteX3" fmla="*/ 192882 w 819150"/>
                <a:gd name="connsiteY3" fmla="*/ 92869 h 247650"/>
                <a:gd name="connsiteX4" fmla="*/ 76200 w 819150"/>
                <a:gd name="connsiteY4" fmla="*/ 140494 h 247650"/>
                <a:gd name="connsiteX5" fmla="*/ 11907 w 819150"/>
                <a:gd name="connsiteY5" fmla="*/ 247650 h 247650"/>
                <a:gd name="connsiteX6" fmla="*/ 0 w 819150"/>
                <a:gd name="connsiteY6" fmla="*/ 85725 h 247650"/>
                <a:gd name="connsiteX7" fmla="*/ 76200 w 819150"/>
                <a:gd name="connsiteY7" fmla="*/ 33338 h 247650"/>
                <a:gd name="connsiteX8" fmla="*/ 173832 w 819150"/>
                <a:gd name="connsiteY8" fmla="*/ 14288 h 247650"/>
                <a:gd name="connsiteX9" fmla="*/ 469107 w 819150"/>
                <a:gd name="connsiteY9" fmla="*/ 0 h 247650"/>
                <a:gd name="connsiteX10" fmla="*/ 616744 w 819150"/>
                <a:gd name="connsiteY10" fmla="*/ 14288 h 247650"/>
                <a:gd name="connsiteX11" fmla="*/ 819150 w 819150"/>
                <a:gd name="connsiteY11" fmla="*/ 95250 h 247650"/>
                <a:gd name="connsiteX12" fmla="*/ 802482 w 819150"/>
                <a:gd name="connsiteY12" fmla="*/ 242888 h 247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19150" h="247650">
                  <a:moveTo>
                    <a:pt x="802482" y="242888"/>
                  </a:moveTo>
                  <a:lnTo>
                    <a:pt x="588169" y="116682"/>
                  </a:lnTo>
                  <a:lnTo>
                    <a:pt x="452438" y="95250"/>
                  </a:lnTo>
                  <a:lnTo>
                    <a:pt x="192882" y="92869"/>
                  </a:lnTo>
                  <a:lnTo>
                    <a:pt x="76200" y="140494"/>
                  </a:lnTo>
                  <a:lnTo>
                    <a:pt x="11907" y="247650"/>
                  </a:lnTo>
                  <a:lnTo>
                    <a:pt x="0" y="85725"/>
                  </a:lnTo>
                  <a:lnTo>
                    <a:pt x="76200" y="33338"/>
                  </a:lnTo>
                  <a:lnTo>
                    <a:pt x="173832" y="14288"/>
                  </a:lnTo>
                  <a:lnTo>
                    <a:pt x="469107" y="0"/>
                  </a:lnTo>
                  <a:lnTo>
                    <a:pt x="616744" y="14288"/>
                  </a:lnTo>
                  <a:lnTo>
                    <a:pt x="819150" y="95250"/>
                  </a:lnTo>
                  <a:lnTo>
                    <a:pt x="802482" y="242888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921A8D1C-8E34-6391-563B-A22CF4BEC79A}"/>
                </a:ext>
              </a:extLst>
            </p:cNvPr>
            <p:cNvGrpSpPr/>
            <p:nvPr/>
          </p:nvGrpSpPr>
          <p:grpSpPr>
            <a:xfrm>
              <a:off x="4243204" y="4020026"/>
              <a:ext cx="209550" cy="157163"/>
              <a:chOff x="6669881" y="4393406"/>
              <a:chExt cx="209550" cy="157163"/>
            </a:xfrm>
          </p:grpSpPr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D0908D97-03CD-F162-D426-49079837E1EA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1" name="Freeform: Shape 60">
                <a:extLst>
                  <a:ext uri="{FF2B5EF4-FFF2-40B4-BE49-F238E27FC236}">
                    <a16:creationId xmlns:a16="http://schemas.microsoft.com/office/drawing/2014/main" id="{D9E3757E-7AF8-7642-9012-2A3B3E4B847F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D5442CAF-332F-A2E1-79E9-A169E4BBBE79}"/>
                </a:ext>
              </a:extLst>
            </p:cNvPr>
            <p:cNvGrpSpPr/>
            <p:nvPr/>
          </p:nvGrpSpPr>
          <p:grpSpPr>
            <a:xfrm>
              <a:off x="3797910" y="4050982"/>
              <a:ext cx="209550" cy="157163"/>
              <a:chOff x="6669881" y="4393406"/>
              <a:chExt cx="209550" cy="157163"/>
            </a:xfrm>
          </p:grpSpPr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04366157-8D2B-F5BA-2B38-3D9B18064D44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9" name="Freeform: Shape 58">
                <a:extLst>
                  <a:ext uri="{FF2B5EF4-FFF2-40B4-BE49-F238E27FC236}">
                    <a16:creationId xmlns:a16="http://schemas.microsoft.com/office/drawing/2014/main" id="{E99FAC82-FC45-DBAF-86ED-2C70ABEE5973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7CB0D0D2-8292-88B3-25B5-2C9523D847F6}"/>
                </a:ext>
              </a:extLst>
            </p:cNvPr>
            <p:cNvGrpSpPr/>
            <p:nvPr/>
          </p:nvGrpSpPr>
          <p:grpSpPr>
            <a:xfrm>
              <a:off x="3352616" y="4081938"/>
              <a:ext cx="209550" cy="157163"/>
              <a:chOff x="6669881" y="4393406"/>
              <a:chExt cx="209550" cy="157163"/>
            </a:xfrm>
          </p:grpSpPr>
          <p:sp>
            <p:nvSpPr>
              <p:cNvPr id="56" name="Rectangle 55">
                <a:extLst>
                  <a:ext uri="{FF2B5EF4-FFF2-40B4-BE49-F238E27FC236}">
                    <a16:creationId xmlns:a16="http://schemas.microsoft.com/office/drawing/2014/main" id="{D8E3CF10-0AD3-7FD0-2659-5E2E312045F8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7" name="Freeform: Shape 56">
                <a:extLst>
                  <a:ext uri="{FF2B5EF4-FFF2-40B4-BE49-F238E27FC236}">
                    <a16:creationId xmlns:a16="http://schemas.microsoft.com/office/drawing/2014/main" id="{F2695A32-C03B-48E3-C73E-01EEA7FC5332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3778587E-5D83-8364-A46B-DE27C1637C16}"/>
                </a:ext>
              </a:extLst>
            </p:cNvPr>
            <p:cNvGrpSpPr/>
            <p:nvPr/>
          </p:nvGrpSpPr>
          <p:grpSpPr>
            <a:xfrm>
              <a:off x="2851360" y="4093844"/>
              <a:ext cx="209550" cy="157163"/>
              <a:chOff x="6669881" y="4393406"/>
              <a:chExt cx="209550" cy="157163"/>
            </a:xfrm>
          </p:grpSpPr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6BFB94B8-FFB4-CEB4-A414-20B3B8B31AD9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5" name="Freeform: Shape 54">
                <a:extLst>
                  <a:ext uri="{FF2B5EF4-FFF2-40B4-BE49-F238E27FC236}">
                    <a16:creationId xmlns:a16="http://schemas.microsoft.com/office/drawing/2014/main" id="{C650C207-B989-3DCE-2980-6622B8F4715C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60077727-1753-5BD8-7935-A79D6F41B9ED}"/>
                </a:ext>
              </a:extLst>
            </p:cNvPr>
            <p:cNvGrpSpPr/>
            <p:nvPr/>
          </p:nvGrpSpPr>
          <p:grpSpPr>
            <a:xfrm>
              <a:off x="2345112" y="4113567"/>
              <a:ext cx="209550" cy="157163"/>
              <a:chOff x="6669881" y="4393406"/>
              <a:chExt cx="209550" cy="157163"/>
            </a:xfrm>
          </p:grpSpPr>
          <p:sp>
            <p:nvSpPr>
              <p:cNvPr id="52" name="Rectangle 51">
                <a:extLst>
                  <a:ext uri="{FF2B5EF4-FFF2-40B4-BE49-F238E27FC236}">
                    <a16:creationId xmlns:a16="http://schemas.microsoft.com/office/drawing/2014/main" id="{B7B646DE-CB01-27F9-0AA7-F5796829166E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3" name="Freeform: Shape 52">
                <a:extLst>
                  <a:ext uri="{FF2B5EF4-FFF2-40B4-BE49-F238E27FC236}">
                    <a16:creationId xmlns:a16="http://schemas.microsoft.com/office/drawing/2014/main" id="{08E46A18-0F64-01D7-271C-6F6AED4755CE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BCCC7270-68B2-2D7C-1DF6-4CE807E32C6C}"/>
                </a:ext>
              </a:extLst>
            </p:cNvPr>
            <p:cNvGrpSpPr/>
            <p:nvPr/>
          </p:nvGrpSpPr>
          <p:grpSpPr>
            <a:xfrm>
              <a:off x="2333205" y="4520758"/>
              <a:ext cx="209550" cy="157163"/>
              <a:chOff x="6669881" y="4393406"/>
              <a:chExt cx="209550" cy="157163"/>
            </a:xfrm>
          </p:grpSpPr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DA188B01-2F53-A818-3071-5F0D2C4950F6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1" name="Freeform: Shape 50">
                <a:extLst>
                  <a:ext uri="{FF2B5EF4-FFF2-40B4-BE49-F238E27FC236}">
                    <a16:creationId xmlns:a16="http://schemas.microsoft.com/office/drawing/2014/main" id="{ED9B5D13-14D3-B896-1FC7-F46ABD981C55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A45CEEAC-04E4-A64D-9023-C9DF987C2F7B}"/>
                </a:ext>
              </a:extLst>
            </p:cNvPr>
            <p:cNvGrpSpPr/>
            <p:nvPr/>
          </p:nvGrpSpPr>
          <p:grpSpPr>
            <a:xfrm>
              <a:off x="2848977" y="4506471"/>
              <a:ext cx="209550" cy="157163"/>
              <a:chOff x="6669881" y="4393406"/>
              <a:chExt cx="209550" cy="157163"/>
            </a:xfrm>
          </p:grpSpPr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D4A1A8F6-DA27-CFEF-17E7-E1AB998DB1AD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9" name="Freeform: Shape 48">
                <a:extLst>
                  <a:ext uri="{FF2B5EF4-FFF2-40B4-BE49-F238E27FC236}">
                    <a16:creationId xmlns:a16="http://schemas.microsoft.com/office/drawing/2014/main" id="{94CA73B1-4264-CAB1-4E35-BE3BC8005394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4AD99497-9B98-6A16-9FCE-093E1B7A9F65}"/>
                </a:ext>
              </a:extLst>
            </p:cNvPr>
            <p:cNvGrpSpPr/>
            <p:nvPr/>
          </p:nvGrpSpPr>
          <p:grpSpPr>
            <a:xfrm>
              <a:off x="3359757" y="4500001"/>
              <a:ext cx="209550" cy="157163"/>
              <a:chOff x="6669881" y="4393406"/>
              <a:chExt cx="209550" cy="157163"/>
            </a:xfrm>
          </p:grpSpPr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5157E59C-3B4A-9306-578B-C1DAA38E8FFB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7" name="Freeform: Shape 46">
                <a:extLst>
                  <a:ext uri="{FF2B5EF4-FFF2-40B4-BE49-F238E27FC236}">
                    <a16:creationId xmlns:a16="http://schemas.microsoft.com/office/drawing/2014/main" id="{B31230CB-9E0C-A89D-1D7F-072E58856A6A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8C187AE0-5C44-872A-BEC2-15AB91D5B514}"/>
                </a:ext>
              </a:extLst>
            </p:cNvPr>
            <p:cNvGrpSpPr/>
            <p:nvPr/>
          </p:nvGrpSpPr>
          <p:grpSpPr>
            <a:xfrm>
              <a:off x="3828863" y="4505748"/>
              <a:ext cx="209550" cy="157163"/>
              <a:chOff x="6669881" y="4393406"/>
              <a:chExt cx="209550" cy="157163"/>
            </a:xfrm>
          </p:grpSpPr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665A7A8E-F4C2-33F1-5889-AD53D2D4E71E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5" name="Freeform: Shape 44">
                <a:extLst>
                  <a:ext uri="{FF2B5EF4-FFF2-40B4-BE49-F238E27FC236}">
                    <a16:creationId xmlns:a16="http://schemas.microsoft.com/office/drawing/2014/main" id="{70E1DE7A-9906-62F9-2C39-6450AF369CAA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D0F72042-B225-88A0-2395-738C9D941501}"/>
                </a:ext>
              </a:extLst>
            </p:cNvPr>
            <p:cNvGrpSpPr/>
            <p:nvPr/>
          </p:nvGrpSpPr>
          <p:grpSpPr>
            <a:xfrm>
              <a:off x="4271771" y="4495238"/>
              <a:ext cx="209550" cy="157163"/>
              <a:chOff x="6669881" y="4393406"/>
              <a:chExt cx="209550" cy="157163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97855E36-1E75-1CE1-4E52-46426CD04EA2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3" name="Freeform: Shape 42">
                <a:extLst>
                  <a:ext uri="{FF2B5EF4-FFF2-40B4-BE49-F238E27FC236}">
                    <a16:creationId xmlns:a16="http://schemas.microsoft.com/office/drawing/2014/main" id="{5D516D4E-6F48-F2A9-772B-2F3DD534D402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7FF81714-CD9C-5565-AF67-D846E8025082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908657" y="5300061"/>
              <a:ext cx="1003434" cy="1889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CC1BCD31-E59C-23AA-0FE0-A47F087C6BF3}"/>
                </a:ext>
              </a:extLst>
            </p:cNvPr>
            <p:cNvSpPr txBox="1"/>
            <p:nvPr/>
          </p:nvSpPr>
          <p:spPr>
            <a:xfrm rot="5400000">
              <a:off x="2135199" y="5589007"/>
              <a:ext cx="796202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GND</a:t>
              </a:r>
              <a:endParaRPr lang="LID4096" sz="1000" b="1" dirty="0"/>
            </a:p>
          </p:txBody>
        </p: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E3C574DE-EC1B-9E19-64C9-51D487A35D8C}"/>
                </a:ext>
              </a:extLst>
            </p:cNvPr>
            <p:cNvCxnSpPr>
              <a:cxnSpLocks/>
            </p:cNvCxnSpPr>
            <p:nvPr/>
          </p:nvCxnSpPr>
          <p:spPr>
            <a:xfrm>
              <a:off x="4334743" y="2222017"/>
              <a:ext cx="27524" cy="1673166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EC39E15B-011D-6BCC-4822-BEBB3D460516}"/>
                </a:ext>
              </a:extLst>
            </p:cNvPr>
            <p:cNvSpPr txBox="1"/>
            <p:nvPr/>
          </p:nvSpPr>
          <p:spPr>
            <a:xfrm rot="5400000">
              <a:off x="4223665" y="2665490"/>
              <a:ext cx="760164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3.3V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C76A491B-CB8D-6552-419D-2FB08488BE20}"/>
                </a:ext>
              </a:extLst>
            </p:cNvPr>
            <p:cNvCxnSpPr>
              <a:cxnSpLocks/>
            </p:cNvCxnSpPr>
            <p:nvPr/>
          </p:nvCxnSpPr>
          <p:spPr>
            <a:xfrm>
              <a:off x="2399207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A4703000-C0F9-E7CD-058E-1BF58DC0E39D}"/>
                </a:ext>
              </a:extLst>
            </p:cNvPr>
            <p:cNvSpPr txBox="1"/>
            <p:nvPr/>
          </p:nvSpPr>
          <p:spPr>
            <a:xfrm rot="5400000">
              <a:off x="2260453" y="2630527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bit0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25E9B16C-3E26-BE70-CDB7-D07D1B5DD117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521720" y="1482461"/>
              <a:ext cx="4825443" cy="0"/>
            </a:xfrm>
            <a:prstGeom prst="line">
              <a:avLst/>
            </a:prstGeom>
            <a:ln w="25400">
              <a:solidFill>
                <a:schemeClr val="bg1">
                  <a:lumMod val="50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D09F1432-7E3B-1ED4-D20E-1AFA7635FCD6}"/>
                </a:ext>
              </a:extLst>
            </p:cNvPr>
            <p:cNvSpPr txBox="1"/>
            <p:nvPr/>
          </p:nvSpPr>
          <p:spPr>
            <a:xfrm rot="5400000">
              <a:off x="2862370" y="2630527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bit2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8A461EB6-FFFC-66F4-E1A3-9BB7FA63D104}"/>
                </a:ext>
              </a:extLst>
            </p:cNvPr>
            <p:cNvCxnSpPr>
              <a:cxnSpLocks/>
            </p:cNvCxnSpPr>
            <p:nvPr/>
          </p:nvCxnSpPr>
          <p:spPr>
            <a:xfrm>
              <a:off x="3453714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490C5B48-2D42-204D-69B9-C6F3369ACCD6}"/>
                </a:ext>
              </a:extLst>
            </p:cNvPr>
            <p:cNvSpPr txBox="1"/>
            <p:nvPr/>
          </p:nvSpPr>
          <p:spPr>
            <a:xfrm rot="5400000">
              <a:off x="3312119" y="2630527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bit4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499F9389-9DD7-2833-4136-4E07D890E623}"/>
                </a:ext>
              </a:extLst>
            </p:cNvPr>
            <p:cNvCxnSpPr>
              <a:cxnSpLocks/>
            </p:cNvCxnSpPr>
            <p:nvPr/>
          </p:nvCxnSpPr>
          <p:spPr>
            <a:xfrm>
              <a:off x="3907991" y="2335991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DCA2BEC5-20FD-C75D-34DD-42B7F1D5E8ED}"/>
                </a:ext>
              </a:extLst>
            </p:cNvPr>
            <p:cNvSpPr txBox="1"/>
            <p:nvPr/>
          </p:nvSpPr>
          <p:spPr>
            <a:xfrm rot="5400000">
              <a:off x="3763235" y="2630526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bit6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8C7C0277-4EA5-13AD-8B69-865C58142BAC}"/>
                </a:ext>
              </a:extLst>
            </p:cNvPr>
            <p:cNvCxnSpPr>
              <a:cxnSpLocks/>
            </p:cNvCxnSpPr>
            <p:nvPr/>
          </p:nvCxnSpPr>
          <p:spPr>
            <a:xfrm>
              <a:off x="2920379" y="4745914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85ABDE83-5F93-8F3B-850B-0536978B5830}"/>
                </a:ext>
              </a:extLst>
            </p:cNvPr>
            <p:cNvSpPr txBox="1"/>
            <p:nvPr/>
          </p:nvSpPr>
          <p:spPr>
            <a:xfrm rot="5400000">
              <a:off x="2684413" y="559553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bit1</a:t>
              </a:r>
              <a:endParaRPr lang="LID4096" sz="1000" b="1" dirty="0"/>
            </a:p>
          </p:txBody>
        </p: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A783A642-2CA1-4DE8-96D5-3A578BD95A2D}"/>
                </a:ext>
              </a:extLst>
            </p:cNvPr>
            <p:cNvCxnSpPr>
              <a:cxnSpLocks/>
            </p:cNvCxnSpPr>
            <p:nvPr/>
          </p:nvCxnSpPr>
          <p:spPr>
            <a:xfrm>
              <a:off x="3436440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EB012601-2C83-4F56-C889-894F4FED7423}"/>
                </a:ext>
              </a:extLst>
            </p:cNvPr>
            <p:cNvSpPr txBox="1"/>
            <p:nvPr/>
          </p:nvSpPr>
          <p:spPr>
            <a:xfrm rot="5400000">
              <a:off x="3200473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bit3</a:t>
              </a:r>
              <a:endParaRPr lang="LID4096" sz="1000" b="1" dirty="0"/>
            </a:p>
          </p:txBody>
        </p: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22AD5877-6ABF-E7F9-5716-76C621215628}"/>
                </a:ext>
              </a:extLst>
            </p:cNvPr>
            <p:cNvCxnSpPr>
              <a:cxnSpLocks/>
            </p:cNvCxnSpPr>
            <p:nvPr/>
          </p:nvCxnSpPr>
          <p:spPr>
            <a:xfrm>
              <a:off x="3918887" y="4744900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C78B6CF5-91F5-8ECA-A140-76E7AF307EDF}"/>
                </a:ext>
              </a:extLst>
            </p:cNvPr>
            <p:cNvSpPr txBox="1"/>
            <p:nvPr/>
          </p:nvSpPr>
          <p:spPr>
            <a:xfrm rot="5400000">
              <a:off x="3682921" y="5594528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bit5</a:t>
              </a:r>
              <a:endParaRPr lang="LID4096" sz="1000" b="1" dirty="0"/>
            </a:p>
          </p:txBody>
        </p: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28A4B6CE-7010-8163-37FC-0795ED0C0566}"/>
                </a:ext>
              </a:extLst>
            </p:cNvPr>
            <p:cNvCxnSpPr>
              <a:cxnSpLocks/>
            </p:cNvCxnSpPr>
            <p:nvPr/>
          </p:nvCxnSpPr>
          <p:spPr>
            <a:xfrm>
              <a:off x="4372042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2CEA36DC-97CB-395B-16EE-C94E60EC6F7F}"/>
                </a:ext>
              </a:extLst>
            </p:cNvPr>
            <p:cNvSpPr txBox="1"/>
            <p:nvPr/>
          </p:nvSpPr>
          <p:spPr>
            <a:xfrm rot="5400000">
              <a:off x="4136075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bit7</a:t>
              </a:r>
              <a:endParaRPr lang="LID4096" sz="1000" b="1" dirty="0"/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DDA53B54-6055-3B1A-B847-8F186C8EA25C}"/>
              </a:ext>
            </a:extLst>
          </p:cNvPr>
          <p:cNvGrpSpPr/>
          <p:nvPr/>
        </p:nvGrpSpPr>
        <p:grpSpPr>
          <a:xfrm>
            <a:off x="2344996" y="2112491"/>
            <a:ext cx="1086251" cy="2080948"/>
            <a:chOff x="1688174" y="1407516"/>
            <a:chExt cx="1086251" cy="2080948"/>
          </a:xfrm>
        </p:grpSpPr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35ADE2C6-88E7-DF9A-4B82-18A96BAAB0DB}"/>
                </a:ext>
              </a:extLst>
            </p:cNvPr>
            <p:cNvSpPr txBox="1"/>
            <p:nvPr/>
          </p:nvSpPr>
          <p:spPr>
            <a:xfrm>
              <a:off x="2283427" y="3242243"/>
              <a:ext cx="407484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bit0</a:t>
              </a:r>
              <a:endParaRPr lang="LID4096" sz="1000" b="1" dirty="0"/>
            </a:p>
          </p:txBody>
        </p: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D8E16C8C-1A09-7BD8-BE76-C51F75F5B5DE}"/>
                </a:ext>
              </a:extLst>
            </p:cNvPr>
            <p:cNvSpPr txBox="1"/>
            <p:nvPr/>
          </p:nvSpPr>
          <p:spPr>
            <a:xfrm>
              <a:off x="2285107" y="3129404"/>
              <a:ext cx="407484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/>
                <a:t>bit1</a:t>
              </a:r>
              <a:endParaRPr lang="LID4096" sz="1000" b="1" dirty="0"/>
            </a:p>
          </p:txBody>
        </p: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30737E21-D6DB-51F0-66C2-B8FC89963988}"/>
                </a:ext>
              </a:extLst>
            </p:cNvPr>
            <p:cNvSpPr txBox="1"/>
            <p:nvPr/>
          </p:nvSpPr>
          <p:spPr>
            <a:xfrm>
              <a:off x="2298013" y="1407516"/>
              <a:ext cx="476412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/>
                <a:t>bit15</a:t>
              </a:r>
              <a:endParaRPr lang="LID4096" sz="1000" b="1" dirty="0"/>
            </a:p>
          </p:txBody>
        </p:sp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E3FAA149-B026-11A9-BEA9-DFE73BAF7155}"/>
                </a:ext>
              </a:extLst>
            </p:cNvPr>
            <p:cNvSpPr/>
            <p:nvPr/>
          </p:nvSpPr>
          <p:spPr>
            <a:xfrm rot="16200000">
              <a:off x="906454" y="2193483"/>
              <a:ext cx="2011953" cy="448513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/>
                <a:t>INDR</a:t>
              </a:r>
              <a:endParaRPr lang="LID4096"/>
            </a:p>
          </p:txBody>
        </p:sp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D4E44F3A-AA6D-7C0F-7589-4F0F10BE8926}"/>
                </a:ext>
              </a:extLst>
            </p:cNvPr>
            <p:cNvCxnSpPr>
              <a:cxnSpLocks/>
            </p:cNvCxnSpPr>
            <p:nvPr/>
          </p:nvCxnSpPr>
          <p:spPr>
            <a:xfrm>
              <a:off x="2117382" y="3365355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EC5573CD-CD5A-AE9C-495B-60A224579525}"/>
                </a:ext>
              </a:extLst>
            </p:cNvPr>
            <p:cNvCxnSpPr>
              <a:cxnSpLocks/>
            </p:cNvCxnSpPr>
            <p:nvPr/>
          </p:nvCxnSpPr>
          <p:spPr>
            <a:xfrm>
              <a:off x="2117382" y="3257594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Connector 68">
              <a:extLst>
                <a:ext uri="{FF2B5EF4-FFF2-40B4-BE49-F238E27FC236}">
                  <a16:creationId xmlns:a16="http://schemas.microsoft.com/office/drawing/2014/main" id="{F7526AB4-94E8-8D32-627F-B7A7B44E7283}"/>
                </a:ext>
              </a:extLst>
            </p:cNvPr>
            <p:cNvCxnSpPr>
              <a:cxnSpLocks/>
            </p:cNvCxnSpPr>
            <p:nvPr/>
          </p:nvCxnSpPr>
          <p:spPr>
            <a:xfrm>
              <a:off x="2117382" y="3135954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100D2992-96FC-2187-C2EC-7260CBD8D111}"/>
                </a:ext>
              </a:extLst>
            </p:cNvPr>
            <p:cNvSpPr txBox="1"/>
            <p:nvPr/>
          </p:nvSpPr>
          <p:spPr>
            <a:xfrm rot="16200000">
              <a:off x="1994885" y="2540320"/>
              <a:ext cx="3818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/>
                <a:t>...</a:t>
              </a:r>
              <a:endParaRPr lang="LID4096"/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5163E658-1B98-A883-F3C0-8B1FAEEE9B60}"/>
                </a:ext>
              </a:extLst>
            </p:cNvPr>
            <p:cNvSpPr txBox="1"/>
            <p:nvPr/>
          </p:nvSpPr>
          <p:spPr>
            <a:xfrm rot="16200000">
              <a:off x="1970578" y="1538423"/>
              <a:ext cx="3818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/>
                <a:t>...</a:t>
              </a:r>
              <a:endParaRPr lang="LID4096"/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821BF5F3-9713-E931-763C-EFB5FFE075B4}"/>
                </a:ext>
              </a:extLst>
            </p:cNvPr>
            <p:cNvSpPr txBox="1"/>
            <p:nvPr/>
          </p:nvSpPr>
          <p:spPr>
            <a:xfrm>
              <a:off x="2283427" y="3000773"/>
              <a:ext cx="407484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/>
                <a:t>bit2</a:t>
              </a:r>
              <a:endParaRPr lang="LID4096" sz="1000" b="1" dirty="0"/>
            </a:p>
          </p:txBody>
        </p:sp>
        <p:cxnSp>
          <p:nvCxnSpPr>
            <p:cNvPr id="73" name="Straight Connector 72">
              <a:extLst>
                <a:ext uri="{FF2B5EF4-FFF2-40B4-BE49-F238E27FC236}">
                  <a16:creationId xmlns:a16="http://schemas.microsoft.com/office/drawing/2014/main" id="{A9236EAE-6227-DAF4-7019-8503D2D6F340}"/>
                </a:ext>
              </a:extLst>
            </p:cNvPr>
            <p:cNvCxnSpPr>
              <a:cxnSpLocks/>
            </p:cNvCxnSpPr>
            <p:nvPr/>
          </p:nvCxnSpPr>
          <p:spPr>
            <a:xfrm>
              <a:off x="2119251" y="1530626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4" name="TextBox 73">
            <a:extLst>
              <a:ext uri="{FF2B5EF4-FFF2-40B4-BE49-F238E27FC236}">
                <a16:creationId xmlns:a16="http://schemas.microsoft.com/office/drawing/2014/main" id="{38B0C458-FADD-38A7-D56E-28212AC17525}"/>
              </a:ext>
            </a:extLst>
          </p:cNvPr>
          <p:cNvSpPr txBox="1"/>
          <p:nvPr/>
        </p:nvSpPr>
        <p:spPr>
          <a:xfrm>
            <a:off x="2940249" y="6166521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/>
              <a:t>bit0</a:t>
            </a:r>
            <a:endParaRPr lang="LID4096" sz="1000" b="1" dirty="0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2C090AE3-6942-4A1B-52D6-30DD3F1D9895}"/>
              </a:ext>
            </a:extLst>
          </p:cNvPr>
          <p:cNvSpPr txBox="1"/>
          <p:nvPr/>
        </p:nvSpPr>
        <p:spPr>
          <a:xfrm>
            <a:off x="2941929" y="6053682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bit1</a:t>
            </a:r>
            <a:endParaRPr lang="LID4096" sz="1000" b="1" dirty="0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CD58970C-CE82-87AE-2060-CB8C5C69A7F3}"/>
              </a:ext>
            </a:extLst>
          </p:cNvPr>
          <p:cNvSpPr txBox="1"/>
          <p:nvPr/>
        </p:nvSpPr>
        <p:spPr>
          <a:xfrm>
            <a:off x="2954835" y="4331794"/>
            <a:ext cx="47641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bit15</a:t>
            </a:r>
            <a:endParaRPr lang="LID4096" sz="1000" b="1" dirty="0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787DBF4A-197D-65DE-6BCD-B2FCEA502E64}"/>
              </a:ext>
            </a:extLst>
          </p:cNvPr>
          <p:cNvSpPr/>
          <p:nvPr/>
        </p:nvSpPr>
        <p:spPr>
          <a:xfrm rot="16200000">
            <a:off x="1563276" y="5117761"/>
            <a:ext cx="2011953" cy="44851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/>
              <a:t>OUTDR</a:t>
            </a:r>
            <a:endParaRPr lang="LID4096"/>
          </a:p>
        </p:txBody>
      </p: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2FB9E283-B07B-3B52-DEA6-525D7001CB64}"/>
              </a:ext>
            </a:extLst>
          </p:cNvPr>
          <p:cNvCxnSpPr>
            <a:cxnSpLocks/>
          </p:cNvCxnSpPr>
          <p:nvPr/>
        </p:nvCxnSpPr>
        <p:spPr>
          <a:xfrm>
            <a:off x="2774204" y="6289633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757F944B-3494-891F-1723-63F745BC2693}"/>
              </a:ext>
            </a:extLst>
          </p:cNvPr>
          <p:cNvCxnSpPr>
            <a:cxnSpLocks/>
          </p:cNvCxnSpPr>
          <p:nvPr/>
        </p:nvCxnSpPr>
        <p:spPr>
          <a:xfrm>
            <a:off x="2774204" y="6181872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28E73701-18E1-B3AB-D7E5-4CA3AE000ADC}"/>
              </a:ext>
            </a:extLst>
          </p:cNvPr>
          <p:cNvCxnSpPr>
            <a:cxnSpLocks/>
          </p:cNvCxnSpPr>
          <p:nvPr/>
        </p:nvCxnSpPr>
        <p:spPr>
          <a:xfrm>
            <a:off x="2774204" y="6060232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TextBox 80">
            <a:extLst>
              <a:ext uri="{FF2B5EF4-FFF2-40B4-BE49-F238E27FC236}">
                <a16:creationId xmlns:a16="http://schemas.microsoft.com/office/drawing/2014/main" id="{918B95F3-F3AA-7D2A-4B6B-5228AEA733E1}"/>
              </a:ext>
            </a:extLst>
          </p:cNvPr>
          <p:cNvSpPr txBox="1"/>
          <p:nvPr/>
        </p:nvSpPr>
        <p:spPr>
          <a:xfrm rot="16200000">
            <a:off x="2651707" y="5464598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...</a:t>
            </a:r>
            <a:endParaRPr lang="LID4096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6CE8C54D-B8E3-7D6C-C978-866C874423D5}"/>
              </a:ext>
            </a:extLst>
          </p:cNvPr>
          <p:cNvSpPr txBox="1"/>
          <p:nvPr/>
        </p:nvSpPr>
        <p:spPr>
          <a:xfrm rot="16200000">
            <a:off x="2627400" y="4462701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...</a:t>
            </a:r>
            <a:endParaRPr lang="LID4096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E2BEA32C-E6BC-5459-D37E-16E9F9AC341D}"/>
              </a:ext>
            </a:extLst>
          </p:cNvPr>
          <p:cNvSpPr txBox="1"/>
          <p:nvPr/>
        </p:nvSpPr>
        <p:spPr>
          <a:xfrm>
            <a:off x="2940249" y="5925051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bit2</a:t>
            </a:r>
            <a:endParaRPr lang="LID4096" sz="1000" b="1" dirty="0"/>
          </a:p>
        </p:txBody>
      </p:sp>
      <p:cxnSp>
        <p:nvCxnSpPr>
          <p:cNvPr id="84" name="Straight Connector 83">
            <a:extLst>
              <a:ext uri="{FF2B5EF4-FFF2-40B4-BE49-F238E27FC236}">
                <a16:creationId xmlns:a16="http://schemas.microsoft.com/office/drawing/2014/main" id="{52ABA3DE-400E-CB93-4CB0-337EFE7C3F1F}"/>
              </a:ext>
            </a:extLst>
          </p:cNvPr>
          <p:cNvCxnSpPr>
            <a:cxnSpLocks/>
          </p:cNvCxnSpPr>
          <p:nvPr/>
        </p:nvCxnSpPr>
        <p:spPr>
          <a:xfrm>
            <a:off x="2776073" y="4454904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22D21227-5EAD-16D1-1DF4-8976B66EDD96}"/>
              </a:ext>
            </a:extLst>
          </p:cNvPr>
          <p:cNvCxnSpPr>
            <a:cxnSpLocks/>
          </p:cNvCxnSpPr>
          <p:nvPr/>
        </p:nvCxnSpPr>
        <p:spPr>
          <a:xfrm>
            <a:off x="3272348" y="6047844"/>
            <a:ext cx="1671248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E92D56CA-1831-3B74-F2A8-FF8536AB1B09}"/>
              </a:ext>
            </a:extLst>
          </p:cNvPr>
          <p:cNvCxnSpPr>
            <a:cxnSpLocks/>
          </p:cNvCxnSpPr>
          <p:nvPr/>
        </p:nvCxnSpPr>
        <p:spPr>
          <a:xfrm>
            <a:off x="3285557" y="3814822"/>
            <a:ext cx="1668067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BE242A98-AD95-E7E3-1D6B-4139877A6DFE}"/>
              </a:ext>
            </a:extLst>
          </p:cNvPr>
          <p:cNvCxnSpPr>
            <a:cxnSpLocks/>
          </p:cNvCxnSpPr>
          <p:nvPr/>
        </p:nvCxnSpPr>
        <p:spPr>
          <a:xfrm>
            <a:off x="4943596" y="4514608"/>
            <a:ext cx="0" cy="1533236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Oval 87">
            <a:extLst>
              <a:ext uri="{FF2B5EF4-FFF2-40B4-BE49-F238E27FC236}">
                <a16:creationId xmlns:a16="http://schemas.microsoft.com/office/drawing/2014/main" id="{33C7AFC8-CC6E-222E-3983-D40C8377290C}"/>
              </a:ext>
            </a:extLst>
          </p:cNvPr>
          <p:cNvSpPr/>
          <p:nvPr/>
        </p:nvSpPr>
        <p:spPr>
          <a:xfrm>
            <a:off x="5160964" y="4227939"/>
            <a:ext cx="109057" cy="109057"/>
          </a:xfrm>
          <a:prstGeom prst="ellipse">
            <a:avLst/>
          </a:prstGeom>
          <a:noFill/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89" name="Oval 88">
            <a:extLst>
              <a:ext uri="{FF2B5EF4-FFF2-40B4-BE49-F238E27FC236}">
                <a16:creationId xmlns:a16="http://schemas.microsoft.com/office/drawing/2014/main" id="{620B71F2-1C66-7BAF-088C-1740ECFE0C37}"/>
              </a:ext>
            </a:extLst>
          </p:cNvPr>
          <p:cNvSpPr/>
          <p:nvPr/>
        </p:nvSpPr>
        <p:spPr>
          <a:xfrm>
            <a:off x="4895351" y="4004742"/>
            <a:ext cx="109057" cy="109057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0" name="Oval 89">
            <a:extLst>
              <a:ext uri="{FF2B5EF4-FFF2-40B4-BE49-F238E27FC236}">
                <a16:creationId xmlns:a16="http://schemas.microsoft.com/office/drawing/2014/main" id="{0BE18C37-20A9-022E-BF0D-5247A28F4C7C}"/>
              </a:ext>
            </a:extLst>
          </p:cNvPr>
          <p:cNvSpPr/>
          <p:nvPr/>
        </p:nvSpPr>
        <p:spPr>
          <a:xfrm>
            <a:off x="4899096" y="4445040"/>
            <a:ext cx="109057" cy="109057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3BEE6D2E-FCAA-99FB-6B65-F0C6BD7702A5}"/>
              </a:ext>
            </a:extLst>
          </p:cNvPr>
          <p:cNvCxnSpPr>
            <a:cxnSpLocks/>
            <a:endCxn id="90" idx="0"/>
          </p:cNvCxnSpPr>
          <p:nvPr/>
        </p:nvCxnSpPr>
        <p:spPr>
          <a:xfrm flipH="1">
            <a:off x="4953625" y="4282467"/>
            <a:ext cx="216517" cy="162573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02367BEB-F4E7-8FA5-26B6-8CC11B51D582}"/>
              </a:ext>
            </a:extLst>
          </p:cNvPr>
          <p:cNvCxnSpPr>
            <a:cxnSpLocks/>
            <a:endCxn id="89" idx="0"/>
          </p:cNvCxnSpPr>
          <p:nvPr/>
        </p:nvCxnSpPr>
        <p:spPr>
          <a:xfrm>
            <a:off x="4949188" y="3800313"/>
            <a:ext cx="692" cy="204429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TextBox 92">
            <a:extLst>
              <a:ext uri="{FF2B5EF4-FFF2-40B4-BE49-F238E27FC236}">
                <a16:creationId xmlns:a16="http://schemas.microsoft.com/office/drawing/2014/main" id="{F1D8D13D-9006-6156-2B99-69B6E08C571D}"/>
              </a:ext>
            </a:extLst>
          </p:cNvPr>
          <p:cNvSpPr txBox="1"/>
          <p:nvPr/>
        </p:nvSpPr>
        <p:spPr>
          <a:xfrm>
            <a:off x="5158020" y="3975042"/>
            <a:ext cx="62228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100" b="1"/>
              <a:t>CFGLR</a:t>
            </a:r>
            <a:endParaRPr lang="LID4096" sz="1100" b="1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186ACED7-29A8-759B-7201-E842A60D4EEC}"/>
              </a:ext>
            </a:extLst>
          </p:cNvPr>
          <p:cNvSpPr txBox="1"/>
          <p:nvPr/>
        </p:nvSpPr>
        <p:spPr>
          <a:xfrm>
            <a:off x="3143991" y="4766403"/>
            <a:ext cx="1649811" cy="938719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rtlCol="0">
            <a:spAutoFit/>
          </a:bodyPr>
          <a:lstStyle/>
          <a:p>
            <a:r>
              <a:rPr lang="sv-SE" sz="1100"/>
              <a:t>Om biten i registret är</a:t>
            </a:r>
            <a:br>
              <a:rPr lang="sv-SE" sz="1100"/>
            </a:br>
            <a:r>
              <a:rPr lang="sv-SE" sz="1100"/>
              <a:t>0 läggs 0V ut på pinnen. </a:t>
            </a:r>
            <a:br>
              <a:rPr lang="sv-SE" sz="1100"/>
            </a:br>
            <a:br>
              <a:rPr lang="sv-SE" sz="1100"/>
            </a:br>
            <a:r>
              <a:rPr lang="sv-SE" sz="1100"/>
              <a:t>Om biten i registret är 1</a:t>
            </a:r>
            <a:br>
              <a:rPr lang="sv-SE" sz="1100"/>
            </a:br>
            <a:r>
              <a:rPr lang="sv-SE" sz="1100"/>
              <a:t>läggs 3.2V ut på pinnen.</a:t>
            </a:r>
            <a:endParaRPr lang="LID4096" sz="1100"/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0518170B-E9F6-9698-AEEA-2C80D9BDB178}"/>
              </a:ext>
            </a:extLst>
          </p:cNvPr>
          <p:cNvSpPr txBox="1"/>
          <p:nvPr/>
        </p:nvSpPr>
        <p:spPr>
          <a:xfrm>
            <a:off x="427376" y="4938733"/>
            <a:ext cx="1492716" cy="430887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rtlCol="0">
            <a:spAutoFit/>
          </a:bodyPr>
          <a:lstStyle/>
          <a:p>
            <a:r>
              <a:rPr lang="sv-SE" sz="1100"/>
              <a:t>Processorn skriver till</a:t>
            </a:r>
          </a:p>
          <a:p>
            <a:r>
              <a:rPr lang="sv-SE" sz="1100"/>
              <a:t>OUTDR</a:t>
            </a:r>
            <a:endParaRPr lang="LID4096" sz="1100"/>
          </a:p>
        </p:txBody>
      </p: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1E20EF79-773E-2B23-5EC2-9366E133BB43}"/>
              </a:ext>
            </a:extLst>
          </p:cNvPr>
          <p:cNvGrpSpPr/>
          <p:nvPr/>
        </p:nvGrpSpPr>
        <p:grpSpPr>
          <a:xfrm>
            <a:off x="8208968" y="2193597"/>
            <a:ext cx="3764103" cy="2532234"/>
            <a:chOff x="3939193" y="2185028"/>
            <a:chExt cx="8078463" cy="5434644"/>
          </a:xfrm>
        </p:grpSpPr>
        <p:grpSp>
          <p:nvGrpSpPr>
            <p:cNvPr id="97" name="Group 96">
              <a:extLst>
                <a:ext uri="{FF2B5EF4-FFF2-40B4-BE49-F238E27FC236}">
                  <a16:creationId xmlns:a16="http://schemas.microsoft.com/office/drawing/2014/main" id="{855E029D-2006-9846-6E70-956487A2257F}"/>
                </a:ext>
              </a:extLst>
            </p:cNvPr>
            <p:cNvGrpSpPr/>
            <p:nvPr/>
          </p:nvGrpSpPr>
          <p:grpSpPr>
            <a:xfrm>
              <a:off x="9348286" y="2185028"/>
              <a:ext cx="2669370" cy="1907729"/>
              <a:chOff x="9519713" y="2988597"/>
              <a:chExt cx="1319935" cy="943323"/>
            </a:xfrm>
          </p:grpSpPr>
          <p:pic>
            <p:nvPicPr>
              <p:cNvPr id="98" name="Picture 97">
                <a:extLst>
                  <a:ext uri="{FF2B5EF4-FFF2-40B4-BE49-F238E27FC236}">
                    <a16:creationId xmlns:a16="http://schemas.microsoft.com/office/drawing/2014/main" id="{0F5684DF-5CB6-08BF-3FE7-F43CCDE87DA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519713" y="2988597"/>
                <a:ext cx="1319935" cy="943323"/>
              </a:xfrm>
              <a:prstGeom prst="rect">
                <a:avLst/>
              </a:prstGeom>
            </p:spPr>
          </p:pic>
          <p:sp>
            <p:nvSpPr>
              <p:cNvPr id="99" name="Oval 98">
                <a:extLst>
                  <a:ext uri="{FF2B5EF4-FFF2-40B4-BE49-F238E27FC236}">
                    <a16:creationId xmlns:a16="http://schemas.microsoft.com/office/drawing/2014/main" id="{02426F49-C265-9FB7-CF79-9601B460CD53}"/>
                  </a:ext>
                </a:extLst>
              </p:cNvPr>
              <p:cNvSpPr/>
              <p:nvPr/>
            </p:nvSpPr>
            <p:spPr>
              <a:xfrm rot="19997983">
                <a:off x="10475358" y="3191629"/>
                <a:ext cx="265922" cy="134378"/>
              </a:xfrm>
              <a:prstGeom prst="ellipse">
                <a:avLst/>
              </a:prstGeom>
              <a:noFill/>
              <a:ln w="127">
                <a:solidFill>
                  <a:srgbClr val="FF0000"/>
                </a:solidFill>
              </a:ln>
              <a:effectLst>
                <a:glow rad="127000">
                  <a:srgbClr val="FF0000">
                    <a:alpha val="61000"/>
                  </a:srgbClr>
                </a:glo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sp>
          <p:nvSpPr>
            <p:cNvPr id="100" name="Freeform: Shape 99">
              <a:extLst>
                <a:ext uri="{FF2B5EF4-FFF2-40B4-BE49-F238E27FC236}">
                  <a16:creationId xmlns:a16="http://schemas.microsoft.com/office/drawing/2014/main" id="{F6EE6918-576B-6316-7B57-B9B5C78E8643}"/>
                </a:ext>
              </a:extLst>
            </p:cNvPr>
            <p:cNvSpPr/>
            <p:nvPr/>
          </p:nvSpPr>
          <p:spPr>
            <a:xfrm>
              <a:off x="9326373" y="3843004"/>
              <a:ext cx="394705" cy="401283"/>
            </a:xfrm>
            <a:custGeom>
              <a:avLst/>
              <a:gdLst>
                <a:gd name="connsiteX0" fmla="*/ 394705 w 394705"/>
                <a:gd name="connsiteY0" fmla="*/ 0 h 401283"/>
                <a:gd name="connsiteX1" fmla="*/ 171039 w 394705"/>
                <a:gd name="connsiteY1" fmla="*/ 157882 h 401283"/>
                <a:gd name="connsiteX2" fmla="*/ 0 w 394705"/>
                <a:gd name="connsiteY2" fmla="*/ 401283 h 4012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94705" h="401283">
                  <a:moveTo>
                    <a:pt x="394705" y="0"/>
                  </a:moveTo>
                  <a:cubicBezTo>
                    <a:pt x="315764" y="45501"/>
                    <a:pt x="236823" y="91002"/>
                    <a:pt x="171039" y="157882"/>
                  </a:cubicBezTo>
                  <a:cubicBezTo>
                    <a:pt x="105255" y="224763"/>
                    <a:pt x="52627" y="313023"/>
                    <a:pt x="0" y="401283"/>
                  </a:cubicBezTo>
                </a:path>
              </a:pathLst>
            </a:custGeom>
            <a:noFill/>
            <a:ln w="38100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1" name="Freeform: Shape 100">
              <a:extLst>
                <a:ext uri="{FF2B5EF4-FFF2-40B4-BE49-F238E27FC236}">
                  <a16:creationId xmlns:a16="http://schemas.microsoft.com/office/drawing/2014/main" id="{5EF87529-0226-729E-E5AB-EDE5A138043C}"/>
                </a:ext>
              </a:extLst>
            </p:cNvPr>
            <p:cNvSpPr/>
            <p:nvPr/>
          </p:nvSpPr>
          <p:spPr>
            <a:xfrm>
              <a:off x="4455112" y="4652150"/>
              <a:ext cx="4489717" cy="2967522"/>
            </a:xfrm>
            <a:custGeom>
              <a:avLst/>
              <a:gdLst>
                <a:gd name="connsiteX0" fmla="*/ 5216685 w 5216685"/>
                <a:gd name="connsiteY0" fmla="*/ 118411 h 1237240"/>
                <a:gd name="connsiteX1" fmla="*/ 3861531 w 5216685"/>
                <a:gd name="connsiteY1" fmla="*/ 1236742 h 1237240"/>
                <a:gd name="connsiteX2" fmla="*/ 0 w 5216685"/>
                <a:gd name="connsiteY2" fmla="*/ 0 h 1237240"/>
                <a:gd name="csX0" fmla="*/ 1547966 w 1547966"/>
                <a:gd name="csY0" fmla="*/ 0 h 1118829"/>
                <a:gd name="csX1" fmla="*/ 192812 w 1547966"/>
                <a:gd name="csY1" fmla="*/ 1118331 h 1118829"/>
                <a:gd name="csX2" fmla="*/ 267924 w 1547966"/>
                <a:gd name="csY2" fmla="*/ 237905 h 1118829"/>
                <a:gd name="csX0" fmla="*/ 1757235 w 1757235"/>
                <a:gd name="csY0" fmla="*/ 0 h 1118829"/>
                <a:gd name="csX1" fmla="*/ 402081 w 1757235"/>
                <a:gd name="csY1" fmla="*/ 1118331 h 1118829"/>
                <a:gd name="csX2" fmla="*/ 477193 w 1757235"/>
                <a:gd name="csY2" fmla="*/ 237905 h 1118829"/>
                <a:gd name="csX0" fmla="*/ 1530592 w 1530592"/>
                <a:gd name="csY0" fmla="*/ 0 h 1118829"/>
                <a:gd name="csX1" fmla="*/ 175438 w 1530592"/>
                <a:gd name="csY1" fmla="*/ 1118331 h 1118829"/>
                <a:gd name="csX2" fmla="*/ 250550 w 1530592"/>
                <a:gd name="csY2" fmla="*/ 237905 h 1118829"/>
                <a:gd name="csX0" fmla="*/ 1530592 w 1530592"/>
                <a:gd name="csY0" fmla="*/ 0 h 1152556"/>
                <a:gd name="csX1" fmla="*/ 175438 w 1530592"/>
                <a:gd name="csY1" fmla="*/ 1118331 h 1152556"/>
                <a:gd name="csX2" fmla="*/ 250550 w 1530592"/>
                <a:gd name="csY2" fmla="*/ 237905 h 1152556"/>
                <a:gd name="csX0" fmla="*/ 1530592 w 1530592"/>
                <a:gd name="csY0" fmla="*/ 0 h 1148325"/>
                <a:gd name="csX1" fmla="*/ 175438 w 1530592"/>
                <a:gd name="csY1" fmla="*/ 1118331 h 1148325"/>
                <a:gd name="csX2" fmla="*/ 250550 w 1530592"/>
                <a:gd name="csY2" fmla="*/ 237905 h 1148325"/>
                <a:gd name="csX0" fmla="*/ 1578696 w 1578696"/>
                <a:gd name="csY0" fmla="*/ 0 h 1148325"/>
                <a:gd name="csX1" fmla="*/ 223542 w 1578696"/>
                <a:gd name="csY1" fmla="*/ 1118331 h 1148325"/>
                <a:gd name="csX2" fmla="*/ 165573 w 1578696"/>
                <a:gd name="csY2" fmla="*/ 383866 h 1148325"/>
                <a:gd name="csX0" fmla="*/ 1590715 w 1590715"/>
                <a:gd name="csY0" fmla="*/ 0 h 1148325"/>
                <a:gd name="csX1" fmla="*/ 235561 w 1590715"/>
                <a:gd name="csY1" fmla="*/ 1118331 h 1148325"/>
                <a:gd name="csX2" fmla="*/ 177592 w 1590715"/>
                <a:gd name="csY2" fmla="*/ 383866 h 1148325"/>
                <a:gd name="csX0" fmla="*/ 1543300 w 1543300"/>
                <a:gd name="csY0" fmla="*/ 0 h 1148325"/>
                <a:gd name="csX1" fmla="*/ 188146 w 1543300"/>
                <a:gd name="csY1" fmla="*/ 1118331 h 1148325"/>
                <a:gd name="csX2" fmla="*/ 130177 w 1543300"/>
                <a:gd name="csY2" fmla="*/ 383866 h 1148325"/>
                <a:gd name="csX0" fmla="*/ 4645252 w 4645252"/>
                <a:gd name="csY0" fmla="*/ 0 h 1148325"/>
                <a:gd name="csX1" fmla="*/ 3290098 w 4645252"/>
                <a:gd name="csY1" fmla="*/ 1118331 h 1148325"/>
                <a:gd name="csX2" fmla="*/ 8118 w 4645252"/>
                <a:gd name="csY2" fmla="*/ 388158 h 1148325"/>
                <a:gd name="csX0" fmla="*/ 4651087 w 4651087"/>
                <a:gd name="csY0" fmla="*/ 0 h 1320063"/>
                <a:gd name="csX1" fmla="*/ 1883550 w 4651087"/>
                <a:gd name="csY1" fmla="*/ 1294342 h 1320063"/>
                <a:gd name="csX2" fmla="*/ 13953 w 4651087"/>
                <a:gd name="csY2" fmla="*/ 388158 h 1320063"/>
                <a:gd name="csX0" fmla="*/ 4656366 w 4656366"/>
                <a:gd name="csY0" fmla="*/ 0 h 1320063"/>
                <a:gd name="csX1" fmla="*/ 1888829 w 4656366"/>
                <a:gd name="csY1" fmla="*/ 1294342 h 1320063"/>
                <a:gd name="csX2" fmla="*/ 19232 w 4656366"/>
                <a:gd name="csY2" fmla="*/ 388158 h 1320063"/>
                <a:gd name="csX0" fmla="*/ 4656366 w 4656366"/>
                <a:gd name="csY0" fmla="*/ 0 h 1294820"/>
                <a:gd name="csX1" fmla="*/ 1888829 w 4656366"/>
                <a:gd name="csY1" fmla="*/ 1294342 h 1294820"/>
                <a:gd name="csX2" fmla="*/ 19232 w 4656366"/>
                <a:gd name="csY2" fmla="*/ 388158 h 1294820"/>
                <a:gd name="csX0" fmla="*/ 4656366 w 4656366"/>
                <a:gd name="csY0" fmla="*/ 0 h 1294347"/>
                <a:gd name="csX1" fmla="*/ 1888829 w 4656366"/>
                <a:gd name="csY1" fmla="*/ 1294342 h 1294347"/>
                <a:gd name="csX2" fmla="*/ 19232 w 4656366"/>
                <a:gd name="csY2" fmla="*/ 388158 h 1294347"/>
                <a:gd name="csX0" fmla="*/ 4638966 w 4638966"/>
                <a:gd name="csY0" fmla="*/ 0 h 1294347"/>
                <a:gd name="csX1" fmla="*/ 1871429 w 4638966"/>
                <a:gd name="csY1" fmla="*/ 1294342 h 1294347"/>
                <a:gd name="csX2" fmla="*/ 1832 w 4638966"/>
                <a:gd name="csY2" fmla="*/ 388158 h 1294347"/>
                <a:gd name="csX0" fmla="*/ 4491808 w 4491808"/>
                <a:gd name="csY0" fmla="*/ 0 h 2788811"/>
                <a:gd name="csX1" fmla="*/ 1724271 w 4491808"/>
                <a:gd name="csY1" fmla="*/ 1294342 h 2788811"/>
                <a:gd name="csX2" fmla="*/ 2090 w 4491808"/>
                <a:gd name="csY2" fmla="*/ 2673103 h 2788811"/>
                <a:gd name="csX0" fmla="*/ 4490432 w 4490432"/>
                <a:gd name="csY0" fmla="*/ 0 h 2851658"/>
                <a:gd name="csX1" fmla="*/ 3722222 w 4490432"/>
                <a:gd name="csY1" fmla="*/ 2141983 h 2851658"/>
                <a:gd name="csX2" fmla="*/ 714 w 4490432"/>
                <a:gd name="csY2" fmla="*/ 2673103 h 2851658"/>
                <a:gd name="csX0" fmla="*/ 4489717 w 4489717"/>
                <a:gd name="csY0" fmla="*/ 0 h 2967522"/>
                <a:gd name="csX1" fmla="*/ 3721507 w 4489717"/>
                <a:gd name="csY1" fmla="*/ 2141983 h 2967522"/>
                <a:gd name="csX2" fmla="*/ -1 w 4489717"/>
                <a:gd name="csY2" fmla="*/ 2673103 h 296752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4489717" h="2967522">
                  <a:moveTo>
                    <a:pt x="4489717" y="0"/>
                  </a:moveTo>
                  <a:cubicBezTo>
                    <a:pt x="4130953" y="431658"/>
                    <a:pt x="4612418" y="2144547"/>
                    <a:pt x="3721507" y="2141983"/>
                  </a:cubicBezTo>
                  <a:cubicBezTo>
                    <a:pt x="2937919" y="2139419"/>
                    <a:pt x="370105" y="3567224"/>
                    <a:pt x="-1" y="2673103"/>
                  </a:cubicBezTo>
                </a:path>
              </a:pathLst>
            </a:custGeom>
            <a:noFill/>
            <a:ln w="38100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2" name="Freeform: Shape 101">
              <a:extLst>
                <a:ext uri="{FF2B5EF4-FFF2-40B4-BE49-F238E27FC236}">
                  <a16:creationId xmlns:a16="http://schemas.microsoft.com/office/drawing/2014/main" id="{5A1AC1C5-AEE1-4CFF-8AEA-F45CA862EBDE}"/>
                </a:ext>
              </a:extLst>
            </p:cNvPr>
            <p:cNvSpPr/>
            <p:nvPr/>
          </p:nvSpPr>
          <p:spPr>
            <a:xfrm>
              <a:off x="3939193" y="3776944"/>
              <a:ext cx="5601984" cy="2920068"/>
            </a:xfrm>
            <a:custGeom>
              <a:avLst/>
              <a:gdLst>
                <a:gd name="connsiteX0" fmla="*/ 4361491 w 4361491"/>
                <a:gd name="connsiteY0" fmla="*/ 0 h 971359"/>
                <a:gd name="connsiteX1" fmla="*/ 2414279 w 4361491"/>
                <a:gd name="connsiteY1" fmla="*/ 967027 h 971359"/>
                <a:gd name="connsiteX2" fmla="*/ 0 w 4361491"/>
                <a:gd name="connsiteY2" fmla="*/ 289450 h 971359"/>
                <a:gd name="csX0" fmla="*/ 2164943 w 2164943"/>
                <a:gd name="csY0" fmla="*/ 0 h 1255330"/>
                <a:gd name="csX1" fmla="*/ 217731 w 2164943"/>
                <a:gd name="csY1" fmla="*/ 967027 h 1255330"/>
                <a:gd name="csX2" fmla="*/ 45124 w 2164943"/>
                <a:gd name="csY2" fmla="*/ 1117991 h 1255330"/>
                <a:gd name="csX0" fmla="*/ 2119819 w 2119819"/>
                <a:gd name="csY0" fmla="*/ 27777 h 1203753"/>
                <a:gd name="csX1" fmla="*/ 667024 w 2119819"/>
                <a:gd name="csY1" fmla="*/ 3130 h 1203753"/>
                <a:gd name="csX2" fmla="*/ 0 w 2119819"/>
                <a:gd name="csY2" fmla="*/ 1145768 h 1203753"/>
                <a:gd name="csX0" fmla="*/ 2119819 w 2119819"/>
                <a:gd name="csY0" fmla="*/ 31622 h 1207598"/>
                <a:gd name="csX1" fmla="*/ 667024 w 2119819"/>
                <a:gd name="csY1" fmla="*/ 6975 h 1207598"/>
                <a:gd name="csX2" fmla="*/ 0 w 2119819"/>
                <a:gd name="csY2" fmla="*/ 1149613 h 1207598"/>
                <a:gd name="csX0" fmla="*/ 2124619 w 2124619"/>
                <a:gd name="csY0" fmla="*/ 56717 h 1206935"/>
                <a:gd name="csX1" fmla="*/ 667024 w 2124619"/>
                <a:gd name="csY1" fmla="*/ 6312 h 1206935"/>
                <a:gd name="csX2" fmla="*/ 0 w 2124619"/>
                <a:gd name="csY2" fmla="*/ 1148950 h 1206935"/>
                <a:gd name="csX0" fmla="*/ 2124619 w 2124619"/>
                <a:gd name="csY0" fmla="*/ 44152 h 1207249"/>
                <a:gd name="csX1" fmla="*/ 667024 w 2124619"/>
                <a:gd name="csY1" fmla="*/ 6626 h 1207249"/>
                <a:gd name="csX2" fmla="*/ 0 w 2124619"/>
                <a:gd name="csY2" fmla="*/ 1149264 h 1207249"/>
                <a:gd name="csX0" fmla="*/ 5331123 w 5331123"/>
                <a:gd name="csY0" fmla="*/ 44152 h 1532592"/>
                <a:gd name="csX1" fmla="*/ 3873528 w 5331123"/>
                <a:gd name="csY1" fmla="*/ 6626 h 1532592"/>
                <a:gd name="csX2" fmla="*/ 0 w 5331123"/>
                <a:gd name="csY2" fmla="*/ 1484115 h 1532592"/>
                <a:gd name="csX0" fmla="*/ 5748736 w 5748736"/>
                <a:gd name="csY0" fmla="*/ 44152 h 1269536"/>
                <a:gd name="csX1" fmla="*/ 4291141 w 5748736"/>
                <a:gd name="csY1" fmla="*/ 6626 h 1269536"/>
                <a:gd name="csX2" fmla="*/ 0 w 5748736"/>
                <a:gd name="csY2" fmla="*/ 1213658 h 1269536"/>
                <a:gd name="csX0" fmla="*/ 5748736 w 5748736"/>
                <a:gd name="csY0" fmla="*/ 44152 h 1347628"/>
                <a:gd name="csX1" fmla="*/ 4291141 w 5748736"/>
                <a:gd name="csY1" fmla="*/ 6626 h 1347628"/>
                <a:gd name="csX2" fmla="*/ 0 w 5748736"/>
                <a:gd name="csY2" fmla="*/ 1213658 h 1347628"/>
                <a:gd name="csX0" fmla="*/ 5748736 w 5748736"/>
                <a:gd name="csY0" fmla="*/ 0 h 1638126"/>
                <a:gd name="csX1" fmla="*/ 2140672 w 5748736"/>
                <a:gd name="csY1" fmla="*/ 1580919 h 1638126"/>
                <a:gd name="csX2" fmla="*/ 0 w 5748736"/>
                <a:gd name="csY2" fmla="*/ 1169506 h 1638126"/>
                <a:gd name="csX0" fmla="*/ 5748736 w 5748736"/>
                <a:gd name="csY0" fmla="*/ 0 h 1638126"/>
                <a:gd name="csX1" fmla="*/ 2140672 w 5748736"/>
                <a:gd name="csY1" fmla="*/ 1580919 h 1638126"/>
                <a:gd name="csX2" fmla="*/ 0 w 5748736"/>
                <a:gd name="csY2" fmla="*/ 1169506 h 1638126"/>
                <a:gd name="csX0" fmla="*/ 5748736 w 5748736"/>
                <a:gd name="csY0" fmla="*/ 0 h 1634408"/>
                <a:gd name="csX1" fmla="*/ 2140672 w 5748736"/>
                <a:gd name="csY1" fmla="*/ 1580919 h 1634408"/>
                <a:gd name="csX2" fmla="*/ 0 w 5748736"/>
                <a:gd name="csY2" fmla="*/ 1169506 h 1634408"/>
                <a:gd name="csX0" fmla="*/ 6263837 w 6263837"/>
                <a:gd name="csY0" fmla="*/ 0 h 3046089"/>
                <a:gd name="csX1" fmla="*/ 2655773 w 6263837"/>
                <a:gd name="csY1" fmla="*/ 1580919 h 3046089"/>
                <a:gd name="csX2" fmla="*/ 0 w 6263837"/>
                <a:gd name="csY2" fmla="*/ 2920067 h 3046089"/>
                <a:gd name="csX0" fmla="*/ 6263837 w 6263837"/>
                <a:gd name="csY0" fmla="*/ 0 h 2920067"/>
                <a:gd name="csX1" fmla="*/ 2655773 w 6263837"/>
                <a:gd name="csY1" fmla="*/ 1580919 h 2920067"/>
                <a:gd name="csX2" fmla="*/ 0 w 6263837"/>
                <a:gd name="csY2" fmla="*/ 2920067 h 29200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6263837" h="2920067">
                  <a:moveTo>
                    <a:pt x="6263837" y="0"/>
                  </a:moveTo>
                  <a:cubicBezTo>
                    <a:pt x="5956098" y="150299"/>
                    <a:pt x="4529925" y="1468282"/>
                    <a:pt x="2655773" y="1580919"/>
                  </a:cubicBezTo>
                  <a:cubicBezTo>
                    <a:pt x="1928858" y="1620575"/>
                    <a:pt x="549247" y="1411612"/>
                    <a:pt x="0" y="2920067"/>
                  </a:cubicBezTo>
                </a:path>
              </a:pathLst>
            </a:custGeom>
            <a:noFill/>
            <a:ln w="38100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103" name="Group 102">
              <a:extLst>
                <a:ext uri="{FF2B5EF4-FFF2-40B4-BE49-F238E27FC236}">
                  <a16:creationId xmlns:a16="http://schemas.microsoft.com/office/drawing/2014/main" id="{C196B022-76DB-2442-4782-23E602504A5F}"/>
                </a:ext>
              </a:extLst>
            </p:cNvPr>
            <p:cNvGrpSpPr/>
            <p:nvPr/>
          </p:nvGrpSpPr>
          <p:grpSpPr>
            <a:xfrm rot="18737801">
              <a:off x="8873077" y="4354146"/>
              <a:ext cx="550143" cy="184758"/>
              <a:chOff x="7629989" y="5236460"/>
              <a:chExt cx="1027147" cy="344953"/>
            </a:xfrm>
          </p:grpSpPr>
          <p:sp>
            <p:nvSpPr>
              <p:cNvPr id="104" name="Oval 103">
                <a:extLst>
                  <a:ext uri="{FF2B5EF4-FFF2-40B4-BE49-F238E27FC236}">
                    <a16:creationId xmlns:a16="http://schemas.microsoft.com/office/drawing/2014/main" id="{65DAE635-A5CF-DFA8-A9D6-B0047C962AFF}"/>
                  </a:ext>
                </a:extLst>
              </p:cNvPr>
              <p:cNvSpPr/>
              <p:nvPr/>
            </p:nvSpPr>
            <p:spPr>
              <a:xfrm>
                <a:off x="7629989" y="5236460"/>
                <a:ext cx="341624" cy="341624"/>
              </a:xfrm>
              <a:prstGeom prst="ellipse">
                <a:avLst/>
              </a:prstGeom>
              <a:solidFill>
                <a:schemeClr val="accent2">
                  <a:lumMod val="60000"/>
                  <a:lumOff val="40000"/>
                </a:schemeClr>
              </a:solidFill>
              <a:ln w="25400">
                <a:solidFill>
                  <a:schemeClr val="accent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105" name="Oval 104">
                <a:extLst>
                  <a:ext uri="{FF2B5EF4-FFF2-40B4-BE49-F238E27FC236}">
                    <a16:creationId xmlns:a16="http://schemas.microsoft.com/office/drawing/2014/main" id="{9E189E1B-D090-D8F9-2934-F082010AE262}"/>
                  </a:ext>
                </a:extLst>
              </p:cNvPr>
              <p:cNvSpPr/>
              <p:nvPr/>
            </p:nvSpPr>
            <p:spPr>
              <a:xfrm>
                <a:off x="8315512" y="5239789"/>
                <a:ext cx="341624" cy="341624"/>
              </a:xfrm>
              <a:prstGeom prst="ellipse">
                <a:avLst/>
              </a:prstGeom>
              <a:solidFill>
                <a:schemeClr val="accent2">
                  <a:lumMod val="60000"/>
                  <a:lumOff val="40000"/>
                </a:schemeClr>
              </a:solidFill>
              <a:ln w="25400">
                <a:solidFill>
                  <a:schemeClr val="accent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106" name="Rectangle 105">
                <a:extLst>
                  <a:ext uri="{FF2B5EF4-FFF2-40B4-BE49-F238E27FC236}">
                    <a16:creationId xmlns:a16="http://schemas.microsoft.com/office/drawing/2014/main" id="{9B6A7A41-5B54-A3A7-BBE6-61C6680E0171}"/>
                  </a:ext>
                </a:extLst>
              </p:cNvPr>
              <p:cNvSpPr/>
              <p:nvPr/>
            </p:nvSpPr>
            <p:spPr>
              <a:xfrm>
                <a:off x="7866077" y="5260841"/>
                <a:ext cx="541140" cy="292863"/>
              </a:xfrm>
              <a:prstGeom prst="rect">
                <a:avLst/>
              </a:prstGeom>
              <a:solidFill>
                <a:schemeClr val="accent2">
                  <a:lumMod val="60000"/>
                  <a:lumOff val="40000"/>
                </a:schemeClr>
              </a:solidFill>
              <a:ln w="25400">
                <a:solidFill>
                  <a:schemeClr val="accent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cxnSp>
            <p:nvCxnSpPr>
              <p:cNvPr id="107" name="Straight Connector 106">
                <a:extLst>
                  <a:ext uri="{FF2B5EF4-FFF2-40B4-BE49-F238E27FC236}">
                    <a16:creationId xmlns:a16="http://schemas.microsoft.com/office/drawing/2014/main" id="{83840A7D-E54E-73A1-3F8B-B75EB18C0A34}"/>
                  </a:ext>
                </a:extLst>
              </p:cNvPr>
              <p:cNvCxnSpPr/>
              <p:nvPr/>
            </p:nvCxnSpPr>
            <p:spPr>
              <a:xfrm>
                <a:off x="7953306" y="5260841"/>
                <a:ext cx="0" cy="292863"/>
              </a:xfrm>
              <a:prstGeom prst="line">
                <a:avLst/>
              </a:prstGeom>
              <a:ln w="38100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8" name="Straight Connector 107">
                <a:extLst>
                  <a:ext uri="{FF2B5EF4-FFF2-40B4-BE49-F238E27FC236}">
                    <a16:creationId xmlns:a16="http://schemas.microsoft.com/office/drawing/2014/main" id="{F9F54824-C223-D54B-4DF0-8C27D391C67A}"/>
                  </a:ext>
                </a:extLst>
              </p:cNvPr>
              <p:cNvCxnSpPr/>
              <p:nvPr/>
            </p:nvCxnSpPr>
            <p:spPr>
              <a:xfrm>
                <a:off x="8266751" y="5260841"/>
                <a:ext cx="0" cy="292863"/>
              </a:xfrm>
              <a:prstGeom prst="line">
                <a:avLst/>
              </a:prstGeom>
              <a:ln w="38100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9" name="Straight Connector 108">
                <a:extLst>
                  <a:ext uri="{FF2B5EF4-FFF2-40B4-BE49-F238E27FC236}">
                    <a16:creationId xmlns:a16="http://schemas.microsoft.com/office/drawing/2014/main" id="{8D60E674-D52E-775A-D38E-F83F08E0AC22}"/>
                  </a:ext>
                </a:extLst>
              </p:cNvPr>
              <p:cNvCxnSpPr/>
              <p:nvPr/>
            </p:nvCxnSpPr>
            <p:spPr>
              <a:xfrm>
                <a:off x="8099972" y="5260841"/>
                <a:ext cx="0" cy="292863"/>
              </a:xfrm>
              <a:prstGeom prst="line">
                <a:avLst/>
              </a:prstGeom>
              <a:ln w="5080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0" name="Straight Connector 109">
                <a:extLst>
                  <a:ext uri="{FF2B5EF4-FFF2-40B4-BE49-F238E27FC236}">
                    <a16:creationId xmlns:a16="http://schemas.microsoft.com/office/drawing/2014/main" id="{542CEB1D-AE89-95ED-D9FA-AAC7F5E909DD}"/>
                  </a:ext>
                </a:extLst>
              </p:cNvPr>
              <p:cNvCxnSpPr/>
              <p:nvPr/>
            </p:nvCxnSpPr>
            <p:spPr>
              <a:xfrm>
                <a:off x="8196330" y="5260841"/>
                <a:ext cx="0" cy="292863"/>
              </a:xfrm>
              <a:prstGeom prst="line">
                <a:avLst/>
              </a:prstGeom>
              <a:ln w="50800"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10172626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BD7B27-A14D-9768-EFB8-19A26517B6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B6D2B7-AC82-ADF0-841A-9ED074A3D6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Recap: Konfigurera som in- eller ut-pinne.</a:t>
            </a:r>
            <a:endParaRPr lang="LID4096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35081F2A-CBE4-8821-845E-3B51FFF41553}"/>
              </a:ext>
            </a:extLst>
          </p:cNvPr>
          <p:cNvGrpSpPr/>
          <p:nvPr/>
        </p:nvGrpSpPr>
        <p:grpSpPr>
          <a:xfrm rot="16200000">
            <a:off x="5789764" y="2123323"/>
            <a:ext cx="3095687" cy="4122891"/>
            <a:chOff x="436296" y="-930261"/>
            <a:chExt cx="5353797" cy="7130281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8C9C6338-9666-2874-D4CC-F8FA55B987A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36296" y="2545839"/>
              <a:ext cx="5353797" cy="2772162"/>
            </a:xfrm>
            <a:prstGeom prst="rect">
              <a:avLst/>
            </a:prstGeom>
          </p:spPr>
        </p:pic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C9A2C7DD-E3D6-5B91-B2D9-C2CA894A10C0}"/>
                </a:ext>
              </a:extLst>
            </p:cNvPr>
            <p:cNvSpPr/>
            <p:nvPr/>
          </p:nvSpPr>
          <p:spPr>
            <a:xfrm>
              <a:off x="1578586" y="3558540"/>
              <a:ext cx="3381375" cy="1402080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2A14CE13-CA83-4A9B-33BC-6D1E15B2BFE6}"/>
                </a:ext>
              </a:extLst>
            </p:cNvPr>
            <p:cNvSpPr/>
            <p:nvPr/>
          </p:nvSpPr>
          <p:spPr>
            <a:xfrm>
              <a:off x="1436663" y="3406140"/>
              <a:ext cx="3787140" cy="259080"/>
            </a:xfrm>
            <a:custGeom>
              <a:avLst/>
              <a:gdLst>
                <a:gd name="connsiteX0" fmla="*/ 3406140 w 3825240"/>
                <a:gd name="connsiteY0" fmla="*/ 0 h 259080"/>
                <a:gd name="connsiteX1" fmla="*/ 0 w 3825240"/>
                <a:gd name="connsiteY1" fmla="*/ 68580 h 259080"/>
                <a:gd name="connsiteX2" fmla="*/ 228600 w 3825240"/>
                <a:gd name="connsiteY2" fmla="*/ 259080 h 259080"/>
                <a:gd name="connsiteX3" fmla="*/ 3825240 w 3825240"/>
                <a:gd name="connsiteY3" fmla="*/ 167640 h 259080"/>
                <a:gd name="connsiteX4" fmla="*/ 3406140 w 3825240"/>
                <a:gd name="connsiteY4" fmla="*/ 0 h 259080"/>
                <a:gd name="connsiteX0" fmla="*/ 3406140 w 3787140"/>
                <a:gd name="connsiteY0" fmla="*/ 0 h 259080"/>
                <a:gd name="connsiteX1" fmla="*/ 0 w 3787140"/>
                <a:gd name="connsiteY1" fmla="*/ 68580 h 259080"/>
                <a:gd name="connsiteX2" fmla="*/ 228600 w 3787140"/>
                <a:gd name="connsiteY2" fmla="*/ 259080 h 259080"/>
                <a:gd name="connsiteX3" fmla="*/ 3787140 w 3787140"/>
                <a:gd name="connsiteY3" fmla="*/ 153353 h 259080"/>
                <a:gd name="connsiteX4" fmla="*/ 3406140 w 3787140"/>
                <a:gd name="connsiteY4" fmla="*/ 0 h 2590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87140" h="259080">
                  <a:moveTo>
                    <a:pt x="3406140" y="0"/>
                  </a:moveTo>
                  <a:lnTo>
                    <a:pt x="0" y="68580"/>
                  </a:lnTo>
                  <a:lnTo>
                    <a:pt x="228600" y="259080"/>
                  </a:lnTo>
                  <a:lnTo>
                    <a:pt x="3787140" y="153353"/>
                  </a:lnTo>
                  <a:lnTo>
                    <a:pt x="3406140" y="0"/>
                  </a:lnTo>
                  <a:close/>
                </a:path>
              </a:pathLst>
            </a:cu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68753BF8-4DA9-8882-187E-87FFCB2B236C}"/>
                </a:ext>
              </a:extLst>
            </p:cNvPr>
            <p:cNvSpPr/>
            <p:nvPr/>
          </p:nvSpPr>
          <p:spPr>
            <a:xfrm>
              <a:off x="1459523" y="3482340"/>
              <a:ext cx="205740" cy="1714500"/>
            </a:xfrm>
            <a:custGeom>
              <a:avLst/>
              <a:gdLst>
                <a:gd name="connsiteX0" fmla="*/ 0 w 205740"/>
                <a:gd name="connsiteY0" fmla="*/ 0 h 1714500"/>
                <a:gd name="connsiteX1" fmla="*/ 30480 w 205740"/>
                <a:gd name="connsiteY1" fmla="*/ 1539240 h 1714500"/>
                <a:gd name="connsiteX2" fmla="*/ 205740 w 205740"/>
                <a:gd name="connsiteY2" fmla="*/ 1714500 h 1714500"/>
                <a:gd name="connsiteX3" fmla="*/ 198120 w 205740"/>
                <a:gd name="connsiteY3" fmla="*/ 167640 h 1714500"/>
                <a:gd name="connsiteX4" fmla="*/ 0 w 205740"/>
                <a:gd name="connsiteY4" fmla="*/ 0 h 1714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5740" h="1714500">
                  <a:moveTo>
                    <a:pt x="0" y="0"/>
                  </a:moveTo>
                  <a:lnTo>
                    <a:pt x="30480" y="1539240"/>
                  </a:lnTo>
                  <a:lnTo>
                    <a:pt x="205740" y="1714500"/>
                  </a:lnTo>
                  <a:lnTo>
                    <a:pt x="198120" y="1676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2FA40F8F-31D4-DFED-6848-D908CC238B84}"/>
                </a:ext>
              </a:extLst>
            </p:cNvPr>
            <p:cNvSpPr/>
            <p:nvPr/>
          </p:nvSpPr>
          <p:spPr>
            <a:xfrm>
              <a:off x="1657643" y="3558540"/>
              <a:ext cx="3596640" cy="1653540"/>
            </a:xfrm>
            <a:custGeom>
              <a:avLst/>
              <a:gdLst>
                <a:gd name="connsiteX0" fmla="*/ 0 w 3680460"/>
                <a:gd name="connsiteY0" fmla="*/ 1653540 h 1653540"/>
                <a:gd name="connsiteX1" fmla="*/ 1463040 w 3680460"/>
                <a:gd name="connsiteY1" fmla="*/ 1592580 h 1653540"/>
                <a:gd name="connsiteX2" fmla="*/ 1463040 w 3680460"/>
                <a:gd name="connsiteY2" fmla="*/ 1417320 h 1653540"/>
                <a:gd name="connsiteX3" fmla="*/ 182880 w 3680460"/>
                <a:gd name="connsiteY3" fmla="*/ 1478280 h 1653540"/>
                <a:gd name="connsiteX4" fmla="*/ 160020 w 3680460"/>
                <a:gd name="connsiteY4" fmla="*/ 266700 h 1653540"/>
                <a:gd name="connsiteX5" fmla="*/ 3474720 w 3680460"/>
                <a:gd name="connsiteY5" fmla="*/ 160020 h 1653540"/>
                <a:gd name="connsiteX6" fmla="*/ 3467100 w 3680460"/>
                <a:gd name="connsiteY6" fmla="*/ 1424940 h 1653540"/>
                <a:gd name="connsiteX7" fmla="*/ 2278380 w 3680460"/>
                <a:gd name="connsiteY7" fmla="*/ 1432560 h 1653540"/>
                <a:gd name="connsiteX8" fmla="*/ 2263140 w 3680460"/>
                <a:gd name="connsiteY8" fmla="*/ 1584960 h 1653540"/>
                <a:gd name="connsiteX9" fmla="*/ 3680460 w 3680460"/>
                <a:gd name="connsiteY9" fmla="*/ 1546860 h 1653540"/>
                <a:gd name="connsiteX10" fmla="*/ 3589020 w 3680460"/>
                <a:gd name="connsiteY10" fmla="*/ 0 h 1653540"/>
                <a:gd name="connsiteX11" fmla="*/ 0 w 3680460"/>
                <a:gd name="connsiteY11" fmla="*/ 91440 h 1653540"/>
                <a:gd name="connsiteX12" fmla="*/ 0 w 3680460"/>
                <a:gd name="connsiteY12" fmla="*/ 1653540 h 1653540"/>
                <a:gd name="connsiteX0" fmla="*/ 0 w 3649980"/>
                <a:gd name="connsiteY0" fmla="*/ 1653540 h 1653540"/>
                <a:gd name="connsiteX1" fmla="*/ 1463040 w 3649980"/>
                <a:gd name="connsiteY1" fmla="*/ 1592580 h 1653540"/>
                <a:gd name="connsiteX2" fmla="*/ 1463040 w 3649980"/>
                <a:gd name="connsiteY2" fmla="*/ 1417320 h 1653540"/>
                <a:gd name="connsiteX3" fmla="*/ 182880 w 3649980"/>
                <a:gd name="connsiteY3" fmla="*/ 1478280 h 1653540"/>
                <a:gd name="connsiteX4" fmla="*/ 160020 w 3649980"/>
                <a:gd name="connsiteY4" fmla="*/ 266700 h 1653540"/>
                <a:gd name="connsiteX5" fmla="*/ 3474720 w 3649980"/>
                <a:gd name="connsiteY5" fmla="*/ 160020 h 1653540"/>
                <a:gd name="connsiteX6" fmla="*/ 3467100 w 3649980"/>
                <a:gd name="connsiteY6" fmla="*/ 1424940 h 1653540"/>
                <a:gd name="connsiteX7" fmla="*/ 2278380 w 3649980"/>
                <a:gd name="connsiteY7" fmla="*/ 1432560 h 1653540"/>
                <a:gd name="connsiteX8" fmla="*/ 2263140 w 3649980"/>
                <a:gd name="connsiteY8" fmla="*/ 1584960 h 1653540"/>
                <a:gd name="connsiteX9" fmla="*/ 3649980 w 3649980"/>
                <a:gd name="connsiteY9" fmla="*/ 1554480 h 1653540"/>
                <a:gd name="connsiteX10" fmla="*/ 3589020 w 3649980"/>
                <a:gd name="connsiteY10" fmla="*/ 0 h 1653540"/>
                <a:gd name="connsiteX11" fmla="*/ 0 w 3649980"/>
                <a:gd name="connsiteY11" fmla="*/ 91440 h 1653540"/>
                <a:gd name="connsiteX12" fmla="*/ 0 w 3649980"/>
                <a:gd name="connsiteY12" fmla="*/ 1653540 h 1653540"/>
                <a:gd name="connsiteX0" fmla="*/ 0 w 3596640"/>
                <a:gd name="connsiteY0" fmla="*/ 1653540 h 1653540"/>
                <a:gd name="connsiteX1" fmla="*/ 1463040 w 3596640"/>
                <a:gd name="connsiteY1" fmla="*/ 1592580 h 1653540"/>
                <a:gd name="connsiteX2" fmla="*/ 1463040 w 3596640"/>
                <a:gd name="connsiteY2" fmla="*/ 1417320 h 1653540"/>
                <a:gd name="connsiteX3" fmla="*/ 182880 w 3596640"/>
                <a:gd name="connsiteY3" fmla="*/ 1478280 h 1653540"/>
                <a:gd name="connsiteX4" fmla="*/ 160020 w 3596640"/>
                <a:gd name="connsiteY4" fmla="*/ 266700 h 1653540"/>
                <a:gd name="connsiteX5" fmla="*/ 3474720 w 3596640"/>
                <a:gd name="connsiteY5" fmla="*/ 160020 h 1653540"/>
                <a:gd name="connsiteX6" fmla="*/ 3467100 w 3596640"/>
                <a:gd name="connsiteY6" fmla="*/ 1424940 h 1653540"/>
                <a:gd name="connsiteX7" fmla="*/ 2278380 w 3596640"/>
                <a:gd name="connsiteY7" fmla="*/ 1432560 h 1653540"/>
                <a:gd name="connsiteX8" fmla="*/ 2263140 w 3596640"/>
                <a:gd name="connsiteY8" fmla="*/ 1584960 h 1653540"/>
                <a:gd name="connsiteX9" fmla="*/ 3596640 w 3596640"/>
                <a:gd name="connsiteY9" fmla="*/ 1546860 h 1653540"/>
                <a:gd name="connsiteX10" fmla="*/ 3589020 w 3596640"/>
                <a:gd name="connsiteY10" fmla="*/ 0 h 1653540"/>
                <a:gd name="connsiteX11" fmla="*/ 0 w 3596640"/>
                <a:gd name="connsiteY11" fmla="*/ 91440 h 1653540"/>
                <a:gd name="connsiteX12" fmla="*/ 0 w 3596640"/>
                <a:gd name="connsiteY12" fmla="*/ 1653540 h 165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6640" h="1653540">
                  <a:moveTo>
                    <a:pt x="0" y="1653540"/>
                  </a:moveTo>
                  <a:lnTo>
                    <a:pt x="1463040" y="1592580"/>
                  </a:lnTo>
                  <a:lnTo>
                    <a:pt x="1463040" y="1417320"/>
                  </a:lnTo>
                  <a:lnTo>
                    <a:pt x="182880" y="1478280"/>
                  </a:lnTo>
                  <a:lnTo>
                    <a:pt x="160020" y="266700"/>
                  </a:lnTo>
                  <a:lnTo>
                    <a:pt x="3474720" y="160020"/>
                  </a:lnTo>
                  <a:lnTo>
                    <a:pt x="3467100" y="1424940"/>
                  </a:lnTo>
                  <a:lnTo>
                    <a:pt x="2278380" y="1432560"/>
                  </a:lnTo>
                  <a:lnTo>
                    <a:pt x="2263140" y="1584960"/>
                  </a:lnTo>
                  <a:lnTo>
                    <a:pt x="3596640" y="1546860"/>
                  </a:lnTo>
                  <a:lnTo>
                    <a:pt x="3589020" y="0"/>
                  </a:lnTo>
                  <a:lnTo>
                    <a:pt x="0" y="91440"/>
                  </a:lnTo>
                  <a:lnTo>
                    <a:pt x="0" y="165354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1BBBD101-7C58-0D28-A369-DE3B2CCCB2F8}"/>
                </a:ext>
              </a:extLst>
            </p:cNvPr>
            <p:cNvSpPr/>
            <p:nvPr/>
          </p:nvSpPr>
          <p:spPr>
            <a:xfrm>
              <a:off x="1833379" y="3727133"/>
              <a:ext cx="3305175" cy="1312068"/>
            </a:xfrm>
            <a:custGeom>
              <a:avLst/>
              <a:gdLst>
                <a:gd name="connsiteX0" fmla="*/ 2943225 w 3305175"/>
                <a:gd name="connsiteY0" fmla="*/ 4762 h 1312068"/>
                <a:gd name="connsiteX1" fmla="*/ 2964657 w 3305175"/>
                <a:gd name="connsiteY1" fmla="*/ 1040606 h 1312068"/>
                <a:gd name="connsiteX2" fmla="*/ 0 w 3305175"/>
                <a:gd name="connsiteY2" fmla="*/ 1133475 h 1312068"/>
                <a:gd name="connsiteX3" fmla="*/ 7144 w 3305175"/>
                <a:gd name="connsiteY3" fmla="*/ 1312068 h 1312068"/>
                <a:gd name="connsiteX4" fmla="*/ 1290638 w 3305175"/>
                <a:gd name="connsiteY4" fmla="*/ 1254918 h 1312068"/>
                <a:gd name="connsiteX5" fmla="*/ 1362075 w 3305175"/>
                <a:gd name="connsiteY5" fmla="*/ 1202531 h 1312068"/>
                <a:gd name="connsiteX6" fmla="*/ 1431132 w 3305175"/>
                <a:gd name="connsiteY6" fmla="*/ 1185862 h 1312068"/>
                <a:gd name="connsiteX7" fmla="*/ 1735932 w 3305175"/>
                <a:gd name="connsiteY7" fmla="*/ 1171575 h 1312068"/>
                <a:gd name="connsiteX8" fmla="*/ 1902619 w 3305175"/>
                <a:gd name="connsiteY8" fmla="*/ 1178718 h 1312068"/>
                <a:gd name="connsiteX9" fmla="*/ 2100263 w 3305175"/>
                <a:gd name="connsiteY9" fmla="*/ 1264443 h 1312068"/>
                <a:gd name="connsiteX10" fmla="*/ 3300413 w 3305175"/>
                <a:gd name="connsiteY10" fmla="*/ 1257300 h 1312068"/>
                <a:gd name="connsiteX11" fmla="*/ 3305175 w 3305175"/>
                <a:gd name="connsiteY11" fmla="*/ 0 h 1312068"/>
                <a:gd name="connsiteX12" fmla="*/ 2943225 w 3305175"/>
                <a:gd name="connsiteY12" fmla="*/ 4762 h 1312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305175" h="1312068">
                  <a:moveTo>
                    <a:pt x="2943225" y="4762"/>
                  </a:moveTo>
                  <a:lnTo>
                    <a:pt x="2964657" y="1040606"/>
                  </a:lnTo>
                  <a:lnTo>
                    <a:pt x="0" y="1133475"/>
                  </a:lnTo>
                  <a:lnTo>
                    <a:pt x="7144" y="1312068"/>
                  </a:lnTo>
                  <a:lnTo>
                    <a:pt x="1290638" y="1254918"/>
                  </a:lnTo>
                  <a:lnTo>
                    <a:pt x="1362075" y="1202531"/>
                  </a:lnTo>
                  <a:lnTo>
                    <a:pt x="1431132" y="1185862"/>
                  </a:lnTo>
                  <a:lnTo>
                    <a:pt x="1735932" y="1171575"/>
                  </a:lnTo>
                  <a:lnTo>
                    <a:pt x="1902619" y="1178718"/>
                  </a:lnTo>
                  <a:lnTo>
                    <a:pt x="2100263" y="1264443"/>
                  </a:lnTo>
                  <a:lnTo>
                    <a:pt x="3300413" y="1257300"/>
                  </a:lnTo>
                  <a:cubicBezTo>
                    <a:pt x="3302000" y="838200"/>
                    <a:pt x="3303588" y="419100"/>
                    <a:pt x="3305175" y="0"/>
                  </a:cubicBezTo>
                  <a:lnTo>
                    <a:pt x="2943225" y="4762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46AA91DE-E89C-089C-C21B-30406445D602}"/>
                </a:ext>
              </a:extLst>
            </p:cNvPr>
            <p:cNvSpPr/>
            <p:nvPr/>
          </p:nvSpPr>
          <p:spPr>
            <a:xfrm>
              <a:off x="3119254" y="4896326"/>
              <a:ext cx="819150" cy="247650"/>
            </a:xfrm>
            <a:custGeom>
              <a:avLst/>
              <a:gdLst>
                <a:gd name="connsiteX0" fmla="*/ 802482 w 819150"/>
                <a:gd name="connsiteY0" fmla="*/ 242888 h 247650"/>
                <a:gd name="connsiteX1" fmla="*/ 588169 w 819150"/>
                <a:gd name="connsiteY1" fmla="*/ 116682 h 247650"/>
                <a:gd name="connsiteX2" fmla="*/ 452438 w 819150"/>
                <a:gd name="connsiteY2" fmla="*/ 95250 h 247650"/>
                <a:gd name="connsiteX3" fmla="*/ 192882 w 819150"/>
                <a:gd name="connsiteY3" fmla="*/ 92869 h 247650"/>
                <a:gd name="connsiteX4" fmla="*/ 76200 w 819150"/>
                <a:gd name="connsiteY4" fmla="*/ 140494 h 247650"/>
                <a:gd name="connsiteX5" fmla="*/ 11907 w 819150"/>
                <a:gd name="connsiteY5" fmla="*/ 247650 h 247650"/>
                <a:gd name="connsiteX6" fmla="*/ 0 w 819150"/>
                <a:gd name="connsiteY6" fmla="*/ 85725 h 247650"/>
                <a:gd name="connsiteX7" fmla="*/ 76200 w 819150"/>
                <a:gd name="connsiteY7" fmla="*/ 33338 h 247650"/>
                <a:gd name="connsiteX8" fmla="*/ 173832 w 819150"/>
                <a:gd name="connsiteY8" fmla="*/ 14288 h 247650"/>
                <a:gd name="connsiteX9" fmla="*/ 469107 w 819150"/>
                <a:gd name="connsiteY9" fmla="*/ 0 h 247650"/>
                <a:gd name="connsiteX10" fmla="*/ 616744 w 819150"/>
                <a:gd name="connsiteY10" fmla="*/ 14288 h 247650"/>
                <a:gd name="connsiteX11" fmla="*/ 819150 w 819150"/>
                <a:gd name="connsiteY11" fmla="*/ 95250 h 247650"/>
                <a:gd name="connsiteX12" fmla="*/ 802482 w 819150"/>
                <a:gd name="connsiteY12" fmla="*/ 242888 h 247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19150" h="247650">
                  <a:moveTo>
                    <a:pt x="802482" y="242888"/>
                  </a:moveTo>
                  <a:lnTo>
                    <a:pt x="588169" y="116682"/>
                  </a:lnTo>
                  <a:lnTo>
                    <a:pt x="452438" y="95250"/>
                  </a:lnTo>
                  <a:lnTo>
                    <a:pt x="192882" y="92869"/>
                  </a:lnTo>
                  <a:lnTo>
                    <a:pt x="76200" y="140494"/>
                  </a:lnTo>
                  <a:lnTo>
                    <a:pt x="11907" y="247650"/>
                  </a:lnTo>
                  <a:lnTo>
                    <a:pt x="0" y="85725"/>
                  </a:lnTo>
                  <a:lnTo>
                    <a:pt x="76200" y="33338"/>
                  </a:lnTo>
                  <a:lnTo>
                    <a:pt x="173832" y="14288"/>
                  </a:lnTo>
                  <a:lnTo>
                    <a:pt x="469107" y="0"/>
                  </a:lnTo>
                  <a:lnTo>
                    <a:pt x="616744" y="14288"/>
                  </a:lnTo>
                  <a:lnTo>
                    <a:pt x="819150" y="95250"/>
                  </a:lnTo>
                  <a:lnTo>
                    <a:pt x="802482" y="242888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67528A4B-A670-5DA8-87FC-A4A6770CA101}"/>
                </a:ext>
              </a:extLst>
            </p:cNvPr>
            <p:cNvGrpSpPr/>
            <p:nvPr/>
          </p:nvGrpSpPr>
          <p:grpSpPr>
            <a:xfrm>
              <a:off x="4243204" y="4020026"/>
              <a:ext cx="209550" cy="157163"/>
              <a:chOff x="6669881" y="4393406"/>
              <a:chExt cx="209550" cy="157163"/>
            </a:xfrm>
          </p:grpSpPr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374BA7AF-22C2-D754-2249-5A0A784D2ECC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1" name="Freeform: Shape 60">
                <a:extLst>
                  <a:ext uri="{FF2B5EF4-FFF2-40B4-BE49-F238E27FC236}">
                    <a16:creationId xmlns:a16="http://schemas.microsoft.com/office/drawing/2014/main" id="{C2E882FF-0C33-2A69-9EE7-DBCEF627CA0A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90146F40-DA42-C5A0-D1CD-7DC14424CD4A}"/>
                </a:ext>
              </a:extLst>
            </p:cNvPr>
            <p:cNvGrpSpPr/>
            <p:nvPr/>
          </p:nvGrpSpPr>
          <p:grpSpPr>
            <a:xfrm>
              <a:off x="3797910" y="4050982"/>
              <a:ext cx="209550" cy="157163"/>
              <a:chOff x="6669881" y="4393406"/>
              <a:chExt cx="209550" cy="157163"/>
            </a:xfrm>
          </p:grpSpPr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C8A6EA95-0CD5-8DC3-F459-C44D7332A6AA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9" name="Freeform: Shape 58">
                <a:extLst>
                  <a:ext uri="{FF2B5EF4-FFF2-40B4-BE49-F238E27FC236}">
                    <a16:creationId xmlns:a16="http://schemas.microsoft.com/office/drawing/2014/main" id="{4A1AE05F-BE74-BC3B-642C-6A7657A85742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790FB86D-AA00-F2D0-3CFA-6B6BF3748A7F}"/>
                </a:ext>
              </a:extLst>
            </p:cNvPr>
            <p:cNvGrpSpPr/>
            <p:nvPr/>
          </p:nvGrpSpPr>
          <p:grpSpPr>
            <a:xfrm>
              <a:off x="3352616" y="4081938"/>
              <a:ext cx="209550" cy="157163"/>
              <a:chOff x="6669881" y="4393406"/>
              <a:chExt cx="209550" cy="157163"/>
            </a:xfrm>
          </p:grpSpPr>
          <p:sp>
            <p:nvSpPr>
              <p:cNvPr id="56" name="Rectangle 55">
                <a:extLst>
                  <a:ext uri="{FF2B5EF4-FFF2-40B4-BE49-F238E27FC236}">
                    <a16:creationId xmlns:a16="http://schemas.microsoft.com/office/drawing/2014/main" id="{45ADE2C9-C042-30D9-E8D7-1832C5512488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7" name="Freeform: Shape 56">
                <a:extLst>
                  <a:ext uri="{FF2B5EF4-FFF2-40B4-BE49-F238E27FC236}">
                    <a16:creationId xmlns:a16="http://schemas.microsoft.com/office/drawing/2014/main" id="{62C98314-D5E5-6799-FADB-8B6FF602FBE0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004D4397-BC97-3C69-00BE-999560BAF667}"/>
                </a:ext>
              </a:extLst>
            </p:cNvPr>
            <p:cNvGrpSpPr/>
            <p:nvPr/>
          </p:nvGrpSpPr>
          <p:grpSpPr>
            <a:xfrm>
              <a:off x="2851360" y="4093844"/>
              <a:ext cx="209550" cy="157163"/>
              <a:chOff x="6669881" y="4393406"/>
              <a:chExt cx="209550" cy="157163"/>
            </a:xfrm>
          </p:grpSpPr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B7043627-84C9-5F23-FCA3-936DA3C3FDE9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5" name="Freeform: Shape 54">
                <a:extLst>
                  <a:ext uri="{FF2B5EF4-FFF2-40B4-BE49-F238E27FC236}">
                    <a16:creationId xmlns:a16="http://schemas.microsoft.com/office/drawing/2014/main" id="{8C483047-06A8-C462-9F22-3C1C2A6F3DAF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8F9287A4-059A-BA59-913E-E7C18D1D81D0}"/>
                </a:ext>
              </a:extLst>
            </p:cNvPr>
            <p:cNvGrpSpPr/>
            <p:nvPr/>
          </p:nvGrpSpPr>
          <p:grpSpPr>
            <a:xfrm>
              <a:off x="2345112" y="4113567"/>
              <a:ext cx="209550" cy="157163"/>
              <a:chOff x="6669881" y="4393406"/>
              <a:chExt cx="209550" cy="157163"/>
            </a:xfrm>
          </p:grpSpPr>
          <p:sp>
            <p:nvSpPr>
              <p:cNvPr id="52" name="Rectangle 51">
                <a:extLst>
                  <a:ext uri="{FF2B5EF4-FFF2-40B4-BE49-F238E27FC236}">
                    <a16:creationId xmlns:a16="http://schemas.microsoft.com/office/drawing/2014/main" id="{A4948C89-5175-1A40-755C-3DDE691D5C48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3" name="Freeform: Shape 52">
                <a:extLst>
                  <a:ext uri="{FF2B5EF4-FFF2-40B4-BE49-F238E27FC236}">
                    <a16:creationId xmlns:a16="http://schemas.microsoft.com/office/drawing/2014/main" id="{789E0305-81F7-1EB7-8A5A-C2216AFE2589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EB91B8CD-21FB-05A7-AEC4-C160FC135B71}"/>
                </a:ext>
              </a:extLst>
            </p:cNvPr>
            <p:cNvGrpSpPr/>
            <p:nvPr/>
          </p:nvGrpSpPr>
          <p:grpSpPr>
            <a:xfrm>
              <a:off x="2333205" y="4520758"/>
              <a:ext cx="209550" cy="157163"/>
              <a:chOff x="6669881" y="4393406"/>
              <a:chExt cx="209550" cy="157163"/>
            </a:xfrm>
          </p:grpSpPr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DCADBD70-EB39-AFC9-8F60-777818B4C6C4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1" name="Freeform: Shape 50">
                <a:extLst>
                  <a:ext uri="{FF2B5EF4-FFF2-40B4-BE49-F238E27FC236}">
                    <a16:creationId xmlns:a16="http://schemas.microsoft.com/office/drawing/2014/main" id="{05B04416-D7C0-BE3D-28E2-0FB2AD0A9339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7715EDE0-B19C-AA0D-E3DC-589DB192B35F}"/>
                </a:ext>
              </a:extLst>
            </p:cNvPr>
            <p:cNvGrpSpPr/>
            <p:nvPr/>
          </p:nvGrpSpPr>
          <p:grpSpPr>
            <a:xfrm>
              <a:off x="2848977" y="4506471"/>
              <a:ext cx="209550" cy="157163"/>
              <a:chOff x="6669881" y="4393406"/>
              <a:chExt cx="209550" cy="157163"/>
            </a:xfrm>
          </p:grpSpPr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3866A489-3C6F-00EB-A8E7-CDE6C73A3AA5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9" name="Freeform: Shape 48">
                <a:extLst>
                  <a:ext uri="{FF2B5EF4-FFF2-40B4-BE49-F238E27FC236}">
                    <a16:creationId xmlns:a16="http://schemas.microsoft.com/office/drawing/2014/main" id="{CA4C15D8-2679-C685-151C-67B065D31F2B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5FFB13E9-B9FE-9B86-C857-17D9C5EB572F}"/>
                </a:ext>
              </a:extLst>
            </p:cNvPr>
            <p:cNvGrpSpPr/>
            <p:nvPr/>
          </p:nvGrpSpPr>
          <p:grpSpPr>
            <a:xfrm>
              <a:off x="3359757" y="4500001"/>
              <a:ext cx="209550" cy="157163"/>
              <a:chOff x="6669881" y="4393406"/>
              <a:chExt cx="209550" cy="157163"/>
            </a:xfrm>
          </p:grpSpPr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0FA4A2E9-64C0-4D4D-A819-F07830B794CF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7" name="Freeform: Shape 46">
                <a:extLst>
                  <a:ext uri="{FF2B5EF4-FFF2-40B4-BE49-F238E27FC236}">
                    <a16:creationId xmlns:a16="http://schemas.microsoft.com/office/drawing/2014/main" id="{D882ECE2-7419-BB7A-140B-11B9521941A2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91A76FD4-0A56-F354-74CB-B55ED307B892}"/>
                </a:ext>
              </a:extLst>
            </p:cNvPr>
            <p:cNvGrpSpPr/>
            <p:nvPr/>
          </p:nvGrpSpPr>
          <p:grpSpPr>
            <a:xfrm>
              <a:off x="3828863" y="4505748"/>
              <a:ext cx="209550" cy="157163"/>
              <a:chOff x="6669881" y="4393406"/>
              <a:chExt cx="209550" cy="157163"/>
            </a:xfrm>
          </p:grpSpPr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8A9D12C9-5C09-A810-7CD5-8F51FFB1EE7B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5" name="Freeform: Shape 44">
                <a:extLst>
                  <a:ext uri="{FF2B5EF4-FFF2-40B4-BE49-F238E27FC236}">
                    <a16:creationId xmlns:a16="http://schemas.microsoft.com/office/drawing/2014/main" id="{F3DAFED6-0371-9D25-1EBF-8A83D4506A7A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D79ECCD4-F86B-411F-2065-437FEC4041B6}"/>
                </a:ext>
              </a:extLst>
            </p:cNvPr>
            <p:cNvGrpSpPr/>
            <p:nvPr/>
          </p:nvGrpSpPr>
          <p:grpSpPr>
            <a:xfrm>
              <a:off x="4271771" y="4495238"/>
              <a:ext cx="209550" cy="157163"/>
              <a:chOff x="6669881" y="4393406"/>
              <a:chExt cx="209550" cy="157163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F864F358-D959-D4F0-5779-A905E4A4BDBB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3" name="Freeform: Shape 42">
                <a:extLst>
                  <a:ext uri="{FF2B5EF4-FFF2-40B4-BE49-F238E27FC236}">
                    <a16:creationId xmlns:a16="http://schemas.microsoft.com/office/drawing/2014/main" id="{F8D2341E-B6C3-21AC-58B9-987040E58793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8A77A52B-0952-DC40-F27A-26F96C3376C6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908657" y="5300061"/>
              <a:ext cx="1003434" cy="1889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E998B6D0-B8C8-1373-2005-09883104E453}"/>
                </a:ext>
              </a:extLst>
            </p:cNvPr>
            <p:cNvSpPr txBox="1"/>
            <p:nvPr/>
          </p:nvSpPr>
          <p:spPr>
            <a:xfrm rot="5400000">
              <a:off x="2135199" y="5589007"/>
              <a:ext cx="796202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GND</a:t>
              </a:r>
              <a:endParaRPr lang="LID4096" sz="1000" b="1" dirty="0"/>
            </a:p>
          </p:txBody>
        </p: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6DAC78E4-6E41-9D38-0A98-B60BD7E3DAE6}"/>
                </a:ext>
              </a:extLst>
            </p:cNvPr>
            <p:cNvCxnSpPr>
              <a:cxnSpLocks/>
            </p:cNvCxnSpPr>
            <p:nvPr/>
          </p:nvCxnSpPr>
          <p:spPr>
            <a:xfrm>
              <a:off x="4334743" y="2222017"/>
              <a:ext cx="27524" cy="1673166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82E56C7F-B8EB-3F63-90C8-854BEDB3B80F}"/>
                </a:ext>
              </a:extLst>
            </p:cNvPr>
            <p:cNvSpPr txBox="1"/>
            <p:nvPr/>
          </p:nvSpPr>
          <p:spPr>
            <a:xfrm rot="5400000">
              <a:off x="4223665" y="2665490"/>
              <a:ext cx="760164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3.3V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7417DF4B-5130-8DE6-2344-AECE2062EAC5}"/>
                </a:ext>
              </a:extLst>
            </p:cNvPr>
            <p:cNvCxnSpPr>
              <a:cxnSpLocks/>
            </p:cNvCxnSpPr>
            <p:nvPr/>
          </p:nvCxnSpPr>
          <p:spPr>
            <a:xfrm>
              <a:off x="2399207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E30D33AB-88F0-F745-276A-3753B74450AF}"/>
                </a:ext>
              </a:extLst>
            </p:cNvPr>
            <p:cNvSpPr txBox="1"/>
            <p:nvPr/>
          </p:nvSpPr>
          <p:spPr>
            <a:xfrm rot="5400000">
              <a:off x="2260453" y="2630527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bit0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15B7204-3725-FBED-BF4D-54999D4B34C6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521720" y="1482461"/>
              <a:ext cx="4825443" cy="0"/>
            </a:xfrm>
            <a:prstGeom prst="line">
              <a:avLst/>
            </a:prstGeom>
            <a:ln w="25400">
              <a:solidFill>
                <a:schemeClr val="bg1">
                  <a:lumMod val="50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EE8B5C40-8E0B-FE9E-CEDF-9528B9C73FF5}"/>
                </a:ext>
              </a:extLst>
            </p:cNvPr>
            <p:cNvSpPr txBox="1"/>
            <p:nvPr/>
          </p:nvSpPr>
          <p:spPr>
            <a:xfrm rot="5400000">
              <a:off x="2862370" y="2630527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bit2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2BA5D14A-8F56-3F28-C78E-528D015F12E8}"/>
                </a:ext>
              </a:extLst>
            </p:cNvPr>
            <p:cNvCxnSpPr>
              <a:cxnSpLocks/>
            </p:cNvCxnSpPr>
            <p:nvPr/>
          </p:nvCxnSpPr>
          <p:spPr>
            <a:xfrm>
              <a:off x="3453714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F45EEF99-BFED-39EE-8749-DBE55CCB305D}"/>
                </a:ext>
              </a:extLst>
            </p:cNvPr>
            <p:cNvSpPr txBox="1"/>
            <p:nvPr/>
          </p:nvSpPr>
          <p:spPr>
            <a:xfrm rot="5400000">
              <a:off x="3312119" y="2630527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bit4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ED312170-B8A1-440D-6434-B65D299BD519}"/>
                </a:ext>
              </a:extLst>
            </p:cNvPr>
            <p:cNvCxnSpPr>
              <a:cxnSpLocks/>
            </p:cNvCxnSpPr>
            <p:nvPr/>
          </p:nvCxnSpPr>
          <p:spPr>
            <a:xfrm>
              <a:off x="3907991" y="2335991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31415370-19BD-174A-7BD8-60CBFB150F9A}"/>
                </a:ext>
              </a:extLst>
            </p:cNvPr>
            <p:cNvSpPr txBox="1"/>
            <p:nvPr/>
          </p:nvSpPr>
          <p:spPr>
            <a:xfrm rot="5400000">
              <a:off x="3763235" y="2630526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bit6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696E6DC0-F6E2-D7A6-5FC9-AD3B88D68EE6}"/>
                </a:ext>
              </a:extLst>
            </p:cNvPr>
            <p:cNvCxnSpPr>
              <a:cxnSpLocks/>
            </p:cNvCxnSpPr>
            <p:nvPr/>
          </p:nvCxnSpPr>
          <p:spPr>
            <a:xfrm>
              <a:off x="2920379" y="4745914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C4D696F3-8503-C0F7-BB43-F34FA6B6FBDD}"/>
                </a:ext>
              </a:extLst>
            </p:cNvPr>
            <p:cNvSpPr txBox="1"/>
            <p:nvPr/>
          </p:nvSpPr>
          <p:spPr>
            <a:xfrm rot="5400000">
              <a:off x="2684413" y="559553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bit1</a:t>
              </a:r>
              <a:endParaRPr lang="LID4096" sz="1000" b="1" dirty="0"/>
            </a:p>
          </p:txBody>
        </p: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141C6731-4110-5459-6D1C-E6EF0B55C160}"/>
                </a:ext>
              </a:extLst>
            </p:cNvPr>
            <p:cNvCxnSpPr>
              <a:cxnSpLocks/>
            </p:cNvCxnSpPr>
            <p:nvPr/>
          </p:nvCxnSpPr>
          <p:spPr>
            <a:xfrm>
              <a:off x="3436440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F2E8C191-6B1B-4DD2-2380-463C25BEE4E6}"/>
                </a:ext>
              </a:extLst>
            </p:cNvPr>
            <p:cNvSpPr txBox="1"/>
            <p:nvPr/>
          </p:nvSpPr>
          <p:spPr>
            <a:xfrm rot="5400000">
              <a:off x="3200473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bit3</a:t>
              </a:r>
              <a:endParaRPr lang="LID4096" sz="1000" b="1" dirty="0"/>
            </a:p>
          </p:txBody>
        </p: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6D219277-4A80-43C2-E88F-95BC5F4A3B43}"/>
                </a:ext>
              </a:extLst>
            </p:cNvPr>
            <p:cNvCxnSpPr>
              <a:cxnSpLocks/>
            </p:cNvCxnSpPr>
            <p:nvPr/>
          </p:nvCxnSpPr>
          <p:spPr>
            <a:xfrm>
              <a:off x="3918887" y="4744900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E713255E-B21C-4FA8-EB88-7E5F14286C4C}"/>
                </a:ext>
              </a:extLst>
            </p:cNvPr>
            <p:cNvSpPr txBox="1"/>
            <p:nvPr/>
          </p:nvSpPr>
          <p:spPr>
            <a:xfrm rot="5400000">
              <a:off x="3682921" y="5594528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bit5</a:t>
              </a:r>
              <a:endParaRPr lang="LID4096" sz="1000" b="1" dirty="0"/>
            </a:p>
          </p:txBody>
        </p: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424B9CEC-3C89-4CE9-28AC-99B0E53C1E7B}"/>
                </a:ext>
              </a:extLst>
            </p:cNvPr>
            <p:cNvCxnSpPr>
              <a:cxnSpLocks/>
            </p:cNvCxnSpPr>
            <p:nvPr/>
          </p:nvCxnSpPr>
          <p:spPr>
            <a:xfrm>
              <a:off x="4372042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674C030E-6490-E94D-B690-77F569F8339E}"/>
                </a:ext>
              </a:extLst>
            </p:cNvPr>
            <p:cNvSpPr txBox="1"/>
            <p:nvPr/>
          </p:nvSpPr>
          <p:spPr>
            <a:xfrm rot="5400000">
              <a:off x="4136075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bit7</a:t>
              </a:r>
              <a:endParaRPr lang="LID4096" sz="1000" b="1" dirty="0"/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FE0976BF-F90B-EFA9-4895-FDF1B0C3FCD3}"/>
              </a:ext>
            </a:extLst>
          </p:cNvPr>
          <p:cNvGrpSpPr/>
          <p:nvPr/>
        </p:nvGrpSpPr>
        <p:grpSpPr>
          <a:xfrm>
            <a:off x="2344996" y="2112491"/>
            <a:ext cx="1086251" cy="2080948"/>
            <a:chOff x="1688174" y="1407516"/>
            <a:chExt cx="1086251" cy="2080948"/>
          </a:xfrm>
        </p:grpSpPr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9500501B-659B-5F72-4C20-907A92B41B09}"/>
                </a:ext>
              </a:extLst>
            </p:cNvPr>
            <p:cNvSpPr txBox="1"/>
            <p:nvPr/>
          </p:nvSpPr>
          <p:spPr>
            <a:xfrm>
              <a:off x="2283427" y="3242243"/>
              <a:ext cx="407484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bit0</a:t>
              </a:r>
              <a:endParaRPr lang="LID4096" sz="1000" b="1" dirty="0"/>
            </a:p>
          </p:txBody>
        </p: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FA57D25D-36F4-F864-D41C-5CE10906B30F}"/>
                </a:ext>
              </a:extLst>
            </p:cNvPr>
            <p:cNvSpPr txBox="1"/>
            <p:nvPr/>
          </p:nvSpPr>
          <p:spPr>
            <a:xfrm>
              <a:off x="2285107" y="3129404"/>
              <a:ext cx="407484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/>
                <a:t>bit1</a:t>
              </a:r>
              <a:endParaRPr lang="LID4096" sz="1000" b="1" dirty="0"/>
            </a:p>
          </p:txBody>
        </p: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35A7AFDB-FC06-C91E-E362-E171A69695F8}"/>
                </a:ext>
              </a:extLst>
            </p:cNvPr>
            <p:cNvSpPr txBox="1"/>
            <p:nvPr/>
          </p:nvSpPr>
          <p:spPr>
            <a:xfrm>
              <a:off x="2298013" y="1407516"/>
              <a:ext cx="476412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/>
                <a:t>bit15</a:t>
              </a:r>
              <a:endParaRPr lang="LID4096" sz="1000" b="1" dirty="0"/>
            </a:p>
          </p:txBody>
        </p:sp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08943365-CC37-29F3-FB6C-9DB81358F42C}"/>
                </a:ext>
              </a:extLst>
            </p:cNvPr>
            <p:cNvSpPr/>
            <p:nvPr/>
          </p:nvSpPr>
          <p:spPr>
            <a:xfrm rot="16200000">
              <a:off x="906454" y="2193483"/>
              <a:ext cx="2011953" cy="448513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/>
                <a:t>INDR</a:t>
              </a:r>
              <a:endParaRPr lang="LID4096"/>
            </a:p>
          </p:txBody>
        </p:sp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DE0AC03F-0E33-4F53-6679-DB9D7360F543}"/>
                </a:ext>
              </a:extLst>
            </p:cNvPr>
            <p:cNvCxnSpPr>
              <a:cxnSpLocks/>
            </p:cNvCxnSpPr>
            <p:nvPr/>
          </p:nvCxnSpPr>
          <p:spPr>
            <a:xfrm>
              <a:off x="2117382" y="3365355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4F467450-CA67-AA91-D5CA-60343E2F2299}"/>
                </a:ext>
              </a:extLst>
            </p:cNvPr>
            <p:cNvCxnSpPr>
              <a:cxnSpLocks/>
            </p:cNvCxnSpPr>
            <p:nvPr/>
          </p:nvCxnSpPr>
          <p:spPr>
            <a:xfrm>
              <a:off x="2117382" y="3257594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Connector 68">
              <a:extLst>
                <a:ext uri="{FF2B5EF4-FFF2-40B4-BE49-F238E27FC236}">
                  <a16:creationId xmlns:a16="http://schemas.microsoft.com/office/drawing/2014/main" id="{3C76B42B-6725-1DEE-51BE-5806F006FA1A}"/>
                </a:ext>
              </a:extLst>
            </p:cNvPr>
            <p:cNvCxnSpPr>
              <a:cxnSpLocks/>
            </p:cNvCxnSpPr>
            <p:nvPr/>
          </p:nvCxnSpPr>
          <p:spPr>
            <a:xfrm>
              <a:off x="2117382" y="3135954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BEA64BE9-F697-2298-817B-6ED4FEDE2952}"/>
                </a:ext>
              </a:extLst>
            </p:cNvPr>
            <p:cNvSpPr txBox="1"/>
            <p:nvPr/>
          </p:nvSpPr>
          <p:spPr>
            <a:xfrm rot="16200000">
              <a:off x="1994885" y="2540320"/>
              <a:ext cx="3818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/>
                <a:t>...</a:t>
              </a:r>
              <a:endParaRPr lang="LID4096"/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6B263224-ABB4-3739-676B-5B2ED8D5224A}"/>
                </a:ext>
              </a:extLst>
            </p:cNvPr>
            <p:cNvSpPr txBox="1"/>
            <p:nvPr/>
          </p:nvSpPr>
          <p:spPr>
            <a:xfrm rot="16200000">
              <a:off x="1970578" y="1538423"/>
              <a:ext cx="3818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/>
                <a:t>...</a:t>
              </a:r>
              <a:endParaRPr lang="LID4096"/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B7B18101-35FC-B7CC-1545-DC3E9836EC03}"/>
                </a:ext>
              </a:extLst>
            </p:cNvPr>
            <p:cNvSpPr txBox="1"/>
            <p:nvPr/>
          </p:nvSpPr>
          <p:spPr>
            <a:xfrm>
              <a:off x="2283427" y="3000773"/>
              <a:ext cx="407484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/>
                <a:t>bit2</a:t>
              </a:r>
              <a:endParaRPr lang="LID4096" sz="1000" b="1" dirty="0"/>
            </a:p>
          </p:txBody>
        </p:sp>
        <p:cxnSp>
          <p:nvCxnSpPr>
            <p:cNvPr id="73" name="Straight Connector 72">
              <a:extLst>
                <a:ext uri="{FF2B5EF4-FFF2-40B4-BE49-F238E27FC236}">
                  <a16:creationId xmlns:a16="http://schemas.microsoft.com/office/drawing/2014/main" id="{D321FC1A-B8BE-9410-AEC6-3F18D638C0FF}"/>
                </a:ext>
              </a:extLst>
            </p:cNvPr>
            <p:cNvCxnSpPr>
              <a:cxnSpLocks/>
            </p:cNvCxnSpPr>
            <p:nvPr/>
          </p:nvCxnSpPr>
          <p:spPr>
            <a:xfrm>
              <a:off x="2119251" y="1530626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4" name="TextBox 73">
            <a:extLst>
              <a:ext uri="{FF2B5EF4-FFF2-40B4-BE49-F238E27FC236}">
                <a16:creationId xmlns:a16="http://schemas.microsoft.com/office/drawing/2014/main" id="{801643FF-7A98-4D2C-6876-B4E433AFC4FE}"/>
              </a:ext>
            </a:extLst>
          </p:cNvPr>
          <p:cNvSpPr txBox="1"/>
          <p:nvPr/>
        </p:nvSpPr>
        <p:spPr>
          <a:xfrm>
            <a:off x="2940249" y="6166521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/>
              <a:t>bit0</a:t>
            </a:r>
            <a:endParaRPr lang="LID4096" sz="1000" b="1" dirty="0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B1BA1854-585C-E0D1-2906-9FC989CE7E70}"/>
              </a:ext>
            </a:extLst>
          </p:cNvPr>
          <p:cNvSpPr txBox="1"/>
          <p:nvPr/>
        </p:nvSpPr>
        <p:spPr>
          <a:xfrm>
            <a:off x="2941929" y="6053682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bit1</a:t>
            </a:r>
            <a:endParaRPr lang="LID4096" sz="1000" b="1" dirty="0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D7353B7-D16D-93A5-919C-681C0AFA6638}"/>
              </a:ext>
            </a:extLst>
          </p:cNvPr>
          <p:cNvSpPr txBox="1"/>
          <p:nvPr/>
        </p:nvSpPr>
        <p:spPr>
          <a:xfrm>
            <a:off x="2954835" y="4331794"/>
            <a:ext cx="47641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bit15</a:t>
            </a:r>
            <a:endParaRPr lang="LID4096" sz="1000" b="1" dirty="0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5E9E10D8-D39D-0706-38C8-6C98ABF5C4EF}"/>
              </a:ext>
            </a:extLst>
          </p:cNvPr>
          <p:cNvSpPr/>
          <p:nvPr/>
        </p:nvSpPr>
        <p:spPr>
          <a:xfrm rot="16200000">
            <a:off x="1563276" y="5117761"/>
            <a:ext cx="2011953" cy="44851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/>
              <a:t>OUTDR</a:t>
            </a:r>
            <a:endParaRPr lang="LID4096"/>
          </a:p>
        </p:txBody>
      </p: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D67D9899-71FD-F46D-9D00-2609BF0AEB9D}"/>
              </a:ext>
            </a:extLst>
          </p:cNvPr>
          <p:cNvCxnSpPr>
            <a:cxnSpLocks/>
          </p:cNvCxnSpPr>
          <p:nvPr/>
        </p:nvCxnSpPr>
        <p:spPr>
          <a:xfrm>
            <a:off x="2774204" y="6289633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9992B149-6D15-D70A-0F6E-FCF88A46BCE2}"/>
              </a:ext>
            </a:extLst>
          </p:cNvPr>
          <p:cNvCxnSpPr>
            <a:cxnSpLocks/>
          </p:cNvCxnSpPr>
          <p:nvPr/>
        </p:nvCxnSpPr>
        <p:spPr>
          <a:xfrm>
            <a:off x="2774204" y="6181872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D6C19862-F0C7-17CB-6EC2-F3C7E8FF9A39}"/>
              </a:ext>
            </a:extLst>
          </p:cNvPr>
          <p:cNvCxnSpPr>
            <a:cxnSpLocks/>
          </p:cNvCxnSpPr>
          <p:nvPr/>
        </p:nvCxnSpPr>
        <p:spPr>
          <a:xfrm>
            <a:off x="2774204" y="6060232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TextBox 80">
            <a:extLst>
              <a:ext uri="{FF2B5EF4-FFF2-40B4-BE49-F238E27FC236}">
                <a16:creationId xmlns:a16="http://schemas.microsoft.com/office/drawing/2014/main" id="{B1AA5F41-7C79-09D6-904A-A0A804B67B48}"/>
              </a:ext>
            </a:extLst>
          </p:cNvPr>
          <p:cNvSpPr txBox="1"/>
          <p:nvPr/>
        </p:nvSpPr>
        <p:spPr>
          <a:xfrm rot="16200000">
            <a:off x="2651707" y="5464598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...</a:t>
            </a:r>
            <a:endParaRPr lang="LID4096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ACE05582-0066-C80E-3F77-13837716DA15}"/>
              </a:ext>
            </a:extLst>
          </p:cNvPr>
          <p:cNvSpPr txBox="1"/>
          <p:nvPr/>
        </p:nvSpPr>
        <p:spPr>
          <a:xfrm rot="16200000">
            <a:off x="2627400" y="4462701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...</a:t>
            </a:r>
            <a:endParaRPr lang="LID4096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800A8612-FA3B-B3CB-1301-18B2D12F161B}"/>
              </a:ext>
            </a:extLst>
          </p:cNvPr>
          <p:cNvSpPr txBox="1"/>
          <p:nvPr/>
        </p:nvSpPr>
        <p:spPr>
          <a:xfrm>
            <a:off x="2940249" y="5925051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bit2</a:t>
            </a:r>
            <a:endParaRPr lang="LID4096" sz="1000" b="1" dirty="0"/>
          </a:p>
        </p:txBody>
      </p:sp>
      <p:cxnSp>
        <p:nvCxnSpPr>
          <p:cNvPr id="84" name="Straight Connector 83">
            <a:extLst>
              <a:ext uri="{FF2B5EF4-FFF2-40B4-BE49-F238E27FC236}">
                <a16:creationId xmlns:a16="http://schemas.microsoft.com/office/drawing/2014/main" id="{A7D9A2C3-94A4-350D-0EBE-FD77D91461B8}"/>
              </a:ext>
            </a:extLst>
          </p:cNvPr>
          <p:cNvCxnSpPr>
            <a:cxnSpLocks/>
          </p:cNvCxnSpPr>
          <p:nvPr/>
        </p:nvCxnSpPr>
        <p:spPr>
          <a:xfrm>
            <a:off x="2776073" y="4454904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F3BF952D-DC4D-A674-F438-483480811088}"/>
              </a:ext>
            </a:extLst>
          </p:cNvPr>
          <p:cNvCxnSpPr>
            <a:cxnSpLocks/>
          </p:cNvCxnSpPr>
          <p:nvPr/>
        </p:nvCxnSpPr>
        <p:spPr>
          <a:xfrm>
            <a:off x="3272348" y="6047844"/>
            <a:ext cx="1671248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DC43CEA3-B9DC-57FF-1C50-C70FF3B7F90B}"/>
              </a:ext>
            </a:extLst>
          </p:cNvPr>
          <p:cNvCxnSpPr>
            <a:cxnSpLocks/>
          </p:cNvCxnSpPr>
          <p:nvPr/>
        </p:nvCxnSpPr>
        <p:spPr>
          <a:xfrm>
            <a:off x="3285557" y="3814822"/>
            <a:ext cx="1668067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9C54ABCB-9D4F-C3B7-24BC-43D3324EA67B}"/>
              </a:ext>
            </a:extLst>
          </p:cNvPr>
          <p:cNvCxnSpPr>
            <a:cxnSpLocks/>
          </p:cNvCxnSpPr>
          <p:nvPr/>
        </p:nvCxnSpPr>
        <p:spPr>
          <a:xfrm>
            <a:off x="4943596" y="4514608"/>
            <a:ext cx="0" cy="1533236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Oval 87">
            <a:extLst>
              <a:ext uri="{FF2B5EF4-FFF2-40B4-BE49-F238E27FC236}">
                <a16:creationId xmlns:a16="http://schemas.microsoft.com/office/drawing/2014/main" id="{7CF52A79-9192-2C21-1057-CC2B74C9355D}"/>
              </a:ext>
            </a:extLst>
          </p:cNvPr>
          <p:cNvSpPr/>
          <p:nvPr/>
        </p:nvSpPr>
        <p:spPr>
          <a:xfrm>
            <a:off x="5160964" y="4227939"/>
            <a:ext cx="109057" cy="109057"/>
          </a:xfrm>
          <a:prstGeom prst="ellipse">
            <a:avLst/>
          </a:prstGeom>
          <a:noFill/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89" name="Oval 88">
            <a:extLst>
              <a:ext uri="{FF2B5EF4-FFF2-40B4-BE49-F238E27FC236}">
                <a16:creationId xmlns:a16="http://schemas.microsoft.com/office/drawing/2014/main" id="{A1BFA773-C14B-BE3E-BADE-44CD6477B0CD}"/>
              </a:ext>
            </a:extLst>
          </p:cNvPr>
          <p:cNvSpPr/>
          <p:nvPr/>
        </p:nvSpPr>
        <p:spPr>
          <a:xfrm>
            <a:off x="4895351" y="4004742"/>
            <a:ext cx="109057" cy="109057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0" name="Oval 89">
            <a:extLst>
              <a:ext uri="{FF2B5EF4-FFF2-40B4-BE49-F238E27FC236}">
                <a16:creationId xmlns:a16="http://schemas.microsoft.com/office/drawing/2014/main" id="{C3104879-A364-7CCA-ED9C-32D581873CBB}"/>
              </a:ext>
            </a:extLst>
          </p:cNvPr>
          <p:cNvSpPr/>
          <p:nvPr/>
        </p:nvSpPr>
        <p:spPr>
          <a:xfrm>
            <a:off x="4899096" y="4445040"/>
            <a:ext cx="109057" cy="109057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5C53AF8A-6A04-AB43-CB94-E6AFE226ACB4}"/>
              </a:ext>
            </a:extLst>
          </p:cNvPr>
          <p:cNvCxnSpPr>
            <a:cxnSpLocks/>
            <a:endCxn id="89" idx="4"/>
          </p:cNvCxnSpPr>
          <p:nvPr/>
        </p:nvCxnSpPr>
        <p:spPr>
          <a:xfrm flipH="1" flipV="1">
            <a:off x="4949880" y="4113799"/>
            <a:ext cx="220262" cy="168668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460D6516-B99C-F3DD-31D7-7ACB799388DA}"/>
              </a:ext>
            </a:extLst>
          </p:cNvPr>
          <p:cNvCxnSpPr>
            <a:cxnSpLocks/>
            <a:endCxn id="89" idx="0"/>
          </p:cNvCxnSpPr>
          <p:nvPr/>
        </p:nvCxnSpPr>
        <p:spPr>
          <a:xfrm>
            <a:off x="4949188" y="3800313"/>
            <a:ext cx="692" cy="204429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TextBox 92">
            <a:extLst>
              <a:ext uri="{FF2B5EF4-FFF2-40B4-BE49-F238E27FC236}">
                <a16:creationId xmlns:a16="http://schemas.microsoft.com/office/drawing/2014/main" id="{6D7747FA-4C8D-D69A-9A86-D6C225684EC4}"/>
              </a:ext>
            </a:extLst>
          </p:cNvPr>
          <p:cNvSpPr txBox="1"/>
          <p:nvPr/>
        </p:nvSpPr>
        <p:spPr>
          <a:xfrm>
            <a:off x="5158020" y="3975042"/>
            <a:ext cx="62228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100" b="1"/>
              <a:t>CFGLR</a:t>
            </a:r>
            <a:endParaRPr lang="LID4096" sz="1100" b="1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B8BD4685-75D4-AF36-FF71-C2B8B205D278}"/>
              </a:ext>
            </a:extLst>
          </p:cNvPr>
          <p:cNvSpPr txBox="1"/>
          <p:nvPr/>
        </p:nvSpPr>
        <p:spPr>
          <a:xfrm>
            <a:off x="3421304" y="2292926"/>
            <a:ext cx="2074607" cy="1277273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rtlCol="0">
            <a:spAutoFit/>
          </a:bodyPr>
          <a:lstStyle/>
          <a:p>
            <a:r>
              <a:rPr lang="sv-SE" sz="1100"/>
              <a:t>Om pinnens spänning är 3.2V</a:t>
            </a:r>
          </a:p>
          <a:p>
            <a:r>
              <a:rPr lang="sv-SE" sz="1100"/>
              <a:t>får motsvarande bit i inregistret</a:t>
            </a:r>
            <a:br>
              <a:rPr lang="sv-SE" sz="1100"/>
            </a:br>
            <a:r>
              <a:rPr lang="sv-SE" sz="1100"/>
              <a:t>värdet 1.</a:t>
            </a:r>
          </a:p>
          <a:p>
            <a:endParaRPr lang="sv-SE" sz="1100"/>
          </a:p>
          <a:p>
            <a:r>
              <a:rPr lang="sv-SE" sz="1100"/>
              <a:t>Om pinnens spänning är 0V</a:t>
            </a:r>
            <a:br>
              <a:rPr lang="sv-SE" sz="1100"/>
            </a:br>
            <a:r>
              <a:rPr lang="sv-SE" sz="1100"/>
              <a:t>får motsvarande bit i inregistret</a:t>
            </a:r>
            <a:br>
              <a:rPr lang="sv-SE" sz="1100"/>
            </a:br>
            <a:r>
              <a:rPr lang="sv-SE" sz="1100"/>
              <a:t>värdet 0. </a:t>
            </a:r>
            <a:endParaRPr lang="LID4096" sz="1100"/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695D310C-6238-DDEA-8451-AEA436232273}"/>
              </a:ext>
            </a:extLst>
          </p:cNvPr>
          <p:cNvSpPr txBox="1"/>
          <p:nvPr/>
        </p:nvSpPr>
        <p:spPr>
          <a:xfrm>
            <a:off x="482002" y="2884189"/>
            <a:ext cx="1511952" cy="430887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rtlCol="0">
            <a:spAutoFit/>
          </a:bodyPr>
          <a:lstStyle/>
          <a:p>
            <a:r>
              <a:rPr lang="sv-SE" sz="1100"/>
              <a:t>Processorn läser från </a:t>
            </a:r>
            <a:br>
              <a:rPr lang="sv-SE" sz="1100"/>
            </a:br>
            <a:r>
              <a:rPr lang="sv-SE" sz="1100"/>
              <a:t>INDR</a:t>
            </a:r>
            <a:endParaRPr lang="LID4096" sz="1100"/>
          </a:p>
        </p:txBody>
      </p:sp>
      <p:grpSp>
        <p:nvGrpSpPr>
          <p:cNvPr id="99" name="Group 98">
            <a:extLst>
              <a:ext uri="{FF2B5EF4-FFF2-40B4-BE49-F238E27FC236}">
                <a16:creationId xmlns:a16="http://schemas.microsoft.com/office/drawing/2014/main" id="{42AB09C3-6E48-D1E9-9D18-263D1266DD93}"/>
              </a:ext>
            </a:extLst>
          </p:cNvPr>
          <p:cNvGrpSpPr/>
          <p:nvPr/>
        </p:nvGrpSpPr>
        <p:grpSpPr>
          <a:xfrm>
            <a:off x="8236412" y="3684305"/>
            <a:ext cx="2260949" cy="1207645"/>
            <a:chOff x="2809033" y="2759564"/>
            <a:chExt cx="5474630" cy="2924175"/>
          </a:xfrm>
        </p:grpSpPr>
        <p:pic>
          <p:nvPicPr>
            <p:cNvPr id="97" name="Picture 96">
              <a:extLst>
                <a:ext uri="{FF2B5EF4-FFF2-40B4-BE49-F238E27FC236}">
                  <a16:creationId xmlns:a16="http://schemas.microsoft.com/office/drawing/2014/main" id="{1F708516-3960-4C00-338A-EBC4357EAB0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721438" y="2759564"/>
              <a:ext cx="2562225" cy="2924175"/>
            </a:xfrm>
            <a:prstGeom prst="rect">
              <a:avLst/>
            </a:prstGeom>
          </p:spPr>
        </p:pic>
        <p:sp>
          <p:nvSpPr>
            <p:cNvPr id="98" name="Freeform: Shape 97">
              <a:extLst>
                <a:ext uri="{FF2B5EF4-FFF2-40B4-BE49-F238E27FC236}">
                  <a16:creationId xmlns:a16="http://schemas.microsoft.com/office/drawing/2014/main" id="{32BD46DB-27E3-D464-F007-6A6EA7924CA0}"/>
                </a:ext>
              </a:extLst>
            </p:cNvPr>
            <p:cNvSpPr/>
            <p:nvPr/>
          </p:nvSpPr>
          <p:spPr>
            <a:xfrm>
              <a:off x="2809033" y="4224396"/>
              <a:ext cx="3500389" cy="1228885"/>
            </a:xfrm>
            <a:custGeom>
              <a:avLst/>
              <a:gdLst>
                <a:gd name="connsiteX0" fmla="*/ 666925 w 666925"/>
                <a:gd name="connsiteY0" fmla="*/ 0 h 755009"/>
                <a:gd name="connsiteX1" fmla="*/ 360727 w 666925"/>
                <a:gd name="connsiteY1" fmla="*/ 444616 h 755009"/>
                <a:gd name="connsiteX2" fmla="*/ 0 w 666925"/>
                <a:gd name="connsiteY2" fmla="*/ 755009 h 755009"/>
                <a:gd name="connsiteX0" fmla="*/ 2903870 w 2903870"/>
                <a:gd name="connsiteY0" fmla="*/ 174420 h 632056"/>
                <a:gd name="connsiteX1" fmla="*/ 2597672 w 2903870"/>
                <a:gd name="connsiteY1" fmla="*/ 619036 h 632056"/>
                <a:gd name="connsiteX2" fmla="*/ 0 w 2903870"/>
                <a:gd name="connsiteY2" fmla="*/ 7180 h 632056"/>
                <a:gd name="connsiteX0" fmla="*/ 2903870 w 2903870"/>
                <a:gd name="connsiteY0" fmla="*/ 167276 h 626236"/>
                <a:gd name="connsiteX1" fmla="*/ 2597672 w 2903870"/>
                <a:gd name="connsiteY1" fmla="*/ 611892 h 626236"/>
                <a:gd name="connsiteX2" fmla="*/ 0 w 2903870"/>
                <a:gd name="connsiteY2" fmla="*/ 36 h 626236"/>
                <a:gd name="connsiteX0" fmla="*/ 2903870 w 2903870"/>
                <a:gd name="connsiteY0" fmla="*/ 216392 h 671834"/>
                <a:gd name="connsiteX1" fmla="*/ 2597672 w 2903870"/>
                <a:gd name="connsiteY1" fmla="*/ 661008 h 671834"/>
                <a:gd name="connsiteX2" fmla="*/ 0 w 2903870"/>
                <a:gd name="connsiteY2" fmla="*/ 49152 h 671834"/>
                <a:gd name="connsiteX0" fmla="*/ 3500389 w 3500389"/>
                <a:gd name="connsiteY0" fmla="*/ 1052303 h 1076763"/>
                <a:gd name="connsiteX1" fmla="*/ 2597672 w 3500389"/>
                <a:gd name="connsiteY1" fmla="*/ 661008 h 1076763"/>
                <a:gd name="connsiteX2" fmla="*/ 0 w 3500389"/>
                <a:gd name="connsiteY2" fmla="*/ 49152 h 1076763"/>
                <a:gd name="connsiteX0" fmla="*/ 3500389 w 3500389"/>
                <a:gd name="connsiteY0" fmla="*/ 1044459 h 1079139"/>
                <a:gd name="connsiteX1" fmla="*/ 1624405 w 3500389"/>
                <a:gd name="connsiteY1" fmla="*/ 880783 h 1079139"/>
                <a:gd name="connsiteX2" fmla="*/ 0 w 3500389"/>
                <a:gd name="connsiteY2" fmla="*/ 41308 h 1079139"/>
                <a:gd name="connsiteX0" fmla="*/ 3500389 w 3500389"/>
                <a:gd name="connsiteY0" fmla="*/ 1044459 h 1102143"/>
                <a:gd name="connsiteX1" fmla="*/ 1624405 w 3500389"/>
                <a:gd name="connsiteY1" fmla="*/ 880783 h 1102143"/>
                <a:gd name="connsiteX2" fmla="*/ 0 w 3500389"/>
                <a:gd name="connsiteY2" fmla="*/ 41308 h 1102143"/>
                <a:gd name="connsiteX0" fmla="*/ 3500389 w 3500389"/>
                <a:gd name="connsiteY0" fmla="*/ 1056292 h 1113976"/>
                <a:gd name="connsiteX1" fmla="*/ 1624405 w 3500389"/>
                <a:gd name="connsiteY1" fmla="*/ 892616 h 1113976"/>
                <a:gd name="connsiteX2" fmla="*/ 0 w 3500389"/>
                <a:gd name="connsiteY2" fmla="*/ 53141 h 1113976"/>
                <a:gd name="connsiteX0" fmla="*/ 3500389 w 3500389"/>
                <a:gd name="connsiteY0" fmla="*/ 1056292 h 1138952"/>
                <a:gd name="connsiteX1" fmla="*/ 1624405 w 3500389"/>
                <a:gd name="connsiteY1" fmla="*/ 892616 h 1138952"/>
                <a:gd name="connsiteX2" fmla="*/ 0 w 3500389"/>
                <a:gd name="connsiteY2" fmla="*/ 53141 h 1138952"/>
                <a:gd name="connsiteX0" fmla="*/ 3500389 w 3500389"/>
                <a:gd name="connsiteY0" fmla="*/ 1003151 h 1085811"/>
                <a:gd name="connsiteX1" fmla="*/ 1624405 w 3500389"/>
                <a:gd name="connsiteY1" fmla="*/ 839475 h 1085811"/>
                <a:gd name="connsiteX2" fmla="*/ 0 w 3500389"/>
                <a:gd name="connsiteY2" fmla="*/ 0 h 1085811"/>
                <a:gd name="csX0" fmla="*/ 3500389 w 3500389"/>
                <a:gd name="csY0" fmla="*/ 1003151 h 1228886"/>
                <a:gd name="csX1" fmla="*/ 1624405 w 3500389"/>
                <a:gd name="csY1" fmla="*/ 839475 h 1228886"/>
                <a:gd name="csX2" fmla="*/ 0 w 3500389"/>
                <a:gd name="csY2" fmla="*/ 0 h 122888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3500389" h="1228886">
                  <a:moveTo>
                    <a:pt x="3500389" y="1003151"/>
                  </a:moveTo>
                  <a:cubicBezTo>
                    <a:pt x="3392473" y="1484783"/>
                    <a:pt x="2018121" y="1082539"/>
                    <a:pt x="1624405" y="839475"/>
                  </a:cubicBezTo>
                  <a:cubicBezTo>
                    <a:pt x="1246387" y="631731"/>
                    <a:pt x="795869" y="5832"/>
                    <a:pt x="0" y="0"/>
                  </a:cubicBezTo>
                </a:path>
              </a:pathLst>
            </a:custGeom>
            <a:noFill/>
            <a:ln w="38100">
              <a:solidFill>
                <a:schemeClr val="accent3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pic>
        <p:nvPicPr>
          <p:cNvPr id="102" name="Picture 101">
            <a:extLst>
              <a:ext uri="{FF2B5EF4-FFF2-40B4-BE49-F238E27FC236}">
                <a16:creationId xmlns:a16="http://schemas.microsoft.com/office/drawing/2014/main" id="{C6C18E8F-2A32-4657-D90E-18BCD344B53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28783" y="2652956"/>
            <a:ext cx="724282" cy="1277604"/>
          </a:xfrm>
          <a:prstGeom prst="rect">
            <a:avLst/>
          </a:prstGeom>
        </p:spPr>
      </p:pic>
      <p:sp>
        <p:nvSpPr>
          <p:cNvPr id="103" name="Freeform: Shape 102">
            <a:extLst>
              <a:ext uri="{FF2B5EF4-FFF2-40B4-BE49-F238E27FC236}">
                <a16:creationId xmlns:a16="http://schemas.microsoft.com/office/drawing/2014/main" id="{B60F4647-6895-E4D4-E7AA-2855CBAE89C9}"/>
              </a:ext>
            </a:extLst>
          </p:cNvPr>
          <p:cNvSpPr/>
          <p:nvPr/>
        </p:nvSpPr>
        <p:spPr>
          <a:xfrm>
            <a:off x="10411826" y="3741690"/>
            <a:ext cx="496871" cy="843749"/>
          </a:xfrm>
          <a:custGeom>
            <a:avLst/>
            <a:gdLst>
              <a:gd name="connsiteX0" fmla="*/ 666925 w 666925"/>
              <a:gd name="connsiteY0" fmla="*/ 0 h 755009"/>
              <a:gd name="connsiteX1" fmla="*/ 360727 w 666925"/>
              <a:gd name="connsiteY1" fmla="*/ 444616 h 755009"/>
              <a:gd name="connsiteX2" fmla="*/ 0 w 666925"/>
              <a:gd name="connsiteY2" fmla="*/ 755009 h 755009"/>
              <a:gd name="connsiteX0" fmla="*/ 2903870 w 2903870"/>
              <a:gd name="connsiteY0" fmla="*/ 174420 h 632056"/>
              <a:gd name="connsiteX1" fmla="*/ 2597672 w 2903870"/>
              <a:gd name="connsiteY1" fmla="*/ 619036 h 632056"/>
              <a:gd name="connsiteX2" fmla="*/ 0 w 2903870"/>
              <a:gd name="connsiteY2" fmla="*/ 7180 h 632056"/>
              <a:gd name="connsiteX0" fmla="*/ 2903870 w 2903870"/>
              <a:gd name="connsiteY0" fmla="*/ 167276 h 626236"/>
              <a:gd name="connsiteX1" fmla="*/ 2597672 w 2903870"/>
              <a:gd name="connsiteY1" fmla="*/ 611892 h 626236"/>
              <a:gd name="connsiteX2" fmla="*/ 0 w 2903870"/>
              <a:gd name="connsiteY2" fmla="*/ 36 h 626236"/>
              <a:gd name="connsiteX0" fmla="*/ 2903870 w 2903870"/>
              <a:gd name="connsiteY0" fmla="*/ 216392 h 671834"/>
              <a:gd name="connsiteX1" fmla="*/ 2597672 w 2903870"/>
              <a:gd name="connsiteY1" fmla="*/ 661008 h 671834"/>
              <a:gd name="connsiteX2" fmla="*/ 0 w 2903870"/>
              <a:gd name="connsiteY2" fmla="*/ 49152 h 671834"/>
              <a:gd name="connsiteX0" fmla="*/ 3500389 w 3500389"/>
              <a:gd name="connsiteY0" fmla="*/ 1052303 h 1076763"/>
              <a:gd name="connsiteX1" fmla="*/ 2597672 w 3500389"/>
              <a:gd name="connsiteY1" fmla="*/ 661008 h 1076763"/>
              <a:gd name="connsiteX2" fmla="*/ 0 w 3500389"/>
              <a:gd name="connsiteY2" fmla="*/ 49152 h 1076763"/>
              <a:gd name="connsiteX0" fmla="*/ 3500389 w 3500389"/>
              <a:gd name="connsiteY0" fmla="*/ 1044459 h 1079139"/>
              <a:gd name="connsiteX1" fmla="*/ 1624405 w 3500389"/>
              <a:gd name="connsiteY1" fmla="*/ 880783 h 1079139"/>
              <a:gd name="connsiteX2" fmla="*/ 0 w 3500389"/>
              <a:gd name="connsiteY2" fmla="*/ 41308 h 1079139"/>
              <a:gd name="connsiteX0" fmla="*/ 3500389 w 3500389"/>
              <a:gd name="connsiteY0" fmla="*/ 1044459 h 1102143"/>
              <a:gd name="connsiteX1" fmla="*/ 1624405 w 3500389"/>
              <a:gd name="connsiteY1" fmla="*/ 880783 h 1102143"/>
              <a:gd name="connsiteX2" fmla="*/ 0 w 3500389"/>
              <a:gd name="connsiteY2" fmla="*/ 41308 h 1102143"/>
              <a:gd name="connsiteX0" fmla="*/ 3500389 w 3500389"/>
              <a:gd name="connsiteY0" fmla="*/ 1056292 h 1113976"/>
              <a:gd name="connsiteX1" fmla="*/ 1624405 w 3500389"/>
              <a:gd name="connsiteY1" fmla="*/ 892616 h 1113976"/>
              <a:gd name="connsiteX2" fmla="*/ 0 w 3500389"/>
              <a:gd name="connsiteY2" fmla="*/ 53141 h 1113976"/>
              <a:gd name="connsiteX0" fmla="*/ 3500389 w 3500389"/>
              <a:gd name="connsiteY0" fmla="*/ 1056292 h 1138952"/>
              <a:gd name="connsiteX1" fmla="*/ 1624405 w 3500389"/>
              <a:gd name="connsiteY1" fmla="*/ 892616 h 1138952"/>
              <a:gd name="connsiteX2" fmla="*/ 0 w 3500389"/>
              <a:gd name="connsiteY2" fmla="*/ 53141 h 1138952"/>
              <a:gd name="connsiteX0" fmla="*/ 3500389 w 3500389"/>
              <a:gd name="connsiteY0" fmla="*/ 1003151 h 1085811"/>
              <a:gd name="connsiteX1" fmla="*/ 1624405 w 3500389"/>
              <a:gd name="connsiteY1" fmla="*/ 839475 h 1085811"/>
              <a:gd name="connsiteX2" fmla="*/ 0 w 3500389"/>
              <a:gd name="connsiteY2" fmla="*/ 0 h 1085811"/>
              <a:gd name="csX0" fmla="*/ 3500389 w 3500389"/>
              <a:gd name="csY0" fmla="*/ 1003151 h 1228886"/>
              <a:gd name="csX1" fmla="*/ 1624405 w 3500389"/>
              <a:gd name="csY1" fmla="*/ 839475 h 1228886"/>
              <a:gd name="csX2" fmla="*/ 0 w 3500389"/>
              <a:gd name="csY2" fmla="*/ 0 h 1228886"/>
              <a:gd name="csX0" fmla="*/ 3500389 w 3500389"/>
              <a:gd name="csY0" fmla="*/ 1003151 h 1003152"/>
              <a:gd name="csX1" fmla="*/ 0 w 3500389"/>
              <a:gd name="csY1" fmla="*/ 0 h 1003152"/>
              <a:gd name="csX0" fmla="*/ 2097077 w 2097077"/>
              <a:gd name="csY0" fmla="*/ 181953 h 181953"/>
              <a:gd name="csX1" fmla="*/ 0 w 2097077"/>
              <a:gd name="csY1" fmla="*/ 0 h 181953"/>
              <a:gd name="csX0" fmla="*/ 1203116 w 1203116"/>
              <a:gd name="csY0" fmla="*/ 0 h 2042562"/>
              <a:gd name="csX1" fmla="*/ 0 w 1203116"/>
              <a:gd name="csY1" fmla="*/ 2042562 h 2042562"/>
              <a:gd name="csX0" fmla="*/ 1203116 w 1203116"/>
              <a:gd name="csY0" fmla="*/ 0 h 2042562"/>
              <a:gd name="csX1" fmla="*/ 0 w 1203116"/>
              <a:gd name="csY1" fmla="*/ 2042562 h 2042562"/>
              <a:gd name="csX0" fmla="*/ 1203116 w 1203116"/>
              <a:gd name="csY0" fmla="*/ 472 h 2043034"/>
              <a:gd name="csX1" fmla="*/ 0 w 1203116"/>
              <a:gd name="csY1" fmla="*/ 2043034 h 2043034"/>
              <a:gd name="csX0" fmla="*/ 1203116 w 1203116"/>
              <a:gd name="csY0" fmla="*/ 484 h 2043046"/>
              <a:gd name="csX1" fmla="*/ 0 w 1203116"/>
              <a:gd name="csY1" fmla="*/ 2043046 h 2043046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203116" h="2043046">
                <a:moveTo>
                  <a:pt x="1203116" y="484"/>
                </a:moveTo>
                <a:cubicBezTo>
                  <a:pt x="375886" y="-35912"/>
                  <a:pt x="1201448" y="1996282"/>
                  <a:pt x="0" y="2043046"/>
                </a:cubicBezTo>
              </a:path>
            </a:pathLst>
          </a:custGeom>
          <a:noFill/>
          <a:ln w="38100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pic>
        <p:nvPicPr>
          <p:cNvPr id="108" name="Picture 107">
            <a:extLst>
              <a:ext uri="{FF2B5EF4-FFF2-40B4-BE49-F238E27FC236}">
                <a16:creationId xmlns:a16="http://schemas.microsoft.com/office/drawing/2014/main" id="{29F90E25-4AFE-0EE5-5F76-4E21A164F16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828782" y="4032372"/>
            <a:ext cx="525017" cy="686243"/>
          </a:xfrm>
          <a:prstGeom prst="rect">
            <a:avLst/>
          </a:prstGeom>
        </p:spPr>
      </p:pic>
      <p:sp>
        <p:nvSpPr>
          <p:cNvPr id="109" name="TextBox 108">
            <a:extLst>
              <a:ext uri="{FF2B5EF4-FFF2-40B4-BE49-F238E27FC236}">
                <a16:creationId xmlns:a16="http://schemas.microsoft.com/office/drawing/2014/main" id="{1CB428C3-2096-F920-6285-2F121F39312E}"/>
              </a:ext>
            </a:extLst>
          </p:cNvPr>
          <p:cNvSpPr txBox="1"/>
          <p:nvPr/>
        </p:nvSpPr>
        <p:spPr>
          <a:xfrm>
            <a:off x="3644358" y="3828576"/>
            <a:ext cx="1156086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700"/>
              <a:t>...01011100101010010...</a:t>
            </a:r>
            <a:endParaRPr lang="LID4096" sz="700"/>
          </a:p>
        </p:txBody>
      </p:sp>
      <p:pic>
        <p:nvPicPr>
          <p:cNvPr id="120" name="Picture 119">
            <a:extLst>
              <a:ext uri="{FF2B5EF4-FFF2-40B4-BE49-F238E27FC236}">
                <a16:creationId xmlns:a16="http://schemas.microsoft.com/office/drawing/2014/main" id="{FB543A31-3654-6DE6-07B1-5A648952C1F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896640" y="4815298"/>
            <a:ext cx="870435" cy="4960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3770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E00DA3-A3DD-0992-B269-261E79D324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1">
            <a:extLst>
              <a:ext uri="{FF2B5EF4-FFF2-40B4-BE49-F238E27FC236}">
                <a16:creationId xmlns:a16="http://schemas.microsoft.com/office/drawing/2014/main" id="{2D3DA155-721F-25B4-4082-079F021208ED}"/>
              </a:ext>
            </a:extLst>
          </p:cNvPr>
          <p:cNvSpPr txBox="1">
            <a:spLocks/>
          </p:cNvSpPr>
          <p:nvPr/>
        </p:nvSpPr>
        <p:spPr>
          <a:xfrm>
            <a:off x="990600" y="5175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sv-SE"/>
              <a:t>Recap: Konfigurera som in- eller ut-pinne.</a:t>
            </a:r>
            <a:endParaRPr lang="LID4096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52CAF6C-D582-9B19-9F29-457129DEC4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Konfigurera pinnar</a:t>
            </a:r>
            <a:endParaRPr lang="LID4096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B99BCC2-BE66-8ED0-3606-0973EF96F9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6356665" cy="685800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EE424505-ABF2-59EB-9E70-3415C7058F5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52286" y="2561063"/>
            <a:ext cx="3900312" cy="330073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2402B27-6515-E66B-ECE8-8649D02413D6}"/>
              </a:ext>
            </a:extLst>
          </p:cNvPr>
          <p:cNvSpPr txBox="1"/>
          <p:nvPr/>
        </p:nvSpPr>
        <p:spPr>
          <a:xfrm>
            <a:off x="3462919" y="5505403"/>
            <a:ext cx="502061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50" b="1"/>
              <a:t>etc...</a:t>
            </a:r>
            <a:endParaRPr lang="LID4096" sz="1050" b="1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AC056178-2C71-378B-FCCC-780412653A40}"/>
              </a:ext>
            </a:extLst>
          </p:cNvPr>
          <p:cNvSpPr/>
          <p:nvPr/>
        </p:nvSpPr>
        <p:spPr>
          <a:xfrm>
            <a:off x="3630256" y="2871989"/>
            <a:ext cx="1907659" cy="210355"/>
          </a:xfrm>
          <a:prstGeom prst="roundRect">
            <a:avLst/>
          </a:prstGeom>
          <a:noFill/>
          <a:ln w="2540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0901DF68-40C9-4ECB-E41D-AB5E6BC6B8D0}"/>
              </a:ext>
            </a:extLst>
          </p:cNvPr>
          <p:cNvSpPr/>
          <p:nvPr/>
        </p:nvSpPr>
        <p:spPr>
          <a:xfrm>
            <a:off x="146520" y="2518534"/>
            <a:ext cx="1907659" cy="210355"/>
          </a:xfrm>
          <a:prstGeom prst="roundRect">
            <a:avLst/>
          </a:prstGeom>
          <a:noFill/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9BCEB293-0C9E-F8FF-8D8D-4B134C3CC680}"/>
              </a:ext>
            </a:extLst>
          </p:cNvPr>
          <p:cNvGrpSpPr/>
          <p:nvPr/>
        </p:nvGrpSpPr>
        <p:grpSpPr>
          <a:xfrm>
            <a:off x="3953813" y="3294530"/>
            <a:ext cx="5142964" cy="1114339"/>
            <a:chOff x="3953813" y="3294530"/>
            <a:chExt cx="5142964" cy="1114339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96E41E32-69E2-96C0-597E-ACD81EE54D31}"/>
                </a:ext>
              </a:extLst>
            </p:cNvPr>
            <p:cNvSpPr/>
            <p:nvPr/>
          </p:nvSpPr>
          <p:spPr>
            <a:xfrm>
              <a:off x="3953813" y="3966694"/>
              <a:ext cx="764147" cy="442175"/>
            </a:xfrm>
            <a:prstGeom prst="rect">
              <a:avLst/>
            </a:prstGeom>
            <a:noFill/>
            <a:ln w="25400"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246F249D-E168-E570-3509-6A0D906859EB}"/>
                </a:ext>
              </a:extLst>
            </p:cNvPr>
            <p:cNvSpPr/>
            <p:nvPr/>
          </p:nvSpPr>
          <p:spPr>
            <a:xfrm>
              <a:off x="4323008" y="3541690"/>
              <a:ext cx="4773769" cy="699752"/>
            </a:xfrm>
            <a:custGeom>
              <a:avLst/>
              <a:gdLst>
                <a:gd name="csX0" fmla="*/ 0 w 4773769"/>
                <a:gd name="csY0" fmla="*/ 412124 h 699752"/>
                <a:gd name="csX1" fmla="*/ 0 w 4773769"/>
                <a:gd name="csY1" fmla="*/ 0 h 699752"/>
                <a:gd name="csX2" fmla="*/ 4292958 w 4773769"/>
                <a:gd name="csY2" fmla="*/ 0 h 699752"/>
                <a:gd name="csX3" fmla="*/ 4773769 w 4773769"/>
                <a:gd name="csY3" fmla="*/ 699752 h 6997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4773769" h="699752">
                  <a:moveTo>
                    <a:pt x="0" y="412124"/>
                  </a:moveTo>
                  <a:lnTo>
                    <a:pt x="0" y="0"/>
                  </a:lnTo>
                  <a:lnTo>
                    <a:pt x="4292958" y="0"/>
                  </a:lnTo>
                  <a:lnTo>
                    <a:pt x="4773769" y="699752"/>
                  </a:lnTo>
                </a:path>
              </a:pathLst>
            </a:custGeom>
            <a:noFill/>
            <a:ln>
              <a:solidFill>
                <a:schemeClr val="accent5">
                  <a:lumMod val="60000"/>
                  <a:lumOff val="40000"/>
                </a:schemeClr>
              </a:solidFill>
              <a:tailEnd type="triangle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E8344ACA-C871-4FF0-19D7-021905209043}"/>
                </a:ext>
              </a:extLst>
            </p:cNvPr>
            <p:cNvSpPr txBox="1"/>
            <p:nvPr/>
          </p:nvSpPr>
          <p:spPr>
            <a:xfrm>
              <a:off x="5552663" y="3294530"/>
              <a:ext cx="478016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50" b="1">
                  <a:solidFill>
                    <a:schemeClr val="accent5">
                      <a:lumMod val="75000"/>
                    </a:schemeClr>
                  </a:solidFill>
                </a:rPr>
                <a:t>pin 2</a:t>
              </a:r>
              <a:endParaRPr lang="LID4096" sz="1050" b="1">
                <a:solidFill>
                  <a:schemeClr val="accent5">
                    <a:lumMod val="75000"/>
                  </a:schemeClr>
                </a:solidFill>
              </a:endParaRPr>
            </a:p>
          </p:txBody>
        </p:sp>
      </p:grpSp>
      <p:sp>
        <p:nvSpPr>
          <p:cNvPr id="13" name="Rectangle 12">
            <a:extLst>
              <a:ext uri="{FF2B5EF4-FFF2-40B4-BE49-F238E27FC236}">
                <a16:creationId xmlns:a16="http://schemas.microsoft.com/office/drawing/2014/main" id="{F7C18010-BBCA-77F8-6376-CAD3A1C34BF4}"/>
              </a:ext>
            </a:extLst>
          </p:cNvPr>
          <p:cNvSpPr/>
          <p:nvPr/>
        </p:nvSpPr>
        <p:spPr>
          <a:xfrm>
            <a:off x="4009623" y="4228563"/>
            <a:ext cx="270456" cy="15454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1108944-EAB2-E283-7A97-E0F2912ECBA6}"/>
              </a:ext>
            </a:extLst>
          </p:cNvPr>
          <p:cNvSpPr/>
          <p:nvPr/>
        </p:nvSpPr>
        <p:spPr>
          <a:xfrm>
            <a:off x="4372376" y="4211428"/>
            <a:ext cx="323047" cy="15454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57CCEA3-4C67-39CC-DF47-9B7F34D36A16}"/>
              </a:ext>
            </a:extLst>
          </p:cNvPr>
          <p:cNvSpPr txBox="1"/>
          <p:nvPr/>
        </p:nvSpPr>
        <p:spPr>
          <a:xfrm>
            <a:off x="3987674" y="4163068"/>
            <a:ext cx="33855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10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00</a:t>
            </a:r>
            <a:endParaRPr lang="LID4096">
              <a:solidFill>
                <a:schemeClr val="accent1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7084478-8283-DEC2-B691-052CE706680D}"/>
              </a:ext>
            </a:extLst>
          </p:cNvPr>
          <p:cNvSpPr txBox="1"/>
          <p:nvPr/>
        </p:nvSpPr>
        <p:spPr>
          <a:xfrm>
            <a:off x="4364622" y="4155164"/>
            <a:ext cx="33855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100">
                <a:solidFill>
                  <a:schemeClr val="accent2">
                    <a:lumMod val="75000"/>
                  </a:schemeClr>
                </a:solidFill>
                <a:latin typeface="Consolas" panose="020B0609020204030204" pitchFamily="49" charset="0"/>
              </a:rPr>
              <a:t>10</a:t>
            </a:r>
            <a:endParaRPr lang="LID4096">
              <a:solidFill>
                <a:schemeClr val="accent2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0321932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D6218C-B8C6-9745-54FC-CF5C2C57E1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1">
            <a:extLst>
              <a:ext uri="{FF2B5EF4-FFF2-40B4-BE49-F238E27FC236}">
                <a16:creationId xmlns:a16="http://schemas.microsoft.com/office/drawing/2014/main" id="{97A28329-0410-BA27-A521-9A610F07BB34}"/>
              </a:ext>
            </a:extLst>
          </p:cNvPr>
          <p:cNvSpPr txBox="1">
            <a:spLocks/>
          </p:cNvSpPr>
          <p:nvPr/>
        </p:nvSpPr>
        <p:spPr>
          <a:xfrm>
            <a:off x="990600" y="5175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sv-SE"/>
              <a:t>Recap: Konfigurera som in- eller ut-pinne.</a:t>
            </a:r>
            <a:endParaRPr lang="LID4096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8B7A8B6-5E54-A144-F412-9785BB81A5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Konfigurera pinnar</a:t>
            </a:r>
            <a:endParaRPr lang="LID4096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20243D2-6019-B9D8-3C42-120E9A6D50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6356665" cy="685800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06F233F1-2D27-269A-7558-7C29193681D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52286" y="2561063"/>
            <a:ext cx="3900312" cy="330073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95C35C7-E7EC-BAAF-66DA-EBFCC6BE2542}"/>
              </a:ext>
            </a:extLst>
          </p:cNvPr>
          <p:cNvSpPr txBox="1"/>
          <p:nvPr/>
        </p:nvSpPr>
        <p:spPr>
          <a:xfrm>
            <a:off x="3462919" y="5505403"/>
            <a:ext cx="502061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50" b="1"/>
              <a:t>etc...</a:t>
            </a:r>
            <a:endParaRPr lang="LID4096" sz="1050" b="1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1B0E30C7-04B0-A26D-A6A3-FF10BB3638B4}"/>
              </a:ext>
            </a:extLst>
          </p:cNvPr>
          <p:cNvSpPr/>
          <p:nvPr/>
        </p:nvSpPr>
        <p:spPr>
          <a:xfrm>
            <a:off x="3580069" y="1944498"/>
            <a:ext cx="1907659" cy="210355"/>
          </a:xfrm>
          <a:prstGeom prst="roundRect">
            <a:avLst/>
          </a:prstGeom>
          <a:noFill/>
          <a:ln w="2540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9C9CF0E-E45F-9AAA-23D9-6E13B316E4C8}"/>
              </a:ext>
            </a:extLst>
          </p:cNvPr>
          <p:cNvSpPr/>
          <p:nvPr/>
        </p:nvSpPr>
        <p:spPr>
          <a:xfrm>
            <a:off x="155106" y="1839320"/>
            <a:ext cx="1907659" cy="210355"/>
          </a:xfrm>
          <a:prstGeom prst="roundRect">
            <a:avLst/>
          </a:prstGeom>
          <a:noFill/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CA3B694B-5268-0BA0-14CC-E3E2A7B32A1C}"/>
              </a:ext>
            </a:extLst>
          </p:cNvPr>
          <p:cNvGrpSpPr/>
          <p:nvPr/>
        </p:nvGrpSpPr>
        <p:grpSpPr>
          <a:xfrm>
            <a:off x="3953813" y="3294530"/>
            <a:ext cx="5142964" cy="1114339"/>
            <a:chOff x="3953813" y="3294530"/>
            <a:chExt cx="5142964" cy="1114339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D4E041D7-285F-AC88-CE27-2A42D25455DD}"/>
                </a:ext>
              </a:extLst>
            </p:cNvPr>
            <p:cNvSpPr/>
            <p:nvPr/>
          </p:nvSpPr>
          <p:spPr>
            <a:xfrm>
              <a:off x="3953813" y="3966694"/>
              <a:ext cx="764147" cy="442175"/>
            </a:xfrm>
            <a:prstGeom prst="rect">
              <a:avLst/>
            </a:prstGeom>
            <a:noFill/>
            <a:ln w="25400"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294A17EB-4191-C7A1-65B5-7633D64B2496}"/>
                </a:ext>
              </a:extLst>
            </p:cNvPr>
            <p:cNvSpPr/>
            <p:nvPr/>
          </p:nvSpPr>
          <p:spPr>
            <a:xfrm>
              <a:off x="4323008" y="3541690"/>
              <a:ext cx="4773769" cy="699752"/>
            </a:xfrm>
            <a:custGeom>
              <a:avLst/>
              <a:gdLst>
                <a:gd name="csX0" fmla="*/ 0 w 4773769"/>
                <a:gd name="csY0" fmla="*/ 412124 h 699752"/>
                <a:gd name="csX1" fmla="*/ 0 w 4773769"/>
                <a:gd name="csY1" fmla="*/ 0 h 699752"/>
                <a:gd name="csX2" fmla="*/ 4292958 w 4773769"/>
                <a:gd name="csY2" fmla="*/ 0 h 699752"/>
                <a:gd name="csX3" fmla="*/ 4773769 w 4773769"/>
                <a:gd name="csY3" fmla="*/ 699752 h 6997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4773769" h="699752">
                  <a:moveTo>
                    <a:pt x="0" y="412124"/>
                  </a:moveTo>
                  <a:lnTo>
                    <a:pt x="0" y="0"/>
                  </a:lnTo>
                  <a:lnTo>
                    <a:pt x="4292958" y="0"/>
                  </a:lnTo>
                  <a:lnTo>
                    <a:pt x="4773769" y="699752"/>
                  </a:lnTo>
                </a:path>
              </a:pathLst>
            </a:custGeom>
            <a:noFill/>
            <a:ln>
              <a:solidFill>
                <a:schemeClr val="accent5">
                  <a:lumMod val="60000"/>
                  <a:lumOff val="40000"/>
                </a:schemeClr>
              </a:solidFill>
              <a:tailEnd type="triangle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150B9EA7-954E-5E75-0FAF-9DE92E30EA9D}"/>
                </a:ext>
              </a:extLst>
            </p:cNvPr>
            <p:cNvSpPr txBox="1"/>
            <p:nvPr/>
          </p:nvSpPr>
          <p:spPr>
            <a:xfrm>
              <a:off x="5552663" y="3294530"/>
              <a:ext cx="478016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50" b="1">
                  <a:solidFill>
                    <a:schemeClr val="accent5">
                      <a:lumMod val="75000"/>
                    </a:schemeClr>
                  </a:solidFill>
                </a:rPr>
                <a:t>pin 2</a:t>
              </a:r>
              <a:endParaRPr lang="LID4096" sz="1050" b="1">
                <a:solidFill>
                  <a:schemeClr val="accent5">
                    <a:lumMod val="75000"/>
                  </a:schemeClr>
                </a:solidFill>
              </a:endParaRPr>
            </a:p>
          </p:txBody>
        </p:sp>
      </p:grpSp>
      <p:sp>
        <p:nvSpPr>
          <p:cNvPr id="13" name="Rectangle 12">
            <a:extLst>
              <a:ext uri="{FF2B5EF4-FFF2-40B4-BE49-F238E27FC236}">
                <a16:creationId xmlns:a16="http://schemas.microsoft.com/office/drawing/2014/main" id="{A035CA9F-1A62-3BEF-DF18-7C317BAE501D}"/>
              </a:ext>
            </a:extLst>
          </p:cNvPr>
          <p:cNvSpPr/>
          <p:nvPr/>
        </p:nvSpPr>
        <p:spPr>
          <a:xfrm>
            <a:off x="4009623" y="4228563"/>
            <a:ext cx="270456" cy="15454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EE3DDD2-3093-62C4-E6FB-8CA311889761}"/>
              </a:ext>
            </a:extLst>
          </p:cNvPr>
          <p:cNvSpPr/>
          <p:nvPr/>
        </p:nvSpPr>
        <p:spPr>
          <a:xfrm>
            <a:off x="4372376" y="4211428"/>
            <a:ext cx="323047" cy="15454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D10BF45-2A7F-E1E5-4221-09BE4620693B}"/>
              </a:ext>
            </a:extLst>
          </p:cNvPr>
          <p:cNvSpPr txBox="1"/>
          <p:nvPr/>
        </p:nvSpPr>
        <p:spPr>
          <a:xfrm>
            <a:off x="3987674" y="4163068"/>
            <a:ext cx="33855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10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01</a:t>
            </a:r>
            <a:endParaRPr lang="LID4096">
              <a:solidFill>
                <a:schemeClr val="accent1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867BBD3-559A-4E43-EEFC-364B180F7EBD}"/>
              </a:ext>
            </a:extLst>
          </p:cNvPr>
          <p:cNvSpPr txBox="1"/>
          <p:nvPr/>
        </p:nvSpPr>
        <p:spPr>
          <a:xfrm>
            <a:off x="4364622" y="4155164"/>
            <a:ext cx="33855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100">
                <a:solidFill>
                  <a:schemeClr val="accent2">
                    <a:lumMod val="75000"/>
                  </a:schemeClr>
                </a:solidFill>
                <a:latin typeface="Consolas" panose="020B0609020204030204" pitchFamily="49" charset="0"/>
              </a:rPr>
              <a:t>00</a:t>
            </a:r>
            <a:endParaRPr lang="LID4096">
              <a:solidFill>
                <a:schemeClr val="accent2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292896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FB4930-46C1-C266-96F3-0F8881B45F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Koppla in en knapp</a:t>
            </a:r>
            <a:endParaRPr lang="LID4096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83521FFE-2895-233E-C649-9B08AE9A8B0A}"/>
              </a:ext>
            </a:extLst>
          </p:cNvPr>
          <p:cNvGrpSpPr/>
          <p:nvPr/>
        </p:nvGrpSpPr>
        <p:grpSpPr>
          <a:xfrm rot="16200000">
            <a:off x="1617178" y="3002057"/>
            <a:ext cx="3095687" cy="2470259"/>
            <a:chOff x="436296" y="1927862"/>
            <a:chExt cx="5353797" cy="4272158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0E7AF576-E56F-A2B0-43E0-723EC27F8D9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36296" y="2545839"/>
              <a:ext cx="5353797" cy="2772162"/>
            </a:xfrm>
            <a:prstGeom prst="rect">
              <a:avLst/>
            </a:prstGeom>
          </p:spPr>
        </p:pic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D6AF6D22-5A5A-B65A-5C61-52BDFD370FC4}"/>
                </a:ext>
              </a:extLst>
            </p:cNvPr>
            <p:cNvSpPr/>
            <p:nvPr/>
          </p:nvSpPr>
          <p:spPr>
            <a:xfrm>
              <a:off x="1578586" y="3558540"/>
              <a:ext cx="3381375" cy="1402080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6827B7CE-E164-1797-D5F5-7DC6A12FE38B}"/>
                </a:ext>
              </a:extLst>
            </p:cNvPr>
            <p:cNvSpPr/>
            <p:nvPr/>
          </p:nvSpPr>
          <p:spPr>
            <a:xfrm>
              <a:off x="1436663" y="3406140"/>
              <a:ext cx="3787140" cy="259080"/>
            </a:xfrm>
            <a:custGeom>
              <a:avLst/>
              <a:gdLst>
                <a:gd name="connsiteX0" fmla="*/ 3406140 w 3825240"/>
                <a:gd name="connsiteY0" fmla="*/ 0 h 259080"/>
                <a:gd name="connsiteX1" fmla="*/ 0 w 3825240"/>
                <a:gd name="connsiteY1" fmla="*/ 68580 h 259080"/>
                <a:gd name="connsiteX2" fmla="*/ 228600 w 3825240"/>
                <a:gd name="connsiteY2" fmla="*/ 259080 h 259080"/>
                <a:gd name="connsiteX3" fmla="*/ 3825240 w 3825240"/>
                <a:gd name="connsiteY3" fmla="*/ 167640 h 259080"/>
                <a:gd name="connsiteX4" fmla="*/ 3406140 w 3825240"/>
                <a:gd name="connsiteY4" fmla="*/ 0 h 259080"/>
                <a:gd name="connsiteX0" fmla="*/ 3406140 w 3787140"/>
                <a:gd name="connsiteY0" fmla="*/ 0 h 259080"/>
                <a:gd name="connsiteX1" fmla="*/ 0 w 3787140"/>
                <a:gd name="connsiteY1" fmla="*/ 68580 h 259080"/>
                <a:gd name="connsiteX2" fmla="*/ 228600 w 3787140"/>
                <a:gd name="connsiteY2" fmla="*/ 259080 h 259080"/>
                <a:gd name="connsiteX3" fmla="*/ 3787140 w 3787140"/>
                <a:gd name="connsiteY3" fmla="*/ 153353 h 259080"/>
                <a:gd name="connsiteX4" fmla="*/ 3406140 w 3787140"/>
                <a:gd name="connsiteY4" fmla="*/ 0 h 2590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87140" h="259080">
                  <a:moveTo>
                    <a:pt x="3406140" y="0"/>
                  </a:moveTo>
                  <a:lnTo>
                    <a:pt x="0" y="68580"/>
                  </a:lnTo>
                  <a:lnTo>
                    <a:pt x="228600" y="259080"/>
                  </a:lnTo>
                  <a:lnTo>
                    <a:pt x="3787140" y="153353"/>
                  </a:lnTo>
                  <a:lnTo>
                    <a:pt x="3406140" y="0"/>
                  </a:lnTo>
                  <a:close/>
                </a:path>
              </a:pathLst>
            </a:cu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9A86DB6A-E6FC-611E-5869-C3831A32605F}"/>
                </a:ext>
              </a:extLst>
            </p:cNvPr>
            <p:cNvSpPr/>
            <p:nvPr/>
          </p:nvSpPr>
          <p:spPr>
            <a:xfrm>
              <a:off x="1459523" y="3482340"/>
              <a:ext cx="205740" cy="1714500"/>
            </a:xfrm>
            <a:custGeom>
              <a:avLst/>
              <a:gdLst>
                <a:gd name="connsiteX0" fmla="*/ 0 w 205740"/>
                <a:gd name="connsiteY0" fmla="*/ 0 h 1714500"/>
                <a:gd name="connsiteX1" fmla="*/ 30480 w 205740"/>
                <a:gd name="connsiteY1" fmla="*/ 1539240 h 1714500"/>
                <a:gd name="connsiteX2" fmla="*/ 205740 w 205740"/>
                <a:gd name="connsiteY2" fmla="*/ 1714500 h 1714500"/>
                <a:gd name="connsiteX3" fmla="*/ 198120 w 205740"/>
                <a:gd name="connsiteY3" fmla="*/ 167640 h 1714500"/>
                <a:gd name="connsiteX4" fmla="*/ 0 w 205740"/>
                <a:gd name="connsiteY4" fmla="*/ 0 h 1714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5740" h="1714500">
                  <a:moveTo>
                    <a:pt x="0" y="0"/>
                  </a:moveTo>
                  <a:lnTo>
                    <a:pt x="30480" y="1539240"/>
                  </a:lnTo>
                  <a:lnTo>
                    <a:pt x="205740" y="1714500"/>
                  </a:lnTo>
                  <a:lnTo>
                    <a:pt x="198120" y="1676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C436FC1-4345-4F07-CCDA-5136F94E950A}"/>
                </a:ext>
              </a:extLst>
            </p:cNvPr>
            <p:cNvSpPr/>
            <p:nvPr/>
          </p:nvSpPr>
          <p:spPr>
            <a:xfrm>
              <a:off x="1657643" y="3558540"/>
              <a:ext cx="3596640" cy="1653540"/>
            </a:xfrm>
            <a:custGeom>
              <a:avLst/>
              <a:gdLst>
                <a:gd name="connsiteX0" fmla="*/ 0 w 3680460"/>
                <a:gd name="connsiteY0" fmla="*/ 1653540 h 1653540"/>
                <a:gd name="connsiteX1" fmla="*/ 1463040 w 3680460"/>
                <a:gd name="connsiteY1" fmla="*/ 1592580 h 1653540"/>
                <a:gd name="connsiteX2" fmla="*/ 1463040 w 3680460"/>
                <a:gd name="connsiteY2" fmla="*/ 1417320 h 1653540"/>
                <a:gd name="connsiteX3" fmla="*/ 182880 w 3680460"/>
                <a:gd name="connsiteY3" fmla="*/ 1478280 h 1653540"/>
                <a:gd name="connsiteX4" fmla="*/ 160020 w 3680460"/>
                <a:gd name="connsiteY4" fmla="*/ 266700 h 1653540"/>
                <a:gd name="connsiteX5" fmla="*/ 3474720 w 3680460"/>
                <a:gd name="connsiteY5" fmla="*/ 160020 h 1653540"/>
                <a:gd name="connsiteX6" fmla="*/ 3467100 w 3680460"/>
                <a:gd name="connsiteY6" fmla="*/ 1424940 h 1653540"/>
                <a:gd name="connsiteX7" fmla="*/ 2278380 w 3680460"/>
                <a:gd name="connsiteY7" fmla="*/ 1432560 h 1653540"/>
                <a:gd name="connsiteX8" fmla="*/ 2263140 w 3680460"/>
                <a:gd name="connsiteY8" fmla="*/ 1584960 h 1653540"/>
                <a:gd name="connsiteX9" fmla="*/ 3680460 w 3680460"/>
                <a:gd name="connsiteY9" fmla="*/ 1546860 h 1653540"/>
                <a:gd name="connsiteX10" fmla="*/ 3589020 w 3680460"/>
                <a:gd name="connsiteY10" fmla="*/ 0 h 1653540"/>
                <a:gd name="connsiteX11" fmla="*/ 0 w 3680460"/>
                <a:gd name="connsiteY11" fmla="*/ 91440 h 1653540"/>
                <a:gd name="connsiteX12" fmla="*/ 0 w 3680460"/>
                <a:gd name="connsiteY12" fmla="*/ 1653540 h 1653540"/>
                <a:gd name="connsiteX0" fmla="*/ 0 w 3649980"/>
                <a:gd name="connsiteY0" fmla="*/ 1653540 h 1653540"/>
                <a:gd name="connsiteX1" fmla="*/ 1463040 w 3649980"/>
                <a:gd name="connsiteY1" fmla="*/ 1592580 h 1653540"/>
                <a:gd name="connsiteX2" fmla="*/ 1463040 w 3649980"/>
                <a:gd name="connsiteY2" fmla="*/ 1417320 h 1653540"/>
                <a:gd name="connsiteX3" fmla="*/ 182880 w 3649980"/>
                <a:gd name="connsiteY3" fmla="*/ 1478280 h 1653540"/>
                <a:gd name="connsiteX4" fmla="*/ 160020 w 3649980"/>
                <a:gd name="connsiteY4" fmla="*/ 266700 h 1653540"/>
                <a:gd name="connsiteX5" fmla="*/ 3474720 w 3649980"/>
                <a:gd name="connsiteY5" fmla="*/ 160020 h 1653540"/>
                <a:gd name="connsiteX6" fmla="*/ 3467100 w 3649980"/>
                <a:gd name="connsiteY6" fmla="*/ 1424940 h 1653540"/>
                <a:gd name="connsiteX7" fmla="*/ 2278380 w 3649980"/>
                <a:gd name="connsiteY7" fmla="*/ 1432560 h 1653540"/>
                <a:gd name="connsiteX8" fmla="*/ 2263140 w 3649980"/>
                <a:gd name="connsiteY8" fmla="*/ 1584960 h 1653540"/>
                <a:gd name="connsiteX9" fmla="*/ 3649980 w 3649980"/>
                <a:gd name="connsiteY9" fmla="*/ 1554480 h 1653540"/>
                <a:gd name="connsiteX10" fmla="*/ 3589020 w 3649980"/>
                <a:gd name="connsiteY10" fmla="*/ 0 h 1653540"/>
                <a:gd name="connsiteX11" fmla="*/ 0 w 3649980"/>
                <a:gd name="connsiteY11" fmla="*/ 91440 h 1653540"/>
                <a:gd name="connsiteX12" fmla="*/ 0 w 3649980"/>
                <a:gd name="connsiteY12" fmla="*/ 1653540 h 1653540"/>
                <a:gd name="connsiteX0" fmla="*/ 0 w 3596640"/>
                <a:gd name="connsiteY0" fmla="*/ 1653540 h 1653540"/>
                <a:gd name="connsiteX1" fmla="*/ 1463040 w 3596640"/>
                <a:gd name="connsiteY1" fmla="*/ 1592580 h 1653540"/>
                <a:gd name="connsiteX2" fmla="*/ 1463040 w 3596640"/>
                <a:gd name="connsiteY2" fmla="*/ 1417320 h 1653540"/>
                <a:gd name="connsiteX3" fmla="*/ 182880 w 3596640"/>
                <a:gd name="connsiteY3" fmla="*/ 1478280 h 1653540"/>
                <a:gd name="connsiteX4" fmla="*/ 160020 w 3596640"/>
                <a:gd name="connsiteY4" fmla="*/ 266700 h 1653540"/>
                <a:gd name="connsiteX5" fmla="*/ 3474720 w 3596640"/>
                <a:gd name="connsiteY5" fmla="*/ 160020 h 1653540"/>
                <a:gd name="connsiteX6" fmla="*/ 3467100 w 3596640"/>
                <a:gd name="connsiteY6" fmla="*/ 1424940 h 1653540"/>
                <a:gd name="connsiteX7" fmla="*/ 2278380 w 3596640"/>
                <a:gd name="connsiteY7" fmla="*/ 1432560 h 1653540"/>
                <a:gd name="connsiteX8" fmla="*/ 2263140 w 3596640"/>
                <a:gd name="connsiteY8" fmla="*/ 1584960 h 1653540"/>
                <a:gd name="connsiteX9" fmla="*/ 3596640 w 3596640"/>
                <a:gd name="connsiteY9" fmla="*/ 1546860 h 1653540"/>
                <a:gd name="connsiteX10" fmla="*/ 3589020 w 3596640"/>
                <a:gd name="connsiteY10" fmla="*/ 0 h 1653540"/>
                <a:gd name="connsiteX11" fmla="*/ 0 w 3596640"/>
                <a:gd name="connsiteY11" fmla="*/ 91440 h 1653540"/>
                <a:gd name="connsiteX12" fmla="*/ 0 w 3596640"/>
                <a:gd name="connsiteY12" fmla="*/ 1653540 h 165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6640" h="1653540">
                  <a:moveTo>
                    <a:pt x="0" y="1653540"/>
                  </a:moveTo>
                  <a:lnTo>
                    <a:pt x="1463040" y="1592580"/>
                  </a:lnTo>
                  <a:lnTo>
                    <a:pt x="1463040" y="1417320"/>
                  </a:lnTo>
                  <a:lnTo>
                    <a:pt x="182880" y="1478280"/>
                  </a:lnTo>
                  <a:lnTo>
                    <a:pt x="160020" y="266700"/>
                  </a:lnTo>
                  <a:lnTo>
                    <a:pt x="3474720" y="160020"/>
                  </a:lnTo>
                  <a:lnTo>
                    <a:pt x="3467100" y="1424940"/>
                  </a:lnTo>
                  <a:lnTo>
                    <a:pt x="2278380" y="1432560"/>
                  </a:lnTo>
                  <a:lnTo>
                    <a:pt x="2263140" y="1584960"/>
                  </a:lnTo>
                  <a:lnTo>
                    <a:pt x="3596640" y="1546860"/>
                  </a:lnTo>
                  <a:lnTo>
                    <a:pt x="3589020" y="0"/>
                  </a:lnTo>
                  <a:lnTo>
                    <a:pt x="0" y="91440"/>
                  </a:lnTo>
                  <a:lnTo>
                    <a:pt x="0" y="165354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E70A2A7E-4DC3-F818-6625-8722E0D73E3F}"/>
                </a:ext>
              </a:extLst>
            </p:cNvPr>
            <p:cNvSpPr/>
            <p:nvPr/>
          </p:nvSpPr>
          <p:spPr>
            <a:xfrm>
              <a:off x="1833379" y="3727133"/>
              <a:ext cx="3305175" cy="1312068"/>
            </a:xfrm>
            <a:custGeom>
              <a:avLst/>
              <a:gdLst>
                <a:gd name="connsiteX0" fmla="*/ 2943225 w 3305175"/>
                <a:gd name="connsiteY0" fmla="*/ 4762 h 1312068"/>
                <a:gd name="connsiteX1" fmla="*/ 2964657 w 3305175"/>
                <a:gd name="connsiteY1" fmla="*/ 1040606 h 1312068"/>
                <a:gd name="connsiteX2" fmla="*/ 0 w 3305175"/>
                <a:gd name="connsiteY2" fmla="*/ 1133475 h 1312068"/>
                <a:gd name="connsiteX3" fmla="*/ 7144 w 3305175"/>
                <a:gd name="connsiteY3" fmla="*/ 1312068 h 1312068"/>
                <a:gd name="connsiteX4" fmla="*/ 1290638 w 3305175"/>
                <a:gd name="connsiteY4" fmla="*/ 1254918 h 1312068"/>
                <a:gd name="connsiteX5" fmla="*/ 1362075 w 3305175"/>
                <a:gd name="connsiteY5" fmla="*/ 1202531 h 1312068"/>
                <a:gd name="connsiteX6" fmla="*/ 1431132 w 3305175"/>
                <a:gd name="connsiteY6" fmla="*/ 1185862 h 1312068"/>
                <a:gd name="connsiteX7" fmla="*/ 1735932 w 3305175"/>
                <a:gd name="connsiteY7" fmla="*/ 1171575 h 1312068"/>
                <a:gd name="connsiteX8" fmla="*/ 1902619 w 3305175"/>
                <a:gd name="connsiteY8" fmla="*/ 1178718 h 1312068"/>
                <a:gd name="connsiteX9" fmla="*/ 2100263 w 3305175"/>
                <a:gd name="connsiteY9" fmla="*/ 1264443 h 1312068"/>
                <a:gd name="connsiteX10" fmla="*/ 3300413 w 3305175"/>
                <a:gd name="connsiteY10" fmla="*/ 1257300 h 1312068"/>
                <a:gd name="connsiteX11" fmla="*/ 3305175 w 3305175"/>
                <a:gd name="connsiteY11" fmla="*/ 0 h 1312068"/>
                <a:gd name="connsiteX12" fmla="*/ 2943225 w 3305175"/>
                <a:gd name="connsiteY12" fmla="*/ 4762 h 1312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305175" h="1312068">
                  <a:moveTo>
                    <a:pt x="2943225" y="4762"/>
                  </a:moveTo>
                  <a:lnTo>
                    <a:pt x="2964657" y="1040606"/>
                  </a:lnTo>
                  <a:lnTo>
                    <a:pt x="0" y="1133475"/>
                  </a:lnTo>
                  <a:lnTo>
                    <a:pt x="7144" y="1312068"/>
                  </a:lnTo>
                  <a:lnTo>
                    <a:pt x="1290638" y="1254918"/>
                  </a:lnTo>
                  <a:lnTo>
                    <a:pt x="1362075" y="1202531"/>
                  </a:lnTo>
                  <a:lnTo>
                    <a:pt x="1431132" y="1185862"/>
                  </a:lnTo>
                  <a:lnTo>
                    <a:pt x="1735932" y="1171575"/>
                  </a:lnTo>
                  <a:lnTo>
                    <a:pt x="1902619" y="1178718"/>
                  </a:lnTo>
                  <a:lnTo>
                    <a:pt x="2100263" y="1264443"/>
                  </a:lnTo>
                  <a:lnTo>
                    <a:pt x="3300413" y="1257300"/>
                  </a:lnTo>
                  <a:cubicBezTo>
                    <a:pt x="3302000" y="838200"/>
                    <a:pt x="3303588" y="419100"/>
                    <a:pt x="3305175" y="0"/>
                  </a:cubicBezTo>
                  <a:lnTo>
                    <a:pt x="2943225" y="4762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5C423AEE-515A-313A-7C91-AFDA48CD5CE0}"/>
                </a:ext>
              </a:extLst>
            </p:cNvPr>
            <p:cNvSpPr/>
            <p:nvPr/>
          </p:nvSpPr>
          <p:spPr>
            <a:xfrm>
              <a:off x="3119254" y="4896326"/>
              <a:ext cx="819150" cy="247650"/>
            </a:xfrm>
            <a:custGeom>
              <a:avLst/>
              <a:gdLst>
                <a:gd name="connsiteX0" fmla="*/ 802482 w 819150"/>
                <a:gd name="connsiteY0" fmla="*/ 242888 h 247650"/>
                <a:gd name="connsiteX1" fmla="*/ 588169 w 819150"/>
                <a:gd name="connsiteY1" fmla="*/ 116682 h 247650"/>
                <a:gd name="connsiteX2" fmla="*/ 452438 w 819150"/>
                <a:gd name="connsiteY2" fmla="*/ 95250 h 247650"/>
                <a:gd name="connsiteX3" fmla="*/ 192882 w 819150"/>
                <a:gd name="connsiteY3" fmla="*/ 92869 h 247650"/>
                <a:gd name="connsiteX4" fmla="*/ 76200 w 819150"/>
                <a:gd name="connsiteY4" fmla="*/ 140494 h 247650"/>
                <a:gd name="connsiteX5" fmla="*/ 11907 w 819150"/>
                <a:gd name="connsiteY5" fmla="*/ 247650 h 247650"/>
                <a:gd name="connsiteX6" fmla="*/ 0 w 819150"/>
                <a:gd name="connsiteY6" fmla="*/ 85725 h 247650"/>
                <a:gd name="connsiteX7" fmla="*/ 76200 w 819150"/>
                <a:gd name="connsiteY7" fmla="*/ 33338 h 247650"/>
                <a:gd name="connsiteX8" fmla="*/ 173832 w 819150"/>
                <a:gd name="connsiteY8" fmla="*/ 14288 h 247650"/>
                <a:gd name="connsiteX9" fmla="*/ 469107 w 819150"/>
                <a:gd name="connsiteY9" fmla="*/ 0 h 247650"/>
                <a:gd name="connsiteX10" fmla="*/ 616744 w 819150"/>
                <a:gd name="connsiteY10" fmla="*/ 14288 h 247650"/>
                <a:gd name="connsiteX11" fmla="*/ 819150 w 819150"/>
                <a:gd name="connsiteY11" fmla="*/ 95250 h 247650"/>
                <a:gd name="connsiteX12" fmla="*/ 802482 w 819150"/>
                <a:gd name="connsiteY12" fmla="*/ 242888 h 247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19150" h="247650">
                  <a:moveTo>
                    <a:pt x="802482" y="242888"/>
                  </a:moveTo>
                  <a:lnTo>
                    <a:pt x="588169" y="116682"/>
                  </a:lnTo>
                  <a:lnTo>
                    <a:pt x="452438" y="95250"/>
                  </a:lnTo>
                  <a:lnTo>
                    <a:pt x="192882" y="92869"/>
                  </a:lnTo>
                  <a:lnTo>
                    <a:pt x="76200" y="140494"/>
                  </a:lnTo>
                  <a:lnTo>
                    <a:pt x="11907" y="247650"/>
                  </a:lnTo>
                  <a:lnTo>
                    <a:pt x="0" y="85725"/>
                  </a:lnTo>
                  <a:lnTo>
                    <a:pt x="76200" y="33338"/>
                  </a:lnTo>
                  <a:lnTo>
                    <a:pt x="173832" y="14288"/>
                  </a:lnTo>
                  <a:lnTo>
                    <a:pt x="469107" y="0"/>
                  </a:lnTo>
                  <a:lnTo>
                    <a:pt x="616744" y="14288"/>
                  </a:lnTo>
                  <a:lnTo>
                    <a:pt x="819150" y="95250"/>
                  </a:lnTo>
                  <a:lnTo>
                    <a:pt x="802482" y="242888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51128A8F-27A7-A5B5-91B7-93EBD8E742C8}"/>
                </a:ext>
              </a:extLst>
            </p:cNvPr>
            <p:cNvGrpSpPr/>
            <p:nvPr/>
          </p:nvGrpSpPr>
          <p:grpSpPr>
            <a:xfrm>
              <a:off x="4243204" y="4020026"/>
              <a:ext cx="209550" cy="157163"/>
              <a:chOff x="6669881" y="4393406"/>
              <a:chExt cx="209550" cy="157163"/>
            </a:xfrm>
          </p:grpSpPr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1B56A423-D097-3B23-3FBD-1DB74741D093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1" name="Freeform: Shape 60">
                <a:extLst>
                  <a:ext uri="{FF2B5EF4-FFF2-40B4-BE49-F238E27FC236}">
                    <a16:creationId xmlns:a16="http://schemas.microsoft.com/office/drawing/2014/main" id="{3D86E30C-7F84-985B-0259-3AE33FFCEE43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3509D8C7-31B9-BA78-C1B0-DD6CA36B45E1}"/>
                </a:ext>
              </a:extLst>
            </p:cNvPr>
            <p:cNvGrpSpPr/>
            <p:nvPr/>
          </p:nvGrpSpPr>
          <p:grpSpPr>
            <a:xfrm>
              <a:off x="3797910" y="4050982"/>
              <a:ext cx="209550" cy="157163"/>
              <a:chOff x="6669881" y="4393406"/>
              <a:chExt cx="209550" cy="157163"/>
            </a:xfrm>
          </p:grpSpPr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205E26A9-BD75-9752-F064-1F28E3FDD812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9" name="Freeform: Shape 58">
                <a:extLst>
                  <a:ext uri="{FF2B5EF4-FFF2-40B4-BE49-F238E27FC236}">
                    <a16:creationId xmlns:a16="http://schemas.microsoft.com/office/drawing/2014/main" id="{904B6702-3379-BEE7-FF7A-94A86DD0F046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04157860-DCE8-2F8B-8000-C31B8B499332}"/>
                </a:ext>
              </a:extLst>
            </p:cNvPr>
            <p:cNvGrpSpPr/>
            <p:nvPr/>
          </p:nvGrpSpPr>
          <p:grpSpPr>
            <a:xfrm>
              <a:off x="3352616" y="4081938"/>
              <a:ext cx="209550" cy="157163"/>
              <a:chOff x="6669881" y="4393406"/>
              <a:chExt cx="209550" cy="157163"/>
            </a:xfrm>
          </p:grpSpPr>
          <p:sp>
            <p:nvSpPr>
              <p:cNvPr id="56" name="Rectangle 55">
                <a:extLst>
                  <a:ext uri="{FF2B5EF4-FFF2-40B4-BE49-F238E27FC236}">
                    <a16:creationId xmlns:a16="http://schemas.microsoft.com/office/drawing/2014/main" id="{773ED612-763A-FED1-E3B2-4B8D3642FF39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7" name="Freeform: Shape 56">
                <a:extLst>
                  <a:ext uri="{FF2B5EF4-FFF2-40B4-BE49-F238E27FC236}">
                    <a16:creationId xmlns:a16="http://schemas.microsoft.com/office/drawing/2014/main" id="{143F5D6B-A77C-D1E1-CA14-5188FD5B0F5D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9D46C261-48B9-5CAE-F281-D2516B65C08D}"/>
                </a:ext>
              </a:extLst>
            </p:cNvPr>
            <p:cNvGrpSpPr/>
            <p:nvPr/>
          </p:nvGrpSpPr>
          <p:grpSpPr>
            <a:xfrm>
              <a:off x="2851360" y="4093844"/>
              <a:ext cx="209550" cy="157163"/>
              <a:chOff x="6669881" y="4393406"/>
              <a:chExt cx="209550" cy="157163"/>
            </a:xfrm>
          </p:grpSpPr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A1D9CFC9-C6D9-3682-FB44-694939DE91AB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5" name="Freeform: Shape 54">
                <a:extLst>
                  <a:ext uri="{FF2B5EF4-FFF2-40B4-BE49-F238E27FC236}">
                    <a16:creationId xmlns:a16="http://schemas.microsoft.com/office/drawing/2014/main" id="{D5BC4AFC-6FCA-68A3-08AE-B7FF67513910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4738AB4A-2F07-819D-BC97-398D12637D2B}"/>
                </a:ext>
              </a:extLst>
            </p:cNvPr>
            <p:cNvGrpSpPr/>
            <p:nvPr/>
          </p:nvGrpSpPr>
          <p:grpSpPr>
            <a:xfrm>
              <a:off x="2345112" y="4113567"/>
              <a:ext cx="209550" cy="157163"/>
              <a:chOff x="6669881" y="4393406"/>
              <a:chExt cx="209550" cy="157163"/>
            </a:xfrm>
          </p:grpSpPr>
          <p:sp>
            <p:nvSpPr>
              <p:cNvPr id="52" name="Rectangle 51">
                <a:extLst>
                  <a:ext uri="{FF2B5EF4-FFF2-40B4-BE49-F238E27FC236}">
                    <a16:creationId xmlns:a16="http://schemas.microsoft.com/office/drawing/2014/main" id="{BC9F1AF7-ED07-0783-7980-C11A2935FE4B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3" name="Freeform: Shape 52">
                <a:extLst>
                  <a:ext uri="{FF2B5EF4-FFF2-40B4-BE49-F238E27FC236}">
                    <a16:creationId xmlns:a16="http://schemas.microsoft.com/office/drawing/2014/main" id="{1AA09995-8EA1-8C33-62D2-7EA275AE5BA7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35A446A5-77E1-CC3F-1ADC-B576D3D1351E}"/>
                </a:ext>
              </a:extLst>
            </p:cNvPr>
            <p:cNvGrpSpPr/>
            <p:nvPr/>
          </p:nvGrpSpPr>
          <p:grpSpPr>
            <a:xfrm>
              <a:off x="2333205" y="4520758"/>
              <a:ext cx="209550" cy="157163"/>
              <a:chOff x="6669881" y="4393406"/>
              <a:chExt cx="209550" cy="157163"/>
            </a:xfrm>
          </p:grpSpPr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6F2004D2-E88D-1033-3982-3F40755FC821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1" name="Freeform: Shape 50">
                <a:extLst>
                  <a:ext uri="{FF2B5EF4-FFF2-40B4-BE49-F238E27FC236}">
                    <a16:creationId xmlns:a16="http://schemas.microsoft.com/office/drawing/2014/main" id="{71A0560A-96C9-028B-5A4F-B93CECB09B8C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52C9C8D9-4229-6615-86C9-3C32303D040A}"/>
                </a:ext>
              </a:extLst>
            </p:cNvPr>
            <p:cNvGrpSpPr/>
            <p:nvPr/>
          </p:nvGrpSpPr>
          <p:grpSpPr>
            <a:xfrm>
              <a:off x="2848977" y="4506471"/>
              <a:ext cx="209550" cy="157163"/>
              <a:chOff x="6669881" y="4393406"/>
              <a:chExt cx="209550" cy="157163"/>
            </a:xfrm>
          </p:grpSpPr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E41B23B9-47B9-632F-0DED-829FAD79A7F5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9" name="Freeform: Shape 48">
                <a:extLst>
                  <a:ext uri="{FF2B5EF4-FFF2-40B4-BE49-F238E27FC236}">
                    <a16:creationId xmlns:a16="http://schemas.microsoft.com/office/drawing/2014/main" id="{6013F982-8967-E4B5-4D97-2AFF102D803E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3D3A8BE8-DB31-ACC0-1EAD-D46D2B9BBC3A}"/>
                </a:ext>
              </a:extLst>
            </p:cNvPr>
            <p:cNvGrpSpPr/>
            <p:nvPr/>
          </p:nvGrpSpPr>
          <p:grpSpPr>
            <a:xfrm>
              <a:off x="3359757" y="4500001"/>
              <a:ext cx="209550" cy="157163"/>
              <a:chOff x="6669881" y="4393406"/>
              <a:chExt cx="209550" cy="157163"/>
            </a:xfrm>
          </p:grpSpPr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B700C3D8-556B-233C-6258-9EEAA06F732D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7" name="Freeform: Shape 46">
                <a:extLst>
                  <a:ext uri="{FF2B5EF4-FFF2-40B4-BE49-F238E27FC236}">
                    <a16:creationId xmlns:a16="http://schemas.microsoft.com/office/drawing/2014/main" id="{BC498DBF-E08B-0722-4C02-486B0BA89F5D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845E9425-ABB0-853B-3864-48F747054D3C}"/>
                </a:ext>
              </a:extLst>
            </p:cNvPr>
            <p:cNvGrpSpPr/>
            <p:nvPr/>
          </p:nvGrpSpPr>
          <p:grpSpPr>
            <a:xfrm>
              <a:off x="3828863" y="4505748"/>
              <a:ext cx="209550" cy="157163"/>
              <a:chOff x="6669881" y="4393406"/>
              <a:chExt cx="209550" cy="157163"/>
            </a:xfrm>
          </p:grpSpPr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4391AE85-FB48-34D3-8BC5-83CE9D63A378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5" name="Freeform: Shape 44">
                <a:extLst>
                  <a:ext uri="{FF2B5EF4-FFF2-40B4-BE49-F238E27FC236}">
                    <a16:creationId xmlns:a16="http://schemas.microsoft.com/office/drawing/2014/main" id="{CCB98508-337C-1CC5-D142-AE101330AAC7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A0852903-5889-9C02-909A-A99BAB9753AF}"/>
                </a:ext>
              </a:extLst>
            </p:cNvPr>
            <p:cNvGrpSpPr/>
            <p:nvPr/>
          </p:nvGrpSpPr>
          <p:grpSpPr>
            <a:xfrm>
              <a:off x="4271771" y="4495238"/>
              <a:ext cx="209550" cy="157163"/>
              <a:chOff x="6669881" y="4393406"/>
              <a:chExt cx="209550" cy="157163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70DA1B1-E9BE-6CA6-ACCF-7C44D46F31DD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3" name="Freeform: Shape 42">
                <a:extLst>
                  <a:ext uri="{FF2B5EF4-FFF2-40B4-BE49-F238E27FC236}">
                    <a16:creationId xmlns:a16="http://schemas.microsoft.com/office/drawing/2014/main" id="{AC29B083-CDC3-FAD0-5AB2-BB4761991C67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B7DF9120-23CA-FC38-4761-FBDBA423F172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908657" y="5300061"/>
              <a:ext cx="1003434" cy="1889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F015AA34-0EE4-90FE-A637-86B57D209FBD}"/>
                </a:ext>
              </a:extLst>
            </p:cNvPr>
            <p:cNvSpPr txBox="1"/>
            <p:nvPr/>
          </p:nvSpPr>
          <p:spPr>
            <a:xfrm rot="5400000">
              <a:off x="2135199" y="5589007"/>
              <a:ext cx="796202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GND</a:t>
              </a:r>
              <a:endParaRPr lang="LID4096" sz="1000" b="1" dirty="0"/>
            </a:p>
          </p:txBody>
        </p: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F0F391A5-BFCF-8F53-5D3E-0E668A279025}"/>
                </a:ext>
              </a:extLst>
            </p:cNvPr>
            <p:cNvCxnSpPr>
              <a:cxnSpLocks/>
            </p:cNvCxnSpPr>
            <p:nvPr/>
          </p:nvCxnSpPr>
          <p:spPr>
            <a:xfrm>
              <a:off x="4334743" y="2222017"/>
              <a:ext cx="27524" cy="1673166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C044791D-542F-3061-5543-9B0235C83F5D}"/>
                </a:ext>
              </a:extLst>
            </p:cNvPr>
            <p:cNvSpPr txBox="1"/>
            <p:nvPr/>
          </p:nvSpPr>
          <p:spPr>
            <a:xfrm rot="5400000">
              <a:off x="4125363" y="2102273"/>
              <a:ext cx="760164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3.3V</a:t>
              </a:r>
              <a:endParaRPr lang="LID4096" sz="1000" b="1" dirty="0"/>
            </a:p>
          </p:txBody>
        </p: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21D3059B-C944-D63D-969F-E70C4696F686}"/>
                </a:ext>
              </a:extLst>
            </p:cNvPr>
            <p:cNvCxnSpPr>
              <a:cxnSpLocks/>
            </p:cNvCxnSpPr>
            <p:nvPr/>
          </p:nvCxnSpPr>
          <p:spPr>
            <a:xfrm>
              <a:off x="2399207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0D92F527-56E3-3DE1-6DE9-6312EEAC1786}"/>
                </a:ext>
              </a:extLst>
            </p:cNvPr>
            <p:cNvSpPr txBox="1"/>
            <p:nvPr/>
          </p:nvSpPr>
          <p:spPr>
            <a:xfrm rot="5400000">
              <a:off x="2162151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bit0</a:t>
              </a:r>
              <a:endParaRPr lang="LID4096" sz="1000" b="1" dirty="0"/>
            </a:p>
          </p:txBody>
        </p: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6527E805-7D67-AA3A-AF10-155E045D35FC}"/>
                </a:ext>
              </a:extLst>
            </p:cNvPr>
            <p:cNvCxnSpPr>
              <a:cxnSpLocks/>
            </p:cNvCxnSpPr>
            <p:nvPr/>
          </p:nvCxnSpPr>
          <p:spPr>
            <a:xfrm>
              <a:off x="2934442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C11B0987-4E86-CE49-1A9E-0BDCC1A09D9A}"/>
                </a:ext>
              </a:extLst>
            </p:cNvPr>
            <p:cNvSpPr txBox="1"/>
            <p:nvPr/>
          </p:nvSpPr>
          <p:spPr>
            <a:xfrm rot="5400000">
              <a:off x="2764068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bit2</a:t>
              </a:r>
              <a:endParaRPr lang="LID4096" sz="1000" b="1" dirty="0"/>
            </a:p>
          </p:txBody>
        </p: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CA269ACD-FAD5-4818-8216-6492533AD73E}"/>
                </a:ext>
              </a:extLst>
            </p:cNvPr>
            <p:cNvCxnSpPr>
              <a:cxnSpLocks/>
            </p:cNvCxnSpPr>
            <p:nvPr/>
          </p:nvCxnSpPr>
          <p:spPr>
            <a:xfrm>
              <a:off x="3453714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61A57BD9-99AD-6F23-53C3-34DB09ECB2C1}"/>
                </a:ext>
              </a:extLst>
            </p:cNvPr>
            <p:cNvSpPr txBox="1"/>
            <p:nvPr/>
          </p:nvSpPr>
          <p:spPr>
            <a:xfrm rot="5400000">
              <a:off x="3213817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bit4</a:t>
              </a:r>
              <a:endParaRPr lang="LID4096" sz="1000" b="1" dirty="0"/>
            </a:p>
          </p:txBody>
        </p: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A89F4DBC-A06D-C2C9-5E8D-8C9D63E14750}"/>
                </a:ext>
              </a:extLst>
            </p:cNvPr>
            <p:cNvCxnSpPr>
              <a:cxnSpLocks/>
            </p:cNvCxnSpPr>
            <p:nvPr/>
          </p:nvCxnSpPr>
          <p:spPr>
            <a:xfrm>
              <a:off x="3907991" y="2335991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E8E949EB-23A4-3545-B3C9-1646FBCA1383}"/>
                </a:ext>
              </a:extLst>
            </p:cNvPr>
            <p:cNvSpPr txBox="1"/>
            <p:nvPr/>
          </p:nvSpPr>
          <p:spPr>
            <a:xfrm rot="5400000">
              <a:off x="3664934" y="206730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bit6</a:t>
              </a:r>
              <a:endParaRPr lang="LID4096" sz="1000" b="1" dirty="0"/>
            </a:p>
          </p:txBody>
        </p: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03FF80EC-6DEB-E5B7-CB0F-A1D8DD163EA2}"/>
                </a:ext>
              </a:extLst>
            </p:cNvPr>
            <p:cNvCxnSpPr>
              <a:cxnSpLocks/>
            </p:cNvCxnSpPr>
            <p:nvPr/>
          </p:nvCxnSpPr>
          <p:spPr>
            <a:xfrm>
              <a:off x="2920379" y="4745914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F82C08B3-DF25-FD21-46C4-8AB9365AF898}"/>
                </a:ext>
              </a:extLst>
            </p:cNvPr>
            <p:cNvSpPr txBox="1"/>
            <p:nvPr/>
          </p:nvSpPr>
          <p:spPr>
            <a:xfrm rot="5400000">
              <a:off x="2684413" y="559553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bit1</a:t>
              </a:r>
              <a:endParaRPr lang="LID4096" sz="1000" b="1" dirty="0"/>
            </a:p>
          </p:txBody>
        </p: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9153BEB1-5981-DA6B-A180-06D65DFFE028}"/>
                </a:ext>
              </a:extLst>
            </p:cNvPr>
            <p:cNvCxnSpPr>
              <a:cxnSpLocks/>
            </p:cNvCxnSpPr>
            <p:nvPr/>
          </p:nvCxnSpPr>
          <p:spPr>
            <a:xfrm>
              <a:off x="3436440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6DDE375A-5996-66F4-4B3C-A06E16E7CFBD}"/>
                </a:ext>
              </a:extLst>
            </p:cNvPr>
            <p:cNvSpPr txBox="1"/>
            <p:nvPr/>
          </p:nvSpPr>
          <p:spPr>
            <a:xfrm rot="5400000">
              <a:off x="3200473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bit3</a:t>
              </a:r>
              <a:endParaRPr lang="LID4096" sz="1000" b="1" dirty="0"/>
            </a:p>
          </p:txBody>
        </p: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175124F7-328C-4DD7-0A17-82960F23FFDA}"/>
                </a:ext>
              </a:extLst>
            </p:cNvPr>
            <p:cNvCxnSpPr>
              <a:cxnSpLocks/>
            </p:cNvCxnSpPr>
            <p:nvPr/>
          </p:nvCxnSpPr>
          <p:spPr>
            <a:xfrm>
              <a:off x="3918887" y="4744900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1C851486-ECE7-EDB9-A992-6E55E96A1FF2}"/>
                </a:ext>
              </a:extLst>
            </p:cNvPr>
            <p:cNvSpPr txBox="1"/>
            <p:nvPr/>
          </p:nvSpPr>
          <p:spPr>
            <a:xfrm rot="5400000">
              <a:off x="3682921" y="5594528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bit5</a:t>
              </a:r>
              <a:endParaRPr lang="LID4096" sz="1000" b="1" dirty="0"/>
            </a:p>
          </p:txBody>
        </p: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CBDFB45B-963D-79F8-D92D-564FCF8C16C0}"/>
                </a:ext>
              </a:extLst>
            </p:cNvPr>
            <p:cNvCxnSpPr>
              <a:cxnSpLocks/>
            </p:cNvCxnSpPr>
            <p:nvPr/>
          </p:nvCxnSpPr>
          <p:spPr>
            <a:xfrm>
              <a:off x="4372042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6CC83829-C97C-24A7-D1BD-C49D5D5BCFB3}"/>
                </a:ext>
              </a:extLst>
            </p:cNvPr>
            <p:cNvSpPr txBox="1"/>
            <p:nvPr/>
          </p:nvSpPr>
          <p:spPr>
            <a:xfrm rot="5400000">
              <a:off x="4136075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bit7</a:t>
              </a:r>
              <a:endParaRPr lang="LID4096" sz="1000" b="1" dirty="0"/>
            </a:p>
          </p:txBody>
        </p:sp>
      </p:grp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FD2F9F7A-CFA5-0C2E-CA38-3356ABA04381}"/>
              </a:ext>
            </a:extLst>
          </p:cNvPr>
          <p:cNvSpPr/>
          <p:nvPr/>
        </p:nvSpPr>
        <p:spPr>
          <a:xfrm flipH="1">
            <a:off x="8941226" y="4501306"/>
            <a:ext cx="617210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35F777BB-3306-2BC2-11A1-543AD71E9321}"/>
              </a:ext>
            </a:extLst>
          </p:cNvPr>
          <p:cNvSpPr/>
          <p:nvPr/>
        </p:nvSpPr>
        <p:spPr>
          <a:xfrm>
            <a:off x="7994798" y="4503739"/>
            <a:ext cx="659869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2E35A296-4494-3D06-662E-9C93523346E9}"/>
              </a:ext>
            </a:extLst>
          </p:cNvPr>
          <p:cNvSpPr/>
          <p:nvPr/>
        </p:nvSpPr>
        <p:spPr>
          <a:xfrm>
            <a:off x="8751023" y="4020809"/>
            <a:ext cx="93846" cy="565768"/>
          </a:xfrm>
          <a:prstGeom prst="rect">
            <a:avLst/>
          </a:prstGeom>
          <a:solidFill>
            <a:sysClr val="windowText" lastClr="000000">
              <a:lumMod val="65000"/>
              <a:lumOff val="35000"/>
            </a:sysClr>
          </a:solidFill>
          <a:ln w="38100" cap="flat" cmpd="sng" algn="ctr">
            <a:solidFill>
              <a:sysClr val="windowText" lastClr="000000">
                <a:lumMod val="75000"/>
                <a:lumOff val="25000"/>
              </a:sys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5" name="Rectangle: Rounded Corners 64">
            <a:extLst>
              <a:ext uri="{FF2B5EF4-FFF2-40B4-BE49-F238E27FC236}">
                <a16:creationId xmlns:a16="http://schemas.microsoft.com/office/drawing/2014/main" id="{A339247C-9C64-1CD0-3548-0FB4E1DF93A6}"/>
              </a:ext>
            </a:extLst>
          </p:cNvPr>
          <p:cNvSpPr/>
          <p:nvPr/>
        </p:nvSpPr>
        <p:spPr>
          <a:xfrm>
            <a:off x="8423503" y="3136431"/>
            <a:ext cx="748889" cy="891084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66" name="Group 65">
            <a:extLst>
              <a:ext uri="{FF2B5EF4-FFF2-40B4-BE49-F238E27FC236}">
                <a16:creationId xmlns:a16="http://schemas.microsoft.com/office/drawing/2014/main" id="{39718CAD-EF09-968E-2576-466CF583F7DB}"/>
              </a:ext>
            </a:extLst>
          </p:cNvPr>
          <p:cNvGrpSpPr/>
          <p:nvPr/>
        </p:nvGrpSpPr>
        <p:grpSpPr>
          <a:xfrm>
            <a:off x="8474678" y="4027515"/>
            <a:ext cx="631874" cy="503488"/>
            <a:chOff x="5198211" y="3413816"/>
            <a:chExt cx="307830" cy="260468"/>
          </a:xfrm>
        </p:grpSpPr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872F6C69-3965-7B09-5D77-1BA3B46A7BFA}"/>
                </a:ext>
              </a:extLst>
            </p:cNvPr>
            <p:cNvSpPr/>
            <p:nvPr/>
          </p:nvSpPr>
          <p:spPr>
            <a:xfrm>
              <a:off x="5198211" y="341381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68" name="Freeform: Shape 67">
              <a:extLst>
                <a:ext uri="{FF2B5EF4-FFF2-40B4-BE49-F238E27FC236}">
                  <a16:creationId xmlns:a16="http://schemas.microsoft.com/office/drawing/2014/main" id="{7DF69F51-C339-818B-8448-EA485F03A145}"/>
                </a:ext>
              </a:extLst>
            </p:cNvPr>
            <p:cNvSpPr/>
            <p:nvPr/>
          </p:nvSpPr>
          <p:spPr>
            <a:xfrm>
              <a:off x="5205355" y="346144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69" name="Freeform: Shape 68">
              <a:extLst>
                <a:ext uri="{FF2B5EF4-FFF2-40B4-BE49-F238E27FC236}">
                  <a16:creationId xmlns:a16="http://schemas.microsoft.com/office/drawing/2014/main" id="{5C69D208-622B-99A3-4A60-4B01255EAF13}"/>
                </a:ext>
              </a:extLst>
            </p:cNvPr>
            <p:cNvSpPr/>
            <p:nvPr/>
          </p:nvSpPr>
          <p:spPr>
            <a:xfrm>
              <a:off x="5202974" y="350906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70" name="Freeform: Shape 69">
              <a:extLst>
                <a:ext uri="{FF2B5EF4-FFF2-40B4-BE49-F238E27FC236}">
                  <a16:creationId xmlns:a16="http://schemas.microsoft.com/office/drawing/2014/main" id="{2AF860E2-064B-3314-AA44-8BF5D5F56F73}"/>
                </a:ext>
              </a:extLst>
            </p:cNvPr>
            <p:cNvSpPr/>
            <p:nvPr/>
          </p:nvSpPr>
          <p:spPr>
            <a:xfrm>
              <a:off x="5200593" y="355669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8D929C8C-86EA-FEDD-C6AB-CE74A950B833}"/>
              </a:ext>
            </a:extLst>
          </p:cNvPr>
          <p:cNvCxnSpPr>
            <a:cxnSpLocks/>
          </p:cNvCxnSpPr>
          <p:nvPr/>
        </p:nvCxnSpPr>
        <p:spPr>
          <a:xfrm flipH="1">
            <a:off x="8572556" y="5005100"/>
            <a:ext cx="268837" cy="112423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F551EAF5-6035-ED9D-588D-3B30DB3CAB0D}"/>
              </a:ext>
            </a:extLst>
          </p:cNvPr>
          <p:cNvCxnSpPr>
            <a:cxnSpLocks/>
          </p:cNvCxnSpPr>
          <p:nvPr/>
        </p:nvCxnSpPr>
        <p:spPr>
          <a:xfrm flipH="1">
            <a:off x="8616604" y="5009987"/>
            <a:ext cx="381202" cy="147409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73" name="Freeform: Shape 72">
            <a:extLst>
              <a:ext uri="{FF2B5EF4-FFF2-40B4-BE49-F238E27FC236}">
                <a16:creationId xmlns:a16="http://schemas.microsoft.com/office/drawing/2014/main" id="{CC24022E-0F03-F1D7-2663-5E5795B5FF21}"/>
              </a:ext>
            </a:extLst>
          </p:cNvPr>
          <p:cNvSpPr/>
          <p:nvPr/>
        </p:nvSpPr>
        <p:spPr>
          <a:xfrm>
            <a:off x="8520602" y="3222442"/>
            <a:ext cx="140598" cy="381299"/>
          </a:xfrm>
          <a:custGeom>
            <a:avLst/>
            <a:gdLst>
              <a:gd name="connsiteX0" fmla="*/ 140598 w 140598"/>
              <a:gd name="connsiteY0" fmla="*/ 3794 h 381299"/>
              <a:gd name="connsiteX1" fmla="*/ 18957 w 140598"/>
              <a:gd name="connsiteY1" fmla="*/ 54128 h 381299"/>
              <a:gd name="connsiteX2" fmla="*/ 2179 w 140598"/>
              <a:gd name="connsiteY2" fmla="*/ 381299 h 3812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0598" h="381299">
                <a:moveTo>
                  <a:pt x="140598" y="3794"/>
                </a:moveTo>
                <a:cubicBezTo>
                  <a:pt x="91312" y="-2498"/>
                  <a:pt x="42027" y="-8789"/>
                  <a:pt x="18957" y="54128"/>
                </a:cubicBezTo>
                <a:cubicBezTo>
                  <a:pt x="-4113" y="117045"/>
                  <a:pt x="-967" y="249172"/>
                  <a:pt x="2179" y="381299"/>
                </a:cubicBezTo>
              </a:path>
            </a:pathLst>
          </a:custGeom>
          <a:noFill/>
          <a:ln w="38100" cap="rnd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4" name="Freeform: Shape 73">
            <a:extLst>
              <a:ext uri="{FF2B5EF4-FFF2-40B4-BE49-F238E27FC236}">
                <a16:creationId xmlns:a16="http://schemas.microsoft.com/office/drawing/2014/main" id="{8665FE92-28EC-DD03-3252-0D36C68F434D}"/>
              </a:ext>
            </a:extLst>
          </p:cNvPr>
          <p:cNvSpPr/>
          <p:nvPr/>
        </p:nvSpPr>
        <p:spPr>
          <a:xfrm>
            <a:off x="4845284" y="4823108"/>
            <a:ext cx="3706836" cy="587385"/>
          </a:xfrm>
          <a:custGeom>
            <a:avLst/>
            <a:gdLst>
              <a:gd name="connsiteX0" fmla="*/ 0 w 5180202"/>
              <a:gd name="connsiteY0" fmla="*/ 0 h 850096"/>
              <a:gd name="connsiteX1" fmla="*/ 1249960 w 5180202"/>
              <a:gd name="connsiteY1" fmla="*/ 826315 h 850096"/>
              <a:gd name="connsiteX2" fmla="*/ 5180202 w 5180202"/>
              <a:gd name="connsiteY2" fmla="*/ 545284 h 850096"/>
              <a:gd name="connsiteX0" fmla="*/ 0 w 5415094"/>
              <a:gd name="connsiteY0" fmla="*/ 0 h 1936470"/>
              <a:gd name="connsiteX1" fmla="*/ 1484852 w 5415094"/>
              <a:gd name="connsiteY1" fmla="*/ 1912689 h 1936470"/>
              <a:gd name="connsiteX2" fmla="*/ 5415094 w 5415094"/>
              <a:gd name="connsiteY2" fmla="*/ 1631658 h 1936470"/>
              <a:gd name="connsiteX0" fmla="*/ 3044 w 5418138"/>
              <a:gd name="connsiteY0" fmla="*/ 0 h 1936470"/>
              <a:gd name="connsiteX1" fmla="*/ 1487896 w 5418138"/>
              <a:gd name="connsiteY1" fmla="*/ 1912689 h 1936470"/>
              <a:gd name="connsiteX2" fmla="*/ 5418138 w 5418138"/>
              <a:gd name="connsiteY2" fmla="*/ 1631658 h 1936470"/>
              <a:gd name="connsiteX0" fmla="*/ 2804 w 5480816"/>
              <a:gd name="connsiteY0" fmla="*/ 0 h 1978415"/>
              <a:gd name="connsiteX1" fmla="*/ 1550574 w 5480816"/>
              <a:gd name="connsiteY1" fmla="*/ 1954634 h 1978415"/>
              <a:gd name="connsiteX2" fmla="*/ 5480816 w 5480816"/>
              <a:gd name="connsiteY2" fmla="*/ 1673603 h 19784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480816" h="1978415">
                <a:moveTo>
                  <a:pt x="2804" y="0"/>
                </a:moveTo>
                <a:cubicBezTo>
                  <a:pt x="-51375" y="1110142"/>
                  <a:pt x="687207" y="1863753"/>
                  <a:pt x="1550574" y="1954634"/>
                </a:cubicBezTo>
                <a:cubicBezTo>
                  <a:pt x="2413941" y="2045515"/>
                  <a:pt x="3947378" y="1859559"/>
                  <a:pt x="5480816" y="1673603"/>
                </a:cubicBezTo>
              </a:path>
            </a:pathLst>
          </a:cu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5" name="Freeform: Shape 74">
            <a:extLst>
              <a:ext uri="{FF2B5EF4-FFF2-40B4-BE49-F238E27FC236}">
                <a16:creationId xmlns:a16="http://schemas.microsoft.com/office/drawing/2014/main" id="{E9BA8DF7-FD39-89D8-B145-1721D3984672}"/>
              </a:ext>
            </a:extLst>
          </p:cNvPr>
          <p:cNvSpPr/>
          <p:nvPr/>
        </p:nvSpPr>
        <p:spPr>
          <a:xfrm>
            <a:off x="5355286" y="4546929"/>
            <a:ext cx="3347565" cy="488508"/>
          </a:xfrm>
          <a:custGeom>
            <a:avLst/>
            <a:gdLst>
              <a:gd name="connsiteX0" fmla="*/ 0 w 5549318"/>
              <a:gd name="connsiteY0" fmla="*/ 178006 h 1556019"/>
              <a:gd name="connsiteX1" fmla="*/ 973123 w 5549318"/>
              <a:gd name="connsiteY1" fmla="*/ 6032 h 1556019"/>
              <a:gd name="connsiteX2" fmla="*/ 2063692 w 5549318"/>
              <a:gd name="connsiteY2" fmla="*/ 370953 h 1556019"/>
              <a:gd name="connsiteX3" fmla="*/ 4467138 w 5549318"/>
              <a:gd name="connsiteY3" fmla="*/ 1524439 h 1556019"/>
              <a:gd name="connsiteX4" fmla="*/ 5549318 w 5549318"/>
              <a:gd name="connsiteY4" fmla="*/ 1117573 h 1556019"/>
              <a:gd name="csX0" fmla="*/ 0 w 5444584"/>
              <a:gd name="csY0" fmla="*/ 178006 h 1535170"/>
              <a:gd name="csX1" fmla="*/ 973123 w 5444584"/>
              <a:gd name="csY1" fmla="*/ 6032 h 1535170"/>
              <a:gd name="csX2" fmla="*/ 2063692 w 5444584"/>
              <a:gd name="csY2" fmla="*/ 370953 h 1535170"/>
              <a:gd name="csX3" fmla="*/ 4467138 w 5444584"/>
              <a:gd name="csY3" fmla="*/ 1524439 h 1535170"/>
              <a:gd name="csX4" fmla="*/ 5444584 w 5444584"/>
              <a:gd name="csY4" fmla="*/ 389893 h 1535170"/>
              <a:gd name="csX0" fmla="*/ 0 w 5444584"/>
              <a:gd name="csY0" fmla="*/ 178006 h 1533418"/>
              <a:gd name="csX1" fmla="*/ 973123 w 5444584"/>
              <a:gd name="csY1" fmla="*/ 6032 h 1533418"/>
              <a:gd name="csX2" fmla="*/ 2063692 w 5444584"/>
              <a:gd name="csY2" fmla="*/ 370953 h 1533418"/>
              <a:gd name="csX3" fmla="*/ 4467138 w 5444584"/>
              <a:gd name="csY3" fmla="*/ 1524439 h 1533418"/>
              <a:gd name="csX4" fmla="*/ 5444584 w 5444584"/>
              <a:gd name="csY4" fmla="*/ 389893 h 153341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5444584" h="1533418">
                <a:moveTo>
                  <a:pt x="0" y="178006"/>
                </a:moveTo>
                <a:cubicBezTo>
                  <a:pt x="314587" y="75940"/>
                  <a:pt x="629174" y="-26126"/>
                  <a:pt x="973123" y="6032"/>
                </a:cubicBezTo>
                <a:cubicBezTo>
                  <a:pt x="1317072" y="38190"/>
                  <a:pt x="1481356" y="117885"/>
                  <a:pt x="2063692" y="370953"/>
                </a:cubicBezTo>
                <a:cubicBezTo>
                  <a:pt x="2646028" y="624021"/>
                  <a:pt x="3886200" y="1400002"/>
                  <a:pt x="4467138" y="1524439"/>
                </a:cubicBezTo>
                <a:cubicBezTo>
                  <a:pt x="5048076" y="1648876"/>
                  <a:pt x="4761068" y="439938"/>
                  <a:pt x="5444584" y="389893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8" name="Rectangle: Rounded Corners 77">
            <a:extLst>
              <a:ext uri="{FF2B5EF4-FFF2-40B4-BE49-F238E27FC236}">
                <a16:creationId xmlns:a16="http://schemas.microsoft.com/office/drawing/2014/main" id="{4E2AAE60-BE43-CB07-4907-9415E6A2A76D}"/>
              </a:ext>
            </a:extLst>
          </p:cNvPr>
          <p:cNvSpPr/>
          <p:nvPr/>
        </p:nvSpPr>
        <p:spPr>
          <a:xfrm>
            <a:off x="8709418" y="4586577"/>
            <a:ext cx="185740" cy="325316"/>
          </a:xfrm>
          <a:prstGeom prst="roundRect">
            <a:avLst/>
          </a:pr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95BB62E7-B11F-3D4B-D07F-29FAE338A5AE}"/>
              </a:ext>
            </a:extLst>
          </p:cNvPr>
          <p:cNvCxnSpPr>
            <a:cxnSpLocks/>
          </p:cNvCxnSpPr>
          <p:nvPr/>
        </p:nvCxnSpPr>
        <p:spPr>
          <a:xfrm>
            <a:off x="8758296" y="4633618"/>
            <a:ext cx="0" cy="175965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80" name="Freeform: Shape 79">
            <a:extLst>
              <a:ext uri="{FF2B5EF4-FFF2-40B4-BE49-F238E27FC236}">
                <a16:creationId xmlns:a16="http://schemas.microsoft.com/office/drawing/2014/main" id="{529AAA2B-DE27-35FD-AEDF-A8967C9AFC91}"/>
              </a:ext>
            </a:extLst>
          </p:cNvPr>
          <p:cNvSpPr/>
          <p:nvPr/>
        </p:nvSpPr>
        <p:spPr>
          <a:xfrm>
            <a:off x="8423503" y="5071180"/>
            <a:ext cx="816282" cy="244395"/>
          </a:xfrm>
          <a:custGeom>
            <a:avLst/>
            <a:gdLst>
              <a:gd name="connsiteX0" fmla="*/ 328612 w 397668"/>
              <a:gd name="connsiteY0" fmla="*/ 2381 h 119062"/>
              <a:gd name="connsiteX1" fmla="*/ 66675 w 397668"/>
              <a:gd name="connsiteY1" fmla="*/ 0 h 119062"/>
              <a:gd name="connsiteX2" fmla="*/ 0 w 397668"/>
              <a:gd name="connsiteY2" fmla="*/ 119062 h 119062"/>
              <a:gd name="connsiteX3" fmla="*/ 397668 w 397668"/>
              <a:gd name="connsiteY3" fmla="*/ 119062 h 119062"/>
              <a:gd name="connsiteX4" fmla="*/ 328612 w 397668"/>
              <a:gd name="connsiteY4" fmla="*/ 2381 h 1190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7668" h="119062">
                <a:moveTo>
                  <a:pt x="328612" y="2381"/>
                </a:moveTo>
                <a:lnTo>
                  <a:pt x="66675" y="0"/>
                </a:lnTo>
                <a:lnTo>
                  <a:pt x="0" y="119062"/>
                </a:lnTo>
                <a:lnTo>
                  <a:pt x="397668" y="119062"/>
                </a:lnTo>
                <a:lnTo>
                  <a:pt x="328612" y="2381"/>
                </a:lnTo>
                <a:close/>
              </a:path>
            </a:pathLst>
          </a:cu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5124323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09DC96-8822-472C-F7EE-CC9F1068F3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F714ED-34FA-ADB6-6C7C-34AD4B8C35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Koppla in en knapp</a:t>
            </a:r>
            <a:endParaRPr lang="LID4096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EE180CE-B172-EE77-5623-6084C8FFCCE5}"/>
              </a:ext>
            </a:extLst>
          </p:cNvPr>
          <p:cNvGrpSpPr/>
          <p:nvPr/>
        </p:nvGrpSpPr>
        <p:grpSpPr>
          <a:xfrm rot="16200000">
            <a:off x="1617178" y="3002057"/>
            <a:ext cx="3095687" cy="2470259"/>
            <a:chOff x="436296" y="1927862"/>
            <a:chExt cx="5353797" cy="4272158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EF93628D-B245-1F7E-EB66-16AADBA93AD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36296" y="2545839"/>
              <a:ext cx="5353797" cy="2772162"/>
            </a:xfrm>
            <a:prstGeom prst="rect">
              <a:avLst/>
            </a:prstGeom>
          </p:spPr>
        </p:pic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EE803364-375C-5616-A7F5-25768C652A8F}"/>
                </a:ext>
              </a:extLst>
            </p:cNvPr>
            <p:cNvSpPr/>
            <p:nvPr/>
          </p:nvSpPr>
          <p:spPr>
            <a:xfrm>
              <a:off x="1578586" y="3558540"/>
              <a:ext cx="3381375" cy="1402080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33EFEFBA-CB5F-EC30-005A-01B298905CE6}"/>
                </a:ext>
              </a:extLst>
            </p:cNvPr>
            <p:cNvSpPr/>
            <p:nvPr/>
          </p:nvSpPr>
          <p:spPr>
            <a:xfrm>
              <a:off x="1436663" y="3406140"/>
              <a:ext cx="3787140" cy="259080"/>
            </a:xfrm>
            <a:custGeom>
              <a:avLst/>
              <a:gdLst>
                <a:gd name="connsiteX0" fmla="*/ 3406140 w 3825240"/>
                <a:gd name="connsiteY0" fmla="*/ 0 h 259080"/>
                <a:gd name="connsiteX1" fmla="*/ 0 w 3825240"/>
                <a:gd name="connsiteY1" fmla="*/ 68580 h 259080"/>
                <a:gd name="connsiteX2" fmla="*/ 228600 w 3825240"/>
                <a:gd name="connsiteY2" fmla="*/ 259080 h 259080"/>
                <a:gd name="connsiteX3" fmla="*/ 3825240 w 3825240"/>
                <a:gd name="connsiteY3" fmla="*/ 167640 h 259080"/>
                <a:gd name="connsiteX4" fmla="*/ 3406140 w 3825240"/>
                <a:gd name="connsiteY4" fmla="*/ 0 h 259080"/>
                <a:gd name="connsiteX0" fmla="*/ 3406140 w 3787140"/>
                <a:gd name="connsiteY0" fmla="*/ 0 h 259080"/>
                <a:gd name="connsiteX1" fmla="*/ 0 w 3787140"/>
                <a:gd name="connsiteY1" fmla="*/ 68580 h 259080"/>
                <a:gd name="connsiteX2" fmla="*/ 228600 w 3787140"/>
                <a:gd name="connsiteY2" fmla="*/ 259080 h 259080"/>
                <a:gd name="connsiteX3" fmla="*/ 3787140 w 3787140"/>
                <a:gd name="connsiteY3" fmla="*/ 153353 h 259080"/>
                <a:gd name="connsiteX4" fmla="*/ 3406140 w 3787140"/>
                <a:gd name="connsiteY4" fmla="*/ 0 h 2590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87140" h="259080">
                  <a:moveTo>
                    <a:pt x="3406140" y="0"/>
                  </a:moveTo>
                  <a:lnTo>
                    <a:pt x="0" y="68580"/>
                  </a:lnTo>
                  <a:lnTo>
                    <a:pt x="228600" y="259080"/>
                  </a:lnTo>
                  <a:lnTo>
                    <a:pt x="3787140" y="153353"/>
                  </a:lnTo>
                  <a:lnTo>
                    <a:pt x="3406140" y="0"/>
                  </a:lnTo>
                  <a:close/>
                </a:path>
              </a:pathLst>
            </a:cu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911614D3-7A6F-305D-D3F6-2817D8ADA09D}"/>
                </a:ext>
              </a:extLst>
            </p:cNvPr>
            <p:cNvSpPr/>
            <p:nvPr/>
          </p:nvSpPr>
          <p:spPr>
            <a:xfrm>
              <a:off x="1459523" y="3482340"/>
              <a:ext cx="205740" cy="1714500"/>
            </a:xfrm>
            <a:custGeom>
              <a:avLst/>
              <a:gdLst>
                <a:gd name="connsiteX0" fmla="*/ 0 w 205740"/>
                <a:gd name="connsiteY0" fmla="*/ 0 h 1714500"/>
                <a:gd name="connsiteX1" fmla="*/ 30480 w 205740"/>
                <a:gd name="connsiteY1" fmla="*/ 1539240 h 1714500"/>
                <a:gd name="connsiteX2" fmla="*/ 205740 w 205740"/>
                <a:gd name="connsiteY2" fmla="*/ 1714500 h 1714500"/>
                <a:gd name="connsiteX3" fmla="*/ 198120 w 205740"/>
                <a:gd name="connsiteY3" fmla="*/ 167640 h 1714500"/>
                <a:gd name="connsiteX4" fmla="*/ 0 w 205740"/>
                <a:gd name="connsiteY4" fmla="*/ 0 h 1714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5740" h="1714500">
                  <a:moveTo>
                    <a:pt x="0" y="0"/>
                  </a:moveTo>
                  <a:lnTo>
                    <a:pt x="30480" y="1539240"/>
                  </a:lnTo>
                  <a:lnTo>
                    <a:pt x="205740" y="1714500"/>
                  </a:lnTo>
                  <a:lnTo>
                    <a:pt x="198120" y="1676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8473CA9C-EDCC-73DA-7CCE-3C5D948B022D}"/>
                </a:ext>
              </a:extLst>
            </p:cNvPr>
            <p:cNvSpPr/>
            <p:nvPr/>
          </p:nvSpPr>
          <p:spPr>
            <a:xfrm>
              <a:off x="1657643" y="3558540"/>
              <a:ext cx="3596640" cy="1653540"/>
            </a:xfrm>
            <a:custGeom>
              <a:avLst/>
              <a:gdLst>
                <a:gd name="connsiteX0" fmla="*/ 0 w 3680460"/>
                <a:gd name="connsiteY0" fmla="*/ 1653540 h 1653540"/>
                <a:gd name="connsiteX1" fmla="*/ 1463040 w 3680460"/>
                <a:gd name="connsiteY1" fmla="*/ 1592580 h 1653540"/>
                <a:gd name="connsiteX2" fmla="*/ 1463040 w 3680460"/>
                <a:gd name="connsiteY2" fmla="*/ 1417320 h 1653540"/>
                <a:gd name="connsiteX3" fmla="*/ 182880 w 3680460"/>
                <a:gd name="connsiteY3" fmla="*/ 1478280 h 1653540"/>
                <a:gd name="connsiteX4" fmla="*/ 160020 w 3680460"/>
                <a:gd name="connsiteY4" fmla="*/ 266700 h 1653540"/>
                <a:gd name="connsiteX5" fmla="*/ 3474720 w 3680460"/>
                <a:gd name="connsiteY5" fmla="*/ 160020 h 1653540"/>
                <a:gd name="connsiteX6" fmla="*/ 3467100 w 3680460"/>
                <a:gd name="connsiteY6" fmla="*/ 1424940 h 1653540"/>
                <a:gd name="connsiteX7" fmla="*/ 2278380 w 3680460"/>
                <a:gd name="connsiteY7" fmla="*/ 1432560 h 1653540"/>
                <a:gd name="connsiteX8" fmla="*/ 2263140 w 3680460"/>
                <a:gd name="connsiteY8" fmla="*/ 1584960 h 1653540"/>
                <a:gd name="connsiteX9" fmla="*/ 3680460 w 3680460"/>
                <a:gd name="connsiteY9" fmla="*/ 1546860 h 1653540"/>
                <a:gd name="connsiteX10" fmla="*/ 3589020 w 3680460"/>
                <a:gd name="connsiteY10" fmla="*/ 0 h 1653540"/>
                <a:gd name="connsiteX11" fmla="*/ 0 w 3680460"/>
                <a:gd name="connsiteY11" fmla="*/ 91440 h 1653540"/>
                <a:gd name="connsiteX12" fmla="*/ 0 w 3680460"/>
                <a:gd name="connsiteY12" fmla="*/ 1653540 h 1653540"/>
                <a:gd name="connsiteX0" fmla="*/ 0 w 3649980"/>
                <a:gd name="connsiteY0" fmla="*/ 1653540 h 1653540"/>
                <a:gd name="connsiteX1" fmla="*/ 1463040 w 3649980"/>
                <a:gd name="connsiteY1" fmla="*/ 1592580 h 1653540"/>
                <a:gd name="connsiteX2" fmla="*/ 1463040 w 3649980"/>
                <a:gd name="connsiteY2" fmla="*/ 1417320 h 1653540"/>
                <a:gd name="connsiteX3" fmla="*/ 182880 w 3649980"/>
                <a:gd name="connsiteY3" fmla="*/ 1478280 h 1653540"/>
                <a:gd name="connsiteX4" fmla="*/ 160020 w 3649980"/>
                <a:gd name="connsiteY4" fmla="*/ 266700 h 1653540"/>
                <a:gd name="connsiteX5" fmla="*/ 3474720 w 3649980"/>
                <a:gd name="connsiteY5" fmla="*/ 160020 h 1653540"/>
                <a:gd name="connsiteX6" fmla="*/ 3467100 w 3649980"/>
                <a:gd name="connsiteY6" fmla="*/ 1424940 h 1653540"/>
                <a:gd name="connsiteX7" fmla="*/ 2278380 w 3649980"/>
                <a:gd name="connsiteY7" fmla="*/ 1432560 h 1653540"/>
                <a:gd name="connsiteX8" fmla="*/ 2263140 w 3649980"/>
                <a:gd name="connsiteY8" fmla="*/ 1584960 h 1653540"/>
                <a:gd name="connsiteX9" fmla="*/ 3649980 w 3649980"/>
                <a:gd name="connsiteY9" fmla="*/ 1554480 h 1653540"/>
                <a:gd name="connsiteX10" fmla="*/ 3589020 w 3649980"/>
                <a:gd name="connsiteY10" fmla="*/ 0 h 1653540"/>
                <a:gd name="connsiteX11" fmla="*/ 0 w 3649980"/>
                <a:gd name="connsiteY11" fmla="*/ 91440 h 1653540"/>
                <a:gd name="connsiteX12" fmla="*/ 0 w 3649980"/>
                <a:gd name="connsiteY12" fmla="*/ 1653540 h 1653540"/>
                <a:gd name="connsiteX0" fmla="*/ 0 w 3596640"/>
                <a:gd name="connsiteY0" fmla="*/ 1653540 h 1653540"/>
                <a:gd name="connsiteX1" fmla="*/ 1463040 w 3596640"/>
                <a:gd name="connsiteY1" fmla="*/ 1592580 h 1653540"/>
                <a:gd name="connsiteX2" fmla="*/ 1463040 w 3596640"/>
                <a:gd name="connsiteY2" fmla="*/ 1417320 h 1653540"/>
                <a:gd name="connsiteX3" fmla="*/ 182880 w 3596640"/>
                <a:gd name="connsiteY3" fmla="*/ 1478280 h 1653540"/>
                <a:gd name="connsiteX4" fmla="*/ 160020 w 3596640"/>
                <a:gd name="connsiteY4" fmla="*/ 266700 h 1653540"/>
                <a:gd name="connsiteX5" fmla="*/ 3474720 w 3596640"/>
                <a:gd name="connsiteY5" fmla="*/ 160020 h 1653540"/>
                <a:gd name="connsiteX6" fmla="*/ 3467100 w 3596640"/>
                <a:gd name="connsiteY6" fmla="*/ 1424940 h 1653540"/>
                <a:gd name="connsiteX7" fmla="*/ 2278380 w 3596640"/>
                <a:gd name="connsiteY7" fmla="*/ 1432560 h 1653540"/>
                <a:gd name="connsiteX8" fmla="*/ 2263140 w 3596640"/>
                <a:gd name="connsiteY8" fmla="*/ 1584960 h 1653540"/>
                <a:gd name="connsiteX9" fmla="*/ 3596640 w 3596640"/>
                <a:gd name="connsiteY9" fmla="*/ 1546860 h 1653540"/>
                <a:gd name="connsiteX10" fmla="*/ 3589020 w 3596640"/>
                <a:gd name="connsiteY10" fmla="*/ 0 h 1653540"/>
                <a:gd name="connsiteX11" fmla="*/ 0 w 3596640"/>
                <a:gd name="connsiteY11" fmla="*/ 91440 h 1653540"/>
                <a:gd name="connsiteX12" fmla="*/ 0 w 3596640"/>
                <a:gd name="connsiteY12" fmla="*/ 1653540 h 165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6640" h="1653540">
                  <a:moveTo>
                    <a:pt x="0" y="1653540"/>
                  </a:moveTo>
                  <a:lnTo>
                    <a:pt x="1463040" y="1592580"/>
                  </a:lnTo>
                  <a:lnTo>
                    <a:pt x="1463040" y="1417320"/>
                  </a:lnTo>
                  <a:lnTo>
                    <a:pt x="182880" y="1478280"/>
                  </a:lnTo>
                  <a:lnTo>
                    <a:pt x="160020" y="266700"/>
                  </a:lnTo>
                  <a:lnTo>
                    <a:pt x="3474720" y="160020"/>
                  </a:lnTo>
                  <a:lnTo>
                    <a:pt x="3467100" y="1424940"/>
                  </a:lnTo>
                  <a:lnTo>
                    <a:pt x="2278380" y="1432560"/>
                  </a:lnTo>
                  <a:lnTo>
                    <a:pt x="2263140" y="1584960"/>
                  </a:lnTo>
                  <a:lnTo>
                    <a:pt x="3596640" y="1546860"/>
                  </a:lnTo>
                  <a:lnTo>
                    <a:pt x="3589020" y="0"/>
                  </a:lnTo>
                  <a:lnTo>
                    <a:pt x="0" y="91440"/>
                  </a:lnTo>
                  <a:lnTo>
                    <a:pt x="0" y="165354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3FACC9DC-C262-3587-0A75-CAE20CE16682}"/>
                </a:ext>
              </a:extLst>
            </p:cNvPr>
            <p:cNvSpPr/>
            <p:nvPr/>
          </p:nvSpPr>
          <p:spPr>
            <a:xfrm>
              <a:off x="1833379" y="3727133"/>
              <a:ext cx="3305175" cy="1312068"/>
            </a:xfrm>
            <a:custGeom>
              <a:avLst/>
              <a:gdLst>
                <a:gd name="connsiteX0" fmla="*/ 2943225 w 3305175"/>
                <a:gd name="connsiteY0" fmla="*/ 4762 h 1312068"/>
                <a:gd name="connsiteX1" fmla="*/ 2964657 w 3305175"/>
                <a:gd name="connsiteY1" fmla="*/ 1040606 h 1312068"/>
                <a:gd name="connsiteX2" fmla="*/ 0 w 3305175"/>
                <a:gd name="connsiteY2" fmla="*/ 1133475 h 1312068"/>
                <a:gd name="connsiteX3" fmla="*/ 7144 w 3305175"/>
                <a:gd name="connsiteY3" fmla="*/ 1312068 h 1312068"/>
                <a:gd name="connsiteX4" fmla="*/ 1290638 w 3305175"/>
                <a:gd name="connsiteY4" fmla="*/ 1254918 h 1312068"/>
                <a:gd name="connsiteX5" fmla="*/ 1362075 w 3305175"/>
                <a:gd name="connsiteY5" fmla="*/ 1202531 h 1312068"/>
                <a:gd name="connsiteX6" fmla="*/ 1431132 w 3305175"/>
                <a:gd name="connsiteY6" fmla="*/ 1185862 h 1312068"/>
                <a:gd name="connsiteX7" fmla="*/ 1735932 w 3305175"/>
                <a:gd name="connsiteY7" fmla="*/ 1171575 h 1312068"/>
                <a:gd name="connsiteX8" fmla="*/ 1902619 w 3305175"/>
                <a:gd name="connsiteY8" fmla="*/ 1178718 h 1312068"/>
                <a:gd name="connsiteX9" fmla="*/ 2100263 w 3305175"/>
                <a:gd name="connsiteY9" fmla="*/ 1264443 h 1312068"/>
                <a:gd name="connsiteX10" fmla="*/ 3300413 w 3305175"/>
                <a:gd name="connsiteY10" fmla="*/ 1257300 h 1312068"/>
                <a:gd name="connsiteX11" fmla="*/ 3305175 w 3305175"/>
                <a:gd name="connsiteY11" fmla="*/ 0 h 1312068"/>
                <a:gd name="connsiteX12" fmla="*/ 2943225 w 3305175"/>
                <a:gd name="connsiteY12" fmla="*/ 4762 h 1312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305175" h="1312068">
                  <a:moveTo>
                    <a:pt x="2943225" y="4762"/>
                  </a:moveTo>
                  <a:lnTo>
                    <a:pt x="2964657" y="1040606"/>
                  </a:lnTo>
                  <a:lnTo>
                    <a:pt x="0" y="1133475"/>
                  </a:lnTo>
                  <a:lnTo>
                    <a:pt x="7144" y="1312068"/>
                  </a:lnTo>
                  <a:lnTo>
                    <a:pt x="1290638" y="1254918"/>
                  </a:lnTo>
                  <a:lnTo>
                    <a:pt x="1362075" y="1202531"/>
                  </a:lnTo>
                  <a:lnTo>
                    <a:pt x="1431132" y="1185862"/>
                  </a:lnTo>
                  <a:lnTo>
                    <a:pt x="1735932" y="1171575"/>
                  </a:lnTo>
                  <a:lnTo>
                    <a:pt x="1902619" y="1178718"/>
                  </a:lnTo>
                  <a:lnTo>
                    <a:pt x="2100263" y="1264443"/>
                  </a:lnTo>
                  <a:lnTo>
                    <a:pt x="3300413" y="1257300"/>
                  </a:lnTo>
                  <a:cubicBezTo>
                    <a:pt x="3302000" y="838200"/>
                    <a:pt x="3303588" y="419100"/>
                    <a:pt x="3305175" y="0"/>
                  </a:cubicBezTo>
                  <a:lnTo>
                    <a:pt x="2943225" y="4762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321B80FC-FE04-C481-6264-0F6D7B7296A6}"/>
                </a:ext>
              </a:extLst>
            </p:cNvPr>
            <p:cNvSpPr/>
            <p:nvPr/>
          </p:nvSpPr>
          <p:spPr>
            <a:xfrm>
              <a:off x="3119254" y="4896326"/>
              <a:ext cx="819150" cy="247650"/>
            </a:xfrm>
            <a:custGeom>
              <a:avLst/>
              <a:gdLst>
                <a:gd name="connsiteX0" fmla="*/ 802482 w 819150"/>
                <a:gd name="connsiteY0" fmla="*/ 242888 h 247650"/>
                <a:gd name="connsiteX1" fmla="*/ 588169 w 819150"/>
                <a:gd name="connsiteY1" fmla="*/ 116682 h 247650"/>
                <a:gd name="connsiteX2" fmla="*/ 452438 w 819150"/>
                <a:gd name="connsiteY2" fmla="*/ 95250 h 247650"/>
                <a:gd name="connsiteX3" fmla="*/ 192882 w 819150"/>
                <a:gd name="connsiteY3" fmla="*/ 92869 h 247650"/>
                <a:gd name="connsiteX4" fmla="*/ 76200 w 819150"/>
                <a:gd name="connsiteY4" fmla="*/ 140494 h 247650"/>
                <a:gd name="connsiteX5" fmla="*/ 11907 w 819150"/>
                <a:gd name="connsiteY5" fmla="*/ 247650 h 247650"/>
                <a:gd name="connsiteX6" fmla="*/ 0 w 819150"/>
                <a:gd name="connsiteY6" fmla="*/ 85725 h 247650"/>
                <a:gd name="connsiteX7" fmla="*/ 76200 w 819150"/>
                <a:gd name="connsiteY7" fmla="*/ 33338 h 247650"/>
                <a:gd name="connsiteX8" fmla="*/ 173832 w 819150"/>
                <a:gd name="connsiteY8" fmla="*/ 14288 h 247650"/>
                <a:gd name="connsiteX9" fmla="*/ 469107 w 819150"/>
                <a:gd name="connsiteY9" fmla="*/ 0 h 247650"/>
                <a:gd name="connsiteX10" fmla="*/ 616744 w 819150"/>
                <a:gd name="connsiteY10" fmla="*/ 14288 h 247650"/>
                <a:gd name="connsiteX11" fmla="*/ 819150 w 819150"/>
                <a:gd name="connsiteY11" fmla="*/ 95250 h 247650"/>
                <a:gd name="connsiteX12" fmla="*/ 802482 w 819150"/>
                <a:gd name="connsiteY12" fmla="*/ 242888 h 247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19150" h="247650">
                  <a:moveTo>
                    <a:pt x="802482" y="242888"/>
                  </a:moveTo>
                  <a:lnTo>
                    <a:pt x="588169" y="116682"/>
                  </a:lnTo>
                  <a:lnTo>
                    <a:pt x="452438" y="95250"/>
                  </a:lnTo>
                  <a:lnTo>
                    <a:pt x="192882" y="92869"/>
                  </a:lnTo>
                  <a:lnTo>
                    <a:pt x="76200" y="140494"/>
                  </a:lnTo>
                  <a:lnTo>
                    <a:pt x="11907" y="247650"/>
                  </a:lnTo>
                  <a:lnTo>
                    <a:pt x="0" y="85725"/>
                  </a:lnTo>
                  <a:lnTo>
                    <a:pt x="76200" y="33338"/>
                  </a:lnTo>
                  <a:lnTo>
                    <a:pt x="173832" y="14288"/>
                  </a:lnTo>
                  <a:lnTo>
                    <a:pt x="469107" y="0"/>
                  </a:lnTo>
                  <a:lnTo>
                    <a:pt x="616744" y="14288"/>
                  </a:lnTo>
                  <a:lnTo>
                    <a:pt x="819150" y="95250"/>
                  </a:lnTo>
                  <a:lnTo>
                    <a:pt x="802482" y="242888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2C9DC35C-B526-7199-8F34-2D2780821741}"/>
                </a:ext>
              </a:extLst>
            </p:cNvPr>
            <p:cNvGrpSpPr/>
            <p:nvPr/>
          </p:nvGrpSpPr>
          <p:grpSpPr>
            <a:xfrm>
              <a:off x="4243204" y="4020026"/>
              <a:ext cx="209550" cy="157163"/>
              <a:chOff x="6669881" y="4393406"/>
              <a:chExt cx="209550" cy="157163"/>
            </a:xfrm>
          </p:grpSpPr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86CDCE10-0ACC-81F6-4BAF-882F112D4C5A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1" name="Freeform: Shape 60">
                <a:extLst>
                  <a:ext uri="{FF2B5EF4-FFF2-40B4-BE49-F238E27FC236}">
                    <a16:creationId xmlns:a16="http://schemas.microsoft.com/office/drawing/2014/main" id="{05983FC1-E50F-4A8D-4011-1663B18B5FCF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44A7C127-B54A-76B3-3E4E-21251E63D7BF}"/>
                </a:ext>
              </a:extLst>
            </p:cNvPr>
            <p:cNvGrpSpPr/>
            <p:nvPr/>
          </p:nvGrpSpPr>
          <p:grpSpPr>
            <a:xfrm>
              <a:off x="3797910" y="4050982"/>
              <a:ext cx="209550" cy="157163"/>
              <a:chOff x="6669881" y="4393406"/>
              <a:chExt cx="209550" cy="157163"/>
            </a:xfrm>
          </p:grpSpPr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89565FAA-E4F1-5CE4-0FC6-D810B8BE4FF7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9" name="Freeform: Shape 58">
                <a:extLst>
                  <a:ext uri="{FF2B5EF4-FFF2-40B4-BE49-F238E27FC236}">
                    <a16:creationId xmlns:a16="http://schemas.microsoft.com/office/drawing/2014/main" id="{888992AB-C109-8985-D1C2-AD4C3B997905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5E52DB22-6E40-E263-582F-B1494489F5A8}"/>
                </a:ext>
              </a:extLst>
            </p:cNvPr>
            <p:cNvGrpSpPr/>
            <p:nvPr/>
          </p:nvGrpSpPr>
          <p:grpSpPr>
            <a:xfrm>
              <a:off x="3352616" y="4081938"/>
              <a:ext cx="209550" cy="157163"/>
              <a:chOff x="6669881" y="4393406"/>
              <a:chExt cx="209550" cy="157163"/>
            </a:xfrm>
          </p:grpSpPr>
          <p:sp>
            <p:nvSpPr>
              <p:cNvPr id="56" name="Rectangle 55">
                <a:extLst>
                  <a:ext uri="{FF2B5EF4-FFF2-40B4-BE49-F238E27FC236}">
                    <a16:creationId xmlns:a16="http://schemas.microsoft.com/office/drawing/2014/main" id="{EA694A15-0CAC-2D1F-A4ED-2539F2F6D6DA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7" name="Freeform: Shape 56">
                <a:extLst>
                  <a:ext uri="{FF2B5EF4-FFF2-40B4-BE49-F238E27FC236}">
                    <a16:creationId xmlns:a16="http://schemas.microsoft.com/office/drawing/2014/main" id="{1CE14D5C-78D5-6551-F0A5-938EC22EC6AC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25EB3A22-C055-1C3D-A730-B8EE02FE945E}"/>
                </a:ext>
              </a:extLst>
            </p:cNvPr>
            <p:cNvGrpSpPr/>
            <p:nvPr/>
          </p:nvGrpSpPr>
          <p:grpSpPr>
            <a:xfrm>
              <a:off x="2851360" y="4093844"/>
              <a:ext cx="209550" cy="157163"/>
              <a:chOff x="6669881" y="4393406"/>
              <a:chExt cx="209550" cy="157163"/>
            </a:xfrm>
          </p:grpSpPr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17C1D4A4-8051-5913-9C8B-3AEA31771E0C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5" name="Freeform: Shape 54">
                <a:extLst>
                  <a:ext uri="{FF2B5EF4-FFF2-40B4-BE49-F238E27FC236}">
                    <a16:creationId xmlns:a16="http://schemas.microsoft.com/office/drawing/2014/main" id="{59903A7D-3DB6-08C2-B6AF-D6B30F962E82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87ACA3A1-D688-77A4-191E-DBB048F93D86}"/>
                </a:ext>
              </a:extLst>
            </p:cNvPr>
            <p:cNvGrpSpPr/>
            <p:nvPr/>
          </p:nvGrpSpPr>
          <p:grpSpPr>
            <a:xfrm>
              <a:off x="2345112" y="4113567"/>
              <a:ext cx="209550" cy="157163"/>
              <a:chOff x="6669881" y="4393406"/>
              <a:chExt cx="209550" cy="157163"/>
            </a:xfrm>
          </p:grpSpPr>
          <p:sp>
            <p:nvSpPr>
              <p:cNvPr id="52" name="Rectangle 51">
                <a:extLst>
                  <a:ext uri="{FF2B5EF4-FFF2-40B4-BE49-F238E27FC236}">
                    <a16:creationId xmlns:a16="http://schemas.microsoft.com/office/drawing/2014/main" id="{A5C26670-BE11-D46A-2374-A635233B8DD5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3" name="Freeform: Shape 52">
                <a:extLst>
                  <a:ext uri="{FF2B5EF4-FFF2-40B4-BE49-F238E27FC236}">
                    <a16:creationId xmlns:a16="http://schemas.microsoft.com/office/drawing/2014/main" id="{D7F4DA01-0F5D-A5DD-E47D-CD1F1863D5CC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AB36993B-6A6C-129D-17F6-86741E878DBC}"/>
                </a:ext>
              </a:extLst>
            </p:cNvPr>
            <p:cNvGrpSpPr/>
            <p:nvPr/>
          </p:nvGrpSpPr>
          <p:grpSpPr>
            <a:xfrm>
              <a:off x="2333205" y="4520758"/>
              <a:ext cx="209550" cy="157163"/>
              <a:chOff x="6669881" y="4393406"/>
              <a:chExt cx="209550" cy="157163"/>
            </a:xfrm>
          </p:grpSpPr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6B727D35-AD0E-1496-E29A-5B6EBE9D9775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1" name="Freeform: Shape 50">
                <a:extLst>
                  <a:ext uri="{FF2B5EF4-FFF2-40B4-BE49-F238E27FC236}">
                    <a16:creationId xmlns:a16="http://schemas.microsoft.com/office/drawing/2014/main" id="{EB1E43BB-0655-9CFE-7008-57D02549CA1B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B112E584-AC6E-0894-29F7-542330A31935}"/>
                </a:ext>
              </a:extLst>
            </p:cNvPr>
            <p:cNvGrpSpPr/>
            <p:nvPr/>
          </p:nvGrpSpPr>
          <p:grpSpPr>
            <a:xfrm>
              <a:off x="2848977" y="4506471"/>
              <a:ext cx="209550" cy="157163"/>
              <a:chOff x="6669881" y="4393406"/>
              <a:chExt cx="209550" cy="157163"/>
            </a:xfrm>
          </p:grpSpPr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F43CCDA0-A27F-CD74-E8CE-CA0AB658187E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9" name="Freeform: Shape 48">
                <a:extLst>
                  <a:ext uri="{FF2B5EF4-FFF2-40B4-BE49-F238E27FC236}">
                    <a16:creationId xmlns:a16="http://schemas.microsoft.com/office/drawing/2014/main" id="{49F2D6A1-4E0C-FDFF-3D83-E998B4A7E877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C4863774-7D2B-7055-4533-8BB1373FE556}"/>
                </a:ext>
              </a:extLst>
            </p:cNvPr>
            <p:cNvGrpSpPr/>
            <p:nvPr/>
          </p:nvGrpSpPr>
          <p:grpSpPr>
            <a:xfrm>
              <a:off x="3359757" y="4500001"/>
              <a:ext cx="209550" cy="157163"/>
              <a:chOff x="6669881" y="4393406"/>
              <a:chExt cx="209550" cy="157163"/>
            </a:xfrm>
          </p:grpSpPr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16F4F57C-A73A-16C4-0759-ABDC3B658189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7" name="Freeform: Shape 46">
                <a:extLst>
                  <a:ext uri="{FF2B5EF4-FFF2-40B4-BE49-F238E27FC236}">
                    <a16:creationId xmlns:a16="http://schemas.microsoft.com/office/drawing/2014/main" id="{9FFE8018-4A4F-5443-73D3-68443F46438F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113A1235-44F9-B2C9-C68E-4B5DB7C31489}"/>
                </a:ext>
              </a:extLst>
            </p:cNvPr>
            <p:cNvGrpSpPr/>
            <p:nvPr/>
          </p:nvGrpSpPr>
          <p:grpSpPr>
            <a:xfrm>
              <a:off x="3828863" y="4505748"/>
              <a:ext cx="209550" cy="157163"/>
              <a:chOff x="6669881" y="4393406"/>
              <a:chExt cx="209550" cy="157163"/>
            </a:xfrm>
          </p:grpSpPr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A9558FC9-34DA-86AF-D577-C30F629BA810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5" name="Freeform: Shape 44">
                <a:extLst>
                  <a:ext uri="{FF2B5EF4-FFF2-40B4-BE49-F238E27FC236}">
                    <a16:creationId xmlns:a16="http://schemas.microsoft.com/office/drawing/2014/main" id="{E4089DB4-DED9-7573-4F77-0B116CAF7F62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F1DF1841-4023-E4C1-1FF6-10B708CF7658}"/>
                </a:ext>
              </a:extLst>
            </p:cNvPr>
            <p:cNvGrpSpPr/>
            <p:nvPr/>
          </p:nvGrpSpPr>
          <p:grpSpPr>
            <a:xfrm>
              <a:off x="4271771" y="4495238"/>
              <a:ext cx="209550" cy="157163"/>
              <a:chOff x="6669881" y="4393406"/>
              <a:chExt cx="209550" cy="157163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A90AC03A-25AE-20C3-95FC-49534C4B9983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3" name="Freeform: Shape 42">
                <a:extLst>
                  <a:ext uri="{FF2B5EF4-FFF2-40B4-BE49-F238E27FC236}">
                    <a16:creationId xmlns:a16="http://schemas.microsoft.com/office/drawing/2014/main" id="{AF4DCB50-5A31-96A5-60AD-1FC3BC55696A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8AE2B55C-DE48-37DC-6AE8-CD6E64A496E1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908657" y="5300061"/>
              <a:ext cx="1003434" cy="1889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65A3501B-D616-4002-F488-59057A84CB35}"/>
                </a:ext>
              </a:extLst>
            </p:cNvPr>
            <p:cNvSpPr txBox="1"/>
            <p:nvPr/>
          </p:nvSpPr>
          <p:spPr>
            <a:xfrm rot="5400000">
              <a:off x="2135199" y="5589007"/>
              <a:ext cx="796202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GND</a:t>
              </a:r>
              <a:endParaRPr lang="LID4096" sz="1000" b="1" dirty="0"/>
            </a:p>
          </p:txBody>
        </p: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ADFB2316-35E3-B77B-19F6-67B75A33AB8E}"/>
                </a:ext>
              </a:extLst>
            </p:cNvPr>
            <p:cNvCxnSpPr>
              <a:cxnSpLocks/>
            </p:cNvCxnSpPr>
            <p:nvPr/>
          </p:nvCxnSpPr>
          <p:spPr>
            <a:xfrm>
              <a:off x="4334743" y="2222017"/>
              <a:ext cx="27524" cy="1673166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AECA753B-A324-8870-E1E3-EA5B13C0818E}"/>
                </a:ext>
              </a:extLst>
            </p:cNvPr>
            <p:cNvSpPr txBox="1"/>
            <p:nvPr/>
          </p:nvSpPr>
          <p:spPr>
            <a:xfrm rot="5400000">
              <a:off x="4125363" y="2102273"/>
              <a:ext cx="760164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3.3V</a:t>
              </a:r>
              <a:endParaRPr lang="LID4096" sz="1000" b="1" dirty="0"/>
            </a:p>
          </p:txBody>
        </p: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B67B01CF-00E0-2C80-4214-5DC9EB7A8C93}"/>
                </a:ext>
              </a:extLst>
            </p:cNvPr>
            <p:cNvCxnSpPr>
              <a:cxnSpLocks/>
            </p:cNvCxnSpPr>
            <p:nvPr/>
          </p:nvCxnSpPr>
          <p:spPr>
            <a:xfrm>
              <a:off x="2399207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5DFD58EA-6650-8311-7E5C-96AFF77C585B}"/>
                </a:ext>
              </a:extLst>
            </p:cNvPr>
            <p:cNvSpPr txBox="1"/>
            <p:nvPr/>
          </p:nvSpPr>
          <p:spPr>
            <a:xfrm rot="5400000">
              <a:off x="2162151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bit0</a:t>
              </a:r>
              <a:endParaRPr lang="LID4096" sz="1000" b="1" dirty="0"/>
            </a:p>
          </p:txBody>
        </p: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8E0A48DC-36B9-6673-90D9-396AE3FCC2D2}"/>
                </a:ext>
              </a:extLst>
            </p:cNvPr>
            <p:cNvCxnSpPr>
              <a:cxnSpLocks/>
            </p:cNvCxnSpPr>
            <p:nvPr/>
          </p:nvCxnSpPr>
          <p:spPr>
            <a:xfrm>
              <a:off x="2934442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ADF28BF7-134E-C81A-829E-B98F5DB75EFA}"/>
                </a:ext>
              </a:extLst>
            </p:cNvPr>
            <p:cNvSpPr txBox="1"/>
            <p:nvPr/>
          </p:nvSpPr>
          <p:spPr>
            <a:xfrm rot="5400000">
              <a:off x="2764068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bit2</a:t>
              </a:r>
              <a:endParaRPr lang="LID4096" sz="1000" b="1" dirty="0"/>
            </a:p>
          </p:txBody>
        </p: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A563573A-B58E-9FE0-BE6A-D8EC70FF12C9}"/>
                </a:ext>
              </a:extLst>
            </p:cNvPr>
            <p:cNvCxnSpPr>
              <a:cxnSpLocks/>
            </p:cNvCxnSpPr>
            <p:nvPr/>
          </p:nvCxnSpPr>
          <p:spPr>
            <a:xfrm>
              <a:off x="3453714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52B0A667-7BD2-8FA7-71D8-28D14DBCB23F}"/>
                </a:ext>
              </a:extLst>
            </p:cNvPr>
            <p:cNvSpPr txBox="1"/>
            <p:nvPr/>
          </p:nvSpPr>
          <p:spPr>
            <a:xfrm rot="5400000">
              <a:off x="3213817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bit4</a:t>
              </a:r>
              <a:endParaRPr lang="LID4096" sz="1000" b="1" dirty="0"/>
            </a:p>
          </p:txBody>
        </p: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3F3F5A97-6315-1338-463A-261A96BAEF86}"/>
                </a:ext>
              </a:extLst>
            </p:cNvPr>
            <p:cNvCxnSpPr>
              <a:cxnSpLocks/>
            </p:cNvCxnSpPr>
            <p:nvPr/>
          </p:nvCxnSpPr>
          <p:spPr>
            <a:xfrm>
              <a:off x="3907991" y="2335991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A9C5E7A7-371C-A701-EF7E-0A25980890F5}"/>
                </a:ext>
              </a:extLst>
            </p:cNvPr>
            <p:cNvSpPr txBox="1"/>
            <p:nvPr/>
          </p:nvSpPr>
          <p:spPr>
            <a:xfrm rot="5400000">
              <a:off x="3664934" y="206730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bit6</a:t>
              </a:r>
              <a:endParaRPr lang="LID4096" sz="1000" b="1" dirty="0"/>
            </a:p>
          </p:txBody>
        </p: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FEDE48C5-21B4-9EF5-B1BD-51C97623E6BC}"/>
                </a:ext>
              </a:extLst>
            </p:cNvPr>
            <p:cNvCxnSpPr>
              <a:cxnSpLocks/>
            </p:cNvCxnSpPr>
            <p:nvPr/>
          </p:nvCxnSpPr>
          <p:spPr>
            <a:xfrm>
              <a:off x="2920379" y="4745914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AE9DE08C-5D13-08C0-D3D7-1A9A808D2AF8}"/>
                </a:ext>
              </a:extLst>
            </p:cNvPr>
            <p:cNvSpPr txBox="1"/>
            <p:nvPr/>
          </p:nvSpPr>
          <p:spPr>
            <a:xfrm rot="5400000">
              <a:off x="2684413" y="559553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bit1</a:t>
              </a:r>
              <a:endParaRPr lang="LID4096" sz="1000" b="1" dirty="0"/>
            </a:p>
          </p:txBody>
        </p: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AADF02B4-2957-FEB3-4D55-F42ED9DBC8B5}"/>
                </a:ext>
              </a:extLst>
            </p:cNvPr>
            <p:cNvCxnSpPr>
              <a:cxnSpLocks/>
            </p:cNvCxnSpPr>
            <p:nvPr/>
          </p:nvCxnSpPr>
          <p:spPr>
            <a:xfrm>
              <a:off x="3436440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CBFE8EEE-EB90-D3B3-D2E8-07C0DD282BFA}"/>
                </a:ext>
              </a:extLst>
            </p:cNvPr>
            <p:cNvSpPr txBox="1"/>
            <p:nvPr/>
          </p:nvSpPr>
          <p:spPr>
            <a:xfrm rot="5400000">
              <a:off x="3200473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bit3</a:t>
              </a:r>
              <a:endParaRPr lang="LID4096" sz="1000" b="1" dirty="0"/>
            </a:p>
          </p:txBody>
        </p: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0C8B48EF-9D0A-7E76-463C-97AB25C0EAE8}"/>
                </a:ext>
              </a:extLst>
            </p:cNvPr>
            <p:cNvCxnSpPr>
              <a:cxnSpLocks/>
            </p:cNvCxnSpPr>
            <p:nvPr/>
          </p:nvCxnSpPr>
          <p:spPr>
            <a:xfrm>
              <a:off x="3918887" y="4744900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FE9518C4-F670-059B-5D81-1C4E4D0E0694}"/>
                </a:ext>
              </a:extLst>
            </p:cNvPr>
            <p:cNvSpPr txBox="1"/>
            <p:nvPr/>
          </p:nvSpPr>
          <p:spPr>
            <a:xfrm rot="5400000">
              <a:off x="3682921" y="5594528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bit5</a:t>
              </a:r>
              <a:endParaRPr lang="LID4096" sz="1000" b="1" dirty="0"/>
            </a:p>
          </p:txBody>
        </p: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DBA0FF50-F17D-FBA0-989D-AE61524AF7EB}"/>
                </a:ext>
              </a:extLst>
            </p:cNvPr>
            <p:cNvCxnSpPr>
              <a:cxnSpLocks/>
            </p:cNvCxnSpPr>
            <p:nvPr/>
          </p:nvCxnSpPr>
          <p:spPr>
            <a:xfrm>
              <a:off x="4372042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BC9510A8-452C-6160-99CD-17D496CB2774}"/>
                </a:ext>
              </a:extLst>
            </p:cNvPr>
            <p:cNvSpPr txBox="1"/>
            <p:nvPr/>
          </p:nvSpPr>
          <p:spPr>
            <a:xfrm rot="5400000">
              <a:off x="4136075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bit7</a:t>
              </a:r>
              <a:endParaRPr lang="LID4096" sz="1000" b="1" dirty="0"/>
            </a:p>
          </p:txBody>
        </p:sp>
      </p:grp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078C7CD1-7498-4EDB-AF5F-F8917B2993E0}"/>
              </a:ext>
            </a:extLst>
          </p:cNvPr>
          <p:cNvSpPr/>
          <p:nvPr/>
        </p:nvSpPr>
        <p:spPr>
          <a:xfrm flipH="1">
            <a:off x="8941226" y="4501306"/>
            <a:ext cx="617210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AB7AE8C8-A1D5-312F-ED11-3AB349532740}"/>
              </a:ext>
            </a:extLst>
          </p:cNvPr>
          <p:cNvSpPr/>
          <p:nvPr/>
        </p:nvSpPr>
        <p:spPr>
          <a:xfrm>
            <a:off x="7994798" y="4503739"/>
            <a:ext cx="659869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B9F17120-93C8-B795-4D3A-7E0BC2834D46}"/>
              </a:ext>
            </a:extLst>
          </p:cNvPr>
          <p:cNvSpPr/>
          <p:nvPr/>
        </p:nvSpPr>
        <p:spPr>
          <a:xfrm>
            <a:off x="8751023" y="4245135"/>
            <a:ext cx="93846" cy="565768"/>
          </a:xfrm>
          <a:prstGeom prst="rect">
            <a:avLst/>
          </a:prstGeom>
          <a:solidFill>
            <a:sysClr val="windowText" lastClr="000000">
              <a:lumMod val="65000"/>
              <a:lumOff val="35000"/>
            </a:sysClr>
          </a:solidFill>
          <a:ln w="38100" cap="flat" cmpd="sng" algn="ctr">
            <a:solidFill>
              <a:sysClr val="windowText" lastClr="000000">
                <a:lumMod val="75000"/>
                <a:lumOff val="25000"/>
              </a:sys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5" name="Rectangle: Rounded Corners 64">
            <a:extLst>
              <a:ext uri="{FF2B5EF4-FFF2-40B4-BE49-F238E27FC236}">
                <a16:creationId xmlns:a16="http://schemas.microsoft.com/office/drawing/2014/main" id="{7CDCBC53-5996-31A9-E48B-57B3894F36AF}"/>
              </a:ext>
            </a:extLst>
          </p:cNvPr>
          <p:cNvSpPr/>
          <p:nvPr/>
        </p:nvSpPr>
        <p:spPr>
          <a:xfrm>
            <a:off x="8408838" y="3317107"/>
            <a:ext cx="748889" cy="891084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66" name="Group 65">
            <a:extLst>
              <a:ext uri="{FF2B5EF4-FFF2-40B4-BE49-F238E27FC236}">
                <a16:creationId xmlns:a16="http://schemas.microsoft.com/office/drawing/2014/main" id="{6F65FBEB-A0E5-43A1-32A8-2A7B7E9D7BE7}"/>
              </a:ext>
            </a:extLst>
          </p:cNvPr>
          <p:cNvGrpSpPr/>
          <p:nvPr/>
        </p:nvGrpSpPr>
        <p:grpSpPr>
          <a:xfrm>
            <a:off x="8474678" y="4221613"/>
            <a:ext cx="631874" cy="309390"/>
            <a:chOff x="5198211" y="3413816"/>
            <a:chExt cx="307830" cy="260468"/>
          </a:xfrm>
        </p:grpSpPr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752EBA38-307C-9A88-38BF-A126A8C69C8B}"/>
                </a:ext>
              </a:extLst>
            </p:cNvPr>
            <p:cNvSpPr/>
            <p:nvPr/>
          </p:nvSpPr>
          <p:spPr>
            <a:xfrm>
              <a:off x="5198211" y="341381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68" name="Freeform: Shape 67">
              <a:extLst>
                <a:ext uri="{FF2B5EF4-FFF2-40B4-BE49-F238E27FC236}">
                  <a16:creationId xmlns:a16="http://schemas.microsoft.com/office/drawing/2014/main" id="{AD7E06A2-12E5-89B9-F911-542BA7A67E1D}"/>
                </a:ext>
              </a:extLst>
            </p:cNvPr>
            <p:cNvSpPr/>
            <p:nvPr/>
          </p:nvSpPr>
          <p:spPr>
            <a:xfrm>
              <a:off x="5205355" y="346144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69" name="Freeform: Shape 68">
              <a:extLst>
                <a:ext uri="{FF2B5EF4-FFF2-40B4-BE49-F238E27FC236}">
                  <a16:creationId xmlns:a16="http://schemas.microsoft.com/office/drawing/2014/main" id="{9325518A-F13B-0007-CC93-2A46838FBF66}"/>
                </a:ext>
              </a:extLst>
            </p:cNvPr>
            <p:cNvSpPr/>
            <p:nvPr/>
          </p:nvSpPr>
          <p:spPr>
            <a:xfrm>
              <a:off x="5202974" y="350906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70" name="Freeform: Shape 69">
              <a:extLst>
                <a:ext uri="{FF2B5EF4-FFF2-40B4-BE49-F238E27FC236}">
                  <a16:creationId xmlns:a16="http://schemas.microsoft.com/office/drawing/2014/main" id="{DB002974-4CE3-D137-5D6E-877F99626086}"/>
                </a:ext>
              </a:extLst>
            </p:cNvPr>
            <p:cNvSpPr/>
            <p:nvPr/>
          </p:nvSpPr>
          <p:spPr>
            <a:xfrm>
              <a:off x="5200593" y="355669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3541F1B6-60DE-220B-E8D5-8E1D01306676}"/>
              </a:ext>
            </a:extLst>
          </p:cNvPr>
          <p:cNvCxnSpPr>
            <a:cxnSpLocks/>
          </p:cNvCxnSpPr>
          <p:nvPr/>
        </p:nvCxnSpPr>
        <p:spPr>
          <a:xfrm flipH="1">
            <a:off x="8572556" y="5005100"/>
            <a:ext cx="268837" cy="112423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F3A89B61-BD2E-BD81-643C-1CE625036DB5}"/>
              </a:ext>
            </a:extLst>
          </p:cNvPr>
          <p:cNvCxnSpPr>
            <a:cxnSpLocks/>
          </p:cNvCxnSpPr>
          <p:nvPr/>
        </p:nvCxnSpPr>
        <p:spPr>
          <a:xfrm flipH="1">
            <a:off x="8616604" y="5009987"/>
            <a:ext cx="381202" cy="147409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73" name="Freeform: Shape 72">
            <a:extLst>
              <a:ext uri="{FF2B5EF4-FFF2-40B4-BE49-F238E27FC236}">
                <a16:creationId xmlns:a16="http://schemas.microsoft.com/office/drawing/2014/main" id="{256D0C28-1A13-8F81-2089-54250E59B67F}"/>
              </a:ext>
            </a:extLst>
          </p:cNvPr>
          <p:cNvSpPr/>
          <p:nvPr/>
        </p:nvSpPr>
        <p:spPr>
          <a:xfrm>
            <a:off x="8520602" y="3222442"/>
            <a:ext cx="140598" cy="381299"/>
          </a:xfrm>
          <a:custGeom>
            <a:avLst/>
            <a:gdLst>
              <a:gd name="connsiteX0" fmla="*/ 140598 w 140598"/>
              <a:gd name="connsiteY0" fmla="*/ 3794 h 381299"/>
              <a:gd name="connsiteX1" fmla="*/ 18957 w 140598"/>
              <a:gd name="connsiteY1" fmla="*/ 54128 h 381299"/>
              <a:gd name="connsiteX2" fmla="*/ 2179 w 140598"/>
              <a:gd name="connsiteY2" fmla="*/ 381299 h 3812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0598" h="381299">
                <a:moveTo>
                  <a:pt x="140598" y="3794"/>
                </a:moveTo>
                <a:cubicBezTo>
                  <a:pt x="91312" y="-2498"/>
                  <a:pt x="42027" y="-8789"/>
                  <a:pt x="18957" y="54128"/>
                </a:cubicBezTo>
                <a:cubicBezTo>
                  <a:pt x="-4113" y="117045"/>
                  <a:pt x="-967" y="249172"/>
                  <a:pt x="2179" y="381299"/>
                </a:cubicBezTo>
              </a:path>
            </a:pathLst>
          </a:custGeom>
          <a:noFill/>
          <a:ln w="38100" cap="rnd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4" name="Freeform: Shape 73">
            <a:extLst>
              <a:ext uri="{FF2B5EF4-FFF2-40B4-BE49-F238E27FC236}">
                <a16:creationId xmlns:a16="http://schemas.microsoft.com/office/drawing/2014/main" id="{6AD69B26-A0A8-C5AC-12D6-43DCC86E4BB5}"/>
              </a:ext>
            </a:extLst>
          </p:cNvPr>
          <p:cNvSpPr/>
          <p:nvPr/>
        </p:nvSpPr>
        <p:spPr>
          <a:xfrm>
            <a:off x="4845284" y="4823108"/>
            <a:ext cx="3706836" cy="587385"/>
          </a:xfrm>
          <a:custGeom>
            <a:avLst/>
            <a:gdLst>
              <a:gd name="connsiteX0" fmla="*/ 0 w 5180202"/>
              <a:gd name="connsiteY0" fmla="*/ 0 h 850096"/>
              <a:gd name="connsiteX1" fmla="*/ 1249960 w 5180202"/>
              <a:gd name="connsiteY1" fmla="*/ 826315 h 850096"/>
              <a:gd name="connsiteX2" fmla="*/ 5180202 w 5180202"/>
              <a:gd name="connsiteY2" fmla="*/ 545284 h 850096"/>
              <a:gd name="connsiteX0" fmla="*/ 0 w 5415094"/>
              <a:gd name="connsiteY0" fmla="*/ 0 h 1936470"/>
              <a:gd name="connsiteX1" fmla="*/ 1484852 w 5415094"/>
              <a:gd name="connsiteY1" fmla="*/ 1912689 h 1936470"/>
              <a:gd name="connsiteX2" fmla="*/ 5415094 w 5415094"/>
              <a:gd name="connsiteY2" fmla="*/ 1631658 h 1936470"/>
              <a:gd name="connsiteX0" fmla="*/ 3044 w 5418138"/>
              <a:gd name="connsiteY0" fmla="*/ 0 h 1936470"/>
              <a:gd name="connsiteX1" fmla="*/ 1487896 w 5418138"/>
              <a:gd name="connsiteY1" fmla="*/ 1912689 h 1936470"/>
              <a:gd name="connsiteX2" fmla="*/ 5418138 w 5418138"/>
              <a:gd name="connsiteY2" fmla="*/ 1631658 h 1936470"/>
              <a:gd name="connsiteX0" fmla="*/ 2804 w 5480816"/>
              <a:gd name="connsiteY0" fmla="*/ 0 h 1978415"/>
              <a:gd name="connsiteX1" fmla="*/ 1550574 w 5480816"/>
              <a:gd name="connsiteY1" fmla="*/ 1954634 h 1978415"/>
              <a:gd name="connsiteX2" fmla="*/ 5480816 w 5480816"/>
              <a:gd name="connsiteY2" fmla="*/ 1673603 h 19784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480816" h="1978415">
                <a:moveTo>
                  <a:pt x="2804" y="0"/>
                </a:moveTo>
                <a:cubicBezTo>
                  <a:pt x="-51375" y="1110142"/>
                  <a:pt x="687207" y="1863753"/>
                  <a:pt x="1550574" y="1954634"/>
                </a:cubicBezTo>
                <a:cubicBezTo>
                  <a:pt x="2413941" y="2045515"/>
                  <a:pt x="3947378" y="1859559"/>
                  <a:pt x="5480816" y="1673603"/>
                </a:cubicBezTo>
              </a:path>
            </a:pathLst>
          </a:cu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5" name="Freeform: Shape 74">
            <a:extLst>
              <a:ext uri="{FF2B5EF4-FFF2-40B4-BE49-F238E27FC236}">
                <a16:creationId xmlns:a16="http://schemas.microsoft.com/office/drawing/2014/main" id="{7895A499-8DBB-026A-471D-970EAA9F1205}"/>
              </a:ext>
            </a:extLst>
          </p:cNvPr>
          <p:cNvSpPr/>
          <p:nvPr/>
        </p:nvSpPr>
        <p:spPr>
          <a:xfrm>
            <a:off x="5350994" y="4546929"/>
            <a:ext cx="3349244" cy="495708"/>
          </a:xfrm>
          <a:custGeom>
            <a:avLst/>
            <a:gdLst>
              <a:gd name="connsiteX0" fmla="*/ 0 w 5549318"/>
              <a:gd name="connsiteY0" fmla="*/ 178006 h 1556019"/>
              <a:gd name="connsiteX1" fmla="*/ 973123 w 5549318"/>
              <a:gd name="connsiteY1" fmla="*/ 6032 h 1556019"/>
              <a:gd name="connsiteX2" fmla="*/ 2063692 w 5549318"/>
              <a:gd name="connsiteY2" fmla="*/ 370953 h 1556019"/>
              <a:gd name="connsiteX3" fmla="*/ 4467138 w 5549318"/>
              <a:gd name="connsiteY3" fmla="*/ 1524439 h 1556019"/>
              <a:gd name="connsiteX4" fmla="*/ 5549318 w 5549318"/>
              <a:gd name="connsiteY4" fmla="*/ 1117573 h 15560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549318" h="1556019">
                <a:moveTo>
                  <a:pt x="0" y="178006"/>
                </a:moveTo>
                <a:cubicBezTo>
                  <a:pt x="314587" y="75940"/>
                  <a:pt x="629174" y="-26126"/>
                  <a:pt x="973123" y="6032"/>
                </a:cubicBezTo>
                <a:cubicBezTo>
                  <a:pt x="1317072" y="38190"/>
                  <a:pt x="1481356" y="117885"/>
                  <a:pt x="2063692" y="370953"/>
                </a:cubicBezTo>
                <a:cubicBezTo>
                  <a:pt x="2646028" y="624021"/>
                  <a:pt x="3886200" y="1400002"/>
                  <a:pt x="4467138" y="1524439"/>
                </a:cubicBezTo>
                <a:cubicBezTo>
                  <a:pt x="5048076" y="1648876"/>
                  <a:pt x="5298697" y="1383224"/>
                  <a:pt x="5549318" y="1117573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80" name="Freeform: Shape 79">
            <a:extLst>
              <a:ext uri="{FF2B5EF4-FFF2-40B4-BE49-F238E27FC236}">
                <a16:creationId xmlns:a16="http://schemas.microsoft.com/office/drawing/2014/main" id="{2ABFFDDD-2FD5-7C54-3CC3-27FE25C91550}"/>
              </a:ext>
            </a:extLst>
          </p:cNvPr>
          <p:cNvSpPr/>
          <p:nvPr/>
        </p:nvSpPr>
        <p:spPr>
          <a:xfrm>
            <a:off x="8423503" y="5071180"/>
            <a:ext cx="816282" cy="244395"/>
          </a:xfrm>
          <a:custGeom>
            <a:avLst/>
            <a:gdLst>
              <a:gd name="connsiteX0" fmla="*/ 328612 w 397668"/>
              <a:gd name="connsiteY0" fmla="*/ 2381 h 119062"/>
              <a:gd name="connsiteX1" fmla="*/ 66675 w 397668"/>
              <a:gd name="connsiteY1" fmla="*/ 0 h 119062"/>
              <a:gd name="connsiteX2" fmla="*/ 0 w 397668"/>
              <a:gd name="connsiteY2" fmla="*/ 119062 h 119062"/>
              <a:gd name="connsiteX3" fmla="*/ 397668 w 397668"/>
              <a:gd name="connsiteY3" fmla="*/ 119062 h 119062"/>
              <a:gd name="connsiteX4" fmla="*/ 328612 w 397668"/>
              <a:gd name="connsiteY4" fmla="*/ 2381 h 1190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7668" h="119062">
                <a:moveTo>
                  <a:pt x="328612" y="2381"/>
                </a:moveTo>
                <a:lnTo>
                  <a:pt x="66675" y="0"/>
                </a:lnTo>
                <a:lnTo>
                  <a:pt x="0" y="119062"/>
                </a:lnTo>
                <a:lnTo>
                  <a:pt x="397668" y="119062"/>
                </a:lnTo>
                <a:lnTo>
                  <a:pt x="328612" y="2381"/>
                </a:lnTo>
                <a:close/>
              </a:path>
            </a:pathLst>
          </a:cu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8" name="Rectangle: Rounded Corners 77">
            <a:extLst>
              <a:ext uri="{FF2B5EF4-FFF2-40B4-BE49-F238E27FC236}">
                <a16:creationId xmlns:a16="http://schemas.microsoft.com/office/drawing/2014/main" id="{F18DED89-ECE9-7717-2153-62DC3C8BD124}"/>
              </a:ext>
            </a:extLst>
          </p:cNvPr>
          <p:cNvSpPr/>
          <p:nvPr/>
        </p:nvSpPr>
        <p:spPr>
          <a:xfrm>
            <a:off x="8709418" y="4800344"/>
            <a:ext cx="185740" cy="325316"/>
          </a:xfrm>
          <a:prstGeom prst="roundRect">
            <a:avLst/>
          </a:pr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53F68E22-5D06-E619-41B2-05D806333B0D}"/>
              </a:ext>
            </a:extLst>
          </p:cNvPr>
          <p:cNvCxnSpPr>
            <a:cxnSpLocks/>
          </p:cNvCxnSpPr>
          <p:nvPr/>
        </p:nvCxnSpPr>
        <p:spPr>
          <a:xfrm>
            <a:off x="8758296" y="4827549"/>
            <a:ext cx="0" cy="175965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</p:spTree>
    <p:extLst>
      <p:ext uri="{BB962C8B-B14F-4D97-AF65-F5344CB8AC3E}">
        <p14:creationId xmlns:p14="http://schemas.microsoft.com/office/powerpoint/2010/main" val="24260606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6F4AE3-1B2B-B0DC-B446-A7AAE036A4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4607DF-782F-7735-ABA1-2F462EB971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Koppla in en knapp</a:t>
            </a:r>
            <a:endParaRPr lang="LID4096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0001C0B7-50FA-DE57-4E91-AEB5E4666C91}"/>
              </a:ext>
            </a:extLst>
          </p:cNvPr>
          <p:cNvGrpSpPr/>
          <p:nvPr/>
        </p:nvGrpSpPr>
        <p:grpSpPr>
          <a:xfrm rot="16200000">
            <a:off x="1617178" y="3002057"/>
            <a:ext cx="3095687" cy="2470259"/>
            <a:chOff x="436296" y="1927862"/>
            <a:chExt cx="5353797" cy="4272158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B747AED4-ABB6-B59C-A968-6A6A9F756FE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36296" y="2545839"/>
              <a:ext cx="5353797" cy="2772162"/>
            </a:xfrm>
            <a:prstGeom prst="rect">
              <a:avLst/>
            </a:prstGeom>
          </p:spPr>
        </p:pic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76EA2276-7344-1FD0-CD15-7AC2590B6A6B}"/>
                </a:ext>
              </a:extLst>
            </p:cNvPr>
            <p:cNvSpPr/>
            <p:nvPr/>
          </p:nvSpPr>
          <p:spPr>
            <a:xfrm>
              <a:off x="1578586" y="3558540"/>
              <a:ext cx="3381375" cy="1402080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6F269BFF-D408-30F2-E6D7-0F52801D999E}"/>
                </a:ext>
              </a:extLst>
            </p:cNvPr>
            <p:cNvSpPr/>
            <p:nvPr/>
          </p:nvSpPr>
          <p:spPr>
            <a:xfrm>
              <a:off x="1436663" y="3406140"/>
              <a:ext cx="3787140" cy="259080"/>
            </a:xfrm>
            <a:custGeom>
              <a:avLst/>
              <a:gdLst>
                <a:gd name="connsiteX0" fmla="*/ 3406140 w 3825240"/>
                <a:gd name="connsiteY0" fmla="*/ 0 h 259080"/>
                <a:gd name="connsiteX1" fmla="*/ 0 w 3825240"/>
                <a:gd name="connsiteY1" fmla="*/ 68580 h 259080"/>
                <a:gd name="connsiteX2" fmla="*/ 228600 w 3825240"/>
                <a:gd name="connsiteY2" fmla="*/ 259080 h 259080"/>
                <a:gd name="connsiteX3" fmla="*/ 3825240 w 3825240"/>
                <a:gd name="connsiteY3" fmla="*/ 167640 h 259080"/>
                <a:gd name="connsiteX4" fmla="*/ 3406140 w 3825240"/>
                <a:gd name="connsiteY4" fmla="*/ 0 h 259080"/>
                <a:gd name="connsiteX0" fmla="*/ 3406140 w 3787140"/>
                <a:gd name="connsiteY0" fmla="*/ 0 h 259080"/>
                <a:gd name="connsiteX1" fmla="*/ 0 w 3787140"/>
                <a:gd name="connsiteY1" fmla="*/ 68580 h 259080"/>
                <a:gd name="connsiteX2" fmla="*/ 228600 w 3787140"/>
                <a:gd name="connsiteY2" fmla="*/ 259080 h 259080"/>
                <a:gd name="connsiteX3" fmla="*/ 3787140 w 3787140"/>
                <a:gd name="connsiteY3" fmla="*/ 153353 h 259080"/>
                <a:gd name="connsiteX4" fmla="*/ 3406140 w 3787140"/>
                <a:gd name="connsiteY4" fmla="*/ 0 h 2590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87140" h="259080">
                  <a:moveTo>
                    <a:pt x="3406140" y="0"/>
                  </a:moveTo>
                  <a:lnTo>
                    <a:pt x="0" y="68580"/>
                  </a:lnTo>
                  <a:lnTo>
                    <a:pt x="228600" y="259080"/>
                  </a:lnTo>
                  <a:lnTo>
                    <a:pt x="3787140" y="153353"/>
                  </a:lnTo>
                  <a:lnTo>
                    <a:pt x="3406140" y="0"/>
                  </a:lnTo>
                  <a:close/>
                </a:path>
              </a:pathLst>
            </a:cu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0E369DCB-8B49-EB40-69E1-6E208A9A914F}"/>
                </a:ext>
              </a:extLst>
            </p:cNvPr>
            <p:cNvSpPr/>
            <p:nvPr/>
          </p:nvSpPr>
          <p:spPr>
            <a:xfrm>
              <a:off x="1459523" y="3482340"/>
              <a:ext cx="205740" cy="1714500"/>
            </a:xfrm>
            <a:custGeom>
              <a:avLst/>
              <a:gdLst>
                <a:gd name="connsiteX0" fmla="*/ 0 w 205740"/>
                <a:gd name="connsiteY0" fmla="*/ 0 h 1714500"/>
                <a:gd name="connsiteX1" fmla="*/ 30480 w 205740"/>
                <a:gd name="connsiteY1" fmla="*/ 1539240 h 1714500"/>
                <a:gd name="connsiteX2" fmla="*/ 205740 w 205740"/>
                <a:gd name="connsiteY2" fmla="*/ 1714500 h 1714500"/>
                <a:gd name="connsiteX3" fmla="*/ 198120 w 205740"/>
                <a:gd name="connsiteY3" fmla="*/ 167640 h 1714500"/>
                <a:gd name="connsiteX4" fmla="*/ 0 w 205740"/>
                <a:gd name="connsiteY4" fmla="*/ 0 h 1714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5740" h="1714500">
                  <a:moveTo>
                    <a:pt x="0" y="0"/>
                  </a:moveTo>
                  <a:lnTo>
                    <a:pt x="30480" y="1539240"/>
                  </a:lnTo>
                  <a:lnTo>
                    <a:pt x="205740" y="1714500"/>
                  </a:lnTo>
                  <a:lnTo>
                    <a:pt x="198120" y="1676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93C9C027-4661-DE43-9A39-9EAC79D86AAC}"/>
                </a:ext>
              </a:extLst>
            </p:cNvPr>
            <p:cNvSpPr/>
            <p:nvPr/>
          </p:nvSpPr>
          <p:spPr>
            <a:xfrm>
              <a:off x="1657643" y="3558540"/>
              <a:ext cx="3596640" cy="1653540"/>
            </a:xfrm>
            <a:custGeom>
              <a:avLst/>
              <a:gdLst>
                <a:gd name="connsiteX0" fmla="*/ 0 w 3680460"/>
                <a:gd name="connsiteY0" fmla="*/ 1653540 h 1653540"/>
                <a:gd name="connsiteX1" fmla="*/ 1463040 w 3680460"/>
                <a:gd name="connsiteY1" fmla="*/ 1592580 h 1653540"/>
                <a:gd name="connsiteX2" fmla="*/ 1463040 w 3680460"/>
                <a:gd name="connsiteY2" fmla="*/ 1417320 h 1653540"/>
                <a:gd name="connsiteX3" fmla="*/ 182880 w 3680460"/>
                <a:gd name="connsiteY3" fmla="*/ 1478280 h 1653540"/>
                <a:gd name="connsiteX4" fmla="*/ 160020 w 3680460"/>
                <a:gd name="connsiteY4" fmla="*/ 266700 h 1653540"/>
                <a:gd name="connsiteX5" fmla="*/ 3474720 w 3680460"/>
                <a:gd name="connsiteY5" fmla="*/ 160020 h 1653540"/>
                <a:gd name="connsiteX6" fmla="*/ 3467100 w 3680460"/>
                <a:gd name="connsiteY6" fmla="*/ 1424940 h 1653540"/>
                <a:gd name="connsiteX7" fmla="*/ 2278380 w 3680460"/>
                <a:gd name="connsiteY7" fmla="*/ 1432560 h 1653540"/>
                <a:gd name="connsiteX8" fmla="*/ 2263140 w 3680460"/>
                <a:gd name="connsiteY8" fmla="*/ 1584960 h 1653540"/>
                <a:gd name="connsiteX9" fmla="*/ 3680460 w 3680460"/>
                <a:gd name="connsiteY9" fmla="*/ 1546860 h 1653540"/>
                <a:gd name="connsiteX10" fmla="*/ 3589020 w 3680460"/>
                <a:gd name="connsiteY10" fmla="*/ 0 h 1653540"/>
                <a:gd name="connsiteX11" fmla="*/ 0 w 3680460"/>
                <a:gd name="connsiteY11" fmla="*/ 91440 h 1653540"/>
                <a:gd name="connsiteX12" fmla="*/ 0 w 3680460"/>
                <a:gd name="connsiteY12" fmla="*/ 1653540 h 1653540"/>
                <a:gd name="connsiteX0" fmla="*/ 0 w 3649980"/>
                <a:gd name="connsiteY0" fmla="*/ 1653540 h 1653540"/>
                <a:gd name="connsiteX1" fmla="*/ 1463040 w 3649980"/>
                <a:gd name="connsiteY1" fmla="*/ 1592580 h 1653540"/>
                <a:gd name="connsiteX2" fmla="*/ 1463040 w 3649980"/>
                <a:gd name="connsiteY2" fmla="*/ 1417320 h 1653540"/>
                <a:gd name="connsiteX3" fmla="*/ 182880 w 3649980"/>
                <a:gd name="connsiteY3" fmla="*/ 1478280 h 1653540"/>
                <a:gd name="connsiteX4" fmla="*/ 160020 w 3649980"/>
                <a:gd name="connsiteY4" fmla="*/ 266700 h 1653540"/>
                <a:gd name="connsiteX5" fmla="*/ 3474720 w 3649980"/>
                <a:gd name="connsiteY5" fmla="*/ 160020 h 1653540"/>
                <a:gd name="connsiteX6" fmla="*/ 3467100 w 3649980"/>
                <a:gd name="connsiteY6" fmla="*/ 1424940 h 1653540"/>
                <a:gd name="connsiteX7" fmla="*/ 2278380 w 3649980"/>
                <a:gd name="connsiteY7" fmla="*/ 1432560 h 1653540"/>
                <a:gd name="connsiteX8" fmla="*/ 2263140 w 3649980"/>
                <a:gd name="connsiteY8" fmla="*/ 1584960 h 1653540"/>
                <a:gd name="connsiteX9" fmla="*/ 3649980 w 3649980"/>
                <a:gd name="connsiteY9" fmla="*/ 1554480 h 1653540"/>
                <a:gd name="connsiteX10" fmla="*/ 3589020 w 3649980"/>
                <a:gd name="connsiteY10" fmla="*/ 0 h 1653540"/>
                <a:gd name="connsiteX11" fmla="*/ 0 w 3649980"/>
                <a:gd name="connsiteY11" fmla="*/ 91440 h 1653540"/>
                <a:gd name="connsiteX12" fmla="*/ 0 w 3649980"/>
                <a:gd name="connsiteY12" fmla="*/ 1653540 h 1653540"/>
                <a:gd name="connsiteX0" fmla="*/ 0 w 3596640"/>
                <a:gd name="connsiteY0" fmla="*/ 1653540 h 1653540"/>
                <a:gd name="connsiteX1" fmla="*/ 1463040 w 3596640"/>
                <a:gd name="connsiteY1" fmla="*/ 1592580 h 1653540"/>
                <a:gd name="connsiteX2" fmla="*/ 1463040 w 3596640"/>
                <a:gd name="connsiteY2" fmla="*/ 1417320 h 1653540"/>
                <a:gd name="connsiteX3" fmla="*/ 182880 w 3596640"/>
                <a:gd name="connsiteY3" fmla="*/ 1478280 h 1653540"/>
                <a:gd name="connsiteX4" fmla="*/ 160020 w 3596640"/>
                <a:gd name="connsiteY4" fmla="*/ 266700 h 1653540"/>
                <a:gd name="connsiteX5" fmla="*/ 3474720 w 3596640"/>
                <a:gd name="connsiteY5" fmla="*/ 160020 h 1653540"/>
                <a:gd name="connsiteX6" fmla="*/ 3467100 w 3596640"/>
                <a:gd name="connsiteY6" fmla="*/ 1424940 h 1653540"/>
                <a:gd name="connsiteX7" fmla="*/ 2278380 w 3596640"/>
                <a:gd name="connsiteY7" fmla="*/ 1432560 h 1653540"/>
                <a:gd name="connsiteX8" fmla="*/ 2263140 w 3596640"/>
                <a:gd name="connsiteY8" fmla="*/ 1584960 h 1653540"/>
                <a:gd name="connsiteX9" fmla="*/ 3596640 w 3596640"/>
                <a:gd name="connsiteY9" fmla="*/ 1546860 h 1653540"/>
                <a:gd name="connsiteX10" fmla="*/ 3589020 w 3596640"/>
                <a:gd name="connsiteY10" fmla="*/ 0 h 1653540"/>
                <a:gd name="connsiteX11" fmla="*/ 0 w 3596640"/>
                <a:gd name="connsiteY11" fmla="*/ 91440 h 1653540"/>
                <a:gd name="connsiteX12" fmla="*/ 0 w 3596640"/>
                <a:gd name="connsiteY12" fmla="*/ 1653540 h 165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6640" h="1653540">
                  <a:moveTo>
                    <a:pt x="0" y="1653540"/>
                  </a:moveTo>
                  <a:lnTo>
                    <a:pt x="1463040" y="1592580"/>
                  </a:lnTo>
                  <a:lnTo>
                    <a:pt x="1463040" y="1417320"/>
                  </a:lnTo>
                  <a:lnTo>
                    <a:pt x="182880" y="1478280"/>
                  </a:lnTo>
                  <a:lnTo>
                    <a:pt x="160020" y="266700"/>
                  </a:lnTo>
                  <a:lnTo>
                    <a:pt x="3474720" y="160020"/>
                  </a:lnTo>
                  <a:lnTo>
                    <a:pt x="3467100" y="1424940"/>
                  </a:lnTo>
                  <a:lnTo>
                    <a:pt x="2278380" y="1432560"/>
                  </a:lnTo>
                  <a:lnTo>
                    <a:pt x="2263140" y="1584960"/>
                  </a:lnTo>
                  <a:lnTo>
                    <a:pt x="3596640" y="1546860"/>
                  </a:lnTo>
                  <a:lnTo>
                    <a:pt x="3589020" y="0"/>
                  </a:lnTo>
                  <a:lnTo>
                    <a:pt x="0" y="91440"/>
                  </a:lnTo>
                  <a:lnTo>
                    <a:pt x="0" y="165354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34D3001D-D0BF-7781-140D-8C41D39E1B6E}"/>
                </a:ext>
              </a:extLst>
            </p:cNvPr>
            <p:cNvSpPr/>
            <p:nvPr/>
          </p:nvSpPr>
          <p:spPr>
            <a:xfrm>
              <a:off x="1833379" y="3727133"/>
              <a:ext cx="3305175" cy="1312068"/>
            </a:xfrm>
            <a:custGeom>
              <a:avLst/>
              <a:gdLst>
                <a:gd name="connsiteX0" fmla="*/ 2943225 w 3305175"/>
                <a:gd name="connsiteY0" fmla="*/ 4762 h 1312068"/>
                <a:gd name="connsiteX1" fmla="*/ 2964657 w 3305175"/>
                <a:gd name="connsiteY1" fmla="*/ 1040606 h 1312068"/>
                <a:gd name="connsiteX2" fmla="*/ 0 w 3305175"/>
                <a:gd name="connsiteY2" fmla="*/ 1133475 h 1312068"/>
                <a:gd name="connsiteX3" fmla="*/ 7144 w 3305175"/>
                <a:gd name="connsiteY3" fmla="*/ 1312068 h 1312068"/>
                <a:gd name="connsiteX4" fmla="*/ 1290638 w 3305175"/>
                <a:gd name="connsiteY4" fmla="*/ 1254918 h 1312068"/>
                <a:gd name="connsiteX5" fmla="*/ 1362075 w 3305175"/>
                <a:gd name="connsiteY5" fmla="*/ 1202531 h 1312068"/>
                <a:gd name="connsiteX6" fmla="*/ 1431132 w 3305175"/>
                <a:gd name="connsiteY6" fmla="*/ 1185862 h 1312068"/>
                <a:gd name="connsiteX7" fmla="*/ 1735932 w 3305175"/>
                <a:gd name="connsiteY7" fmla="*/ 1171575 h 1312068"/>
                <a:gd name="connsiteX8" fmla="*/ 1902619 w 3305175"/>
                <a:gd name="connsiteY8" fmla="*/ 1178718 h 1312068"/>
                <a:gd name="connsiteX9" fmla="*/ 2100263 w 3305175"/>
                <a:gd name="connsiteY9" fmla="*/ 1264443 h 1312068"/>
                <a:gd name="connsiteX10" fmla="*/ 3300413 w 3305175"/>
                <a:gd name="connsiteY10" fmla="*/ 1257300 h 1312068"/>
                <a:gd name="connsiteX11" fmla="*/ 3305175 w 3305175"/>
                <a:gd name="connsiteY11" fmla="*/ 0 h 1312068"/>
                <a:gd name="connsiteX12" fmla="*/ 2943225 w 3305175"/>
                <a:gd name="connsiteY12" fmla="*/ 4762 h 1312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305175" h="1312068">
                  <a:moveTo>
                    <a:pt x="2943225" y="4762"/>
                  </a:moveTo>
                  <a:lnTo>
                    <a:pt x="2964657" y="1040606"/>
                  </a:lnTo>
                  <a:lnTo>
                    <a:pt x="0" y="1133475"/>
                  </a:lnTo>
                  <a:lnTo>
                    <a:pt x="7144" y="1312068"/>
                  </a:lnTo>
                  <a:lnTo>
                    <a:pt x="1290638" y="1254918"/>
                  </a:lnTo>
                  <a:lnTo>
                    <a:pt x="1362075" y="1202531"/>
                  </a:lnTo>
                  <a:lnTo>
                    <a:pt x="1431132" y="1185862"/>
                  </a:lnTo>
                  <a:lnTo>
                    <a:pt x="1735932" y="1171575"/>
                  </a:lnTo>
                  <a:lnTo>
                    <a:pt x="1902619" y="1178718"/>
                  </a:lnTo>
                  <a:lnTo>
                    <a:pt x="2100263" y="1264443"/>
                  </a:lnTo>
                  <a:lnTo>
                    <a:pt x="3300413" y="1257300"/>
                  </a:lnTo>
                  <a:cubicBezTo>
                    <a:pt x="3302000" y="838200"/>
                    <a:pt x="3303588" y="419100"/>
                    <a:pt x="3305175" y="0"/>
                  </a:cubicBezTo>
                  <a:lnTo>
                    <a:pt x="2943225" y="4762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0C92B934-64E7-1236-C931-563EC3A2BEE6}"/>
                </a:ext>
              </a:extLst>
            </p:cNvPr>
            <p:cNvSpPr/>
            <p:nvPr/>
          </p:nvSpPr>
          <p:spPr>
            <a:xfrm>
              <a:off x="3119254" y="4896326"/>
              <a:ext cx="819150" cy="247650"/>
            </a:xfrm>
            <a:custGeom>
              <a:avLst/>
              <a:gdLst>
                <a:gd name="connsiteX0" fmla="*/ 802482 w 819150"/>
                <a:gd name="connsiteY0" fmla="*/ 242888 h 247650"/>
                <a:gd name="connsiteX1" fmla="*/ 588169 w 819150"/>
                <a:gd name="connsiteY1" fmla="*/ 116682 h 247650"/>
                <a:gd name="connsiteX2" fmla="*/ 452438 w 819150"/>
                <a:gd name="connsiteY2" fmla="*/ 95250 h 247650"/>
                <a:gd name="connsiteX3" fmla="*/ 192882 w 819150"/>
                <a:gd name="connsiteY3" fmla="*/ 92869 h 247650"/>
                <a:gd name="connsiteX4" fmla="*/ 76200 w 819150"/>
                <a:gd name="connsiteY4" fmla="*/ 140494 h 247650"/>
                <a:gd name="connsiteX5" fmla="*/ 11907 w 819150"/>
                <a:gd name="connsiteY5" fmla="*/ 247650 h 247650"/>
                <a:gd name="connsiteX6" fmla="*/ 0 w 819150"/>
                <a:gd name="connsiteY6" fmla="*/ 85725 h 247650"/>
                <a:gd name="connsiteX7" fmla="*/ 76200 w 819150"/>
                <a:gd name="connsiteY7" fmla="*/ 33338 h 247650"/>
                <a:gd name="connsiteX8" fmla="*/ 173832 w 819150"/>
                <a:gd name="connsiteY8" fmla="*/ 14288 h 247650"/>
                <a:gd name="connsiteX9" fmla="*/ 469107 w 819150"/>
                <a:gd name="connsiteY9" fmla="*/ 0 h 247650"/>
                <a:gd name="connsiteX10" fmla="*/ 616744 w 819150"/>
                <a:gd name="connsiteY10" fmla="*/ 14288 h 247650"/>
                <a:gd name="connsiteX11" fmla="*/ 819150 w 819150"/>
                <a:gd name="connsiteY11" fmla="*/ 95250 h 247650"/>
                <a:gd name="connsiteX12" fmla="*/ 802482 w 819150"/>
                <a:gd name="connsiteY12" fmla="*/ 242888 h 247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19150" h="247650">
                  <a:moveTo>
                    <a:pt x="802482" y="242888"/>
                  </a:moveTo>
                  <a:lnTo>
                    <a:pt x="588169" y="116682"/>
                  </a:lnTo>
                  <a:lnTo>
                    <a:pt x="452438" y="95250"/>
                  </a:lnTo>
                  <a:lnTo>
                    <a:pt x="192882" y="92869"/>
                  </a:lnTo>
                  <a:lnTo>
                    <a:pt x="76200" y="140494"/>
                  </a:lnTo>
                  <a:lnTo>
                    <a:pt x="11907" y="247650"/>
                  </a:lnTo>
                  <a:lnTo>
                    <a:pt x="0" y="85725"/>
                  </a:lnTo>
                  <a:lnTo>
                    <a:pt x="76200" y="33338"/>
                  </a:lnTo>
                  <a:lnTo>
                    <a:pt x="173832" y="14288"/>
                  </a:lnTo>
                  <a:lnTo>
                    <a:pt x="469107" y="0"/>
                  </a:lnTo>
                  <a:lnTo>
                    <a:pt x="616744" y="14288"/>
                  </a:lnTo>
                  <a:lnTo>
                    <a:pt x="819150" y="95250"/>
                  </a:lnTo>
                  <a:lnTo>
                    <a:pt x="802482" y="242888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04713BEB-4C1E-E7D1-9D9F-42DD3269037C}"/>
                </a:ext>
              </a:extLst>
            </p:cNvPr>
            <p:cNvGrpSpPr/>
            <p:nvPr/>
          </p:nvGrpSpPr>
          <p:grpSpPr>
            <a:xfrm>
              <a:off x="4243204" y="4020026"/>
              <a:ext cx="209550" cy="157163"/>
              <a:chOff x="6669881" y="4393406"/>
              <a:chExt cx="209550" cy="157163"/>
            </a:xfrm>
          </p:grpSpPr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C843A9A7-CE1E-FD95-BD26-128D908B12DB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1" name="Freeform: Shape 60">
                <a:extLst>
                  <a:ext uri="{FF2B5EF4-FFF2-40B4-BE49-F238E27FC236}">
                    <a16:creationId xmlns:a16="http://schemas.microsoft.com/office/drawing/2014/main" id="{6BC72B8C-FA57-B5DB-A5C9-6ED538D42609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02FE8019-3906-2B7F-7899-BB09914F7C4F}"/>
                </a:ext>
              </a:extLst>
            </p:cNvPr>
            <p:cNvGrpSpPr/>
            <p:nvPr/>
          </p:nvGrpSpPr>
          <p:grpSpPr>
            <a:xfrm>
              <a:off x="3797910" y="4050982"/>
              <a:ext cx="209550" cy="157163"/>
              <a:chOff x="6669881" y="4393406"/>
              <a:chExt cx="209550" cy="157163"/>
            </a:xfrm>
          </p:grpSpPr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30A5241C-8B42-8B3B-9847-7F0F6D43F9D5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9" name="Freeform: Shape 58">
                <a:extLst>
                  <a:ext uri="{FF2B5EF4-FFF2-40B4-BE49-F238E27FC236}">
                    <a16:creationId xmlns:a16="http://schemas.microsoft.com/office/drawing/2014/main" id="{72E7D0C7-D12E-13ED-BFEB-374516FDD613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B7166E9B-5327-E224-EF87-CB1F200E975D}"/>
                </a:ext>
              </a:extLst>
            </p:cNvPr>
            <p:cNvGrpSpPr/>
            <p:nvPr/>
          </p:nvGrpSpPr>
          <p:grpSpPr>
            <a:xfrm>
              <a:off x="3352616" y="4081938"/>
              <a:ext cx="209550" cy="157163"/>
              <a:chOff x="6669881" y="4393406"/>
              <a:chExt cx="209550" cy="157163"/>
            </a:xfrm>
          </p:grpSpPr>
          <p:sp>
            <p:nvSpPr>
              <p:cNvPr id="56" name="Rectangle 55">
                <a:extLst>
                  <a:ext uri="{FF2B5EF4-FFF2-40B4-BE49-F238E27FC236}">
                    <a16:creationId xmlns:a16="http://schemas.microsoft.com/office/drawing/2014/main" id="{08135F0A-37B7-4DA8-7333-ABE6285E72FB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7" name="Freeform: Shape 56">
                <a:extLst>
                  <a:ext uri="{FF2B5EF4-FFF2-40B4-BE49-F238E27FC236}">
                    <a16:creationId xmlns:a16="http://schemas.microsoft.com/office/drawing/2014/main" id="{BFF2646B-E0DB-C3F1-B7CC-F75F0D9636E3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BBFA9F75-60B1-46F3-0329-7E67045B2B25}"/>
                </a:ext>
              </a:extLst>
            </p:cNvPr>
            <p:cNvGrpSpPr/>
            <p:nvPr/>
          </p:nvGrpSpPr>
          <p:grpSpPr>
            <a:xfrm>
              <a:off x="2851360" y="4093844"/>
              <a:ext cx="209550" cy="157163"/>
              <a:chOff x="6669881" y="4393406"/>
              <a:chExt cx="209550" cy="157163"/>
            </a:xfrm>
          </p:grpSpPr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05AA142E-3633-5967-EDAC-26DEB3664B78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5" name="Freeform: Shape 54">
                <a:extLst>
                  <a:ext uri="{FF2B5EF4-FFF2-40B4-BE49-F238E27FC236}">
                    <a16:creationId xmlns:a16="http://schemas.microsoft.com/office/drawing/2014/main" id="{A9276382-8C26-8724-8AD9-0728318C7B9A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CF0EDE69-519B-B0CF-6802-D55D3CAC3380}"/>
                </a:ext>
              </a:extLst>
            </p:cNvPr>
            <p:cNvGrpSpPr/>
            <p:nvPr/>
          </p:nvGrpSpPr>
          <p:grpSpPr>
            <a:xfrm>
              <a:off x="2345112" y="4113567"/>
              <a:ext cx="209550" cy="157163"/>
              <a:chOff x="6669881" y="4393406"/>
              <a:chExt cx="209550" cy="157163"/>
            </a:xfrm>
          </p:grpSpPr>
          <p:sp>
            <p:nvSpPr>
              <p:cNvPr id="52" name="Rectangle 51">
                <a:extLst>
                  <a:ext uri="{FF2B5EF4-FFF2-40B4-BE49-F238E27FC236}">
                    <a16:creationId xmlns:a16="http://schemas.microsoft.com/office/drawing/2014/main" id="{966BCD50-DD75-F9CD-84F1-56186C3ADD7D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3" name="Freeform: Shape 52">
                <a:extLst>
                  <a:ext uri="{FF2B5EF4-FFF2-40B4-BE49-F238E27FC236}">
                    <a16:creationId xmlns:a16="http://schemas.microsoft.com/office/drawing/2014/main" id="{D36C76FA-A5CF-ED09-D2DB-0C727F9CBE89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51A774E4-C517-D3FC-D42A-25176969B583}"/>
                </a:ext>
              </a:extLst>
            </p:cNvPr>
            <p:cNvGrpSpPr/>
            <p:nvPr/>
          </p:nvGrpSpPr>
          <p:grpSpPr>
            <a:xfrm>
              <a:off x="2333205" y="4520758"/>
              <a:ext cx="209550" cy="157163"/>
              <a:chOff x="6669881" y="4393406"/>
              <a:chExt cx="209550" cy="157163"/>
            </a:xfrm>
          </p:grpSpPr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98337690-3A2B-70A5-458F-2C22D1AB4C54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1" name="Freeform: Shape 50">
                <a:extLst>
                  <a:ext uri="{FF2B5EF4-FFF2-40B4-BE49-F238E27FC236}">
                    <a16:creationId xmlns:a16="http://schemas.microsoft.com/office/drawing/2014/main" id="{37F0F184-E680-B67E-B112-0DEDA77B83AD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146CDA75-7BDF-D82D-CC4B-1EE99FB69C97}"/>
                </a:ext>
              </a:extLst>
            </p:cNvPr>
            <p:cNvGrpSpPr/>
            <p:nvPr/>
          </p:nvGrpSpPr>
          <p:grpSpPr>
            <a:xfrm>
              <a:off x="2848977" y="4506471"/>
              <a:ext cx="209550" cy="157163"/>
              <a:chOff x="6669881" y="4393406"/>
              <a:chExt cx="209550" cy="157163"/>
            </a:xfrm>
          </p:grpSpPr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E22F7A1C-507E-F1CB-E88D-274B0A258E20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9" name="Freeform: Shape 48">
                <a:extLst>
                  <a:ext uri="{FF2B5EF4-FFF2-40B4-BE49-F238E27FC236}">
                    <a16:creationId xmlns:a16="http://schemas.microsoft.com/office/drawing/2014/main" id="{D452116A-58AF-A503-B6F4-FEE9B6CE8F48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3E35ECE7-D837-7E3C-F66A-7D7D52010B8E}"/>
                </a:ext>
              </a:extLst>
            </p:cNvPr>
            <p:cNvGrpSpPr/>
            <p:nvPr/>
          </p:nvGrpSpPr>
          <p:grpSpPr>
            <a:xfrm>
              <a:off x="3359757" y="4500001"/>
              <a:ext cx="209550" cy="157163"/>
              <a:chOff x="6669881" y="4393406"/>
              <a:chExt cx="209550" cy="157163"/>
            </a:xfrm>
          </p:grpSpPr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7BCC85AE-E693-07F5-B02B-EDDF4E8F1631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7" name="Freeform: Shape 46">
                <a:extLst>
                  <a:ext uri="{FF2B5EF4-FFF2-40B4-BE49-F238E27FC236}">
                    <a16:creationId xmlns:a16="http://schemas.microsoft.com/office/drawing/2014/main" id="{B26F573A-5617-FF05-8B1E-42BB71DC926E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F535FD0A-AE0A-2E00-3828-6E19E88AAAC9}"/>
                </a:ext>
              </a:extLst>
            </p:cNvPr>
            <p:cNvGrpSpPr/>
            <p:nvPr/>
          </p:nvGrpSpPr>
          <p:grpSpPr>
            <a:xfrm>
              <a:off x="3828863" y="4505748"/>
              <a:ext cx="209550" cy="157163"/>
              <a:chOff x="6669881" y="4393406"/>
              <a:chExt cx="209550" cy="157163"/>
            </a:xfrm>
          </p:grpSpPr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E328F7F3-391D-C1E4-835F-9BA874638BFE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5" name="Freeform: Shape 44">
                <a:extLst>
                  <a:ext uri="{FF2B5EF4-FFF2-40B4-BE49-F238E27FC236}">
                    <a16:creationId xmlns:a16="http://schemas.microsoft.com/office/drawing/2014/main" id="{7BDB5DF5-64C8-10A1-878B-55E40DFBC563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42C4D6EE-27E4-8442-5AAA-9A359A493F9E}"/>
                </a:ext>
              </a:extLst>
            </p:cNvPr>
            <p:cNvGrpSpPr/>
            <p:nvPr/>
          </p:nvGrpSpPr>
          <p:grpSpPr>
            <a:xfrm>
              <a:off x="4271771" y="4495238"/>
              <a:ext cx="209550" cy="157163"/>
              <a:chOff x="6669881" y="4393406"/>
              <a:chExt cx="209550" cy="157163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DA6D863A-17BA-E9C6-C742-EC204C0D23DD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3" name="Freeform: Shape 42">
                <a:extLst>
                  <a:ext uri="{FF2B5EF4-FFF2-40B4-BE49-F238E27FC236}">
                    <a16:creationId xmlns:a16="http://schemas.microsoft.com/office/drawing/2014/main" id="{9B98FC3F-98A2-7019-AD95-192A98EAA9EF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7BE564CB-BB6B-D2B3-D27B-AB8631A0A2CE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908657" y="5300061"/>
              <a:ext cx="1003434" cy="1889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7E4560AB-0914-C2ED-05B3-2AFBEE4B36F5}"/>
                </a:ext>
              </a:extLst>
            </p:cNvPr>
            <p:cNvSpPr txBox="1"/>
            <p:nvPr/>
          </p:nvSpPr>
          <p:spPr>
            <a:xfrm rot="5400000">
              <a:off x="2135199" y="5589007"/>
              <a:ext cx="796202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GND</a:t>
              </a:r>
              <a:endParaRPr lang="LID4096" sz="1000" b="1" dirty="0"/>
            </a:p>
          </p:txBody>
        </p: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880D6205-BCAC-BDF0-05BF-27426DE7219D}"/>
                </a:ext>
              </a:extLst>
            </p:cNvPr>
            <p:cNvCxnSpPr>
              <a:cxnSpLocks/>
            </p:cNvCxnSpPr>
            <p:nvPr/>
          </p:nvCxnSpPr>
          <p:spPr>
            <a:xfrm>
              <a:off x="4334743" y="2222017"/>
              <a:ext cx="27524" cy="1673166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E70457C4-DEFC-35DD-23D4-39B38AC67190}"/>
                </a:ext>
              </a:extLst>
            </p:cNvPr>
            <p:cNvSpPr txBox="1"/>
            <p:nvPr/>
          </p:nvSpPr>
          <p:spPr>
            <a:xfrm rot="5400000">
              <a:off x="4125363" y="2102273"/>
              <a:ext cx="760164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3.3V</a:t>
              </a:r>
              <a:endParaRPr lang="LID4096" sz="1000" b="1" dirty="0"/>
            </a:p>
          </p:txBody>
        </p: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41D5A498-4688-82BD-901A-9034B06CA47E}"/>
                </a:ext>
              </a:extLst>
            </p:cNvPr>
            <p:cNvCxnSpPr>
              <a:cxnSpLocks/>
            </p:cNvCxnSpPr>
            <p:nvPr/>
          </p:nvCxnSpPr>
          <p:spPr>
            <a:xfrm>
              <a:off x="2399207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BB63ED64-2819-BED6-580F-659DEAD31E91}"/>
                </a:ext>
              </a:extLst>
            </p:cNvPr>
            <p:cNvSpPr txBox="1"/>
            <p:nvPr/>
          </p:nvSpPr>
          <p:spPr>
            <a:xfrm rot="5400000">
              <a:off x="2162151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bit0</a:t>
              </a:r>
              <a:endParaRPr lang="LID4096" sz="1000" b="1" dirty="0"/>
            </a:p>
          </p:txBody>
        </p: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3A5380D2-CA3D-5226-B6FD-25554AAFD221}"/>
                </a:ext>
              </a:extLst>
            </p:cNvPr>
            <p:cNvCxnSpPr>
              <a:cxnSpLocks/>
            </p:cNvCxnSpPr>
            <p:nvPr/>
          </p:nvCxnSpPr>
          <p:spPr>
            <a:xfrm>
              <a:off x="2934442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75738BA0-4786-A2D4-E81C-02DF082811BF}"/>
                </a:ext>
              </a:extLst>
            </p:cNvPr>
            <p:cNvSpPr txBox="1"/>
            <p:nvPr/>
          </p:nvSpPr>
          <p:spPr>
            <a:xfrm rot="5400000">
              <a:off x="2764068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bit2</a:t>
              </a:r>
              <a:endParaRPr lang="LID4096" sz="1000" b="1" dirty="0"/>
            </a:p>
          </p:txBody>
        </p: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C012B5C4-1550-AA8E-5663-4E5401CE33FC}"/>
                </a:ext>
              </a:extLst>
            </p:cNvPr>
            <p:cNvCxnSpPr>
              <a:cxnSpLocks/>
            </p:cNvCxnSpPr>
            <p:nvPr/>
          </p:nvCxnSpPr>
          <p:spPr>
            <a:xfrm>
              <a:off x="3453714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67BFE187-A9D1-824E-5410-55345A2CA4FF}"/>
                </a:ext>
              </a:extLst>
            </p:cNvPr>
            <p:cNvSpPr txBox="1"/>
            <p:nvPr/>
          </p:nvSpPr>
          <p:spPr>
            <a:xfrm rot="5400000">
              <a:off x="3213817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bit4</a:t>
              </a:r>
              <a:endParaRPr lang="LID4096" sz="1000" b="1" dirty="0"/>
            </a:p>
          </p:txBody>
        </p: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15A81C7B-B0EE-A961-5868-5317864C481C}"/>
                </a:ext>
              </a:extLst>
            </p:cNvPr>
            <p:cNvCxnSpPr>
              <a:cxnSpLocks/>
            </p:cNvCxnSpPr>
            <p:nvPr/>
          </p:nvCxnSpPr>
          <p:spPr>
            <a:xfrm>
              <a:off x="3907991" y="2335991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AECC62E9-EC0D-4F9A-E3FD-85873D2B3320}"/>
                </a:ext>
              </a:extLst>
            </p:cNvPr>
            <p:cNvSpPr txBox="1"/>
            <p:nvPr/>
          </p:nvSpPr>
          <p:spPr>
            <a:xfrm rot="5400000">
              <a:off x="3664934" y="206730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bit6</a:t>
              </a:r>
              <a:endParaRPr lang="LID4096" sz="1000" b="1" dirty="0"/>
            </a:p>
          </p:txBody>
        </p: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8AC0F022-AA9A-C3B8-BA2A-95A7606B5C30}"/>
                </a:ext>
              </a:extLst>
            </p:cNvPr>
            <p:cNvCxnSpPr>
              <a:cxnSpLocks/>
            </p:cNvCxnSpPr>
            <p:nvPr/>
          </p:nvCxnSpPr>
          <p:spPr>
            <a:xfrm>
              <a:off x="2920379" y="4745914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7423129C-1433-4EA9-90F0-DD1BE1CE09C5}"/>
                </a:ext>
              </a:extLst>
            </p:cNvPr>
            <p:cNvSpPr txBox="1"/>
            <p:nvPr/>
          </p:nvSpPr>
          <p:spPr>
            <a:xfrm rot="5400000">
              <a:off x="2684413" y="559553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bit1</a:t>
              </a:r>
              <a:endParaRPr lang="LID4096" sz="1000" b="1" dirty="0"/>
            </a:p>
          </p:txBody>
        </p: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B416D2D8-F160-C9D8-9781-00EB668367BE}"/>
                </a:ext>
              </a:extLst>
            </p:cNvPr>
            <p:cNvCxnSpPr>
              <a:cxnSpLocks/>
            </p:cNvCxnSpPr>
            <p:nvPr/>
          </p:nvCxnSpPr>
          <p:spPr>
            <a:xfrm>
              <a:off x="3436440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00EC6642-63BB-AE97-0DC9-A9BAE9855FFA}"/>
                </a:ext>
              </a:extLst>
            </p:cNvPr>
            <p:cNvSpPr txBox="1"/>
            <p:nvPr/>
          </p:nvSpPr>
          <p:spPr>
            <a:xfrm rot="5400000">
              <a:off x="3200473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bit3</a:t>
              </a:r>
              <a:endParaRPr lang="LID4096" sz="1000" b="1" dirty="0"/>
            </a:p>
          </p:txBody>
        </p: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49C2242D-0200-187C-F2F3-A665305D77AE}"/>
                </a:ext>
              </a:extLst>
            </p:cNvPr>
            <p:cNvCxnSpPr>
              <a:cxnSpLocks/>
            </p:cNvCxnSpPr>
            <p:nvPr/>
          </p:nvCxnSpPr>
          <p:spPr>
            <a:xfrm>
              <a:off x="3918887" y="4744900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C93BDF7B-F106-F822-D4B5-5F9C9684C06C}"/>
                </a:ext>
              </a:extLst>
            </p:cNvPr>
            <p:cNvSpPr txBox="1"/>
            <p:nvPr/>
          </p:nvSpPr>
          <p:spPr>
            <a:xfrm rot="5400000">
              <a:off x="3682921" y="5594528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bit5</a:t>
              </a:r>
              <a:endParaRPr lang="LID4096" sz="1000" b="1" dirty="0"/>
            </a:p>
          </p:txBody>
        </p: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FBCD3EE1-3ED5-8E57-CC19-258EC4A5CA3F}"/>
                </a:ext>
              </a:extLst>
            </p:cNvPr>
            <p:cNvCxnSpPr>
              <a:cxnSpLocks/>
            </p:cNvCxnSpPr>
            <p:nvPr/>
          </p:nvCxnSpPr>
          <p:spPr>
            <a:xfrm>
              <a:off x="4372042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2A46BA5F-CDBE-AE71-4CE9-1E8008B53185}"/>
                </a:ext>
              </a:extLst>
            </p:cNvPr>
            <p:cNvSpPr txBox="1"/>
            <p:nvPr/>
          </p:nvSpPr>
          <p:spPr>
            <a:xfrm rot="5400000">
              <a:off x="4136075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bit7</a:t>
              </a:r>
              <a:endParaRPr lang="LID4096" sz="1000" b="1" dirty="0"/>
            </a:p>
          </p:txBody>
        </p:sp>
      </p:grp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5164E0DB-203C-61E5-458A-E446C7093533}"/>
              </a:ext>
            </a:extLst>
          </p:cNvPr>
          <p:cNvSpPr/>
          <p:nvPr/>
        </p:nvSpPr>
        <p:spPr>
          <a:xfrm flipH="1">
            <a:off x="8941226" y="4501306"/>
            <a:ext cx="617210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B7C0469C-8F2C-60A7-5BC7-4CF465F45268}"/>
              </a:ext>
            </a:extLst>
          </p:cNvPr>
          <p:cNvSpPr/>
          <p:nvPr/>
        </p:nvSpPr>
        <p:spPr>
          <a:xfrm>
            <a:off x="7994798" y="4503739"/>
            <a:ext cx="659869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CBF6289F-E476-9FB3-FBB3-B5935C316DD4}"/>
              </a:ext>
            </a:extLst>
          </p:cNvPr>
          <p:cNvSpPr/>
          <p:nvPr/>
        </p:nvSpPr>
        <p:spPr>
          <a:xfrm>
            <a:off x="8751023" y="4245135"/>
            <a:ext cx="93846" cy="565768"/>
          </a:xfrm>
          <a:prstGeom prst="rect">
            <a:avLst/>
          </a:prstGeom>
          <a:solidFill>
            <a:sysClr val="windowText" lastClr="000000">
              <a:lumMod val="65000"/>
              <a:lumOff val="35000"/>
            </a:sysClr>
          </a:solidFill>
          <a:ln w="38100" cap="flat" cmpd="sng" algn="ctr">
            <a:solidFill>
              <a:sysClr val="windowText" lastClr="000000">
                <a:lumMod val="75000"/>
                <a:lumOff val="25000"/>
              </a:sys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5" name="Rectangle: Rounded Corners 64">
            <a:extLst>
              <a:ext uri="{FF2B5EF4-FFF2-40B4-BE49-F238E27FC236}">
                <a16:creationId xmlns:a16="http://schemas.microsoft.com/office/drawing/2014/main" id="{16A86FCE-4713-BC79-B3DC-AFAD0F63029D}"/>
              </a:ext>
            </a:extLst>
          </p:cNvPr>
          <p:cNvSpPr/>
          <p:nvPr/>
        </p:nvSpPr>
        <p:spPr>
          <a:xfrm>
            <a:off x="8408838" y="3317107"/>
            <a:ext cx="748889" cy="891084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66" name="Group 65">
            <a:extLst>
              <a:ext uri="{FF2B5EF4-FFF2-40B4-BE49-F238E27FC236}">
                <a16:creationId xmlns:a16="http://schemas.microsoft.com/office/drawing/2014/main" id="{E70809FB-4ED5-8AF2-3C7D-13798B9AAA7E}"/>
              </a:ext>
            </a:extLst>
          </p:cNvPr>
          <p:cNvGrpSpPr/>
          <p:nvPr/>
        </p:nvGrpSpPr>
        <p:grpSpPr>
          <a:xfrm>
            <a:off x="8474678" y="4221613"/>
            <a:ext cx="631874" cy="309390"/>
            <a:chOff x="5198211" y="3413816"/>
            <a:chExt cx="307830" cy="260468"/>
          </a:xfrm>
        </p:grpSpPr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B9C89EFD-B714-3674-30A1-1093E4D8E882}"/>
                </a:ext>
              </a:extLst>
            </p:cNvPr>
            <p:cNvSpPr/>
            <p:nvPr/>
          </p:nvSpPr>
          <p:spPr>
            <a:xfrm>
              <a:off x="5198211" y="341381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68" name="Freeform: Shape 67">
              <a:extLst>
                <a:ext uri="{FF2B5EF4-FFF2-40B4-BE49-F238E27FC236}">
                  <a16:creationId xmlns:a16="http://schemas.microsoft.com/office/drawing/2014/main" id="{858FB535-D823-6C8F-8DCA-DA8204E3DBC9}"/>
                </a:ext>
              </a:extLst>
            </p:cNvPr>
            <p:cNvSpPr/>
            <p:nvPr/>
          </p:nvSpPr>
          <p:spPr>
            <a:xfrm>
              <a:off x="5205355" y="346144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69" name="Freeform: Shape 68">
              <a:extLst>
                <a:ext uri="{FF2B5EF4-FFF2-40B4-BE49-F238E27FC236}">
                  <a16:creationId xmlns:a16="http://schemas.microsoft.com/office/drawing/2014/main" id="{801DB629-F72F-A4E0-154E-75AB4A31112B}"/>
                </a:ext>
              </a:extLst>
            </p:cNvPr>
            <p:cNvSpPr/>
            <p:nvPr/>
          </p:nvSpPr>
          <p:spPr>
            <a:xfrm>
              <a:off x="5202974" y="350906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70" name="Freeform: Shape 69">
              <a:extLst>
                <a:ext uri="{FF2B5EF4-FFF2-40B4-BE49-F238E27FC236}">
                  <a16:creationId xmlns:a16="http://schemas.microsoft.com/office/drawing/2014/main" id="{F32B9C84-F918-1004-B008-E19218FD5B5F}"/>
                </a:ext>
              </a:extLst>
            </p:cNvPr>
            <p:cNvSpPr/>
            <p:nvPr/>
          </p:nvSpPr>
          <p:spPr>
            <a:xfrm>
              <a:off x="5200593" y="355669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BCD3E5FB-882F-C10A-6454-D4881CF4AA31}"/>
              </a:ext>
            </a:extLst>
          </p:cNvPr>
          <p:cNvCxnSpPr>
            <a:cxnSpLocks/>
          </p:cNvCxnSpPr>
          <p:nvPr/>
        </p:nvCxnSpPr>
        <p:spPr>
          <a:xfrm flipH="1">
            <a:off x="8572556" y="5005100"/>
            <a:ext cx="268837" cy="112423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132E630E-FD19-2163-82B4-2442B51A2C22}"/>
              </a:ext>
            </a:extLst>
          </p:cNvPr>
          <p:cNvCxnSpPr>
            <a:cxnSpLocks/>
          </p:cNvCxnSpPr>
          <p:nvPr/>
        </p:nvCxnSpPr>
        <p:spPr>
          <a:xfrm flipH="1">
            <a:off x="8616604" y="5009987"/>
            <a:ext cx="381202" cy="147409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73" name="Freeform: Shape 72">
            <a:extLst>
              <a:ext uri="{FF2B5EF4-FFF2-40B4-BE49-F238E27FC236}">
                <a16:creationId xmlns:a16="http://schemas.microsoft.com/office/drawing/2014/main" id="{D4294472-59E7-6D7F-FACA-610CB0AFA813}"/>
              </a:ext>
            </a:extLst>
          </p:cNvPr>
          <p:cNvSpPr/>
          <p:nvPr/>
        </p:nvSpPr>
        <p:spPr>
          <a:xfrm>
            <a:off x="8520602" y="3222442"/>
            <a:ext cx="140598" cy="381299"/>
          </a:xfrm>
          <a:custGeom>
            <a:avLst/>
            <a:gdLst>
              <a:gd name="connsiteX0" fmla="*/ 140598 w 140598"/>
              <a:gd name="connsiteY0" fmla="*/ 3794 h 381299"/>
              <a:gd name="connsiteX1" fmla="*/ 18957 w 140598"/>
              <a:gd name="connsiteY1" fmla="*/ 54128 h 381299"/>
              <a:gd name="connsiteX2" fmla="*/ 2179 w 140598"/>
              <a:gd name="connsiteY2" fmla="*/ 381299 h 3812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0598" h="381299">
                <a:moveTo>
                  <a:pt x="140598" y="3794"/>
                </a:moveTo>
                <a:cubicBezTo>
                  <a:pt x="91312" y="-2498"/>
                  <a:pt x="42027" y="-8789"/>
                  <a:pt x="18957" y="54128"/>
                </a:cubicBezTo>
                <a:cubicBezTo>
                  <a:pt x="-4113" y="117045"/>
                  <a:pt x="-967" y="249172"/>
                  <a:pt x="2179" y="381299"/>
                </a:cubicBezTo>
              </a:path>
            </a:pathLst>
          </a:custGeom>
          <a:noFill/>
          <a:ln w="38100" cap="rnd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4" name="Freeform: Shape 73">
            <a:extLst>
              <a:ext uri="{FF2B5EF4-FFF2-40B4-BE49-F238E27FC236}">
                <a16:creationId xmlns:a16="http://schemas.microsoft.com/office/drawing/2014/main" id="{679466D6-E7DE-68AB-9D6A-0293476C4204}"/>
              </a:ext>
            </a:extLst>
          </p:cNvPr>
          <p:cNvSpPr/>
          <p:nvPr/>
        </p:nvSpPr>
        <p:spPr>
          <a:xfrm>
            <a:off x="2998272" y="4338004"/>
            <a:ext cx="5553847" cy="1202803"/>
          </a:xfrm>
          <a:custGeom>
            <a:avLst/>
            <a:gdLst>
              <a:gd name="connsiteX0" fmla="*/ 0 w 5180202"/>
              <a:gd name="connsiteY0" fmla="*/ 0 h 850096"/>
              <a:gd name="connsiteX1" fmla="*/ 1249960 w 5180202"/>
              <a:gd name="connsiteY1" fmla="*/ 826315 h 850096"/>
              <a:gd name="connsiteX2" fmla="*/ 5180202 w 5180202"/>
              <a:gd name="connsiteY2" fmla="*/ 545284 h 850096"/>
              <a:gd name="connsiteX0" fmla="*/ 0 w 5415094"/>
              <a:gd name="connsiteY0" fmla="*/ 0 h 1936470"/>
              <a:gd name="connsiteX1" fmla="*/ 1484852 w 5415094"/>
              <a:gd name="connsiteY1" fmla="*/ 1912689 h 1936470"/>
              <a:gd name="connsiteX2" fmla="*/ 5415094 w 5415094"/>
              <a:gd name="connsiteY2" fmla="*/ 1631658 h 1936470"/>
              <a:gd name="connsiteX0" fmla="*/ 3044 w 5418138"/>
              <a:gd name="connsiteY0" fmla="*/ 0 h 1936470"/>
              <a:gd name="connsiteX1" fmla="*/ 1487896 w 5418138"/>
              <a:gd name="connsiteY1" fmla="*/ 1912689 h 1936470"/>
              <a:gd name="connsiteX2" fmla="*/ 5418138 w 5418138"/>
              <a:gd name="connsiteY2" fmla="*/ 1631658 h 1936470"/>
              <a:gd name="connsiteX0" fmla="*/ 2804 w 5480816"/>
              <a:gd name="connsiteY0" fmla="*/ 0 h 1978415"/>
              <a:gd name="connsiteX1" fmla="*/ 1550574 w 5480816"/>
              <a:gd name="connsiteY1" fmla="*/ 1954634 h 1978415"/>
              <a:gd name="connsiteX2" fmla="*/ 5480816 w 5480816"/>
              <a:gd name="connsiteY2" fmla="*/ 1673603 h 1978415"/>
              <a:gd name="csX0" fmla="*/ 685 w 7916114"/>
              <a:gd name="csY0" fmla="*/ 0 h 3612330"/>
              <a:gd name="csX1" fmla="*/ 3985872 w 7916114"/>
              <a:gd name="csY1" fmla="*/ 3588549 h 3612330"/>
              <a:gd name="csX2" fmla="*/ 7916114 w 7916114"/>
              <a:gd name="csY2" fmla="*/ 3307518 h 3612330"/>
              <a:gd name="csX0" fmla="*/ 88142 w 8003571"/>
              <a:gd name="csY0" fmla="*/ 0 h 3612330"/>
              <a:gd name="csX1" fmla="*/ 4073329 w 8003571"/>
              <a:gd name="csY1" fmla="*/ 3588549 h 3612330"/>
              <a:gd name="csX2" fmla="*/ 8003571 w 8003571"/>
              <a:gd name="csY2" fmla="*/ 3307518 h 3612330"/>
              <a:gd name="csX0" fmla="*/ 296322 w 8211751"/>
              <a:gd name="csY0" fmla="*/ 0 h 4051250"/>
              <a:gd name="csX1" fmla="*/ 1139528 w 8211751"/>
              <a:gd name="csY1" fmla="*/ 4051250 h 4051250"/>
              <a:gd name="csX2" fmla="*/ 8211751 w 8211751"/>
              <a:gd name="csY2" fmla="*/ 3307518 h 40512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211751" h="4051250">
                <a:moveTo>
                  <a:pt x="296322" y="0"/>
                </a:moveTo>
                <a:cubicBezTo>
                  <a:pt x="-417992" y="1399332"/>
                  <a:pt x="276161" y="3960369"/>
                  <a:pt x="1139528" y="4051250"/>
                </a:cubicBezTo>
                <a:lnTo>
                  <a:pt x="8211751" y="3307518"/>
                </a:lnTo>
              </a:path>
            </a:pathLst>
          </a:cu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5" name="Freeform: Shape 74">
            <a:extLst>
              <a:ext uri="{FF2B5EF4-FFF2-40B4-BE49-F238E27FC236}">
                <a16:creationId xmlns:a16="http://schemas.microsoft.com/office/drawing/2014/main" id="{C5FC531D-3970-A847-CF4D-44B28147F9EE}"/>
              </a:ext>
            </a:extLst>
          </p:cNvPr>
          <p:cNvSpPr/>
          <p:nvPr/>
        </p:nvSpPr>
        <p:spPr>
          <a:xfrm>
            <a:off x="3191636" y="3189528"/>
            <a:ext cx="5508602" cy="1791542"/>
          </a:xfrm>
          <a:custGeom>
            <a:avLst/>
            <a:gdLst>
              <a:gd name="connsiteX0" fmla="*/ 0 w 5549318"/>
              <a:gd name="connsiteY0" fmla="*/ 178006 h 1556019"/>
              <a:gd name="connsiteX1" fmla="*/ 973123 w 5549318"/>
              <a:gd name="connsiteY1" fmla="*/ 6032 h 1556019"/>
              <a:gd name="connsiteX2" fmla="*/ 2063692 w 5549318"/>
              <a:gd name="connsiteY2" fmla="*/ 370953 h 1556019"/>
              <a:gd name="connsiteX3" fmla="*/ 4467138 w 5549318"/>
              <a:gd name="connsiteY3" fmla="*/ 1524439 h 1556019"/>
              <a:gd name="connsiteX4" fmla="*/ 5549318 w 5549318"/>
              <a:gd name="connsiteY4" fmla="*/ 1117573 h 1556019"/>
              <a:gd name="csX0" fmla="*/ 0 w 5549318"/>
              <a:gd name="csY0" fmla="*/ 1 h 1378014"/>
              <a:gd name="csX1" fmla="*/ 2063692 w 5549318"/>
              <a:gd name="csY1" fmla="*/ 192948 h 1378014"/>
              <a:gd name="csX2" fmla="*/ 4467138 w 5549318"/>
              <a:gd name="csY2" fmla="*/ 1346434 h 1378014"/>
              <a:gd name="csX3" fmla="*/ 5549318 w 5549318"/>
              <a:gd name="csY3" fmla="*/ 939568 h 1378014"/>
              <a:gd name="csX0" fmla="*/ 0 w 5549318"/>
              <a:gd name="csY0" fmla="*/ 1 h 939567"/>
              <a:gd name="csX1" fmla="*/ 2063692 w 5549318"/>
              <a:gd name="csY1" fmla="*/ 192948 h 939567"/>
              <a:gd name="csX2" fmla="*/ 5549318 w 5549318"/>
              <a:gd name="csY2" fmla="*/ 939568 h 939567"/>
              <a:gd name="csX0" fmla="*/ 0 w 9184032"/>
              <a:gd name="csY0" fmla="*/ 0 h 4200645"/>
              <a:gd name="csX1" fmla="*/ 5698406 w 9184032"/>
              <a:gd name="csY1" fmla="*/ 3454026 h 4200645"/>
              <a:gd name="csX2" fmla="*/ 9184032 w 9184032"/>
              <a:gd name="csY2" fmla="*/ 4200646 h 4200645"/>
              <a:gd name="csX0" fmla="*/ 0 w 9184032"/>
              <a:gd name="csY0" fmla="*/ 241115 h 4441760"/>
              <a:gd name="csX1" fmla="*/ 5698406 w 9184032"/>
              <a:gd name="csY1" fmla="*/ 3695141 h 4441760"/>
              <a:gd name="csX2" fmla="*/ 9184032 w 9184032"/>
              <a:gd name="csY2" fmla="*/ 4441761 h 4441760"/>
              <a:gd name="csX0" fmla="*/ 0 w 9184032"/>
              <a:gd name="csY0" fmla="*/ 1106090 h 5306735"/>
              <a:gd name="csX1" fmla="*/ 3578749 w 9184032"/>
              <a:gd name="csY1" fmla="*/ 423128 h 5306735"/>
              <a:gd name="csX2" fmla="*/ 9184032 w 9184032"/>
              <a:gd name="csY2" fmla="*/ 5306736 h 5306735"/>
              <a:gd name="csX0" fmla="*/ 0 w 9184032"/>
              <a:gd name="csY0" fmla="*/ 2326056 h 6526701"/>
              <a:gd name="csX1" fmla="*/ 3578749 w 9184032"/>
              <a:gd name="csY1" fmla="*/ 1643094 h 6526701"/>
              <a:gd name="csX2" fmla="*/ 9184032 w 9184032"/>
              <a:gd name="csY2" fmla="*/ 6526702 h 6526701"/>
              <a:gd name="csX0" fmla="*/ 0 w 9184032"/>
              <a:gd name="csY0" fmla="*/ 2326056 h 6920647"/>
              <a:gd name="csX1" fmla="*/ 3578749 w 9184032"/>
              <a:gd name="csY1" fmla="*/ 1643094 h 6920647"/>
              <a:gd name="csX2" fmla="*/ 9184032 w 9184032"/>
              <a:gd name="csY2" fmla="*/ 6526702 h 6920647"/>
              <a:gd name="csX0" fmla="*/ 0 w 9127130"/>
              <a:gd name="csY0" fmla="*/ 1016083 h 5623622"/>
              <a:gd name="csX1" fmla="*/ 3521847 w 9127130"/>
              <a:gd name="csY1" fmla="*/ 494825 h 5623622"/>
              <a:gd name="csX2" fmla="*/ 9127130 w 9127130"/>
              <a:gd name="csY2" fmla="*/ 5378433 h 562362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9127130" h="5623622">
                <a:moveTo>
                  <a:pt x="0" y="1016083"/>
                </a:moveTo>
                <a:cubicBezTo>
                  <a:pt x="316129" y="-237370"/>
                  <a:pt x="2000659" y="-232233"/>
                  <a:pt x="3521847" y="494825"/>
                </a:cubicBezTo>
                <a:cubicBezTo>
                  <a:pt x="5043035" y="1221883"/>
                  <a:pt x="7575857" y="6853425"/>
                  <a:pt x="9127130" y="5378433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80" name="Freeform: Shape 79">
            <a:extLst>
              <a:ext uri="{FF2B5EF4-FFF2-40B4-BE49-F238E27FC236}">
                <a16:creationId xmlns:a16="http://schemas.microsoft.com/office/drawing/2014/main" id="{463176E1-D76B-36C8-82E6-00A8DA8C9AFB}"/>
              </a:ext>
            </a:extLst>
          </p:cNvPr>
          <p:cNvSpPr/>
          <p:nvPr/>
        </p:nvSpPr>
        <p:spPr>
          <a:xfrm>
            <a:off x="8423503" y="5071180"/>
            <a:ext cx="816282" cy="244395"/>
          </a:xfrm>
          <a:custGeom>
            <a:avLst/>
            <a:gdLst>
              <a:gd name="connsiteX0" fmla="*/ 328612 w 397668"/>
              <a:gd name="connsiteY0" fmla="*/ 2381 h 119062"/>
              <a:gd name="connsiteX1" fmla="*/ 66675 w 397668"/>
              <a:gd name="connsiteY1" fmla="*/ 0 h 119062"/>
              <a:gd name="connsiteX2" fmla="*/ 0 w 397668"/>
              <a:gd name="connsiteY2" fmla="*/ 119062 h 119062"/>
              <a:gd name="connsiteX3" fmla="*/ 397668 w 397668"/>
              <a:gd name="connsiteY3" fmla="*/ 119062 h 119062"/>
              <a:gd name="connsiteX4" fmla="*/ 328612 w 397668"/>
              <a:gd name="connsiteY4" fmla="*/ 2381 h 1190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7668" h="119062">
                <a:moveTo>
                  <a:pt x="328612" y="2381"/>
                </a:moveTo>
                <a:lnTo>
                  <a:pt x="66675" y="0"/>
                </a:lnTo>
                <a:lnTo>
                  <a:pt x="0" y="119062"/>
                </a:lnTo>
                <a:lnTo>
                  <a:pt x="397668" y="119062"/>
                </a:lnTo>
                <a:lnTo>
                  <a:pt x="328612" y="2381"/>
                </a:lnTo>
                <a:close/>
              </a:path>
            </a:pathLst>
          </a:cu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8" name="Rectangle: Rounded Corners 77">
            <a:extLst>
              <a:ext uri="{FF2B5EF4-FFF2-40B4-BE49-F238E27FC236}">
                <a16:creationId xmlns:a16="http://schemas.microsoft.com/office/drawing/2014/main" id="{2E98AC54-3022-1CA0-E730-E36ABBFB7B89}"/>
              </a:ext>
            </a:extLst>
          </p:cNvPr>
          <p:cNvSpPr/>
          <p:nvPr/>
        </p:nvSpPr>
        <p:spPr>
          <a:xfrm>
            <a:off x="8709418" y="4800344"/>
            <a:ext cx="185740" cy="325316"/>
          </a:xfrm>
          <a:prstGeom prst="roundRect">
            <a:avLst/>
          </a:pr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93D21A9C-1845-A5DF-CEC4-A35E170EA1F6}"/>
              </a:ext>
            </a:extLst>
          </p:cNvPr>
          <p:cNvCxnSpPr>
            <a:cxnSpLocks/>
          </p:cNvCxnSpPr>
          <p:nvPr/>
        </p:nvCxnSpPr>
        <p:spPr>
          <a:xfrm>
            <a:off x="8758296" y="4827549"/>
            <a:ext cx="0" cy="175965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grpSp>
        <p:nvGrpSpPr>
          <p:cNvPr id="136" name="Group 135">
            <a:extLst>
              <a:ext uri="{FF2B5EF4-FFF2-40B4-BE49-F238E27FC236}">
                <a16:creationId xmlns:a16="http://schemas.microsoft.com/office/drawing/2014/main" id="{8CE4D138-4627-FB7B-2A12-2BC7C359A7B1}"/>
              </a:ext>
            </a:extLst>
          </p:cNvPr>
          <p:cNvGrpSpPr/>
          <p:nvPr/>
        </p:nvGrpSpPr>
        <p:grpSpPr>
          <a:xfrm>
            <a:off x="413706" y="4221613"/>
            <a:ext cx="1719929" cy="1784800"/>
            <a:chOff x="413706" y="4221613"/>
            <a:chExt cx="1719929" cy="1784800"/>
          </a:xfrm>
        </p:grpSpPr>
        <p:pic>
          <p:nvPicPr>
            <p:cNvPr id="130" name="Picture 129">
              <a:extLst>
                <a:ext uri="{FF2B5EF4-FFF2-40B4-BE49-F238E27FC236}">
                  <a16:creationId xmlns:a16="http://schemas.microsoft.com/office/drawing/2014/main" id="{F88B9261-954F-16D0-E1CD-80ACF56548E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 flipH="1">
              <a:off x="1522867" y="4278183"/>
              <a:ext cx="267313" cy="1140629"/>
            </a:xfrm>
            <a:prstGeom prst="rect">
              <a:avLst/>
            </a:prstGeom>
          </p:spPr>
        </p:pic>
        <p:pic>
          <p:nvPicPr>
            <p:cNvPr id="129" name="Picture 128">
              <a:extLst>
                <a:ext uri="{FF2B5EF4-FFF2-40B4-BE49-F238E27FC236}">
                  <a16:creationId xmlns:a16="http://schemas.microsoft.com/office/drawing/2014/main" id="{FF5A3A23-D27E-F723-4656-F9139311156C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13706" y="4278183"/>
              <a:ext cx="336160" cy="1140543"/>
            </a:xfrm>
            <a:prstGeom prst="rect">
              <a:avLst/>
            </a:prstGeom>
          </p:spPr>
        </p:pic>
        <p:sp>
          <p:nvSpPr>
            <p:cNvPr id="110" name="Rectangle 109">
              <a:extLst>
                <a:ext uri="{FF2B5EF4-FFF2-40B4-BE49-F238E27FC236}">
                  <a16:creationId xmlns:a16="http://schemas.microsoft.com/office/drawing/2014/main" id="{BE1CF0BD-3E43-8443-E487-D6D2D33AB95D}"/>
                </a:ext>
              </a:extLst>
            </p:cNvPr>
            <p:cNvSpPr/>
            <p:nvPr/>
          </p:nvSpPr>
          <p:spPr>
            <a:xfrm>
              <a:off x="772732" y="4221613"/>
              <a:ext cx="673995" cy="25282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1" name="TextBox 110">
              <a:extLst>
                <a:ext uri="{FF2B5EF4-FFF2-40B4-BE49-F238E27FC236}">
                  <a16:creationId xmlns:a16="http://schemas.microsoft.com/office/drawing/2014/main" id="{11EB49CF-A947-5B55-3FFC-FDA4E9138AEE}"/>
                </a:ext>
              </a:extLst>
            </p:cNvPr>
            <p:cNvSpPr txBox="1"/>
            <p:nvPr/>
          </p:nvSpPr>
          <p:spPr>
            <a:xfrm>
              <a:off x="845845" y="4249329"/>
              <a:ext cx="546945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700"/>
                <a:t>Many M</a:t>
              </a:r>
              <a:r>
                <a:rPr lang="el-GR" sz="700"/>
                <a:t>Ω</a:t>
              </a:r>
              <a:endParaRPr lang="LID4096" sz="700"/>
            </a:p>
          </p:txBody>
        </p:sp>
        <p:cxnSp>
          <p:nvCxnSpPr>
            <p:cNvPr id="113" name="Straight Connector 112">
              <a:extLst>
                <a:ext uri="{FF2B5EF4-FFF2-40B4-BE49-F238E27FC236}">
                  <a16:creationId xmlns:a16="http://schemas.microsoft.com/office/drawing/2014/main" id="{7A0299B6-B31F-9CD2-7C19-48AC2BB02470}"/>
                </a:ext>
              </a:extLst>
            </p:cNvPr>
            <p:cNvCxnSpPr>
              <a:stCxn id="110" idx="1"/>
            </p:cNvCxnSpPr>
            <p:nvPr/>
          </p:nvCxnSpPr>
          <p:spPr>
            <a:xfrm flipH="1">
              <a:off x="493690" y="4348023"/>
              <a:ext cx="279042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" name="Straight Connector 113">
              <a:extLst>
                <a:ext uri="{FF2B5EF4-FFF2-40B4-BE49-F238E27FC236}">
                  <a16:creationId xmlns:a16="http://schemas.microsoft.com/office/drawing/2014/main" id="{20EE4EEB-C51A-4516-6EE2-61DFBDD3AE9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83913" y="4233683"/>
              <a:ext cx="9777" cy="22656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8" name="Straight Connector 117">
              <a:extLst>
                <a:ext uri="{FF2B5EF4-FFF2-40B4-BE49-F238E27FC236}">
                  <a16:creationId xmlns:a16="http://schemas.microsoft.com/office/drawing/2014/main" id="{2440D997-2297-A6B0-CEFA-6842DB2D862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57671" y="4236147"/>
              <a:ext cx="4890" cy="18764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0" name="Straight Connector 119">
              <a:extLst>
                <a:ext uri="{FF2B5EF4-FFF2-40B4-BE49-F238E27FC236}">
                  <a16:creationId xmlns:a16="http://schemas.microsoft.com/office/drawing/2014/main" id="{0196024C-E924-3169-999B-0C505F888E8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30576" y="4291453"/>
              <a:ext cx="0" cy="98158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2" name="Straight Connector 121">
              <a:extLst>
                <a:ext uri="{FF2B5EF4-FFF2-40B4-BE49-F238E27FC236}">
                  <a16:creationId xmlns:a16="http://schemas.microsoft.com/office/drawing/2014/main" id="{3EC714A9-995C-BE6D-0283-998ED6B34E0E}"/>
                </a:ext>
              </a:extLst>
            </p:cNvPr>
            <p:cNvCxnSpPr>
              <a:cxnSpLocks/>
              <a:stCxn id="29" idx="2"/>
            </p:cNvCxnSpPr>
            <p:nvPr/>
          </p:nvCxnSpPr>
          <p:spPr>
            <a:xfrm flipH="1" flipV="1">
              <a:off x="1446727" y="4348544"/>
              <a:ext cx="686908" cy="988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128" name="Picture 127">
              <a:extLst>
                <a:ext uri="{FF2B5EF4-FFF2-40B4-BE49-F238E27FC236}">
                  <a16:creationId xmlns:a16="http://schemas.microsoft.com/office/drawing/2014/main" id="{652ED298-1BD8-94AF-B474-B7C10C85FBB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860806" y="4911892"/>
              <a:ext cx="929375" cy="1094521"/>
            </a:xfrm>
            <a:prstGeom prst="rect">
              <a:avLst/>
            </a:prstGeom>
          </p:spPr>
        </p:pic>
        <p:sp>
          <p:nvSpPr>
            <p:cNvPr id="131" name="Freeform: Shape 130">
              <a:extLst>
                <a:ext uri="{FF2B5EF4-FFF2-40B4-BE49-F238E27FC236}">
                  <a16:creationId xmlns:a16="http://schemas.microsoft.com/office/drawing/2014/main" id="{73BBEB20-2F98-AAEF-F7CC-94135A12E253}"/>
                </a:ext>
              </a:extLst>
            </p:cNvPr>
            <p:cNvSpPr/>
            <p:nvPr/>
          </p:nvSpPr>
          <p:spPr>
            <a:xfrm>
              <a:off x="1550421" y="5388677"/>
              <a:ext cx="123598" cy="45719"/>
            </a:xfrm>
            <a:custGeom>
              <a:avLst/>
              <a:gdLst>
                <a:gd name="csX0" fmla="*/ 107156 w 107156"/>
                <a:gd name="csY0" fmla="*/ 0 h 40481"/>
                <a:gd name="csX1" fmla="*/ 0 w 107156"/>
                <a:gd name="csY1" fmla="*/ 40481 h 4048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07156" h="40481">
                  <a:moveTo>
                    <a:pt x="107156" y="0"/>
                  </a:moveTo>
                  <a:lnTo>
                    <a:pt x="0" y="40481"/>
                  </a:ln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133" name="Straight Connector 132">
              <a:extLst>
                <a:ext uri="{FF2B5EF4-FFF2-40B4-BE49-F238E27FC236}">
                  <a16:creationId xmlns:a16="http://schemas.microsoft.com/office/drawing/2014/main" id="{88438ACF-7914-A3FB-20FF-CDB6B9A5D03E}"/>
                </a:ext>
              </a:extLst>
            </p:cNvPr>
            <p:cNvCxnSpPr/>
            <p:nvPr/>
          </p:nvCxnSpPr>
          <p:spPr>
            <a:xfrm flipV="1">
              <a:off x="711994" y="5250656"/>
              <a:ext cx="378619" cy="92869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35" name="Freeform: Shape 134">
              <a:extLst>
                <a:ext uri="{FF2B5EF4-FFF2-40B4-BE49-F238E27FC236}">
                  <a16:creationId xmlns:a16="http://schemas.microsoft.com/office/drawing/2014/main" id="{F298EA1C-F4F1-0FDE-403F-73F476B082DA}"/>
                </a:ext>
              </a:extLst>
            </p:cNvPr>
            <p:cNvSpPr/>
            <p:nvPr/>
          </p:nvSpPr>
          <p:spPr>
            <a:xfrm>
              <a:off x="1197154" y="5078820"/>
              <a:ext cx="267315" cy="128974"/>
            </a:xfrm>
            <a:custGeom>
              <a:avLst/>
              <a:gdLst>
                <a:gd name="csX0" fmla="*/ 228600 w 240506"/>
                <a:gd name="csY0" fmla="*/ 107156 h 107156"/>
                <a:gd name="csX1" fmla="*/ 240506 w 240506"/>
                <a:gd name="csY1" fmla="*/ 2381 h 107156"/>
                <a:gd name="csX2" fmla="*/ 9525 w 240506"/>
                <a:gd name="csY2" fmla="*/ 0 h 107156"/>
                <a:gd name="csX3" fmla="*/ 0 w 240506"/>
                <a:gd name="csY3" fmla="*/ 95250 h 107156"/>
                <a:gd name="csX4" fmla="*/ 228600 w 240506"/>
                <a:gd name="csY4" fmla="*/ 107156 h 10715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0506" h="107156">
                  <a:moveTo>
                    <a:pt x="228600" y="107156"/>
                  </a:moveTo>
                  <a:lnTo>
                    <a:pt x="240506" y="2381"/>
                  </a:lnTo>
                  <a:lnTo>
                    <a:pt x="9525" y="0"/>
                  </a:lnTo>
                  <a:lnTo>
                    <a:pt x="0" y="95250"/>
                  </a:lnTo>
                  <a:lnTo>
                    <a:pt x="228600" y="107156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4" name="TextBox 133">
              <a:extLst>
                <a:ext uri="{FF2B5EF4-FFF2-40B4-BE49-F238E27FC236}">
                  <a16:creationId xmlns:a16="http://schemas.microsoft.com/office/drawing/2014/main" id="{1DC6E4FD-16B8-9C90-9DB4-8498EE2F63D2}"/>
                </a:ext>
              </a:extLst>
            </p:cNvPr>
            <p:cNvSpPr txBox="1"/>
            <p:nvPr/>
          </p:nvSpPr>
          <p:spPr>
            <a:xfrm>
              <a:off x="1151300" y="5056932"/>
              <a:ext cx="359394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700"/>
                <a:t>3.3V</a:t>
              </a:r>
              <a:endParaRPr lang="LID4096" sz="700"/>
            </a:p>
          </p:txBody>
        </p:sp>
      </p:grpSp>
    </p:spTree>
    <p:extLst>
      <p:ext uri="{BB962C8B-B14F-4D97-AF65-F5344CB8AC3E}">
        <p14:creationId xmlns:p14="http://schemas.microsoft.com/office/powerpoint/2010/main" val="205691423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F6A418-E670-ADC5-71F1-0E92F0964B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A627D1-C11B-8238-11AA-646C6153F1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Koppla in en knapp</a:t>
            </a:r>
            <a:endParaRPr lang="LID4096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D5D81299-86D4-5D0E-7270-2DB4930591B4}"/>
              </a:ext>
            </a:extLst>
          </p:cNvPr>
          <p:cNvGrpSpPr/>
          <p:nvPr/>
        </p:nvGrpSpPr>
        <p:grpSpPr>
          <a:xfrm rot="16200000">
            <a:off x="1617178" y="3002057"/>
            <a:ext cx="3095687" cy="2470259"/>
            <a:chOff x="436296" y="1927862"/>
            <a:chExt cx="5353797" cy="4272158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03338FE9-2D92-A8D6-9BFB-8879F8D83E8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36296" y="2545839"/>
              <a:ext cx="5353797" cy="2772162"/>
            </a:xfrm>
            <a:prstGeom prst="rect">
              <a:avLst/>
            </a:prstGeom>
          </p:spPr>
        </p:pic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DA6D4C78-88F2-D5C2-3B7A-551AA4901DF5}"/>
                </a:ext>
              </a:extLst>
            </p:cNvPr>
            <p:cNvSpPr/>
            <p:nvPr/>
          </p:nvSpPr>
          <p:spPr>
            <a:xfrm>
              <a:off x="1578586" y="3558540"/>
              <a:ext cx="3381375" cy="1402080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C17AB290-73A6-63E7-B863-B7388A44A6D1}"/>
                </a:ext>
              </a:extLst>
            </p:cNvPr>
            <p:cNvSpPr/>
            <p:nvPr/>
          </p:nvSpPr>
          <p:spPr>
            <a:xfrm>
              <a:off x="1436663" y="3406140"/>
              <a:ext cx="3787140" cy="259080"/>
            </a:xfrm>
            <a:custGeom>
              <a:avLst/>
              <a:gdLst>
                <a:gd name="connsiteX0" fmla="*/ 3406140 w 3825240"/>
                <a:gd name="connsiteY0" fmla="*/ 0 h 259080"/>
                <a:gd name="connsiteX1" fmla="*/ 0 w 3825240"/>
                <a:gd name="connsiteY1" fmla="*/ 68580 h 259080"/>
                <a:gd name="connsiteX2" fmla="*/ 228600 w 3825240"/>
                <a:gd name="connsiteY2" fmla="*/ 259080 h 259080"/>
                <a:gd name="connsiteX3" fmla="*/ 3825240 w 3825240"/>
                <a:gd name="connsiteY3" fmla="*/ 167640 h 259080"/>
                <a:gd name="connsiteX4" fmla="*/ 3406140 w 3825240"/>
                <a:gd name="connsiteY4" fmla="*/ 0 h 259080"/>
                <a:gd name="connsiteX0" fmla="*/ 3406140 w 3787140"/>
                <a:gd name="connsiteY0" fmla="*/ 0 h 259080"/>
                <a:gd name="connsiteX1" fmla="*/ 0 w 3787140"/>
                <a:gd name="connsiteY1" fmla="*/ 68580 h 259080"/>
                <a:gd name="connsiteX2" fmla="*/ 228600 w 3787140"/>
                <a:gd name="connsiteY2" fmla="*/ 259080 h 259080"/>
                <a:gd name="connsiteX3" fmla="*/ 3787140 w 3787140"/>
                <a:gd name="connsiteY3" fmla="*/ 153353 h 259080"/>
                <a:gd name="connsiteX4" fmla="*/ 3406140 w 3787140"/>
                <a:gd name="connsiteY4" fmla="*/ 0 h 2590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87140" h="259080">
                  <a:moveTo>
                    <a:pt x="3406140" y="0"/>
                  </a:moveTo>
                  <a:lnTo>
                    <a:pt x="0" y="68580"/>
                  </a:lnTo>
                  <a:lnTo>
                    <a:pt x="228600" y="259080"/>
                  </a:lnTo>
                  <a:lnTo>
                    <a:pt x="3787140" y="153353"/>
                  </a:lnTo>
                  <a:lnTo>
                    <a:pt x="3406140" y="0"/>
                  </a:lnTo>
                  <a:close/>
                </a:path>
              </a:pathLst>
            </a:cu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38D54123-0AFC-7BBB-5DBD-5BA73177D2B4}"/>
                </a:ext>
              </a:extLst>
            </p:cNvPr>
            <p:cNvSpPr/>
            <p:nvPr/>
          </p:nvSpPr>
          <p:spPr>
            <a:xfrm>
              <a:off x="1459523" y="3482340"/>
              <a:ext cx="205740" cy="1714500"/>
            </a:xfrm>
            <a:custGeom>
              <a:avLst/>
              <a:gdLst>
                <a:gd name="connsiteX0" fmla="*/ 0 w 205740"/>
                <a:gd name="connsiteY0" fmla="*/ 0 h 1714500"/>
                <a:gd name="connsiteX1" fmla="*/ 30480 w 205740"/>
                <a:gd name="connsiteY1" fmla="*/ 1539240 h 1714500"/>
                <a:gd name="connsiteX2" fmla="*/ 205740 w 205740"/>
                <a:gd name="connsiteY2" fmla="*/ 1714500 h 1714500"/>
                <a:gd name="connsiteX3" fmla="*/ 198120 w 205740"/>
                <a:gd name="connsiteY3" fmla="*/ 167640 h 1714500"/>
                <a:gd name="connsiteX4" fmla="*/ 0 w 205740"/>
                <a:gd name="connsiteY4" fmla="*/ 0 h 1714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5740" h="1714500">
                  <a:moveTo>
                    <a:pt x="0" y="0"/>
                  </a:moveTo>
                  <a:lnTo>
                    <a:pt x="30480" y="1539240"/>
                  </a:lnTo>
                  <a:lnTo>
                    <a:pt x="205740" y="1714500"/>
                  </a:lnTo>
                  <a:lnTo>
                    <a:pt x="198120" y="1676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3F495C51-005D-4547-397A-323D39BC38D7}"/>
                </a:ext>
              </a:extLst>
            </p:cNvPr>
            <p:cNvSpPr/>
            <p:nvPr/>
          </p:nvSpPr>
          <p:spPr>
            <a:xfrm>
              <a:off x="1657643" y="3558540"/>
              <a:ext cx="3596640" cy="1653540"/>
            </a:xfrm>
            <a:custGeom>
              <a:avLst/>
              <a:gdLst>
                <a:gd name="connsiteX0" fmla="*/ 0 w 3680460"/>
                <a:gd name="connsiteY0" fmla="*/ 1653540 h 1653540"/>
                <a:gd name="connsiteX1" fmla="*/ 1463040 w 3680460"/>
                <a:gd name="connsiteY1" fmla="*/ 1592580 h 1653540"/>
                <a:gd name="connsiteX2" fmla="*/ 1463040 w 3680460"/>
                <a:gd name="connsiteY2" fmla="*/ 1417320 h 1653540"/>
                <a:gd name="connsiteX3" fmla="*/ 182880 w 3680460"/>
                <a:gd name="connsiteY3" fmla="*/ 1478280 h 1653540"/>
                <a:gd name="connsiteX4" fmla="*/ 160020 w 3680460"/>
                <a:gd name="connsiteY4" fmla="*/ 266700 h 1653540"/>
                <a:gd name="connsiteX5" fmla="*/ 3474720 w 3680460"/>
                <a:gd name="connsiteY5" fmla="*/ 160020 h 1653540"/>
                <a:gd name="connsiteX6" fmla="*/ 3467100 w 3680460"/>
                <a:gd name="connsiteY6" fmla="*/ 1424940 h 1653540"/>
                <a:gd name="connsiteX7" fmla="*/ 2278380 w 3680460"/>
                <a:gd name="connsiteY7" fmla="*/ 1432560 h 1653540"/>
                <a:gd name="connsiteX8" fmla="*/ 2263140 w 3680460"/>
                <a:gd name="connsiteY8" fmla="*/ 1584960 h 1653540"/>
                <a:gd name="connsiteX9" fmla="*/ 3680460 w 3680460"/>
                <a:gd name="connsiteY9" fmla="*/ 1546860 h 1653540"/>
                <a:gd name="connsiteX10" fmla="*/ 3589020 w 3680460"/>
                <a:gd name="connsiteY10" fmla="*/ 0 h 1653540"/>
                <a:gd name="connsiteX11" fmla="*/ 0 w 3680460"/>
                <a:gd name="connsiteY11" fmla="*/ 91440 h 1653540"/>
                <a:gd name="connsiteX12" fmla="*/ 0 w 3680460"/>
                <a:gd name="connsiteY12" fmla="*/ 1653540 h 1653540"/>
                <a:gd name="connsiteX0" fmla="*/ 0 w 3649980"/>
                <a:gd name="connsiteY0" fmla="*/ 1653540 h 1653540"/>
                <a:gd name="connsiteX1" fmla="*/ 1463040 w 3649980"/>
                <a:gd name="connsiteY1" fmla="*/ 1592580 h 1653540"/>
                <a:gd name="connsiteX2" fmla="*/ 1463040 w 3649980"/>
                <a:gd name="connsiteY2" fmla="*/ 1417320 h 1653540"/>
                <a:gd name="connsiteX3" fmla="*/ 182880 w 3649980"/>
                <a:gd name="connsiteY3" fmla="*/ 1478280 h 1653540"/>
                <a:gd name="connsiteX4" fmla="*/ 160020 w 3649980"/>
                <a:gd name="connsiteY4" fmla="*/ 266700 h 1653540"/>
                <a:gd name="connsiteX5" fmla="*/ 3474720 w 3649980"/>
                <a:gd name="connsiteY5" fmla="*/ 160020 h 1653540"/>
                <a:gd name="connsiteX6" fmla="*/ 3467100 w 3649980"/>
                <a:gd name="connsiteY6" fmla="*/ 1424940 h 1653540"/>
                <a:gd name="connsiteX7" fmla="*/ 2278380 w 3649980"/>
                <a:gd name="connsiteY7" fmla="*/ 1432560 h 1653540"/>
                <a:gd name="connsiteX8" fmla="*/ 2263140 w 3649980"/>
                <a:gd name="connsiteY8" fmla="*/ 1584960 h 1653540"/>
                <a:gd name="connsiteX9" fmla="*/ 3649980 w 3649980"/>
                <a:gd name="connsiteY9" fmla="*/ 1554480 h 1653540"/>
                <a:gd name="connsiteX10" fmla="*/ 3589020 w 3649980"/>
                <a:gd name="connsiteY10" fmla="*/ 0 h 1653540"/>
                <a:gd name="connsiteX11" fmla="*/ 0 w 3649980"/>
                <a:gd name="connsiteY11" fmla="*/ 91440 h 1653540"/>
                <a:gd name="connsiteX12" fmla="*/ 0 w 3649980"/>
                <a:gd name="connsiteY12" fmla="*/ 1653540 h 1653540"/>
                <a:gd name="connsiteX0" fmla="*/ 0 w 3596640"/>
                <a:gd name="connsiteY0" fmla="*/ 1653540 h 1653540"/>
                <a:gd name="connsiteX1" fmla="*/ 1463040 w 3596640"/>
                <a:gd name="connsiteY1" fmla="*/ 1592580 h 1653540"/>
                <a:gd name="connsiteX2" fmla="*/ 1463040 w 3596640"/>
                <a:gd name="connsiteY2" fmla="*/ 1417320 h 1653540"/>
                <a:gd name="connsiteX3" fmla="*/ 182880 w 3596640"/>
                <a:gd name="connsiteY3" fmla="*/ 1478280 h 1653540"/>
                <a:gd name="connsiteX4" fmla="*/ 160020 w 3596640"/>
                <a:gd name="connsiteY4" fmla="*/ 266700 h 1653540"/>
                <a:gd name="connsiteX5" fmla="*/ 3474720 w 3596640"/>
                <a:gd name="connsiteY5" fmla="*/ 160020 h 1653540"/>
                <a:gd name="connsiteX6" fmla="*/ 3467100 w 3596640"/>
                <a:gd name="connsiteY6" fmla="*/ 1424940 h 1653540"/>
                <a:gd name="connsiteX7" fmla="*/ 2278380 w 3596640"/>
                <a:gd name="connsiteY7" fmla="*/ 1432560 h 1653540"/>
                <a:gd name="connsiteX8" fmla="*/ 2263140 w 3596640"/>
                <a:gd name="connsiteY8" fmla="*/ 1584960 h 1653540"/>
                <a:gd name="connsiteX9" fmla="*/ 3596640 w 3596640"/>
                <a:gd name="connsiteY9" fmla="*/ 1546860 h 1653540"/>
                <a:gd name="connsiteX10" fmla="*/ 3589020 w 3596640"/>
                <a:gd name="connsiteY10" fmla="*/ 0 h 1653540"/>
                <a:gd name="connsiteX11" fmla="*/ 0 w 3596640"/>
                <a:gd name="connsiteY11" fmla="*/ 91440 h 1653540"/>
                <a:gd name="connsiteX12" fmla="*/ 0 w 3596640"/>
                <a:gd name="connsiteY12" fmla="*/ 1653540 h 165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6640" h="1653540">
                  <a:moveTo>
                    <a:pt x="0" y="1653540"/>
                  </a:moveTo>
                  <a:lnTo>
                    <a:pt x="1463040" y="1592580"/>
                  </a:lnTo>
                  <a:lnTo>
                    <a:pt x="1463040" y="1417320"/>
                  </a:lnTo>
                  <a:lnTo>
                    <a:pt x="182880" y="1478280"/>
                  </a:lnTo>
                  <a:lnTo>
                    <a:pt x="160020" y="266700"/>
                  </a:lnTo>
                  <a:lnTo>
                    <a:pt x="3474720" y="160020"/>
                  </a:lnTo>
                  <a:lnTo>
                    <a:pt x="3467100" y="1424940"/>
                  </a:lnTo>
                  <a:lnTo>
                    <a:pt x="2278380" y="1432560"/>
                  </a:lnTo>
                  <a:lnTo>
                    <a:pt x="2263140" y="1584960"/>
                  </a:lnTo>
                  <a:lnTo>
                    <a:pt x="3596640" y="1546860"/>
                  </a:lnTo>
                  <a:lnTo>
                    <a:pt x="3589020" y="0"/>
                  </a:lnTo>
                  <a:lnTo>
                    <a:pt x="0" y="91440"/>
                  </a:lnTo>
                  <a:lnTo>
                    <a:pt x="0" y="165354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0A146C53-5BFA-20AA-879A-03C949B5EBE2}"/>
                </a:ext>
              </a:extLst>
            </p:cNvPr>
            <p:cNvSpPr/>
            <p:nvPr/>
          </p:nvSpPr>
          <p:spPr>
            <a:xfrm>
              <a:off x="1833379" y="3727133"/>
              <a:ext cx="3305175" cy="1312068"/>
            </a:xfrm>
            <a:custGeom>
              <a:avLst/>
              <a:gdLst>
                <a:gd name="connsiteX0" fmla="*/ 2943225 w 3305175"/>
                <a:gd name="connsiteY0" fmla="*/ 4762 h 1312068"/>
                <a:gd name="connsiteX1" fmla="*/ 2964657 w 3305175"/>
                <a:gd name="connsiteY1" fmla="*/ 1040606 h 1312068"/>
                <a:gd name="connsiteX2" fmla="*/ 0 w 3305175"/>
                <a:gd name="connsiteY2" fmla="*/ 1133475 h 1312068"/>
                <a:gd name="connsiteX3" fmla="*/ 7144 w 3305175"/>
                <a:gd name="connsiteY3" fmla="*/ 1312068 h 1312068"/>
                <a:gd name="connsiteX4" fmla="*/ 1290638 w 3305175"/>
                <a:gd name="connsiteY4" fmla="*/ 1254918 h 1312068"/>
                <a:gd name="connsiteX5" fmla="*/ 1362075 w 3305175"/>
                <a:gd name="connsiteY5" fmla="*/ 1202531 h 1312068"/>
                <a:gd name="connsiteX6" fmla="*/ 1431132 w 3305175"/>
                <a:gd name="connsiteY6" fmla="*/ 1185862 h 1312068"/>
                <a:gd name="connsiteX7" fmla="*/ 1735932 w 3305175"/>
                <a:gd name="connsiteY7" fmla="*/ 1171575 h 1312068"/>
                <a:gd name="connsiteX8" fmla="*/ 1902619 w 3305175"/>
                <a:gd name="connsiteY8" fmla="*/ 1178718 h 1312068"/>
                <a:gd name="connsiteX9" fmla="*/ 2100263 w 3305175"/>
                <a:gd name="connsiteY9" fmla="*/ 1264443 h 1312068"/>
                <a:gd name="connsiteX10" fmla="*/ 3300413 w 3305175"/>
                <a:gd name="connsiteY10" fmla="*/ 1257300 h 1312068"/>
                <a:gd name="connsiteX11" fmla="*/ 3305175 w 3305175"/>
                <a:gd name="connsiteY11" fmla="*/ 0 h 1312068"/>
                <a:gd name="connsiteX12" fmla="*/ 2943225 w 3305175"/>
                <a:gd name="connsiteY12" fmla="*/ 4762 h 1312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305175" h="1312068">
                  <a:moveTo>
                    <a:pt x="2943225" y="4762"/>
                  </a:moveTo>
                  <a:lnTo>
                    <a:pt x="2964657" y="1040606"/>
                  </a:lnTo>
                  <a:lnTo>
                    <a:pt x="0" y="1133475"/>
                  </a:lnTo>
                  <a:lnTo>
                    <a:pt x="7144" y="1312068"/>
                  </a:lnTo>
                  <a:lnTo>
                    <a:pt x="1290638" y="1254918"/>
                  </a:lnTo>
                  <a:lnTo>
                    <a:pt x="1362075" y="1202531"/>
                  </a:lnTo>
                  <a:lnTo>
                    <a:pt x="1431132" y="1185862"/>
                  </a:lnTo>
                  <a:lnTo>
                    <a:pt x="1735932" y="1171575"/>
                  </a:lnTo>
                  <a:lnTo>
                    <a:pt x="1902619" y="1178718"/>
                  </a:lnTo>
                  <a:lnTo>
                    <a:pt x="2100263" y="1264443"/>
                  </a:lnTo>
                  <a:lnTo>
                    <a:pt x="3300413" y="1257300"/>
                  </a:lnTo>
                  <a:cubicBezTo>
                    <a:pt x="3302000" y="838200"/>
                    <a:pt x="3303588" y="419100"/>
                    <a:pt x="3305175" y="0"/>
                  </a:cubicBezTo>
                  <a:lnTo>
                    <a:pt x="2943225" y="4762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EFE635BA-166F-B635-623A-C7BBF2029217}"/>
                </a:ext>
              </a:extLst>
            </p:cNvPr>
            <p:cNvSpPr/>
            <p:nvPr/>
          </p:nvSpPr>
          <p:spPr>
            <a:xfrm>
              <a:off x="3119254" y="4896326"/>
              <a:ext cx="819150" cy="247650"/>
            </a:xfrm>
            <a:custGeom>
              <a:avLst/>
              <a:gdLst>
                <a:gd name="connsiteX0" fmla="*/ 802482 w 819150"/>
                <a:gd name="connsiteY0" fmla="*/ 242888 h 247650"/>
                <a:gd name="connsiteX1" fmla="*/ 588169 w 819150"/>
                <a:gd name="connsiteY1" fmla="*/ 116682 h 247650"/>
                <a:gd name="connsiteX2" fmla="*/ 452438 w 819150"/>
                <a:gd name="connsiteY2" fmla="*/ 95250 h 247650"/>
                <a:gd name="connsiteX3" fmla="*/ 192882 w 819150"/>
                <a:gd name="connsiteY3" fmla="*/ 92869 h 247650"/>
                <a:gd name="connsiteX4" fmla="*/ 76200 w 819150"/>
                <a:gd name="connsiteY4" fmla="*/ 140494 h 247650"/>
                <a:gd name="connsiteX5" fmla="*/ 11907 w 819150"/>
                <a:gd name="connsiteY5" fmla="*/ 247650 h 247650"/>
                <a:gd name="connsiteX6" fmla="*/ 0 w 819150"/>
                <a:gd name="connsiteY6" fmla="*/ 85725 h 247650"/>
                <a:gd name="connsiteX7" fmla="*/ 76200 w 819150"/>
                <a:gd name="connsiteY7" fmla="*/ 33338 h 247650"/>
                <a:gd name="connsiteX8" fmla="*/ 173832 w 819150"/>
                <a:gd name="connsiteY8" fmla="*/ 14288 h 247650"/>
                <a:gd name="connsiteX9" fmla="*/ 469107 w 819150"/>
                <a:gd name="connsiteY9" fmla="*/ 0 h 247650"/>
                <a:gd name="connsiteX10" fmla="*/ 616744 w 819150"/>
                <a:gd name="connsiteY10" fmla="*/ 14288 h 247650"/>
                <a:gd name="connsiteX11" fmla="*/ 819150 w 819150"/>
                <a:gd name="connsiteY11" fmla="*/ 95250 h 247650"/>
                <a:gd name="connsiteX12" fmla="*/ 802482 w 819150"/>
                <a:gd name="connsiteY12" fmla="*/ 242888 h 247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19150" h="247650">
                  <a:moveTo>
                    <a:pt x="802482" y="242888"/>
                  </a:moveTo>
                  <a:lnTo>
                    <a:pt x="588169" y="116682"/>
                  </a:lnTo>
                  <a:lnTo>
                    <a:pt x="452438" y="95250"/>
                  </a:lnTo>
                  <a:lnTo>
                    <a:pt x="192882" y="92869"/>
                  </a:lnTo>
                  <a:lnTo>
                    <a:pt x="76200" y="140494"/>
                  </a:lnTo>
                  <a:lnTo>
                    <a:pt x="11907" y="247650"/>
                  </a:lnTo>
                  <a:lnTo>
                    <a:pt x="0" y="85725"/>
                  </a:lnTo>
                  <a:lnTo>
                    <a:pt x="76200" y="33338"/>
                  </a:lnTo>
                  <a:lnTo>
                    <a:pt x="173832" y="14288"/>
                  </a:lnTo>
                  <a:lnTo>
                    <a:pt x="469107" y="0"/>
                  </a:lnTo>
                  <a:lnTo>
                    <a:pt x="616744" y="14288"/>
                  </a:lnTo>
                  <a:lnTo>
                    <a:pt x="819150" y="95250"/>
                  </a:lnTo>
                  <a:lnTo>
                    <a:pt x="802482" y="242888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361236D0-ED94-B80D-312A-ED9E238FFD23}"/>
                </a:ext>
              </a:extLst>
            </p:cNvPr>
            <p:cNvGrpSpPr/>
            <p:nvPr/>
          </p:nvGrpSpPr>
          <p:grpSpPr>
            <a:xfrm>
              <a:off x="4243204" y="4020026"/>
              <a:ext cx="209550" cy="157163"/>
              <a:chOff x="6669881" y="4393406"/>
              <a:chExt cx="209550" cy="157163"/>
            </a:xfrm>
          </p:grpSpPr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75CC1B4E-CC7D-6193-D8D6-39A1CFC1D454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1" name="Freeform: Shape 60">
                <a:extLst>
                  <a:ext uri="{FF2B5EF4-FFF2-40B4-BE49-F238E27FC236}">
                    <a16:creationId xmlns:a16="http://schemas.microsoft.com/office/drawing/2014/main" id="{421A6F9F-80A2-E79A-1B0E-FFC98B8DB12B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291D37AB-4A19-CD32-A355-8DD8EF122412}"/>
                </a:ext>
              </a:extLst>
            </p:cNvPr>
            <p:cNvGrpSpPr/>
            <p:nvPr/>
          </p:nvGrpSpPr>
          <p:grpSpPr>
            <a:xfrm>
              <a:off x="3797910" y="4050982"/>
              <a:ext cx="209550" cy="157163"/>
              <a:chOff x="6669881" y="4393406"/>
              <a:chExt cx="209550" cy="157163"/>
            </a:xfrm>
          </p:grpSpPr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0CB25C07-B9E4-9F6A-BABD-EBA7EC38C423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9" name="Freeform: Shape 58">
                <a:extLst>
                  <a:ext uri="{FF2B5EF4-FFF2-40B4-BE49-F238E27FC236}">
                    <a16:creationId xmlns:a16="http://schemas.microsoft.com/office/drawing/2014/main" id="{5A6F39EE-8DEA-603A-031E-A4BBADB512C3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B894E340-3372-2BE0-3766-05914E740190}"/>
                </a:ext>
              </a:extLst>
            </p:cNvPr>
            <p:cNvGrpSpPr/>
            <p:nvPr/>
          </p:nvGrpSpPr>
          <p:grpSpPr>
            <a:xfrm>
              <a:off x="3352616" y="4081938"/>
              <a:ext cx="209550" cy="157163"/>
              <a:chOff x="6669881" y="4393406"/>
              <a:chExt cx="209550" cy="157163"/>
            </a:xfrm>
          </p:grpSpPr>
          <p:sp>
            <p:nvSpPr>
              <p:cNvPr id="56" name="Rectangle 55">
                <a:extLst>
                  <a:ext uri="{FF2B5EF4-FFF2-40B4-BE49-F238E27FC236}">
                    <a16:creationId xmlns:a16="http://schemas.microsoft.com/office/drawing/2014/main" id="{BEA89529-C42D-5D49-75C2-958010CA3B8F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7" name="Freeform: Shape 56">
                <a:extLst>
                  <a:ext uri="{FF2B5EF4-FFF2-40B4-BE49-F238E27FC236}">
                    <a16:creationId xmlns:a16="http://schemas.microsoft.com/office/drawing/2014/main" id="{9B8ADDB6-9BB5-DF77-EA88-7EFD4BD2E9E7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6AF0C993-758C-0682-2A65-D4795BF26401}"/>
                </a:ext>
              </a:extLst>
            </p:cNvPr>
            <p:cNvGrpSpPr/>
            <p:nvPr/>
          </p:nvGrpSpPr>
          <p:grpSpPr>
            <a:xfrm>
              <a:off x="2851360" y="4093844"/>
              <a:ext cx="209550" cy="157163"/>
              <a:chOff x="6669881" y="4393406"/>
              <a:chExt cx="209550" cy="157163"/>
            </a:xfrm>
          </p:grpSpPr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E1CBD221-88BB-DE1A-3FC0-CFD1E9FE761D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5" name="Freeform: Shape 54">
                <a:extLst>
                  <a:ext uri="{FF2B5EF4-FFF2-40B4-BE49-F238E27FC236}">
                    <a16:creationId xmlns:a16="http://schemas.microsoft.com/office/drawing/2014/main" id="{528F8B56-7F9E-377A-BA89-2A0859C14FCE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53A430E6-25A0-7034-66AD-F8DAE2602EE9}"/>
                </a:ext>
              </a:extLst>
            </p:cNvPr>
            <p:cNvGrpSpPr/>
            <p:nvPr/>
          </p:nvGrpSpPr>
          <p:grpSpPr>
            <a:xfrm>
              <a:off x="2345112" y="4113567"/>
              <a:ext cx="209550" cy="157163"/>
              <a:chOff x="6669881" y="4393406"/>
              <a:chExt cx="209550" cy="157163"/>
            </a:xfrm>
          </p:grpSpPr>
          <p:sp>
            <p:nvSpPr>
              <p:cNvPr id="52" name="Rectangle 51">
                <a:extLst>
                  <a:ext uri="{FF2B5EF4-FFF2-40B4-BE49-F238E27FC236}">
                    <a16:creationId xmlns:a16="http://schemas.microsoft.com/office/drawing/2014/main" id="{C6C3E776-108B-C42C-FAD3-5D55CB8CF784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3" name="Freeform: Shape 52">
                <a:extLst>
                  <a:ext uri="{FF2B5EF4-FFF2-40B4-BE49-F238E27FC236}">
                    <a16:creationId xmlns:a16="http://schemas.microsoft.com/office/drawing/2014/main" id="{2D08DC0D-3895-6D57-D45D-BFFA130EB58F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C2CC0F1C-DBC4-5F42-7B7F-09667E7C9189}"/>
                </a:ext>
              </a:extLst>
            </p:cNvPr>
            <p:cNvGrpSpPr/>
            <p:nvPr/>
          </p:nvGrpSpPr>
          <p:grpSpPr>
            <a:xfrm>
              <a:off x="2333205" y="4520758"/>
              <a:ext cx="209550" cy="157163"/>
              <a:chOff x="6669881" y="4393406"/>
              <a:chExt cx="209550" cy="157163"/>
            </a:xfrm>
          </p:grpSpPr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31DE12E0-96D3-7459-61EA-0CD76331F041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1" name="Freeform: Shape 50">
                <a:extLst>
                  <a:ext uri="{FF2B5EF4-FFF2-40B4-BE49-F238E27FC236}">
                    <a16:creationId xmlns:a16="http://schemas.microsoft.com/office/drawing/2014/main" id="{6BAB4C9A-043A-2DC1-8C1B-30791638B38D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D31E6788-C285-464D-E94A-D6E7CF0A0E24}"/>
                </a:ext>
              </a:extLst>
            </p:cNvPr>
            <p:cNvGrpSpPr/>
            <p:nvPr/>
          </p:nvGrpSpPr>
          <p:grpSpPr>
            <a:xfrm>
              <a:off x="2848977" y="4506471"/>
              <a:ext cx="209550" cy="157163"/>
              <a:chOff x="6669881" y="4393406"/>
              <a:chExt cx="209550" cy="157163"/>
            </a:xfrm>
          </p:grpSpPr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6C815C75-9A78-B05C-38ED-6EC8CF7945D1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9" name="Freeform: Shape 48">
                <a:extLst>
                  <a:ext uri="{FF2B5EF4-FFF2-40B4-BE49-F238E27FC236}">
                    <a16:creationId xmlns:a16="http://schemas.microsoft.com/office/drawing/2014/main" id="{4C9859FB-4FE4-3DB8-AC68-1A492BA75AA5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4E25BB55-D277-89BC-1311-2C21F4D6A588}"/>
                </a:ext>
              </a:extLst>
            </p:cNvPr>
            <p:cNvGrpSpPr/>
            <p:nvPr/>
          </p:nvGrpSpPr>
          <p:grpSpPr>
            <a:xfrm>
              <a:off x="3359757" y="4500001"/>
              <a:ext cx="209550" cy="157163"/>
              <a:chOff x="6669881" y="4393406"/>
              <a:chExt cx="209550" cy="157163"/>
            </a:xfrm>
          </p:grpSpPr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44AB3A5B-D421-5593-6C70-AF325235C6F5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7" name="Freeform: Shape 46">
                <a:extLst>
                  <a:ext uri="{FF2B5EF4-FFF2-40B4-BE49-F238E27FC236}">
                    <a16:creationId xmlns:a16="http://schemas.microsoft.com/office/drawing/2014/main" id="{A6F64642-3BB8-8C15-9E3A-6DE464B6F152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09BE9C0D-3A78-6B96-B4BF-0539EAE611CF}"/>
                </a:ext>
              </a:extLst>
            </p:cNvPr>
            <p:cNvGrpSpPr/>
            <p:nvPr/>
          </p:nvGrpSpPr>
          <p:grpSpPr>
            <a:xfrm>
              <a:off x="3828863" y="4505748"/>
              <a:ext cx="209550" cy="157163"/>
              <a:chOff x="6669881" y="4393406"/>
              <a:chExt cx="209550" cy="157163"/>
            </a:xfrm>
          </p:grpSpPr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B29C1101-0876-9D8F-142F-A3520F76E003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5" name="Freeform: Shape 44">
                <a:extLst>
                  <a:ext uri="{FF2B5EF4-FFF2-40B4-BE49-F238E27FC236}">
                    <a16:creationId xmlns:a16="http://schemas.microsoft.com/office/drawing/2014/main" id="{A1BB95E3-79DA-5966-602B-69371774599A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367EDCDA-B948-8E05-D18D-83202F6120BB}"/>
                </a:ext>
              </a:extLst>
            </p:cNvPr>
            <p:cNvGrpSpPr/>
            <p:nvPr/>
          </p:nvGrpSpPr>
          <p:grpSpPr>
            <a:xfrm>
              <a:off x="4271771" y="4495238"/>
              <a:ext cx="209550" cy="157163"/>
              <a:chOff x="6669881" y="4393406"/>
              <a:chExt cx="209550" cy="157163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A6EEEABD-AB0E-800A-3B42-E169BD6EB40F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3" name="Freeform: Shape 42">
                <a:extLst>
                  <a:ext uri="{FF2B5EF4-FFF2-40B4-BE49-F238E27FC236}">
                    <a16:creationId xmlns:a16="http://schemas.microsoft.com/office/drawing/2014/main" id="{F059F3EE-ED1D-BCF3-98E7-8850B0DF4A64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41EDE69F-6F1A-095A-C5E0-A36024004636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908657" y="5300061"/>
              <a:ext cx="1003434" cy="1889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7ADE2512-AB43-E7A6-2414-C1D6518DC1E3}"/>
                </a:ext>
              </a:extLst>
            </p:cNvPr>
            <p:cNvSpPr txBox="1"/>
            <p:nvPr/>
          </p:nvSpPr>
          <p:spPr>
            <a:xfrm rot="5400000">
              <a:off x="2135199" y="5589007"/>
              <a:ext cx="796202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GND</a:t>
              </a:r>
              <a:endParaRPr lang="LID4096" sz="1000" b="1" dirty="0"/>
            </a:p>
          </p:txBody>
        </p: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F341407F-434C-81D0-33A6-E7828427AE06}"/>
                </a:ext>
              </a:extLst>
            </p:cNvPr>
            <p:cNvCxnSpPr>
              <a:cxnSpLocks/>
            </p:cNvCxnSpPr>
            <p:nvPr/>
          </p:nvCxnSpPr>
          <p:spPr>
            <a:xfrm>
              <a:off x="4334743" y="2222017"/>
              <a:ext cx="27524" cy="1673166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15FCEB5F-1348-2668-723E-C6551B81AE65}"/>
                </a:ext>
              </a:extLst>
            </p:cNvPr>
            <p:cNvSpPr txBox="1"/>
            <p:nvPr/>
          </p:nvSpPr>
          <p:spPr>
            <a:xfrm rot="5400000">
              <a:off x="4125363" y="2102273"/>
              <a:ext cx="760164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3.3V</a:t>
              </a:r>
              <a:endParaRPr lang="LID4096" sz="1000" b="1" dirty="0"/>
            </a:p>
          </p:txBody>
        </p: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A160217-8E84-301F-9D5D-33F72BC9FAF5}"/>
                </a:ext>
              </a:extLst>
            </p:cNvPr>
            <p:cNvCxnSpPr>
              <a:cxnSpLocks/>
            </p:cNvCxnSpPr>
            <p:nvPr/>
          </p:nvCxnSpPr>
          <p:spPr>
            <a:xfrm>
              <a:off x="2399207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2E7478F0-3EA6-AD09-3E32-D584B307F6BE}"/>
                </a:ext>
              </a:extLst>
            </p:cNvPr>
            <p:cNvSpPr txBox="1"/>
            <p:nvPr/>
          </p:nvSpPr>
          <p:spPr>
            <a:xfrm rot="5400000">
              <a:off x="2162151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bit0</a:t>
              </a:r>
              <a:endParaRPr lang="LID4096" sz="1000" b="1" dirty="0"/>
            </a:p>
          </p:txBody>
        </p: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65553BBF-C400-508F-8513-F15BB9EF55BA}"/>
                </a:ext>
              </a:extLst>
            </p:cNvPr>
            <p:cNvCxnSpPr>
              <a:cxnSpLocks/>
            </p:cNvCxnSpPr>
            <p:nvPr/>
          </p:nvCxnSpPr>
          <p:spPr>
            <a:xfrm>
              <a:off x="2934442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1A1A75EF-1B59-9452-74E1-203F46DCC14D}"/>
                </a:ext>
              </a:extLst>
            </p:cNvPr>
            <p:cNvSpPr txBox="1"/>
            <p:nvPr/>
          </p:nvSpPr>
          <p:spPr>
            <a:xfrm rot="5400000">
              <a:off x="2764068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bit2</a:t>
              </a:r>
              <a:endParaRPr lang="LID4096" sz="1000" b="1" dirty="0"/>
            </a:p>
          </p:txBody>
        </p: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B6153012-C987-2FAF-870C-10B27903F054}"/>
                </a:ext>
              </a:extLst>
            </p:cNvPr>
            <p:cNvCxnSpPr>
              <a:cxnSpLocks/>
            </p:cNvCxnSpPr>
            <p:nvPr/>
          </p:nvCxnSpPr>
          <p:spPr>
            <a:xfrm>
              <a:off x="3453714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14DDDC79-18AE-1AA8-6DA0-8BD963741C47}"/>
                </a:ext>
              </a:extLst>
            </p:cNvPr>
            <p:cNvSpPr txBox="1"/>
            <p:nvPr/>
          </p:nvSpPr>
          <p:spPr>
            <a:xfrm rot="5400000">
              <a:off x="3213817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bit4</a:t>
              </a:r>
              <a:endParaRPr lang="LID4096" sz="1000" b="1" dirty="0"/>
            </a:p>
          </p:txBody>
        </p: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0E4512CA-D826-59BA-5A5A-A53F02F569C8}"/>
                </a:ext>
              </a:extLst>
            </p:cNvPr>
            <p:cNvCxnSpPr>
              <a:cxnSpLocks/>
            </p:cNvCxnSpPr>
            <p:nvPr/>
          </p:nvCxnSpPr>
          <p:spPr>
            <a:xfrm>
              <a:off x="3907991" y="2335991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10A580CF-F970-05C8-8A23-F02901C14FD9}"/>
                </a:ext>
              </a:extLst>
            </p:cNvPr>
            <p:cNvSpPr txBox="1"/>
            <p:nvPr/>
          </p:nvSpPr>
          <p:spPr>
            <a:xfrm rot="5400000">
              <a:off x="3664934" y="206730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bit6</a:t>
              </a:r>
              <a:endParaRPr lang="LID4096" sz="1000" b="1" dirty="0"/>
            </a:p>
          </p:txBody>
        </p: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C012DBF3-401C-5260-90CD-FEB30CB479BA}"/>
                </a:ext>
              </a:extLst>
            </p:cNvPr>
            <p:cNvCxnSpPr>
              <a:cxnSpLocks/>
            </p:cNvCxnSpPr>
            <p:nvPr/>
          </p:nvCxnSpPr>
          <p:spPr>
            <a:xfrm>
              <a:off x="2920379" y="4745914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F18E0B57-96F2-71BE-1B97-305CE33CFB90}"/>
                </a:ext>
              </a:extLst>
            </p:cNvPr>
            <p:cNvSpPr txBox="1"/>
            <p:nvPr/>
          </p:nvSpPr>
          <p:spPr>
            <a:xfrm rot="5400000">
              <a:off x="2684413" y="559553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bit1</a:t>
              </a:r>
              <a:endParaRPr lang="LID4096" sz="1000" b="1" dirty="0"/>
            </a:p>
          </p:txBody>
        </p: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34B3A274-1543-9E70-8182-FD14B8B31B0C}"/>
                </a:ext>
              </a:extLst>
            </p:cNvPr>
            <p:cNvCxnSpPr>
              <a:cxnSpLocks/>
            </p:cNvCxnSpPr>
            <p:nvPr/>
          </p:nvCxnSpPr>
          <p:spPr>
            <a:xfrm>
              <a:off x="3436440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D861E82C-8E82-7C11-285C-83CCC7D774CB}"/>
                </a:ext>
              </a:extLst>
            </p:cNvPr>
            <p:cNvSpPr txBox="1"/>
            <p:nvPr/>
          </p:nvSpPr>
          <p:spPr>
            <a:xfrm rot="5400000">
              <a:off x="3200473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bit3</a:t>
              </a:r>
              <a:endParaRPr lang="LID4096" sz="1000" b="1" dirty="0"/>
            </a:p>
          </p:txBody>
        </p: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EAF1BFCE-37F0-AA22-AEEC-E20D578A2AE6}"/>
                </a:ext>
              </a:extLst>
            </p:cNvPr>
            <p:cNvCxnSpPr>
              <a:cxnSpLocks/>
            </p:cNvCxnSpPr>
            <p:nvPr/>
          </p:nvCxnSpPr>
          <p:spPr>
            <a:xfrm>
              <a:off x="3918887" y="4744900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CC081751-AE4A-063A-4CBB-9FDFE8A3F9E3}"/>
                </a:ext>
              </a:extLst>
            </p:cNvPr>
            <p:cNvSpPr txBox="1"/>
            <p:nvPr/>
          </p:nvSpPr>
          <p:spPr>
            <a:xfrm rot="5400000">
              <a:off x="3682921" y="5594528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bit5</a:t>
              </a:r>
              <a:endParaRPr lang="LID4096" sz="1000" b="1" dirty="0"/>
            </a:p>
          </p:txBody>
        </p: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A195B86C-C88A-0618-5D81-2A89DF79D251}"/>
                </a:ext>
              </a:extLst>
            </p:cNvPr>
            <p:cNvCxnSpPr>
              <a:cxnSpLocks/>
            </p:cNvCxnSpPr>
            <p:nvPr/>
          </p:nvCxnSpPr>
          <p:spPr>
            <a:xfrm>
              <a:off x="4372042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288233F4-BC49-C019-A0A1-726D9354D203}"/>
                </a:ext>
              </a:extLst>
            </p:cNvPr>
            <p:cNvSpPr txBox="1"/>
            <p:nvPr/>
          </p:nvSpPr>
          <p:spPr>
            <a:xfrm rot="5400000">
              <a:off x="4136075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bit7</a:t>
              </a:r>
              <a:endParaRPr lang="LID4096" sz="1000" b="1" dirty="0"/>
            </a:p>
          </p:txBody>
        </p:sp>
      </p:grpSp>
      <p:sp>
        <p:nvSpPr>
          <p:cNvPr id="74" name="Freeform: Shape 73">
            <a:extLst>
              <a:ext uri="{FF2B5EF4-FFF2-40B4-BE49-F238E27FC236}">
                <a16:creationId xmlns:a16="http://schemas.microsoft.com/office/drawing/2014/main" id="{D5A99CAC-7F4E-454B-6057-F4D967CA25CC}"/>
              </a:ext>
            </a:extLst>
          </p:cNvPr>
          <p:cNvSpPr/>
          <p:nvPr/>
        </p:nvSpPr>
        <p:spPr>
          <a:xfrm>
            <a:off x="2998272" y="4338004"/>
            <a:ext cx="5553847" cy="1202803"/>
          </a:xfrm>
          <a:custGeom>
            <a:avLst/>
            <a:gdLst>
              <a:gd name="connsiteX0" fmla="*/ 0 w 5180202"/>
              <a:gd name="connsiteY0" fmla="*/ 0 h 850096"/>
              <a:gd name="connsiteX1" fmla="*/ 1249960 w 5180202"/>
              <a:gd name="connsiteY1" fmla="*/ 826315 h 850096"/>
              <a:gd name="connsiteX2" fmla="*/ 5180202 w 5180202"/>
              <a:gd name="connsiteY2" fmla="*/ 545284 h 850096"/>
              <a:gd name="connsiteX0" fmla="*/ 0 w 5415094"/>
              <a:gd name="connsiteY0" fmla="*/ 0 h 1936470"/>
              <a:gd name="connsiteX1" fmla="*/ 1484852 w 5415094"/>
              <a:gd name="connsiteY1" fmla="*/ 1912689 h 1936470"/>
              <a:gd name="connsiteX2" fmla="*/ 5415094 w 5415094"/>
              <a:gd name="connsiteY2" fmla="*/ 1631658 h 1936470"/>
              <a:gd name="connsiteX0" fmla="*/ 3044 w 5418138"/>
              <a:gd name="connsiteY0" fmla="*/ 0 h 1936470"/>
              <a:gd name="connsiteX1" fmla="*/ 1487896 w 5418138"/>
              <a:gd name="connsiteY1" fmla="*/ 1912689 h 1936470"/>
              <a:gd name="connsiteX2" fmla="*/ 5418138 w 5418138"/>
              <a:gd name="connsiteY2" fmla="*/ 1631658 h 1936470"/>
              <a:gd name="connsiteX0" fmla="*/ 2804 w 5480816"/>
              <a:gd name="connsiteY0" fmla="*/ 0 h 1978415"/>
              <a:gd name="connsiteX1" fmla="*/ 1550574 w 5480816"/>
              <a:gd name="connsiteY1" fmla="*/ 1954634 h 1978415"/>
              <a:gd name="connsiteX2" fmla="*/ 5480816 w 5480816"/>
              <a:gd name="connsiteY2" fmla="*/ 1673603 h 1978415"/>
              <a:gd name="csX0" fmla="*/ 685 w 7916114"/>
              <a:gd name="csY0" fmla="*/ 0 h 3612330"/>
              <a:gd name="csX1" fmla="*/ 3985872 w 7916114"/>
              <a:gd name="csY1" fmla="*/ 3588549 h 3612330"/>
              <a:gd name="csX2" fmla="*/ 7916114 w 7916114"/>
              <a:gd name="csY2" fmla="*/ 3307518 h 3612330"/>
              <a:gd name="csX0" fmla="*/ 88142 w 8003571"/>
              <a:gd name="csY0" fmla="*/ 0 h 3612330"/>
              <a:gd name="csX1" fmla="*/ 4073329 w 8003571"/>
              <a:gd name="csY1" fmla="*/ 3588549 h 3612330"/>
              <a:gd name="csX2" fmla="*/ 8003571 w 8003571"/>
              <a:gd name="csY2" fmla="*/ 3307518 h 3612330"/>
              <a:gd name="csX0" fmla="*/ 296322 w 8211751"/>
              <a:gd name="csY0" fmla="*/ 0 h 4051250"/>
              <a:gd name="csX1" fmla="*/ 1139528 w 8211751"/>
              <a:gd name="csY1" fmla="*/ 4051250 h 4051250"/>
              <a:gd name="csX2" fmla="*/ 8211751 w 8211751"/>
              <a:gd name="csY2" fmla="*/ 3307518 h 40512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211751" h="4051250">
                <a:moveTo>
                  <a:pt x="296322" y="0"/>
                </a:moveTo>
                <a:cubicBezTo>
                  <a:pt x="-417992" y="1399332"/>
                  <a:pt x="276161" y="3960369"/>
                  <a:pt x="1139528" y="4051250"/>
                </a:cubicBezTo>
                <a:lnTo>
                  <a:pt x="8211751" y="3307518"/>
                </a:lnTo>
              </a:path>
            </a:pathLst>
          </a:cu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5" name="Freeform: Shape 74">
            <a:extLst>
              <a:ext uri="{FF2B5EF4-FFF2-40B4-BE49-F238E27FC236}">
                <a16:creationId xmlns:a16="http://schemas.microsoft.com/office/drawing/2014/main" id="{3E820B62-7829-DC32-990A-8E32B1B0D43E}"/>
              </a:ext>
            </a:extLst>
          </p:cNvPr>
          <p:cNvSpPr/>
          <p:nvPr/>
        </p:nvSpPr>
        <p:spPr>
          <a:xfrm>
            <a:off x="3191636" y="3125636"/>
            <a:ext cx="5534359" cy="1891605"/>
          </a:xfrm>
          <a:custGeom>
            <a:avLst/>
            <a:gdLst>
              <a:gd name="connsiteX0" fmla="*/ 0 w 5549318"/>
              <a:gd name="connsiteY0" fmla="*/ 178006 h 1556019"/>
              <a:gd name="connsiteX1" fmla="*/ 973123 w 5549318"/>
              <a:gd name="connsiteY1" fmla="*/ 6032 h 1556019"/>
              <a:gd name="connsiteX2" fmla="*/ 2063692 w 5549318"/>
              <a:gd name="connsiteY2" fmla="*/ 370953 h 1556019"/>
              <a:gd name="connsiteX3" fmla="*/ 4467138 w 5549318"/>
              <a:gd name="connsiteY3" fmla="*/ 1524439 h 1556019"/>
              <a:gd name="connsiteX4" fmla="*/ 5549318 w 5549318"/>
              <a:gd name="connsiteY4" fmla="*/ 1117573 h 1556019"/>
              <a:gd name="csX0" fmla="*/ 0 w 5549318"/>
              <a:gd name="csY0" fmla="*/ 1 h 1378014"/>
              <a:gd name="csX1" fmla="*/ 2063692 w 5549318"/>
              <a:gd name="csY1" fmla="*/ 192948 h 1378014"/>
              <a:gd name="csX2" fmla="*/ 4467138 w 5549318"/>
              <a:gd name="csY2" fmla="*/ 1346434 h 1378014"/>
              <a:gd name="csX3" fmla="*/ 5549318 w 5549318"/>
              <a:gd name="csY3" fmla="*/ 939568 h 1378014"/>
              <a:gd name="csX0" fmla="*/ 0 w 5549318"/>
              <a:gd name="csY0" fmla="*/ 1 h 939567"/>
              <a:gd name="csX1" fmla="*/ 2063692 w 5549318"/>
              <a:gd name="csY1" fmla="*/ 192948 h 939567"/>
              <a:gd name="csX2" fmla="*/ 5549318 w 5549318"/>
              <a:gd name="csY2" fmla="*/ 939568 h 939567"/>
              <a:gd name="csX0" fmla="*/ 0 w 9184032"/>
              <a:gd name="csY0" fmla="*/ 0 h 4200645"/>
              <a:gd name="csX1" fmla="*/ 5698406 w 9184032"/>
              <a:gd name="csY1" fmla="*/ 3454026 h 4200645"/>
              <a:gd name="csX2" fmla="*/ 9184032 w 9184032"/>
              <a:gd name="csY2" fmla="*/ 4200646 h 4200645"/>
              <a:gd name="csX0" fmla="*/ 0 w 9184032"/>
              <a:gd name="csY0" fmla="*/ 241115 h 4441760"/>
              <a:gd name="csX1" fmla="*/ 5698406 w 9184032"/>
              <a:gd name="csY1" fmla="*/ 3695141 h 4441760"/>
              <a:gd name="csX2" fmla="*/ 9184032 w 9184032"/>
              <a:gd name="csY2" fmla="*/ 4441761 h 4441760"/>
              <a:gd name="csX0" fmla="*/ 0 w 9184032"/>
              <a:gd name="csY0" fmla="*/ 1106090 h 5306735"/>
              <a:gd name="csX1" fmla="*/ 3578749 w 9184032"/>
              <a:gd name="csY1" fmla="*/ 423128 h 5306735"/>
              <a:gd name="csX2" fmla="*/ 9184032 w 9184032"/>
              <a:gd name="csY2" fmla="*/ 5306736 h 5306735"/>
              <a:gd name="csX0" fmla="*/ 0 w 9184032"/>
              <a:gd name="csY0" fmla="*/ 2326056 h 6526701"/>
              <a:gd name="csX1" fmla="*/ 3578749 w 9184032"/>
              <a:gd name="csY1" fmla="*/ 1643094 h 6526701"/>
              <a:gd name="csX2" fmla="*/ 9184032 w 9184032"/>
              <a:gd name="csY2" fmla="*/ 6526702 h 6526701"/>
              <a:gd name="csX0" fmla="*/ 0 w 9184032"/>
              <a:gd name="csY0" fmla="*/ 2326056 h 6920647"/>
              <a:gd name="csX1" fmla="*/ 3578749 w 9184032"/>
              <a:gd name="csY1" fmla="*/ 1643094 h 6920647"/>
              <a:gd name="csX2" fmla="*/ 9184032 w 9184032"/>
              <a:gd name="csY2" fmla="*/ 6526702 h 6920647"/>
              <a:gd name="csX0" fmla="*/ 0 w 9127130"/>
              <a:gd name="csY0" fmla="*/ 1016083 h 5623622"/>
              <a:gd name="csX1" fmla="*/ 3521847 w 9127130"/>
              <a:gd name="csY1" fmla="*/ 494825 h 5623622"/>
              <a:gd name="csX2" fmla="*/ 9127130 w 9127130"/>
              <a:gd name="csY2" fmla="*/ 5378433 h 5623622"/>
              <a:gd name="csX0" fmla="*/ 0 w 9127130"/>
              <a:gd name="csY0" fmla="*/ 1016083 h 5687638"/>
              <a:gd name="csX1" fmla="*/ 3521847 w 9127130"/>
              <a:gd name="csY1" fmla="*/ 494825 h 5687638"/>
              <a:gd name="csX2" fmla="*/ 9127130 w 9127130"/>
              <a:gd name="csY2" fmla="*/ 5378433 h 5687638"/>
              <a:gd name="csX0" fmla="*/ 0 w 9127130"/>
              <a:gd name="csY0" fmla="*/ 1216636 h 5888191"/>
              <a:gd name="csX1" fmla="*/ 3521847 w 9127130"/>
              <a:gd name="csY1" fmla="*/ 695378 h 5888191"/>
              <a:gd name="csX2" fmla="*/ 9127130 w 9127130"/>
              <a:gd name="csY2" fmla="*/ 5578986 h 5888191"/>
              <a:gd name="csX0" fmla="*/ 0 w 9169806"/>
              <a:gd name="csY0" fmla="*/ 1216636 h 5108584"/>
              <a:gd name="csX1" fmla="*/ 3521847 w 9169806"/>
              <a:gd name="csY1" fmla="*/ 695378 h 5108584"/>
              <a:gd name="csX2" fmla="*/ 9169806 w 9169806"/>
              <a:gd name="csY2" fmla="*/ 4743501 h 5108584"/>
              <a:gd name="csX0" fmla="*/ 0 w 9169806"/>
              <a:gd name="csY0" fmla="*/ 1216636 h 5937718"/>
              <a:gd name="csX1" fmla="*/ 3521847 w 9169806"/>
              <a:gd name="csY1" fmla="*/ 695378 h 5937718"/>
              <a:gd name="csX2" fmla="*/ 9169806 w 9169806"/>
              <a:gd name="csY2" fmla="*/ 4743501 h 593771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9169806" h="5937718">
                <a:moveTo>
                  <a:pt x="0" y="1216636"/>
                </a:moveTo>
                <a:cubicBezTo>
                  <a:pt x="316129" y="-36817"/>
                  <a:pt x="2925341" y="-503320"/>
                  <a:pt x="3521847" y="695378"/>
                </a:cubicBezTo>
                <a:cubicBezTo>
                  <a:pt x="4801194" y="2891268"/>
                  <a:pt x="7433597" y="8334151"/>
                  <a:pt x="9169806" y="4743501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0E6E3190-900A-4F48-8E95-2FA9CFE92AB0}"/>
              </a:ext>
            </a:extLst>
          </p:cNvPr>
          <p:cNvSpPr/>
          <p:nvPr/>
        </p:nvSpPr>
        <p:spPr>
          <a:xfrm flipH="1">
            <a:off x="8941226" y="4501306"/>
            <a:ext cx="617210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6" name="Freeform: Shape 75">
            <a:extLst>
              <a:ext uri="{FF2B5EF4-FFF2-40B4-BE49-F238E27FC236}">
                <a16:creationId xmlns:a16="http://schemas.microsoft.com/office/drawing/2014/main" id="{848F81BB-693E-D504-3A39-7E3BC5BE6E79}"/>
              </a:ext>
            </a:extLst>
          </p:cNvPr>
          <p:cNvSpPr/>
          <p:nvPr/>
        </p:nvSpPr>
        <p:spPr>
          <a:xfrm>
            <a:off x="7994798" y="4503739"/>
            <a:ext cx="659869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A24CE822-BDD1-C07C-3FD1-880E577D4419}"/>
              </a:ext>
            </a:extLst>
          </p:cNvPr>
          <p:cNvSpPr/>
          <p:nvPr/>
        </p:nvSpPr>
        <p:spPr>
          <a:xfrm>
            <a:off x="8751023" y="4020809"/>
            <a:ext cx="93846" cy="565768"/>
          </a:xfrm>
          <a:prstGeom prst="rect">
            <a:avLst/>
          </a:prstGeom>
          <a:solidFill>
            <a:sysClr val="windowText" lastClr="000000">
              <a:lumMod val="65000"/>
              <a:lumOff val="35000"/>
            </a:sysClr>
          </a:solidFill>
          <a:ln w="38100" cap="flat" cmpd="sng" algn="ctr">
            <a:solidFill>
              <a:sysClr val="windowText" lastClr="000000">
                <a:lumMod val="75000"/>
                <a:lumOff val="25000"/>
              </a:sys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1" name="Rectangle: Rounded Corners 80">
            <a:extLst>
              <a:ext uri="{FF2B5EF4-FFF2-40B4-BE49-F238E27FC236}">
                <a16:creationId xmlns:a16="http://schemas.microsoft.com/office/drawing/2014/main" id="{11864973-8891-B54B-62C2-ABD8E7C22CE1}"/>
              </a:ext>
            </a:extLst>
          </p:cNvPr>
          <p:cNvSpPr/>
          <p:nvPr/>
        </p:nvSpPr>
        <p:spPr>
          <a:xfrm>
            <a:off x="8423503" y="3136431"/>
            <a:ext cx="748889" cy="891084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82" name="Group 81">
            <a:extLst>
              <a:ext uri="{FF2B5EF4-FFF2-40B4-BE49-F238E27FC236}">
                <a16:creationId xmlns:a16="http://schemas.microsoft.com/office/drawing/2014/main" id="{055E6B65-7C51-20FC-7DF9-9BFEF42B799B}"/>
              </a:ext>
            </a:extLst>
          </p:cNvPr>
          <p:cNvGrpSpPr/>
          <p:nvPr/>
        </p:nvGrpSpPr>
        <p:grpSpPr>
          <a:xfrm>
            <a:off x="8474678" y="4027515"/>
            <a:ext cx="631874" cy="503488"/>
            <a:chOff x="5198211" y="3413816"/>
            <a:chExt cx="307830" cy="260468"/>
          </a:xfrm>
        </p:grpSpPr>
        <p:sp>
          <p:nvSpPr>
            <p:cNvPr id="83" name="Freeform: Shape 82">
              <a:extLst>
                <a:ext uri="{FF2B5EF4-FFF2-40B4-BE49-F238E27FC236}">
                  <a16:creationId xmlns:a16="http://schemas.microsoft.com/office/drawing/2014/main" id="{B39E01C8-78EF-A5E1-ABD3-C48BEDD82DC2}"/>
                </a:ext>
              </a:extLst>
            </p:cNvPr>
            <p:cNvSpPr/>
            <p:nvPr/>
          </p:nvSpPr>
          <p:spPr>
            <a:xfrm>
              <a:off x="5198211" y="341381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84" name="Freeform: Shape 83">
              <a:extLst>
                <a:ext uri="{FF2B5EF4-FFF2-40B4-BE49-F238E27FC236}">
                  <a16:creationId xmlns:a16="http://schemas.microsoft.com/office/drawing/2014/main" id="{758ED3E3-0339-FE84-1AFA-D928047A48EF}"/>
                </a:ext>
              </a:extLst>
            </p:cNvPr>
            <p:cNvSpPr/>
            <p:nvPr/>
          </p:nvSpPr>
          <p:spPr>
            <a:xfrm>
              <a:off x="5205355" y="346144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85" name="Freeform: Shape 84">
              <a:extLst>
                <a:ext uri="{FF2B5EF4-FFF2-40B4-BE49-F238E27FC236}">
                  <a16:creationId xmlns:a16="http://schemas.microsoft.com/office/drawing/2014/main" id="{152448D4-0780-5B44-B69C-629153D00B9B}"/>
                </a:ext>
              </a:extLst>
            </p:cNvPr>
            <p:cNvSpPr/>
            <p:nvPr/>
          </p:nvSpPr>
          <p:spPr>
            <a:xfrm>
              <a:off x="5202974" y="350906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86" name="Freeform: Shape 85">
              <a:extLst>
                <a:ext uri="{FF2B5EF4-FFF2-40B4-BE49-F238E27FC236}">
                  <a16:creationId xmlns:a16="http://schemas.microsoft.com/office/drawing/2014/main" id="{298E3AA5-69CE-16A5-B732-B35E86F815D0}"/>
                </a:ext>
              </a:extLst>
            </p:cNvPr>
            <p:cNvSpPr/>
            <p:nvPr/>
          </p:nvSpPr>
          <p:spPr>
            <a:xfrm>
              <a:off x="5200593" y="355669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B14848AD-72E0-6C38-187B-EE5A663A306D}"/>
              </a:ext>
            </a:extLst>
          </p:cNvPr>
          <p:cNvCxnSpPr>
            <a:cxnSpLocks/>
          </p:cNvCxnSpPr>
          <p:nvPr/>
        </p:nvCxnSpPr>
        <p:spPr>
          <a:xfrm flipH="1">
            <a:off x="8572556" y="5005100"/>
            <a:ext cx="268837" cy="112423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2E8F94DF-6C35-5989-55A7-DA0C797A8FBF}"/>
              </a:ext>
            </a:extLst>
          </p:cNvPr>
          <p:cNvCxnSpPr>
            <a:cxnSpLocks/>
          </p:cNvCxnSpPr>
          <p:nvPr/>
        </p:nvCxnSpPr>
        <p:spPr>
          <a:xfrm flipH="1">
            <a:off x="8616604" y="5009987"/>
            <a:ext cx="381202" cy="147409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89" name="Freeform: Shape 88">
            <a:extLst>
              <a:ext uri="{FF2B5EF4-FFF2-40B4-BE49-F238E27FC236}">
                <a16:creationId xmlns:a16="http://schemas.microsoft.com/office/drawing/2014/main" id="{B4FB9A47-60EB-EDDB-2ADB-D778E103CCCC}"/>
              </a:ext>
            </a:extLst>
          </p:cNvPr>
          <p:cNvSpPr/>
          <p:nvPr/>
        </p:nvSpPr>
        <p:spPr>
          <a:xfrm>
            <a:off x="8520602" y="3222442"/>
            <a:ext cx="140598" cy="381299"/>
          </a:xfrm>
          <a:custGeom>
            <a:avLst/>
            <a:gdLst>
              <a:gd name="connsiteX0" fmla="*/ 140598 w 140598"/>
              <a:gd name="connsiteY0" fmla="*/ 3794 h 381299"/>
              <a:gd name="connsiteX1" fmla="*/ 18957 w 140598"/>
              <a:gd name="connsiteY1" fmla="*/ 54128 h 381299"/>
              <a:gd name="connsiteX2" fmla="*/ 2179 w 140598"/>
              <a:gd name="connsiteY2" fmla="*/ 381299 h 3812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0598" h="381299">
                <a:moveTo>
                  <a:pt x="140598" y="3794"/>
                </a:moveTo>
                <a:cubicBezTo>
                  <a:pt x="91312" y="-2498"/>
                  <a:pt x="42027" y="-8789"/>
                  <a:pt x="18957" y="54128"/>
                </a:cubicBezTo>
                <a:cubicBezTo>
                  <a:pt x="-4113" y="117045"/>
                  <a:pt x="-967" y="249172"/>
                  <a:pt x="2179" y="381299"/>
                </a:cubicBezTo>
              </a:path>
            </a:pathLst>
          </a:custGeom>
          <a:noFill/>
          <a:ln w="38100" cap="rnd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0" name="Rectangle: Rounded Corners 89">
            <a:extLst>
              <a:ext uri="{FF2B5EF4-FFF2-40B4-BE49-F238E27FC236}">
                <a16:creationId xmlns:a16="http://schemas.microsoft.com/office/drawing/2014/main" id="{4812C4FB-67CE-54A5-233C-3A24EF7CEE70}"/>
              </a:ext>
            </a:extLst>
          </p:cNvPr>
          <p:cNvSpPr/>
          <p:nvPr/>
        </p:nvSpPr>
        <p:spPr>
          <a:xfrm>
            <a:off x="8709418" y="4586577"/>
            <a:ext cx="185740" cy="325316"/>
          </a:xfrm>
          <a:prstGeom prst="roundRect">
            <a:avLst/>
          </a:pr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E2478933-377C-44C6-9703-2F41175A8C38}"/>
              </a:ext>
            </a:extLst>
          </p:cNvPr>
          <p:cNvCxnSpPr>
            <a:cxnSpLocks/>
          </p:cNvCxnSpPr>
          <p:nvPr/>
        </p:nvCxnSpPr>
        <p:spPr>
          <a:xfrm>
            <a:off x="8758296" y="4633618"/>
            <a:ext cx="0" cy="175965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92" name="Freeform: Shape 91">
            <a:extLst>
              <a:ext uri="{FF2B5EF4-FFF2-40B4-BE49-F238E27FC236}">
                <a16:creationId xmlns:a16="http://schemas.microsoft.com/office/drawing/2014/main" id="{440CC129-B817-F106-CE13-F7F0C7C9A755}"/>
              </a:ext>
            </a:extLst>
          </p:cNvPr>
          <p:cNvSpPr/>
          <p:nvPr/>
        </p:nvSpPr>
        <p:spPr>
          <a:xfrm>
            <a:off x="8423503" y="5071180"/>
            <a:ext cx="816282" cy="244395"/>
          </a:xfrm>
          <a:custGeom>
            <a:avLst/>
            <a:gdLst>
              <a:gd name="connsiteX0" fmla="*/ 328612 w 397668"/>
              <a:gd name="connsiteY0" fmla="*/ 2381 h 119062"/>
              <a:gd name="connsiteX1" fmla="*/ 66675 w 397668"/>
              <a:gd name="connsiteY1" fmla="*/ 0 h 119062"/>
              <a:gd name="connsiteX2" fmla="*/ 0 w 397668"/>
              <a:gd name="connsiteY2" fmla="*/ 119062 h 119062"/>
              <a:gd name="connsiteX3" fmla="*/ 397668 w 397668"/>
              <a:gd name="connsiteY3" fmla="*/ 119062 h 119062"/>
              <a:gd name="connsiteX4" fmla="*/ 328612 w 397668"/>
              <a:gd name="connsiteY4" fmla="*/ 2381 h 1190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7668" h="119062">
                <a:moveTo>
                  <a:pt x="328612" y="2381"/>
                </a:moveTo>
                <a:lnTo>
                  <a:pt x="66675" y="0"/>
                </a:lnTo>
                <a:lnTo>
                  <a:pt x="0" y="119062"/>
                </a:lnTo>
                <a:lnTo>
                  <a:pt x="397668" y="119062"/>
                </a:lnTo>
                <a:lnTo>
                  <a:pt x="328612" y="2381"/>
                </a:lnTo>
                <a:close/>
              </a:path>
            </a:pathLst>
          </a:cu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36564ADC-F09B-83B1-C9AD-5702100EB37B}"/>
              </a:ext>
            </a:extLst>
          </p:cNvPr>
          <p:cNvSpPr txBox="1"/>
          <p:nvPr/>
        </p:nvSpPr>
        <p:spPr>
          <a:xfrm>
            <a:off x="4601200" y="5051551"/>
            <a:ext cx="67913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sv-SE" sz="1800" b="1">
                <a:solidFill>
                  <a:srgbClr val="C00000"/>
                </a:solidFill>
              </a:rPr>
              <a:t>??V</a:t>
            </a:r>
            <a:endParaRPr lang="LID4096" sz="1800" b="1" dirty="0">
              <a:solidFill>
                <a:srgbClr val="C00000"/>
              </a:solidFill>
            </a:endParaRPr>
          </a:p>
        </p:txBody>
      </p:sp>
      <p:grpSp>
        <p:nvGrpSpPr>
          <p:cNvPr id="95" name="Group 94">
            <a:extLst>
              <a:ext uri="{FF2B5EF4-FFF2-40B4-BE49-F238E27FC236}">
                <a16:creationId xmlns:a16="http://schemas.microsoft.com/office/drawing/2014/main" id="{E2B2206F-74D9-EF21-2174-83C401873249}"/>
              </a:ext>
            </a:extLst>
          </p:cNvPr>
          <p:cNvGrpSpPr/>
          <p:nvPr/>
        </p:nvGrpSpPr>
        <p:grpSpPr>
          <a:xfrm>
            <a:off x="413706" y="4221613"/>
            <a:ext cx="1719929" cy="1784800"/>
            <a:chOff x="413706" y="4221613"/>
            <a:chExt cx="1719929" cy="1784800"/>
          </a:xfrm>
        </p:grpSpPr>
        <p:pic>
          <p:nvPicPr>
            <p:cNvPr id="96" name="Picture 95">
              <a:extLst>
                <a:ext uri="{FF2B5EF4-FFF2-40B4-BE49-F238E27FC236}">
                  <a16:creationId xmlns:a16="http://schemas.microsoft.com/office/drawing/2014/main" id="{25FAE130-4071-F1BE-BB26-5680464498C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 flipH="1">
              <a:off x="1522867" y="4278183"/>
              <a:ext cx="267313" cy="1140629"/>
            </a:xfrm>
            <a:prstGeom prst="rect">
              <a:avLst/>
            </a:prstGeom>
          </p:spPr>
        </p:pic>
        <p:pic>
          <p:nvPicPr>
            <p:cNvPr id="97" name="Picture 96">
              <a:extLst>
                <a:ext uri="{FF2B5EF4-FFF2-40B4-BE49-F238E27FC236}">
                  <a16:creationId xmlns:a16="http://schemas.microsoft.com/office/drawing/2014/main" id="{293458E6-9C7F-7801-05F1-8F28A81E126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13706" y="4278183"/>
              <a:ext cx="336160" cy="1140543"/>
            </a:xfrm>
            <a:prstGeom prst="rect">
              <a:avLst/>
            </a:prstGeom>
          </p:spPr>
        </p:pic>
        <p:sp>
          <p:nvSpPr>
            <p:cNvPr id="98" name="Rectangle 97">
              <a:extLst>
                <a:ext uri="{FF2B5EF4-FFF2-40B4-BE49-F238E27FC236}">
                  <a16:creationId xmlns:a16="http://schemas.microsoft.com/office/drawing/2014/main" id="{BA199767-7D88-6B80-3E5A-1CEF4E45FCEA}"/>
                </a:ext>
              </a:extLst>
            </p:cNvPr>
            <p:cNvSpPr/>
            <p:nvPr/>
          </p:nvSpPr>
          <p:spPr>
            <a:xfrm>
              <a:off x="772732" y="4221613"/>
              <a:ext cx="673995" cy="25282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9" name="TextBox 98">
              <a:extLst>
                <a:ext uri="{FF2B5EF4-FFF2-40B4-BE49-F238E27FC236}">
                  <a16:creationId xmlns:a16="http://schemas.microsoft.com/office/drawing/2014/main" id="{848C5225-AC76-8B51-F7EC-C9F77DD6BA6A}"/>
                </a:ext>
              </a:extLst>
            </p:cNvPr>
            <p:cNvSpPr txBox="1"/>
            <p:nvPr/>
          </p:nvSpPr>
          <p:spPr>
            <a:xfrm>
              <a:off x="845845" y="4249329"/>
              <a:ext cx="546945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700"/>
                <a:t>Many M</a:t>
              </a:r>
              <a:r>
                <a:rPr lang="el-GR" sz="700"/>
                <a:t>Ω</a:t>
              </a:r>
              <a:endParaRPr lang="LID4096" sz="700"/>
            </a:p>
          </p:txBody>
        </p:sp>
        <p:cxnSp>
          <p:nvCxnSpPr>
            <p:cNvPr id="100" name="Straight Connector 99">
              <a:extLst>
                <a:ext uri="{FF2B5EF4-FFF2-40B4-BE49-F238E27FC236}">
                  <a16:creationId xmlns:a16="http://schemas.microsoft.com/office/drawing/2014/main" id="{A72EC6D4-DCD4-967F-D382-6910FAA1CB85}"/>
                </a:ext>
              </a:extLst>
            </p:cNvPr>
            <p:cNvCxnSpPr>
              <a:stCxn id="98" idx="1"/>
            </p:cNvCxnSpPr>
            <p:nvPr/>
          </p:nvCxnSpPr>
          <p:spPr>
            <a:xfrm flipH="1">
              <a:off x="493690" y="4348023"/>
              <a:ext cx="279042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id="{A620419B-AB55-9AC9-EB12-F78BC9FF756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83913" y="4233683"/>
              <a:ext cx="9777" cy="22656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id="{BE2A7026-7CF2-A427-2059-8FE564D81A9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57671" y="4236147"/>
              <a:ext cx="4890" cy="18764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Straight Connector 102">
              <a:extLst>
                <a:ext uri="{FF2B5EF4-FFF2-40B4-BE49-F238E27FC236}">
                  <a16:creationId xmlns:a16="http://schemas.microsoft.com/office/drawing/2014/main" id="{40D9884C-84A2-95AE-466D-6258C13A964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30576" y="4291453"/>
              <a:ext cx="0" cy="98158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Straight Connector 103">
              <a:extLst>
                <a:ext uri="{FF2B5EF4-FFF2-40B4-BE49-F238E27FC236}">
                  <a16:creationId xmlns:a16="http://schemas.microsoft.com/office/drawing/2014/main" id="{EED42D86-4490-A70C-BB0B-98C2758D1D6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446727" y="4348544"/>
              <a:ext cx="686908" cy="988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105" name="Picture 104">
              <a:extLst>
                <a:ext uri="{FF2B5EF4-FFF2-40B4-BE49-F238E27FC236}">
                  <a16:creationId xmlns:a16="http://schemas.microsoft.com/office/drawing/2014/main" id="{41AFB82F-EE76-E5FE-D73E-66593A17B3E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860806" y="4911892"/>
              <a:ext cx="929375" cy="1094521"/>
            </a:xfrm>
            <a:prstGeom prst="rect">
              <a:avLst/>
            </a:prstGeom>
          </p:spPr>
        </p:pic>
        <p:sp>
          <p:nvSpPr>
            <p:cNvPr id="106" name="Freeform: Shape 105">
              <a:extLst>
                <a:ext uri="{FF2B5EF4-FFF2-40B4-BE49-F238E27FC236}">
                  <a16:creationId xmlns:a16="http://schemas.microsoft.com/office/drawing/2014/main" id="{5D3F3EEE-4B09-A7DC-1470-433E7332B585}"/>
                </a:ext>
              </a:extLst>
            </p:cNvPr>
            <p:cNvSpPr/>
            <p:nvPr/>
          </p:nvSpPr>
          <p:spPr>
            <a:xfrm>
              <a:off x="1550421" y="5388677"/>
              <a:ext cx="123598" cy="45719"/>
            </a:xfrm>
            <a:custGeom>
              <a:avLst/>
              <a:gdLst>
                <a:gd name="csX0" fmla="*/ 107156 w 107156"/>
                <a:gd name="csY0" fmla="*/ 0 h 40481"/>
                <a:gd name="csX1" fmla="*/ 0 w 107156"/>
                <a:gd name="csY1" fmla="*/ 40481 h 4048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07156" h="40481">
                  <a:moveTo>
                    <a:pt x="107156" y="0"/>
                  </a:moveTo>
                  <a:lnTo>
                    <a:pt x="0" y="40481"/>
                  </a:ln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107" name="Straight Connector 106">
              <a:extLst>
                <a:ext uri="{FF2B5EF4-FFF2-40B4-BE49-F238E27FC236}">
                  <a16:creationId xmlns:a16="http://schemas.microsoft.com/office/drawing/2014/main" id="{52B2D1C9-4182-6EE9-19B9-B40389DDA6E1}"/>
                </a:ext>
              </a:extLst>
            </p:cNvPr>
            <p:cNvCxnSpPr/>
            <p:nvPr/>
          </p:nvCxnSpPr>
          <p:spPr>
            <a:xfrm flipV="1">
              <a:off x="711994" y="5250656"/>
              <a:ext cx="378619" cy="92869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8" name="Freeform: Shape 107">
              <a:extLst>
                <a:ext uri="{FF2B5EF4-FFF2-40B4-BE49-F238E27FC236}">
                  <a16:creationId xmlns:a16="http://schemas.microsoft.com/office/drawing/2014/main" id="{A4F9D419-D472-5612-2C07-7ECC2D502D97}"/>
                </a:ext>
              </a:extLst>
            </p:cNvPr>
            <p:cNvSpPr/>
            <p:nvPr/>
          </p:nvSpPr>
          <p:spPr>
            <a:xfrm>
              <a:off x="1197154" y="5078820"/>
              <a:ext cx="267315" cy="128974"/>
            </a:xfrm>
            <a:custGeom>
              <a:avLst/>
              <a:gdLst>
                <a:gd name="csX0" fmla="*/ 228600 w 240506"/>
                <a:gd name="csY0" fmla="*/ 107156 h 107156"/>
                <a:gd name="csX1" fmla="*/ 240506 w 240506"/>
                <a:gd name="csY1" fmla="*/ 2381 h 107156"/>
                <a:gd name="csX2" fmla="*/ 9525 w 240506"/>
                <a:gd name="csY2" fmla="*/ 0 h 107156"/>
                <a:gd name="csX3" fmla="*/ 0 w 240506"/>
                <a:gd name="csY3" fmla="*/ 95250 h 107156"/>
                <a:gd name="csX4" fmla="*/ 228600 w 240506"/>
                <a:gd name="csY4" fmla="*/ 107156 h 10715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0506" h="107156">
                  <a:moveTo>
                    <a:pt x="228600" y="107156"/>
                  </a:moveTo>
                  <a:lnTo>
                    <a:pt x="240506" y="2381"/>
                  </a:lnTo>
                  <a:lnTo>
                    <a:pt x="9525" y="0"/>
                  </a:lnTo>
                  <a:lnTo>
                    <a:pt x="0" y="95250"/>
                  </a:lnTo>
                  <a:lnTo>
                    <a:pt x="228600" y="107156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9" name="TextBox 108">
              <a:extLst>
                <a:ext uri="{FF2B5EF4-FFF2-40B4-BE49-F238E27FC236}">
                  <a16:creationId xmlns:a16="http://schemas.microsoft.com/office/drawing/2014/main" id="{759323DD-62C6-345F-E433-D7E0F3ED9714}"/>
                </a:ext>
              </a:extLst>
            </p:cNvPr>
            <p:cNvSpPr txBox="1"/>
            <p:nvPr/>
          </p:nvSpPr>
          <p:spPr>
            <a:xfrm>
              <a:off x="1151300" y="5056932"/>
              <a:ext cx="327334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700"/>
                <a:t>??V</a:t>
              </a:r>
              <a:endParaRPr lang="LID4096" sz="700"/>
            </a:p>
          </p:txBody>
        </p:sp>
      </p:grpSp>
    </p:spTree>
    <p:extLst>
      <p:ext uri="{BB962C8B-B14F-4D97-AF65-F5344CB8AC3E}">
        <p14:creationId xmlns:p14="http://schemas.microsoft.com/office/powerpoint/2010/main" val="282446375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DD97CC-22BC-70F3-769D-373BAAB5F4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D3099B-89A7-4836-369C-D5C08E0B1E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Koppla in en knapp – Pull Down</a:t>
            </a:r>
            <a:endParaRPr lang="LID4096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8B83D3FD-0A12-6445-8DC4-349066EB4103}"/>
              </a:ext>
            </a:extLst>
          </p:cNvPr>
          <p:cNvGrpSpPr/>
          <p:nvPr/>
        </p:nvGrpSpPr>
        <p:grpSpPr>
          <a:xfrm rot="16200000">
            <a:off x="1617178" y="3002057"/>
            <a:ext cx="3095687" cy="2470259"/>
            <a:chOff x="436296" y="1927862"/>
            <a:chExt cx="5353797" cy="4272158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02283585-12E3-CAC9-B934-4AF4CDDE420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36296" y="2545839"/>
              <a:ext cx="5353797" cy="2772162"/>
            </a:xfrm>
            <a:prstGeom prst="rect">
              <a:avLst/>
            </a:prstGeom>
          </p:spPr>
        </p:pic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7ACA62E3-6E8E-6B7A-C07F-9C34D6119486}"/>
                </a:ext>
              </a:extLst>
            </p:cNvPr>
            <p:cNvSpPr/>
            <p:nvPr/>
          </p:nvSpPr>
          <p:spPr>
            <a:xfrm>
              <a:off x="1578586" y="3558540"/>
              <a:ext cx="3381375" cy="1402080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8A7ED04C-E85C-939C-0D8B-B1C80B2623CC}"/>
                </a:ext>
              </a:extLst>
            </p:cNvPr>
            <p:cNvSpPr/>
            <p:nvPr/>
          </p:nvSpPr>
          <p:spPr>
            <a:xfrm>
              <a:off x="1436663" y="3406140"/>
              <a:ext cx="3787140" cy="259080"/>
            </a:xfrm>
            <a:custGeom>
              <a:avLst/>
              <a:gdLst>
                <a:gd name="connsiteX0" fmla="*/ 3406140 w 3825240"/>
                <a:gd name="connsiteY0" fmla="*/ 0 h 259080"/>
                <a:gd name="connsiteX1" fmla="*/ 0 w 3825240"/>
                <a:gd name="connsiteY1" fmla="*/ 68580 h 259080"/>
                <a:gd name="connsiteX2" fmla="*/ 228600 w 3825240"/>
                <a:gd name="connsiteY2" fmla="*/ 259080 h 259080"/>
                <a:gd name="connsiteX3" fmla="*/ 3825240 w 3825240"/>
                <a:gd name="connsiteY3" fmla="*/ 167640 h 259080"/>
                <a:gd name="connsiteX4" fmla="*/ 3406140 w 3825240"/>
                <a:gd name="connsiteY4" fmla="*/ 0 h 259080"/>
                <a:gd name="connsiteX0" fmla="*/ 3406140 w 3787140"/>
                <a:gd name="connsiteY0" fmla="*/ 0 h 259080"/>
                <a:gd name="connsiteX1" fmla="*/ 0 w 3787140"/>
                <a:gd name="connsiteY1" fmla="*/ 68580 h 259080"/>
                <a:gd name="connsiteX2" fmla="*/ 228600 w 3787140"/>
                <a:gd name="connsiteY2" fmla="*/ 259080 h 259080"/>
                <a:gd name="connsiteX3" fmla="*/ 3787140 w 3787140"/>
                <a:gd name="connsiteY3" fmla="*/ 153353 h 259080"/>
                <a:gd name="connsiteX4" fmla="*/ 3406140 w 3787140"/>
                <a:gd name="connsiteY4" fmla="*/ 0 h 2590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87140" h="259080">
                  <a:moveTo>
                    <a:pt x="3406140" y="0"/>
                  </a:moveTo>
                  <a:lnTo>
                    <a:pt x="0" y="68580"/>
                  </a:lnTo>
                  <a:lnTo>
                    <a:pt x="228600" y="259080"/>
                  </a:lnTo>
                  <a:lnTo>
                    <a:pt x="3787140" y="153353"/>
                  </a:lnTo>
                  <a:lnTo>
                    <a:pt x="3406140" y="0"/>
                  </a:lnTo>
                  <a:close/>
                </a:path>
              </a:pathLst>
            </a:cu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EB2DDD54-FC65-5112-5EAC-8FFB82667CAF}"/>
                </a:ext>
              </a:extLst>
            </p:cNvPr>
            <p:cNvSpPr/>
            <p:nvPr/>
          </p:nvSpPr>
          <p:spPr>
            <a:xfrm>
              <a:off x="1459523" y="3482340"/>
              <a:ext cx="205740" cy="1714500"/>
            </a:xfrm>
            <a:custGeom>
              <a:avLst/>
              <a:gdLst>
                <a:gd name="connsiteX0" fmla="*/ 0 w 205740"/>
                <a:gd name="connsiteY0" fmla="*/ 0 h 1714500"/>
                <a:gd name="connsiteX1" fmla="*/ 30480 w 205740"/>
                <a:gd name="connsiteY1" fmla="*/ 1539240 h 1714500"/>
                <a:gd name="connsiteX2" fmla="*/ 205740 w 205740"/>
                <a:gd name="connsiteY2" fmla="*/ 1714500 h 1714500"/>
                <a:gd name="connsiteX3" fmla="*/ 198120 w 205740"/>
                <a:gd name="connsiteY3" fmla="*/ 167640 h 1714500"/>
                <a:gd name="connsiteX4" fmla="*/ 0 w 205740"/>
                <a:gd name="connsiteY4" fmla="*/ 0 h 1714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5740" h="1714500">
                  <a:moveTo>
                    <a:pt x="0" y="0"/>
                  </a:moveTo>
                  <a:lnTo>
                    <a:pt x="30480" y="1539240"/>
                  </a:lnTo>
                  <a:lnTo>
                    <a:pt x="205740" y="1714500"/>
                  </a:lnTo>
                  <a:lnTo>
                    <a:pt x="198120" y="1676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3CD892A4-3A0F-D089-CCBD-9F6F2C80A16B}"/>
                </a:ext>
              </a:extLst>
            </p:cNvPr>
            <p:cNvSpPr/>
            <p:nvPr/>
          </p:nvSpPr>
          <p:spPr>
            <a:xfrm>
              <a:off x="1657643" y="3558540"/>
              <a:ext cx="3596640" cy="1653540"/>
            </a:xfrm>
            <a:custGeom>
              <a:avLst/>
              <a:gdLst>
                <a:gd name="connsiteX0" fmla="*/ 0 w 3680460"/>
                <a:gd name="connsiteY0" fmla="*/ 1653540 h 1653540"/>
                <a:gd name="connsiteX1" fmla="*/ 1463040 w 3680460"/>
                <a:gd name="connsiteY1" fmla="*/ 1592580 h 1653540"/>
                <a:gd name="connsiteX2" fmla="*/ 1463040 w 3680460"/>
                <a:gd name="connsiteY2" fmla="*/ 1417320 h 1653540"/>
                <a:gd name="connsiteX3" fmla="*/ 182880 w 3680460"/>
                <a:gd name="connsiteY3" fmla="*/ 1478280 h 1653540"/>
                <a:gd name="connsiteX4" fmla="*/ 160020 w 3680460"/>
                <a:gd name="connsiteY4" fmla="*/ 266700 h 1653540"/>
                <a:gd name="connsiteX5" fmla="*/ 3474720 w 3680460"/>
                <a:gd name="connsiteY5" fmla="*/ 160020 h 1653540"/>
                <a:gd name="connsiteX6" fmla="*/ 3467100 w 3680460"/>
                <a:gd name="connsiteY6" fmla="*/ 1424940 h 1653540"/>
                <a:gd name="connsiteX7" fmla="*/ 2278380 w 3680460"/>
                <a:gd name="connsiteY7" fmla="*/ 1432560 h 1653540"/>
                <a:gd name="connsiteX8" fmla="*/ 2263140 w 3680460"/>
                <a:gd name="connsiteY8" fmla="*/ 1584960 h 1653540"/>
                <a:gd name="connsiteX9" fmla="*/ 3680460 w 3680460"/>
                <a:gd name="connsiteY9" fmla="*/ 1546860 h 1653540"/>
                <a:gd name="connsiteX10" fmla="*/ 3589020 w 3680460"/>
                <a:gd name="connsiteY10" fmla="*/ 0 h 1653540"/>
                <a:gd name="connsiteX11" fmla="*/ 0 w 3680460"/>
                <a:gd name="connsiteY11" fmla="*/ 91440 h 1653540"/>
                <a:gd name="connsiteX12" fmla="*/ 0 w 3680460"/>
                <a:gd name="connsiteY12" fmla="*/ 1653540 h 1653540"/>
                <a:gd name="connsiteX0" fmla="*/ 0 w 3649980"/>
                <a:gd name="connsiteY0" fmla="*/ 1653540 h 1653540"/>
                <a:gd name="connsiteX1" fmla="*/ 1463040 w 3649980"/>
                <a:gd name="connsiteY1" fmla="*/ 1592580 h 1653540"/>
                <a:gd name="connsiteX2" fmla="*/ 1463040 w 3649980"/>
                <a:gd name="connsiteY2" fmla="*/ 1417320 h 1653540"/>
                <a:gd name="connsiteX3" fmla="*/ 182880 w 3649980"/>
                <a:gd name="connsiteY3" fmla="*/ 1478280 h 1653540"/>
                <a:gd name="connsiteX4" fmla="*/ 160020 w 3649980"/>
                <a:gd name="connsiteY4" fmla="*/ 266700 h 1653540"/>
                <a:gd name="connsiteX5" fmla="*/ 3474720 w 3649980"/>
                <a:gd name="connsiteY5" fmla="*/ 160020 h 1653540"/>
                <a:gd name="connsiteX6" fmla="*/ 3467100 w 3649980"/>
                <a:gd name="connsiteY6" fmla="*/ 1424940 h 1653540"/>
                <a:gd name="connsiteX7" fmla="*/ 2278380 w 3649980"/>
                <a:gd name="connsiteY7" fmla="*/ 1432560 h 1653540"/>
                <a:gd name="connsiteX8" fmla="*/ 2263140 w 3649980"/>
                <a:gd name="connsiteY8" fmla="*/ 1584960 h 1653540"/>
                <a:gd name="connsiteX9" fmla="*/ 3649980 w 3649980"/>
                <a:gd name="connsiteY9" fmla="*/ 1554480 h 1653540"/>
                <a:gd name="connsiteX10" fmla="*/ 3589020 w 3649980"/>
                <a:gd name="connsiteY10" fmla="*/ 0 h 1653540"/>
                <a:gd name="connsiteX11" fmla="*/ 0 w 3649980"/>
                <a:gd name="connsiteY11" fmla="*/ 91440 h 1653540"/>
                <a:gd name="connsiteX12" fmla="*/ 0 w 3649980"/>
                <a:gd name="connsiteY12" fmla="*/ 1653540 h 1653540"/>
                <a:gd name="connsiteX0" fmla="*/ 0 w 3596640"/>
                <a:gd name="connsiteY0" fmla="*/ 1653540 h 1653540"/>
                <a:gd name="connsiteX1" fmla="*/ 1463040 w 3596640"/>
                <a:gd name="connsiteY1" fmla="*/ 1592580 h 1653540"/>
                <a:gd name="connsiteX2" fmla="*/ 1463040 w 3596640"/>
                <a:gd name="connsiteY2" fmla="*/ 1417320 h 1653540"/>
                <a:gd name="connsiteX3" fmla="*/ 182880 w 3596640"/>
                <a:gd name="connsiteY3" fmla="*/ 1478280 h 1653540"/>
                <a:gd name="connsiteX4" fmla="*/ 160020 w 3596640"/>
                <a:gd name="connsiteY4" fmla="*/ 266700 h 1653540"/>
                <a:gd name="connsiteX5" fmla="*/ 3474720 w 3596640"/>
                <a:gd name="connsiteY5" fmla="*/ 160020 h 1653540"/>
                <a:gd name="connsiteX6" fmla="*/ 3467100 w 3596640"/>
                <a:gd name="connsiteY6" fmla="*/ 1424940 h 1653540"/>
                <a:gd name="connsiteX7" fmla="*/ 2278380 w 3596640"/>
                <a:gd name="connsiteY7" fmla="*/ 1432560 h 1653540"/>
                <a:gd name="connsiteX8" fmla="*/ 2263140 w 3596640"/>
                <a:gd name="connsiteY8" fmla="*/ 1584960 h 1653540"/>
                <a:gd name="connsiteX9" fmla="*/ 3596640 w 3596640"/>
                <a:gd name="connsiteY9" fmla="*/ 1546860 h 1653540"/>
                <a:gd name="connsiteX10" fmla="*/ 3589020 w 3596640"/>
                <a:gd name="connsiteY10" fmla="*/ 0 h 1653540"/>
                <a:gd name="connsiteX11" fmla="*/ 0 w 3596640"/>
                <a:gd name="connsiteY11" fmla="*/ 91440 h 1653540"/>
                <a:gd name="connsiteX12" fmla="*/ 0 w 3596640"/>
                <a:gd name="connsiteY12" fmla="*/ 1653540 h 165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6640" h="1653540">
                  <a:moveTo>
                    <a:pt x="0" y="1653540"/>
                  </a:moveTo>
                  <a:lnTo>
                    <a:pt x="1463040" y="1592580"/>
                  </a:lnTo>
                  <a:lnTo>
                    <a:pt x="1463040" y="1417320"/>
                  </a:lnTo>
                  <a:lnTo>
                    <a:pt x="182880" y="1478280"/>
                  </a:lnTo>
                  <a:lnTo>
                    <a:pt x="160020" y="266700"/>
                  </a:lnTo>
                  <a:lnTo>
                    <a:pt x="3474720" y="160020"/>
                  </a:lnTo>
                  <a:lnTo>
                    <a:pt x="3467100" y="1424940"/>
                  </a:lnTo>
                  <a:lnTo>
                    <a:pt x="2278380" y="1432560"/>
                  </a:lnTo>
                  <a:lnTo>
                    <a:pt x="2263140" y="1584960"/>
                  </a:lnTo>
                  <a:lnTo>
                    <a:pt x="3596640" y="1546860"/>
                  </a:lnTo>
                  <a:lnTo>
                    <a:pt x="3589020" y="0"/>
                  </a:lnTo>
                  <a:lnTo>
                    <a:pt x="0" y="91440"/>
                  </a:lnTo>
                  <a:lnTo>
                    <a:pt x="0" y="165354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E280EDA4-AB49-2BAE-D543-6BCD4BDA0224}"/>
                </a:ext>
              </a:extLst>
            </p:cNvPr>
            <p:cNvSpPr/>
            <p:nvPr/>
          </p:nvSpPr>
          <p:spPr>
            <a:xfrm>
              <a:off x="1833379" y="3727133"/>
              <a:ext cx="3305175" cy="1312068"/>
            </a:xfrm>
            <a:custGeom>
              <a:avLst/>
              <a:gdLst>
                <a:gd name="connsiteX0" fmla="*/ 2943225 w 3305175"/>
                <a:gd name="connsiteY0" fmla="*/ 4762 h 1312068"/>
                <a:gd name="connsiteX1" fmla="*/ 2964657 w 3305175"/>
                <a:gd name="connsiteY1" fmla="*/ 1040606 h 1312068"/>
                <a:gd name="connsiteX2" fmla="*/ 0 w 3305175"/>
                <a:gd name="connsiteY2" fmla="*/ 1133475 h 1312068"/>
                <a:gd name="connsiteX3" fmla="*/ 7144 w 3305175"/>
                <a:gd name="connsiteY3" fmla="*/ 1312068 h 1312068"/>
                <a:gd name="connsiteX4" fmla="*/ 1290638 w 3305175"/>
                <a:gd name="connsiteY4" fmla="*/ 1254918 h 1312068"/>
                <a:gd name="connsiteX5" fmla="*/ 1362075 w 3305175"/>
                <a:gd name="connsiteY5" fmla="*/ 1202531 h 1312068"/>
                <a:gd name="connsiteX6" fmla="*/ 1431132 w 3305175"/>
                <a:gd name="connsiteY6" fmla="*/ 1185862 h 1312068"/>
                <a:gd name="connsiteX7" fmla="*/ 1735932 w 3305175"/>
                <a:gd name="connsiteY7" fmla="*/ 1171575 h 1312068"/>
                <a:gd name="connsiteX8" fmla="*/ 1902619 w 3305175"/>
                <a:gd name="connsiteY8" fmla="*/ 1178718 h 1312068"/>
                <a:gd name="connsiteX9" fmla="*/ 2100263 w 3305175"/>
                <a:gd name="connsiteY9" fmla="*/ 1264443 h 1312068"/>
                <a:gd name="connsiteX10" fmla="*/ 3300413 w 3305175"/>
                <a:gd name="connsiteY10" fmla="*/ 1257300 h 1312068"/>
                <a:gd name="connsiteX11" fmla="*/ 3305175 w 3305175"/>
                <a:gd name="connsiteY11" fmla="*/ 0 h 1312068"/>
                <a:gd name="connsiteX12" fmla="*/ 2943225 w 3305175"/>
                <a:gd name="connsiteY12" fmla="*/ 4762 h 1312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305175" h="1312068">
                  <a:moveTo>
                    <a:pt x="2943225" y="4762"/>
                  </a:moveTo>
                  <a:lnTo>
                    <a:pt x="2964657" y="1040606"/>
                  </a:lnTo>
                  <a:lnTo>
                    <a:pt x="0" y="1133475"/>
                  </a:lnTo>
                  <a:lnTo>
                    <a:pt x="7144" y="1312068"/>
                  </a:lnTo>
                  <a:lnTo>
                    <a:pt x="1290638" y="1254918"/>
                  </a:lnTo>
                  <a:lnTo>
                    <a:pt x="1362075" y="1202531"/>
                  </a:lnTo>
                  <a:lnTo>
                    <a:pt x="1431132" y="1185862"/>
                  </a:lnTo>
                  <a:lnTo>
                    <a:pt x="1735932" y="1171575"/>
                  </a:lnTo>
                  <a:lnTo>
                    <a:pt x="1902619" y="1178718"/>
                  </a:lnTo>
                  <a:lnTo>
                    <a:pt x="2100263" y="1264443"/>
                  </a:lnTo>
                  <a:lnTo>
                    <a:pt x="3300413" y="1257300"/>
                  </a:lnTo>
                  <a:cubicBezTo>
                    <a:pt x="3302000" y="838200"/>
                    <a:pt x="3303588" y="419100"/>
                    <a:pt x="3305175" y="0"/>
                  </a:cubicBezTo>
                  <a:lnTo>
                    <a:pt x="2943225" y="4762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BE83E0AB-A437-B3AF-8934-0BCD466101DC}"/>
                </a:ext>
              </a:extLst>
            </p:cNvPr>
            <p:cNvSpPr/>
            <p:nvPr/>
          </p:nvSpPr>
          <p:spPr>
            <a:xfrm>
              <a:off x="3119254" y="4896326"/>
              <a:ext cx="819150" cy="247650"/>
            </a:xfrm>
            <a:custGeom>
              <a:avLst/>
              <a:gdLst>
                <a:gd name="connsiteX0" fmla="*/ 802482 w 819150"/>
                <a:gd name="connsiteY0" fmla="*/ 242888 h 247650"/>
                <a:gd name="connsiteX1" fmla="*/ 588169 w 819150"/>
                <a:gd name="connsiteY1" fmla="*/ 116682 h 247650"/>
                <a:gd name="connsiteX2" fmla="*/ 452438 w 819150"/>
                <a:gd name="connsiteY2" fmla="*/ 95250 h 247650"/>
                <a:gd name="connsiteX3" fmla="*/ 192882 w 819150"/>
                <a:gd name="connsiteY3" fmla="*/ 92869 h 247650"/>
                <a:gd name="connsiteX4" fmla="*/ 76200 w 819150"/>
                <a:gd name="connsiteY4" fmla="*/ 140494 h 247650"/>
                <a:gd name="connsiteX5" fmla="*/ 11907 w 819150"/>
                <a:gd name="connsiteY5" fmla="*/ 247650 h 247650"/>
                <a:gd name="connsiteX6" fmla="*/ 0 w 819150"/>
                <a:gd name="connsiteY6" fmla="*/ 85725 h 247650"/>
                <a:gd name="connsiteX7" fmla="*/ 76200 w 819150"/>
                <a:gd name="connsiteY7" fmla="*/ 33338 h 247650"/>
                <a:gd name="connsiteX8" fmla="*/ 173832 w 819150"/>
                <a:gd name="connsiteY8" fmla="*/ 14288 h 247650"/>
                <a:gd name="connsiteX9" fmla="*/ 469107 w 819150"/>
                <a:gd name="connsiteY9" fmla="*/ 0 h 247650"/>
                <a:gd name="connsiteX10" fmla="*/ 616744 w 819150"/>
                <a:gd name="connsiteY10" fmla="*/ 14288 h 247650"/>
                <a:gd name="connsiteX11" fmla="*/ 819150 w 819150"/>
                <a:gd name="connsiteY11" fmla="*/ 95250 h 247650"/>
                <a:gd name="connsiteX12" fmla="*/ 802482 w 819150"/>
                <a:gd name="connsiteY12" fmla="*/ 242888 h 247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19150" h="247650">
                  <a:moveTo>
                    <a:pt x="802482" y="242888"/>
                  </a:moveTo>
                  <a:lnTo>
                    <a:pt x="588169" y="116682"/>
                  </a:lnTo>
                  <a:lnTo>
                    <a:pt x="452438" y="95250"/>
                  </a:lnTo>
                  <a:lnTo>
                    <a:pt x="192882" y="92869"/>
                  </a:lnTo>
                  <a:lnTo>
                    <a:pt x="76200" y="140494"/>
                  </a:lnTo>
                  <a:lnTo>
                    <a:pt x="11907" y="247650"/>
                  </a:lnTo>
                  <a:lnTo>
                    <a:pt x="0" y="85725"/>
                  </a:lnTo>
                  <a:lnTo>
                    <a:pt x="76200" y="33338"/>
                  </a:lnTo>
                  <a:lnTo>
                    <a:pt x="173832" y="14288"/>
                  </a:lnTo>
                  <a:lnTo>
                    <a:pt x="469107" y="0"/>
                  </a:lnTo>
                  <a:lnTo>
                    <a:pt x="616744" y="14288"/>
                  </a:lnTo>
                  <a:lnTo>
                    <a:pt x="819150" y="95250"/>
                  </a:lnTo>
                  <a:lnTo>
                    <a:pt x="802482" y="242888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07D0673E-E9F2-232E-80B5-C089474E0831}"/>
                </a:ext>
              </a:extLst>
            </p:cNvPr>
            <p:cNvGrpSpPr/>
            <p:nvPr/>
          </p:nvGrpSpPr>
          <p:grpSpPr>
            <a:xfrm>
              <a:off x="4243204" y="4020026"/>
              <a:ext cx="209550" cy="157163"/>
              <a:chOff x="6669881" y="4393406"/>
              <a:chExt cx="209550" cy="157163"/>
            </a:xfrm>
          </p:grpSpPr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E287FB0C-D89F-3DBC-4B4F-0FDC726DC621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1" name="Freeform: Shape 60">
                <a:extLst>
                  <a:ext uri="{FF2B5EF4-FFF2-40B4-BE49-F238E27FC236}">
                    <a16:creationId xmlns:a16="http://schemas.microsoft.com/office/drawing/2014/main" id="{309CD830-703E-6540-1F2D-845D3C12134C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C375878D-6B8D-019A-D0BB-06742E772B9F}"/>
                </a:ext>
              </a:extLst>
            </p:cNvPr>
            <p:cNvGrpSpPr/>
            <p:nvPr/>
          </p:nvGrpSpPr>
          <p:grpSpPr>
            <a:xfrm>
              <a:off x="3797910" y="4050982"/>
              <a:ext cx="209550" cy="157163"/>
              <a:chOff x="6669881" y="4393406"/>
              <a:chExt cx="209550" cy="157163"/>
            </a:xfrm>
          </p:grpSpPr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C1BE85B9-F5E4-F220-D6B1-3E79E2255AB1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9" name="Freeform: Shape 58">
                <a:extLst>
                  <a:ext uri="{FF2B5EF4-FFF2-40B4-BE49-F238E27FC236}">
                    <a16:creationId xmlns:a16="http://schemas.microsoft.com/office/drawing/2014/main" id="{E8021D5A-09A5-E163-7650-36C90A068A0C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69843F30-BBFF-5007-0176-5C023E330D99}"/>
                </a:ext>
              </a:extLst>
            </p:cNvPr>
            <p:cNvGrpSpPr/>
            <p:nvPr/>
          </p:nvGrpSpPr>
          <p:grpSpPr>
            <a:xfrm>
              <a:off x="3352616" y="4081938"/>
              <a:ext cx="209550" cy="157163"/>
              <a:chOff x="6669881" y="4393406"/>
              <a:chExt cx="209550" cy="157163"/>
            </a:xfrm>
          </p:grpSpPr>
          <p:sp>
            <p:nvSpPr>
              <p:cNvPr id="56" name="Rectangle 55">
                <a:extLst>
                  <a:ext uri="{FF2B5EF4-FFF2-40B4-BE49-F238E27FC236}">
                    <a16:creationId xmlns:a16="http://schemas.microsoft.com/office/drawing/2014/main" id="{28873124-ACA2-D451-2068-A44F1C90028D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7" name="Freeform: Shape 56">
                <a:extLst>
                  <a:ext uri="{FF2B5EF4-FFF2-40B4-BE49-F238E27FC236}">
                    <a16:creationId xmlns:a16="http://schemas.microsoft.com/office/drawing/2014/main" id="{CEE8B2D8-DC15-66B3-A234-CA9C16C89CE9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3B6547FA-0F42-3148-651B-BCBB7031CC22}"/>
                </a:ext>
              </a:extLst>
            </p:cNvPr>
            <p:cNvGrpSpPr/>
            <p:nvPr/>
          </p:nvGrpSpPr>
          <p:grpSpPr>
            <a:xfrm>
              <a:off x="2851360" y="4093844"/>
              <a:ext cx="209550" cy="157163"/>
              <a:chOff x="6669881" y="4393406"/>
              <a:chExt cx="209550" cy="157163"/>
            </a:xfrm>
          </p:grpSpPr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99D1B5C6-7ABD-8B1C-1399-84B21953D425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5" name="Freeform: Shape 54">
                <a:extLst>
                  <a:ext uri="{FF2B5EF4-FFF2-40B4-BE49-F238E27FC236}">
                    <a16:creationId xmlns:a16="http://schemas.microsoft.com/office/drawing/2014/main" id="{36DD17C7-DFBE-B9D7-867C-8BE049C97C81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CFE143ED-AEED-ECE7-5CC5-A766C8035830}"/>
                </a:ext>
              </a:extLst>
            </p:cNvPr>
            <p:cNvGrpSpPr/>
            <p:nvPr/>
          </p:nvGrpSpPr>
          <p:grpSpPr>
            <a:xfrm>
              <a:off x="2345112" y="4113567"/>
              <a:ext cx="209550" cy="157163"/>
              <a:chOff x="6669881" y="4393406"/>
              <a:chExt cx="209550" cy="157163"/>
            </a:xfrm>
          </p:grpSpPr>
          <p:sp>
            <p:nvSpPr>
              <p:cNvPr id="52" name="Rectangle 51">
                <a:extLst>
                  <a:ext uri="{FF2B5EF4-FFF2-40B4-BE49-F238E27FC236}">
                    <a16:creationId xmlns:a16="http://schemas.microsoft.com/office/drawing/2014/main" id="{D0AC0254-26C4-ECF4-F85E-EDCA0DFE287F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3" name="Freeform: Shape 52">
                <a:extLst>
                  <a:ext uri="{FF2B5EF4-FFF2-40B4-BE49-F238E27FC236}">
                    <a16:creationId xmlns:a16="http://schemas.microsoft.com/office/drawing/2014/main" id="{654FB3CA-D320-08CE-73D3-BCB6264AB456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42A6D886-3FAA-9C1E-8E1E-2CDC622FC1ED}"/>
                </a:ext>
              </a:extLst>
            </p:cNvPr>
            <p:cNvGrpSpPr/>
            <p:nvPr/>
          </p:nvGrpSpPr>
          <p:grpSpPr>
            <a:xfrm>
              <a:off x="2333205" y="4520758"/>
              <a:ext cx="209550" cy="157163"/>
              <a:chOff x="6669881" y="4393406"/>
              <a:chExt cx="209550" cy="157163"/>
            </a:xfrm>
          </p:grpSpPr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D3362A02-66AD-BCA9-6F12-68218000104D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1" name="Freeform: Shape 50">
                <a:extLst>
                  <a:ext uri="{FF2B5EF4-FFF2-40B4-BE49-F238E27FC236}">
                    <a16:creationId xmlns:a16="http://schemas.microsoft.com/office/drawing/2014/main" id="{F473BCE4-82EF-AD61-4BE2-74C4E2C6F69D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9F2E7D57-D701-F8E9-6279-BEE47FF59061}"/>
                </a:ext>
              </a:extLst>
            </p:cNvPr>
            <p:cNvGrpSpPr/>
            <p:nvPr/>
          </p:nvGrpSpPr>
          <p:grpSpPr>
            <a:xfrm>
              <a:off x="2848977" y="4506471"/>
              <a:ext cx="209550" cy="157163"/>
              <a:chOff x="6669881" y="4393406"/>
              <a:chExt cx="209550" cy="157163"/>
            </a:xfrm>
          </p:grpSpPr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FB6B693D-3A8C-CABD-6C85-E02A44F8BFFE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9" name="Freeform: Shape 48">
                <a:extLst>
                  <a:ext uri="{FF2B5EF4-FFF2-40B4-BE49-F238E27FC236}">
                    <a16:creationId xmlns:a16="http://schemas.microsoft.com/office/drawing/2014/main" id="{56BEF695-A871-6448-E028-44091F23C21A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7EE1DBEE-F4AF-F5CC-3632-22B4A5B9F8D9}"/>
                </a:ext>
              </a:extLst>
            </p:cNvPr>
            <p:cNvGrpSpPr/>
            <p:nvPr/>
          </p:nvGrpSpPr>
          <p:grpSpPr>
            <a:xfrm>
              <a:off x="3359757" y="4500001"/>
              <a:ext cx="209550" cy="157163"/>
              <a:chOff x="6669881" y="4393406"/>
              <a:chExt cx="209550" cy="157163"/>
            </a:xfrm>
          </p:grpSpPr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89E8DBC3-65BA-EE1E-BAE1-9ACB81E165D3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7" name="Freeform: Shape 46">
                <a:extLst>
                  <a:ext uri="{FF2B5EF4-FFF2-40B4-BE49-F238E27FC236}">
                    <a16:creationId xmlns:a16="http://schemas.microsoft.com/office/drawing/2014/main" id="{24463359-F7F3-3858-C92E-CB0A7BC178B7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794EA682-06C7-3BB9-488D-9047D4B7FF5A}"/>
                </a:ext>
              </a:extLst>
            </p:cNvPr>
            <p:cNvGrpSpPr/>
            <p:nvPr/>
          </p:nvGrpSpPr>
          <p:grpSpPr>
            <a:xfrm>
              <a:off x="3828863" y="4505748"/>
              <a:ext cx="209550" cy="157163"/>
              <a:chOff x="6669881" y="4393406"/>
              <a:chExt cx="209550" cy="157163"/>
            </a:xfrm>
          </p:grpSpPr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2F3A090B-166B-16D8-EE6B-FE5C5152A9F0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5" name="Freeform: Shape 44">
                <a:extLst>
                  <a:ext uri="{FF2B5EF4-FFF2-40B4-BE49-F238E27FC236}">
                    <a16:creationId xmlns:a16="http://schemas.microsoft.com/office/drawing/2014/main" id="{781727A9-11C5-BB70-6276-501A869BF6B0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ED05E0B0-0A17-A98C-45E6-57C577130904}"/>
                </a:ext>
              </a:extLst>
            </p:cNvPr>
            <p:cNvGrpSpPr/>
            <p:nvPr/>
          </p:nvGrpSpPr>
          <p:grpSpPr>
            <a:xfrm>
              <a:off x="4271771" y="4495238"/>
              <a:ext cx="209550" cy="157163"/>
              <a:chOff x="6669881" y="4393406"/>
              <a:chExt cx="209550" cy="157163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B1F15BBD-450B-5BA6-5DA6-41F2CEE9B745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3" name="Freeform: Shape 42">
                <a:extLst>
                  <a:ext uri="{FF2B5EF4-FFF2-40B4-BE49-F238E27FC236}">
                    <a16:creationId xmlns:a16="http://schemas.microsoft.com/office/drawing/2014/main" id="{DD2DA658-0AEA-FBC5-3690-B3F447A4FA5D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92D8C660-C1B3-AB4D-6B2F-DE29824D1B7A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908657" y="5300061"/>
              <a:ext cx="1003434" cy="1889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A95E5FC1-1DFD-769F-1293-E24A4271D65B}"/>
                </a:ext>
              </a:extLst>
            </p:cNvPr>
            <p:cNvSpPr txBox="1"/>
            <p:nvPr/>
          </p:nvSpPr>
          <p:spPr>
            <a:xfrm rot="5400000">
              <a:off x="2135199" y="5589007"/>
              <a:ext cx="796202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GND</a:t>
              </a:r>
              <a:endParaRPr lang="LID4096" sz="1000" b="1" dirty="0"/>
            </a:p>
          </p:txBody>
        </p: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312AE0B7-6560-6DA1-926A-C3BCBB5135A1}"/>
                </a:ext>
              </a:extLst>
            </p:cNvPr>
            <p:cNvCxnSpPr>
              <a:cxnSpLocks/>
            </p:cNvCxnSpPr>
            <p:nvPr/>
          </p:nvCxnSpPr>
          <p:spPr>
            <a:xfrm>
              <a:off x="4334743" y="2222017"/>
              <a:ext cx="27524" cy="1673166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50F4C69D-BF05-8717-3481-15B171612A4E}"/>
                </a:ext>
              </a:extLst>
            </p:cNvPr>
            <p:cNvSpPr txBox="1"/>
            <p:nvPr/>
          </p:nvSpPr>
          <p:spPr>
            <a:xfrm rot="5400000">
              <a:off x="4125363" y="2102273"/>
              <a:ext cx="760164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3.3V</a:t>
              </a:r>
              <a:endParaRPr lang="LID4096" sz="1000" b="1" dirty="0"/>
            </a:p>
          </p:txBody>
        </p: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6E11CAFE-0F13-59D7-8E62-A5C2AABAC45C}"/>
                </a:ext>
              </a:extLst>
            </p:cNvPr>
            <p:cNvCxnSpPr>
              <a:cxnSpLocks/>
            </p:cNvCxnSpPr>
            <p:nvPr/>
          </p:nvCxnSpPr>
          <p:spPr>
            <a:xfrm>
              <a:off x="2399207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AE1CC7BB-C117-E6DC-9C9F-1F47D2259CAB}"/>
                </a:ext>
              </a:extLst>
            </p:cNvPr>
            <p:cNvSpPr txBox="1"/>
            <p:nvPr/>
          </p:nvSpPr>
          <p:spPr>
            <a:xfrm rot="5400000">
              <a:off x="2162151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bit0</a:t>
              </a:r>
              <a:endParaRPr lang="LID4096" sz="1000" b="1" dirty="0"/>
            </a:p>
          </p:txBody>
        </p: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D975C4DC-BAD6-FAAF-D863-5507D535EA26}"/>
                </a:ext>
              </a:extLst>
            </p:cNvPr>
            <p:cNvCxnSpPr>
              <a:cxnSpLocks/>
            </p:cNvCxnSpPr>
            <p:nvPr/>
          </p:nvCxnSpPr>
          <p:spPr>
            <a:xfrm>
              <a:off x="2934442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4AA7C7CB-5CAD-C1E9-11D0-0A014FC64A23}"/>
                </a:ext>
              </a:extLst>
            </p:cNvPr>
            <p:cNvSpPr txBox="1"/>
            <p:nvPr/>
          </p:nvSpPr>
          <p:spPr>
            <a:xfrm rot="5400000">
              <a:off x="2764068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bit2</a:t>
              </a:r>
              <a:endParaRPr lang="LID4096" sz="1000" b="1" dirty="0"/>
            </a:p>
          </p:txBody>
        </p: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620FDB6C-C57F-7B50-1B79-645293996334}"/>
                </a:ext>
              </a:extLst>
            </p:cNvPr>
            <p:cNvCxnSpPr>
              <a:cxnSpLocks/>
            </p:cNvCxnSpPr>
            <p:nvPr/>
          </p:nvCxnSpPr>
          <p:spPr>
            <a:xfrm>
              <a:off x="3453714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0FA63079-8C73-7E14-9B7A-025E61BD4590}"/>
                </a:ext>
              </a:extLst>
            </p:cNvPr>
            <p:cNvSpPr txBox="1"/>
            <p:nvPr/>
          </p:nvSpPr>
          <p:spPr>
            <a:xfrm rot="5400000">
              <a:off x="3213817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bit4</a:t>
              </a:r>
              <a:endParaRPr lang="LID4096" sz="1000" b="1" dirty="0"/>
            </a:p>
          </p:txBody>
        </p: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1A2CB882-77B0-39AD-AAC0-D8F7E4222F87}"/>
                </a:ext>
              </a:extLst>
            </p:cNvPr>
            <p:cNvCxnSpPr>
              <a:cxnSpLocks/>
            </p:cNvCxnSpPr>
            <p:nvPr/>
          </p:nvCxnSpPr>
          <p:spPr>
            <a:xfrm>
              <a:off x="3907991" y="2335991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DD5B9160-53E6-CC21-5EC5-77A24ADB730E}"/>
                </a:ext>
              </a:extLst>
            </p:cNvPr>
            <p:cNvSpPr txBox="1"/>
            <p:nvPr/>
          </p:nvSpPr>
          <p:spPr>
            <a:xfrm rot="5400000">
              <a:off x="3664934" y="206730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bit6</a:t>
              </a:r>
              <a:endParaRPr lang="LID4096" sz="1000" b="1" dirty="0"/>
            </a:p>
          </p:txBody>
        </p: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210B00DA-F695-8428-5DE7-272A1118CDA4}"/>
                </a:ext>
              </a:extLst>
            </p:cNvPr>
            <p:cNvCxnSpPr>
              <a:cxnSpLocks/>
            </p:cNvCxnSpPr>
            <p:nvPr/>
          </p:nvCxnSpPr>
          <p:spPr>
            <a:xfrm>
              <a:off x="2920379" y="4745914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EA36C48A-DEDD-26B9-8E35-45C69946439A}"/>
                </a:ext>
              </a:extLst>
            </p:cNvPr>
            <p:cNvSpPr txBox="1"/>
            <p:nvPr/>
          </p:nvSpPr>
          <p:spPr>
            <a:xfrm rot="5400000">
              <a:off x="2684413" y="559553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bit1</a:t>
              </a:r>
              <a:endParaRPr lang="LID4096" sz="1000" b="1" dirty="0"/>
            </a:p>
          </p:txBody>
        </p: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39D47113-5506-F031-E366-D6F6B885EE6A}"/>
                </a:ext>
              </a:extLst>
            </p:cNvPr>
            <p:cNvCxnSpPr>
              <a:cxnSpLocks/>
            </p:cNvCxnSpPr>
            <p:nvPr/>
          </p:nvCxnSpPr>
          <p:spPr>
            <a:xfrm>
              <a:off x="3436440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CEEBABF9-6F74-3067-A6B3-156D26EADBD5}"/>
                </a:ext>
              </a:extLst>
            </p:cNvPr>
            <p:cNvSpPr txBox="1"/>
            <p:nvPr/>
          </p:nvSpPr>
          <p:spPr>
            <a:xfrm rot="5400000">
              <a:off x="3200473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bit3</a:t>
              </a:r>
              <a:endParaRPr lang="LID4096" sz="1000" b="1" dirty="0"/>
            </a:p>
          </p:txBody>
        </p: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572B233C-DF12-DBF9-393C-CF061F840D20}"/>
                </a:ext>
              </a:extLst>
            </p:cNvPr>
            <p:cNvCxnSpPr>
              <a:cxnSpLocks/>
            </p:cNvCxnSpPr>
            <p:nvPr/>
          </p:nvCxnSpPr>
          <p:spPr>
            <a:xfrm>
              <a:off x="3918887" y="4744900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3EC4013A-AB70-415A-273A-D974E2055414}"/>
                </a:ext>
              </a:extLst>
            </p:cNvPr>
            <p:cNvSpPr txBox="1"/>
            <p:nvPr/>
          </p:nvSpPr>
          <p:spPr>
            <a:xfrm rot="5400000">
              <a:off x="3682921" y="5594528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bit5</a:t>
              </a:r>
              <a:endParaRPr lang="LID4096" sz="1000" b="1" dirty="0"/>
            </a:p>
          </p:txBody>
        </p: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4B1C96BD-03E6-75D1-D407-C35C9524D65A}"/>
                </a:ext>
              </a:extLst>
            </p:cNvPr>
            <p:cNvCxnSpPr>
              <a:cxnSpLocks/>
            </p:cNvCxnSpPr>
            <p:nvPr/>
          </p:nvCxnSpPr>
          <p:spPr>
            <a:xfrm>
              <a:off x="4372042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60DC99AE-8F30-5B21-7EFF-465B93A00B34}"/>
                </a:ext>
              </a:extLst>
            </p:cNvPr>
            <p:cNvSpPr txBox="1"/>
            <p:nvPr/>
          </p:nvSpPr>
          <p:spPr>
            <a:xfrm rot="5400000">
              <a:off x="4136075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bit7</a:t>
              </a:r>
              <a:endParaRPr lang="LID4096" sz="1000" b="1" dirty="0"/>
            </a:p>
          </p:txBody>
        </p:sp>
      </p:grpSp>
      <p:sp>
        <p:nvSpPr>
          <p:cNvPr id="74" name="Freeform: Shape 73">
            <a:extLst>
              <a:ext uri="{FF2B5EF4-FFF2-40B4-BE49-F238E27FC236}">
                <a16:creationId xmlns:a16="http://schemas.microsoft.com/office/drawing/2014/main" id="{01EA7522-0DC5-D78E-7094-FA0B3BA9B704}"/>
              </a:ext>
            </a:extLst>
          </p:cNvPr>
          <p:cNvSpPr/>
          <p:nvPr/>
        </p:nvSpPr>
        <p:spPr>
          <a:xfrm>
            <a:off x="2998272" y="4338004"/>
            <a:ext cx="5553847" cy="1202803"/>
          </a:xfrm>
          <a:custGeom>
            <a:avLst/>
            <a:gdLst>
              <a:gd name="connsiteX0" fmla="*/ 0 w 5180202"/>
              <a:gd name="connsiteY0" fmla="*/ 0 h 850096"/>
              <a:gd name="connsiteX1" fmla="*/ 1249960 w 5180202"/>
              <a:gd name="connsiteY1" fmla="*/ 826315 h 850096"/>
              <a:gd name="connsiteX2" fmla="*/ 5180202 w 5180202"/>
              <a:gd name="connsiteY2" fmla="*/ 545284 h 850096"/>
              <a:gd name="connsiteX0" fmla="*/ 0 w 5415094"/>
              <a:gd name="connsiteY0" fmla="*/ 0 h 1936470"/>
              <a:gd name="connsiteX1" fmla="*/ 1484852 w 5415094"/>
              <a:gd name="connsiteY1" fmla="*/ 1912689 h 1936470"/>
              <a:gd name="connsiteX2" fmla="*/ 5415094 w 5415094"/>
              <a:gd name="connsiteY2" fmla="*/ 1631658 h 1936470"/>
              <a:gd name="connsiteX0" fmla="*/ 3044 w 5418138"/>
              <a:gd name="connsiteY0" fmla="*/ 0 h 1936470"/>
              <a:gd name="connsiteX1" fmla="*/ 1487896 w 5418138"/>
              <a:gd name="connsiteY1" fmla="*/ 1912689 h 1936470"/>
              <a:gd name="connsiteX2" fmla="*/ 5418138 w 5418138"/>
              <a:gd name="connsiteY2" fmla="*/ 1631658 h 1936470"/>
              <a:gd name="connsiteX0" fmla="*/ 2804 w 5480816"/>
              <a:gd name="connsiteY0" fmla="*/ 0 h 1978415"/>
              <a:gd name="connsiteX1" fmla="*/ 1550574 w 5480816"/>
              <a:gd name="connsiteY1" fmla="*/ 1954634 h 1978415"/>
              <a:gd name="connsiteX2" fmla="*/ 5480816 w 5480816"/>
              <a:gd name="connsiteY2" fmla="*/ 1673603 h 1978415"/>
              <a:gd name="csX0" fmla="*/ 685 w 7916114"/>
              <a:gd name="csY0" fmla="*/ 0 h 3612330"/>
              <a:gd name="csX1" fmla="*/ 3985872 w 7916114"/>
              <a:gd name="csY1" fmla="*/ 3588549 h 3612330"/>
              <a:gd name="csX2" fmla="*/ 7916114 w 7916114"/>
              <a:gd name="csY2" fmla="*/ 3307518 h 3612330"/>
              <a:gd name="csX0" fmla="*/ 88142 w 8003571"/>
              <a:gd name="csY0" fmla="*/ 0 h 3612330"/>
              <a:gd name="csX1" fmla="*/ 4073329 w 8003571"/>
              <a:gd name="csY1" fmla="*/ 3588549 h 3612330"/>
              <a:gd name="csX2" fmla="*/ 8003571 w 8003571"/>
              <a:gd name="csY2" fmla="*/ 3307518 h 3612330"/>
              <a:gd name="csX0" fmla="*/ 296322 w 8211751"/>
              <a:gd name="csY0" fmla="*/ 0 h 4051250"/>
              <a:gd name="csX1" fmla="*/ 1139528 w 8211751"/>
              <a:gd name="csY1" fmla="*/ 4051250 h 4051250"/>
              <a:gd name="csX2" fmla="*/ 8211751 w 8211751"/>
              <a:gd name="csY2" fmla="*/ 3307518 h 40512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211751" h="4051250">
                <a:moveTo>
                  <a:pt x="296322" y="0"/>
                </a:moveTo>
                <a:cubicBezTo>
                  <a:pt x="-417992" y="1399332"/>
                  <a:pt x="276161" y="3960369"/>
                  <a:pt x="1139528" y="4051250"/>
                </a:cubicBezTo>
                <a:lnTo>
                  <a:pt x="8211751" y="3307518"/>
                </a:lnTo>
              </a:path>
            </a:pathLst>
          </a:cu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5" name="Freeform: Shape 74">
            <a:extLst>
              <a:ext uri="{FF2B5EF4-FFF2-40B4-BE49-F238E27FC236}">
                <a16:creationId xmlns:a16="http://schemas.microsoft.com/office/drawing/2014/main" id="{2AF061E2-D363-4D56-BDD4-741F35D9EF4E}"/>
              </a:ext>
            </a:extLst>
          </p:cNvPr>
          <p:cNvSpPr/>
          <p:nvPr/>
        </p:nvSpPr>
        <p:spPr>
          <a:xfrm>
            <a:off x="3191636" y="3125636"/>
            <a:ext cx="5534359" cy="1891605"/>
          </a:xfrm>
          <a:custGeom>
            <a:avLst/>
            <a:gdLst>
              <a:gd name="connsiteX0" fmla="*/ 0 w 5549318"/>
              <a:gd name="connsiteY0" fmla="*/ 178006 h 1556019"/>
              <a:gd name="connsiteX1" fmla="*/ 973123 w 5549318"/>
              <a:gd name="connsiteY1" fmla="*/ 6032 h 1556019"/>
              <a:gd name="connsiteX2" fmla="*/ 2063692 w 5549318"/>
              <a:gd name="connsiteY2" fmla="*/ 370953 h 1556019"/>
              <a:gd name="connsiteX3" fmla="*/ 4467138 w 5549318"/>
              <a:gd name="connsiteY3" fmla="*/ 1524439 h 1556019"/>
              <a:gd name="connsiteX4" fmla="*/ 5549318 w 5549318"/>
              <a:gd name="connsiteY4" fmla="*/ 1117573 h 1556019"/>
              <a:gd name="csX0" fmla="*/ 0 w 5549318"/>
              <a:gd name="csY0" fmla="*/ 1 h 1378014"/>
              <a:gd name="csX1" fmla="*/ 2063692 w 5549318"/>
              <a:gd name="csY1" fmla="*/ 192948 h 1378014"/>
              <a:gd name="csX2" fmla="*/ 4467138 w 5549318"/>
              <a:gd name="csY2" fmla="*/ 1346434 h 1378014"/>
              <a:gd name="csX3" fmla="*/ 5549318 w 5549318"/>
              <a:gd name="csY3" fmla="*/ 939568 h 1378014"/>
              <a:gd name="csX0" fmla="*/ 0 w 5549318"/>
              <a:gd name="csY0" fmla="*/ 1 h 939567"/>
              <a:gd name="csX1" fmla="*/ 2063692 w 5549318"/>
              <a:gd name="csY1" fmla="*/ 192948 h 939567"/>
              <a:gd name="csX2" fmla="*/ 5549318 w 5549318"/>
              <a:gd name="csY2" fmla="*/ 939568 h 939567"/>
              <a:gd name="csX0" fmla="*/ 0 w 9184032"/>
              <a:gd name="csY0" fmla="*/ 0 h 4200645"/>
              <a:gd name="csX1" fmla="*/ 5698406 w 9184032"/>
              <a:gd name="csY1" fmla="*/ 3454026 h 4200645"/>
              <a:gd name="csX2" fmla="*/ 9184032 w 9184032"/>
              <a:gd name="csY2" fmla="*/ 4200646 h 4200645"/>
              <a:gd name="csX0" fmla="*/ 0 w 9184032"/>
              <a:gd name="csY0" fmla="*/ 241115 h 4441760"/>
              <a:gd name="csX1" fmla="*/ 5698406 w 9184032"/>
              <a:gd name="csY1" fmla="*/ 3695141 h 4441760"/>
              <a:gd name="csX2" fmla="*/ 9184032 w 9184032"/>
              <a:gd name="csY2" fmla="*/ 4441761 h 4441760"/>
              <a:gd name="csX0" fmla="*/ 0 w 9184032"/>
              <a:gd name="csY0" fmla="*/ 1106090 h 5306735"/>
              <a:gd name="csX1" fmla="*/ 3578749 w 9184032"/>
              <a:gd name="csY1" fmla="*/ 423128 h 5306735"/>
              <a:gd name="csX2" fmla="*/ 9184032 w 9184032"/>
              <a:gd name="csY2" fmla="*/ 5306736 h 5306735"/>
              <a:gd name="csX0" fmla="*/ 0 w 9184032"/>
              <a:gd name="csY0" fmla="*/ 2326056 h 6526701"/>
              <a:gd name="csX1" fmla="*/ 3578749 w 9184032"/>
              <a:gd name="csY1" fmla="*/ 1643094 h 6526701"/>
              <a:gd name="csX2" fmla="*/ 9184032 w 9184032"/>
              <a:gd name="csY2" fmla="*/ 6526702 h 6526701"/>
              <a:gd name="csX0" fmla="*/ 0 w 9184032"/>
              <a:gd name="csY0" fmla="*/ 2326056 h 6920647"/>
              <a:gd name="csX1" fmla="*/ 3578749 w 9184032"/>
              <a:gd name="csY1" fmla="*/ 1643094 h 6920647"/>
              <a:gd name="csX2" fmla="*/ 9184032 w 9184032"/>
              <a:gd name="csY2" fmla="*/ 6526702 h 6920647"/>
              <a:gd name="csX0" fmla="*/ 0 w 9127130"/>
              <a:gd name="csY0" fmla="*/ 1016083 h 5623622"/>
              <a:gd name="csX1" fmla="*/ 3521847 w 9127130"/>
              <a:gd name="csY1" fmla="*/ 494825 h 5623622"/>
              <a:gd name="csX2" fmla="*/ 9127130 w 9127130"/>
              <a:gd name="csY2" fmla="*/ 5378433 h 5623622"/>
              <a:gd name="csX0" fmla="*/ 0 w 9127130"/>
              <a:gd name="csY0" fmla="*/ 1016083 h 5687638"/>
              <a:gd name="csX1" fmla="*/ 3521847 w 9127130"/>
              <a:gd name="csY1" fmla="*/ 494825 h 5687638"/>
              <a:gd name="csX2" fmla="*/ 9127130 w 9127130"/>
              <a:gd name="csY2" fmla="*/ 5378433 h 5687638"/>
              <a:gd name="csX0" fmla="*/ 0 w 9127130"/>
              <a:gd name="csY0" fmla="*/ 1216636 h 5888191"/>
              <a:gd name="csX1" fmla="*/ 3521847 w 9127130"/>
              <a:gd name="csY1" fmla="*/ 695378 h 5888191"/>
              <a:gd name="csX2" fmla="*/ 9127130 w 9127130"/>
              <a:gd name="csY2" fmla="*/ 5578986 h 5888191"/>
              <a:gd name="csX0" fmla="*/ 0 w 9169806"/>
              <a:gd name="csY0" fmla="*/ 1216636 h 5108584"/>
              <a:gd name="csX1" fmla="*/ 3521847 w 9169806"/>
              <a:gd name="csY1" fmla="*/ 695378 h 5108584"/>
              <a:gd name="csX2" fmla="*/ 9169806 w 9169806"/>
              <a:gd name="csY2" fmla="*/ 4743501 h 5108584"/>
              <a:gd name="csX0" fmla="*/ 0 w 9169806"/>
              <a:gd name="csY0" fmla="*/ 1216636 h 5937718"/>
              <a:gd name="csX1" fmla="*/ 3521847 w 9169806"/>
              <a:gd name="csY1" fmla="*/ 695378 h 5937718"/>
              <a:gd name="csX2" fmla="*/ 9169806 w 9169806"/>
              <a:gd name="csY2" fmla="*/ 4743501 h 593771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9169806" h="5937718">
                <a:moveTo>
                  <a:pt x="0" y="1216636"/>
                </a:moveTo>
                <a:cubicBezTo>
                  <a:pt x="316129" y="-36817"/>
                  <a:pt x="2925341" y="-503320"/>
                  <a:pt x="3521847" y="695378"/>
                </a:cubicBezTo>
                <a:cubicBezTo>
                  <a:pt x="4801194" y="2891268"/>
                  <a:pt x="7433597" y="8334151"/>
                  <a:pt x="9169806" y="4743501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5C8A6DB-4204-937C-AA50-3A0FA29741A4}"/>
              </a:ext>
            </a:extLst>
          </p:cNvPr>
          <p:cNvSpPr/>
          <p:nvPr/>
        </p:nvSpPr>
        <p:spPr>
          <a:xfrm flipH="1">
            <a:off x="8941226" y="4501306"/>
            <a:ext cx="617210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6" name="Freeform: Shape 75">
            <a:extLst>
              <a:ext uri="{FF2B5EF4-FFF2-40B4-BE49-F238E27FC236}">
                <a16:creationId xmlns:a16="http://schemas.microsoft.com/office/drawing/2014/main" id="{9DDB712A-B048-798A-527C-115F6761FB1C}"/>
              </a:ext>
            </a:extLst>
          </p:cNvPr>
          <p:cNvSpPr/>
          <p:nvPr/>
        </p:nvSpPr>
        <p:spPr>
          <a:xfrm>
            <a:off x="7994798" y="4503739"/>
            <a:ext cx="659869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2E349F92-FB37-52CD-7557-7C94C0EB8630}"/>
              </a:ext>
            </a:extLst>
          </p:cNvPr>
          <p:cNvSpPr/>
          <p:nvPr/>
        </p:nvSpPr>
        <p:spPr>
          <a:xfrm>
            <a:off x="8751023" y="4020809"/>
            <a:ext cx="93846" cy="565768"/>
          </a:xfrm>
          <a:prstGeom prst="rect">
            <a:avLst/>
          </a:prstGeom>
          <a:solidFill>
            <a:sysClr val="windowText" lastClr="000000">
              <a:lumMod val="65000"/>
              <a:lumOff val="35000"/>
            </a:sysClr>
          </a:solidFill>
          <a:ln w="38100" cap="flat" cmpd="sng" algn="ctr">
            <a:solidFill>
              <a:sysClr val="windowText" lastClr="000000">
                <a:lumMod val="75000"/>
                <a:lumOff val="25000"/>
              </a:sys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1" name="Rectangle: Rounded Corners 80">
            <a:extLst>
              <a:ext uri="{FF2B5EF4-FFF2-40B4-BE49-F238E27FC236}">
                <a16:creationId xmlns:a16="http://schemas.microsoft.com/office/drawing/2014/main" id="{2E23BF6D-CAF9-ECAD-0A9D-D380FA9F7A74}"/>
              </a:ext>
            </a:extLst>
          </p:cNvPr>
          <p:cNvSpPr/>
          <p:nvPr/>
        </p:nvSpPr>
        <p:spPr>
          <a:xfrm>
            <a:off x="8423503" y="3136431"/>
            <a:ext cx="748889" cy="891084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82" name="Group 81">
            <a:extLst>
              <a:ext uri="{FF2B5EF4-FFF2-40B4-BE49-F238E27FC236}">
                <a16:creationId xmlns:a16="http://schemas.microsoft.com/office/drawing/2014/main" id="{BFA0A672-96E7-1FE4-8355-379B3237594A}"/>
              </a:ext>
            </a:extLst>
          </p:cNvPr>
          <p:cNvGrpSpPr/>
          <p:nvPr/>
        </p:nvGrpSpPr>
        <p:grpSpPr>
          <a:xfrm>
            <a:off x="8474678" y="4027515"/>
            <a:ext cx="631874" cy="503488"/>
            <a:chOff x="5198211" y="3413816"/>
            <a:chExt cx="307830" cy="260468"/>
          </a:xfrm>
        </p:grpSpPr>
        <p:sp>
          <p:nvSpPr>
            <p:cNvPr id="83" name="Freeform: Shape 82">
              <a:extLst>
                <a:ext uri="{FF2B5EF4-FFF2-40B4-BE49-F238E27FC236}">
                  <a16:creationId xmlns:a16="http://schemas.microsoft.com/office/drawing/2014/main" id="{1925E5C8-9842-4A48-AA35-6CFD31ED13EA}"/>
                </a:ext>
              </a:extLst>
            </p:cNvPr>
            <p:cNvSpPr/>
            <p:nvPr/>
          </p:nvSpPr>
          <p:spPr>
            <a:xfrm>
              <a:off x="5198211" y="341381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84" name="Freeform: Shape 83">
              <a:extLst>
                <a:ext uri="{FF2B5EF4-FFF2-40B4-BE49-F238E27FC236}">
                  <a16:creationId xmlns:a16="http://schemas.microsoft.com/office/drawing/2014/main" id="{8CEEDEF0-0344-7099-E202-6FF5E212CFC5}"/>
                </a:ext>
              </a:extLst>
            </p:cNvPr>
            <p:cNvSpPr/>
            <p:nvPr/>
          </p:nvSpPr>
          <p:spPr>
            <a:xfrm>
              <a:off x="5205355" y="346144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85" name="Freeform: Shape 84">
              <a:extLst>
                <a:ext uri="{FF2B5EF4-FFF2-40B4-BE49-F238E27FC236}">
                  <a16:creationId xmlns:a16="http://schemas.microsoft.com/office/drawing/2014/main" id="{3204C5AC-EE4C-F740-AB83-925D09C70ACE}"/>
                </a:ext>
              </a:extLst>
            </p:cNvPr>
            <p:cNvSpPr/>
            <p:nvPr/>
          </p:nvSpPr>
          <p:spPr>
            <a:xfrm>
              <a:off x="5202974" y="350906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86" name="Freeform: Shape 85">
              <a:extLst>
                <a:ext uri="{FF2B5EF4-FFF2-40B4-BE49-F238E27FC236}">
                  <a16:creationId xmlns:a16="http://schemas.microsoft.com/office/drawing/2014/main" id="{D10892E0-9281-7AB8-83D1-23B9F73A63EF}"/>
                </a:ext>
              </a:extLst>
            </p:cNvPr>
            <p:cNvSpPr/>
            <p:nvPr/>
          </p:nvSpPr>
          <p:spPr>
            <a:xfrm>
              <a:off x="5200593" y="355669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38019444-3888-C639-B4DA-653CB7C7CF58}"/>
              </a:ext>
            </a:extLst>
          </p:cNvPr>
          <p:cNvCxnSpPr>
            <a:cxnSpLocks/>
          </p:cNvCxnSpPr>
          <p:nvPr/>
        </p:nvCxnSpPr>
        <p:spPr>
          <a:xfrm flipH="1">
            <a:off x="8572556" y="5005100"/>
            <a:ext cx="268837" cy="112423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979ECBB6-F222-164D-89BC-690284696676}"/>
              </a:ext>
            </a:extLst>
          </p:cNvPr>
          <p:cNvCxnSpPr>
            <a:cxnSpLocks/>
          </p:cNvCxnSpPr>
          <p:nvPr/>
        </p:nvCxnSpPr>
        <p:spPr>
          <a:xfrm flipH="1">
            <a:off x="8616604" y="5009987"/>
            <a:ext cx="381202" cy="147409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89" name="Freeform: Shape 88">
            <a:extLst>
              <a:ext uri="{FF2B5EF4-FFF2-40B4-BE49-F238E27FC236}">
                <a16:creationId xmlns:a16="http://schemas.microsoft.com/office/drawing/2014/main" id="{B5EFB568-4E68-1EF1-C7A3-C32E5AA74793}"/>
              </a:ext>
            </a:extLst>
          </p:cNvPr>
          <p:cNvSpPr/>
          <p:nvPr/>
        </p:nvSpPr>
        <p:spPr>
          <a:xfrm>
            <a:off x="8520602" y="3222442"/>
            <a:ext cx="140598" cy="381299"/>
          </a:xfrm>
          <a:custGeom>
            <a:avLst/>
            <a:gdLst>
              <a:gd name="connsiteX0" fmla="*/ 140598 w 140598"/>
              <a:gd name="connsiteY0" fmla="*/ 3794 h 381299"/>
              <a:gd name="connsiteX1" fmla="*/ 18957 w 140598"/>
              <a:gd name="connsiteY1" fmla="*/ 54128 h 381299"/>
              <a:gd name="connsiteX2" fmla="*/ 2179 w 140598"/>
              <a:gd name="connsiteY2" fmla="*/ 381299 h 3812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0598" h="381299">
                <a:moveTo>
                  <a:pt x="140598" y="3794"/>
                </a:moveTo>
                <a:cubicBezTo>
                  <a:pt x="91312" y="-2498"/>
                  <a:pt x="42027" y="-8789"/>
                  <a:pt x="18957" y="54128"/>
                </a:cubicBezTo>
                <a:cubicBezTo>
                  <a:pt x="-4113" y="117045"/>
                  <a:pt x="-967" y="249172"/>
                  <a:pt x="2179" y="381299"/>
                </a:cubicBezTo>
              </a:path>
            </a:pathLst>
          </a:custGeom>
          <a:noFill/>
          <a:ln w="38100" cap="rnd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0" name="Rectangle: Rounded Corners 89">
            <a:extLst>
              <a:ext uri="{FF2B5EF4-FFF2-40B4-BE49-F238E27FC236}">
                <a16:creationId xmlns:a16="http://schemas.microsoft.com/office/drawing/2014/main" id="{FBCB8AD1-6A6E-37E2-56F1-DEA3C4202B3A}"/>
              </a:ext>
            </a:extLst>
          </p:cNvPr>
          <p:cNvSpPr/>
          <p:nvPr/>
        </p:nvSpPr>
        <p:spPr>
          <a:xfrm>
            <a:off x="8709418" y="4586577"/>
            <a:ext cx="185740" cy="325316"/>
          </a:xfrm>
          <a:prstGeom prst="roundRect">
            <a:avLst/>
          </a:pr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7C092F41-82C5-5B21-778F-B84B4D74EF2F}"/>
              </a:ext>
            </a:extLst>
          </p:cNvPr>
          <p:cNvCxnSpPr>
            <a:cxnSpLocks/>
          </p:cNvCxnSpPr>
          <p:nvPr/>
        </p:nvCxnSpPr>
        <p:spPr>
          <a:xfrm>
            <a:off x="8758296" y="4633618"/>
            <a:ext cx="0" cy="175965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92" name="Freeform: Shape 91">
            <a:extLst>
              <a:ext uri="{FF2B5EF4-FFF2-40B4-BE49-F238E27FC236}">
                <a16:creationId xmlns:a16="http://schemas.microsoft.com/office/drawing/2014/main" id="{D1A91212-2238-F738-6357-0479B5A0AF70}"/>
              </a:ext>
            </a:extLst>
          </p:cNvPr>
          <p:cNvSpPr/>
          <p:nvPr/>
        </p:nvSpPr>
        <p:spPr>
          <a:xfrm>
            <a:off x="8423503" y="5071180"/>
            <a:ext cx="816282" cy="244395"/>
          </a:xfrm>
          <a:custGeom>
            <a:avLst/>
            <a:gdLst>
              <a:gd name="connsiteX0" fmla="*/ 328612 w 397668"/>
              <a:gd name="connsiteY0" fmla="*/ 2381 h 119062"/>
              <a:gd name="connsiteX1" fmla="*/ 66675 w 397668"/>
              <a:gd name="connsiteY1" fmla="*/ 0 h 119062"/>
              <a:gd name="connsiteX2" fmla="*/ 0 w 397668"/>
              <a:gd name="connsiteY2" fmla="*/ 119062 h 119062"/>
              <a:gd name="connsiteX3" fmla="*/ 397668 w 397668"/>
              <a:gd name="connsiteY3" fmla="*/ 119062 h 119062"/>
              <a:gd name="connsiteX4" fmla="*/ 328612 w 397668"/>
              <a:gd name="connsiteY4" fmla="*/ 2381 h 1190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7668" h="119062">
                <a:moveTo>
                  <a:pt x="328612" y="2381"/>
                </a:moveTo>
                <a:lnTo>
                  <a:pt x="66675" y="0"/>
                </a:lnTo>
                <a:lnTo>
                  <a:pt x="0" y="119062"/>
                </a:lnTo>
                <a:lnTo>
                  <a:pt x="397668" y="119062"/>
                </a:lnTo>
                <a:lnTo>
                  <a:pt x="328612" y="2381"/>
                </a:lnTo>
                <a:close/>
              </a:path>
            </a:pathLst>
          </a:cu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22B6B7E9-09AE-0F90-D0EE-72E97A978AB5}"/>
              </a:ext>
            </a:extLst>
          </p:cNvPr>
          <p:cNvSpPr/>
          <p:nvPr/>
        </p:nvSpPr>
        <p:spPr>
          <a:xfrm rot="15300440">
            <a:off x="3595486" y="4477126"/>
            <a:ext cx="666925" cy="755009"/>
          </a:xfrm>
          <a:custGeom>
            <a:avLst/>
            <a:gdLst>
              <a:gd name="connsiteX0" fmla="*/ 666925 w 666925"/>
              <a:gd name="connsiteY0" fmla="*/ 0 h 755009"/>
              <a:gd name="connsiteX1" fmla="*/ 360727 w 666925"/>
              <a:gd name="connsiteY1" fmla="*/ 444616 h 755009"/>
              <a:gd name="connsiteX2" fmla="*/ 0 w 666925"/>
              <a:gd name="connsiteY2" fmla="*/ 755009 h 7550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66925" h="755009">
                <a:moveTo>
                  <a:pt x="666925" y="0"/>
                </a:moveTo>
                <a:cubicBezTo>
                  <a:pt x="569403" y="159390"/>
                  <a:pt x="471881" y="318781"/>
                  <a:pt x="360727" y="444616"/>
                </a:cubicBezTo>
                <a:cubicBezTo>
                  <a:pt x="249573" y="570451"/>
                  <a:pt x="124786" y="662730"/>
                  <a:pt x="0" y="755009"/>
                </a:cubicBezTo>
              </a:path>
            </a:pathLst>
          </a:cu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C5780DAA-7951-F814-8E7C-4B9C6D04616C}"/>
              </a:ext>
            </a:extLst>
          </p:cNvPr>
          <p:cNvGrpSpPr/>
          <p:nvPr/>
        </p:nvGrpSpPr>
        <p:grpSpPr>
          <a:xfrm rot="12438241">
            <a:off x="4302480" y="5083408"/>
            <a:ext cx="550143" cy="184758"/>
            <a:chOff x="7629989" y="5236460"/>
            <a:chExt cx="1027147" cy="344953"/>
          </a:xfrm>
        </p:grpSpPr>
        <p:sp>
          <p:nvSpPr>
            <p:cNvPr id="65" name="Oval 64">
              <a:extLst>
                <a:ext uri="{FF2B5EF4-FFF2-40B4-BE49-F238E27FC236}">
                  <a16:creationId xmlns:a16="http://schemas.microsoft.com/office/drawing/2014/main" id="{F471297E-EC31-54C5-77B3-97E1071989AC}"/>
                </a:ext>
              </a:extLst>
            </p:cNvPr>
            <p:cNvSpPr/>
            <p:nvPr/>
          </p:nvSpPr>
          <p:spPr>
            <a:xfrm>
              <a:off x="7629989" y="5236460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6" name="Oval 65">
              <a:extLst>
                <a:ext uri="{FF2B5EF4-FFF2-40B4-BE49-F238E27FC236}">
                  <a16:creationId xmlns:a16="http://schemas.microsoft.com/office/drawing/2014/main" id="{44C27E41-22EE-6CD6-140B-2EE500F6236B}"/>
                </a:ext>
              </a:extLst>
            </p:cNvPr>
            <p:cNvSpPr/>
            <p:nvPr/>
          </p:nvSpPr>
          <p:spPr>
            <a:xfrm>
              <a:off x="8315512" y="5239789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55D7D718-5F8B-EF83-0800-CEFED50004A6}"/>
                </a:ext>
              </a:extLst>
            </p:cNvPr>
            <p:cNvSpPr/>
            <p:nvPr/>
          </p:nvSpPr>
          <p:spPr>
            <a:xfrm>
              <a:off x="7866077" y="5260841"/>
              <a:ext cx="541140" cy="292863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19FF4EF2-B3AF-3252-D1DB-50AAB08EBC01}"/>
                </a:ext>
              </a:extLst>
            </p:cNvPr>
            <p:cNvCxnSpPr/>
            <p:nvPr/>
          </p:nvCxnSpPr>
          <p:spPr>
            <a:xfrm>
              <a:off x="7953306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Connector 68">
              <a:extLst>
                <a:ext uri="{FF2B5EF4-FFF2-40B4-BE49-F238E27FC236}">
                  <a16:creationId xmlns:a16="http://schemas.microsoft.com/office/drawing/2014/main" id="{54D9D03C-D740-ED5C-6BEB-9B2040CF54AF}"/>
                </a:ext>
              </a:extLst>
            </p:cNvPr>
            <p:cNvCxnSpPr/>
            <p:nvPr/>
          </p:nvCxnSpPr>
          <p:spPr>
            <a:xfrm>
              <a:off x="8266751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Straight Connector 69">
              <a:extLst>
                <a:ext uri="{FF2B5EF4-FFF2-40B4-BE49-F238E27FC236}">
                  <a16:creationId xmlns:a16="http://schemas.microsoft.com/office/drawing/2014/main" id="{2FA6BBC8-801A-E3A9-6C70-1E6ED4998289}"/>
                </a:ext>
              </a:extLst>
            </p:cNvPr>
            <p:cNvCxnSpPr/>
            <p:nvPr/>
          </p:nvCxnSpPr>
          <p:spPr>
            <a:xfrm>
              <a:off x="8099972" y="5260841"/>
              <a:ext cx="0" cy="292863"/>
            </a:xfrm>
            <a:prstGeom prst="line">
              <a:avLst/>
            </a:prstGeom>
            <a:ln w="5080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24B0FC03-24DB-5A11-DE3B-C19B5E6DB0CC}"/>
                </a:ext>
              </a:extLst>
            </p:cNvPr>
            <p:cNvCxnSpPr/>
            <p:nvPr/>
          </p:nvCxnSpPr>
          <p:spPr>
            <a:xfrm>
              <a:off x="8196330" y="5260841"/>
              <a:ext cx="0" cy="292863"/>
            </a:xfrm>
            <a:prstGeom prst="line">
              <a:avLst/>
            </a:prstGeom>
            <a:ln w="50800"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3" name="Freeform: Shape 72">
            <a:extLst>
              <a:ext uri="{FF2B5EF4-FFF2-40B4-BE49-F238E27FC236}">
                <a16:creationId xmlns:a16="http://schemas.microsoft.com/office/drawing/2014/main" id="{2EA74284-EA0A-B8F2-575C-30CA230F3914}"/>
              </a:ext>
            </a:extLst>
          </p:cNvPr>
          <p:cNvSpPr/>
          <p:nvPr/>
        </p:nvSpPr>
        <p:spPr>
          <a:xfrm rot="15300440">
            <a:off x="4900770" y="5210290"/>
            <a:ext cx="272702" cy="345054"/>
          </a:xfrm>
          <a:custGeom>
            <a:avLst/>
            <a:gdLst>
              <a:gd name="connsiteX0" fmla="*/ 666925 w 666925"/>
              <a:gd name="connsiteY0" fmla="*/ 0 h 755009"/>
              <a:gd name="connsiteX1" fmla="*/ 360727 w 666925"/>
              <a:gd name="connsiteY1" fmla="*/ 444616 h 755009"/>
              <a:gd name="connsiteX2" fmla="*/ 0 w 666925"/>
              <a:gd name="connsiteY2" fmla="*/ 755009 h 755009"/>
              <a:gd name="csX0" fmla="*/ 666925 w 666925"/>
              <a:gd name="csY0" fmla="*/ 0 h 755009"/>
              <a:gd name="csX1" fmla="*/ 0 w 666925"/>
              <a:gd name="csY1" fmla="*/ 755009 h 755009"/>
              <a:gd name="csX0" fmla="*/ 272702 w 272702"/>
              <a:gd name="csY0" fmla="*/ 0 h 345054"/>
              <a:gd name="csX1" fmla="*/ 0 w 272702"/>
              <a:gd name="csY1" fmla="*/ 345054 h 345054"/>
              <a:gd name="csX0" fmla="*/ 272702 w 272702"/>
              <a:gd name="csY0" fmla="*/ 0 h 345054"/>
              <a:gd name="csX1" fmla="*/ 0 w 272702"/>
              <a:gd name="csY1" fmla="*/ 345054 h 345054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72702" h="345054">
                <a:moveTo>
                  <a:pt x="272702" y="0"/>
                </a:moveTo>
                <a:cubicBezTo>
                  <a:pt x="181801" y="115018"/>
                  <a:pt x="118747" y="308601"/>
                  <a:pt x="0" y="345054"/>
                </a:cubicBezTo>
              </a:path>
            </a:pathLst>
          </a:cu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78" name="Group 77">
            <a:extLst>
              <a:ext uri="{FF2B5EF4-FFF2-40B4-BE49-F238E27FC236}">
                <a16:creationId xmlns:a16="http://schemas.microsoft.com/office/drawing/2014/main" id="{C0546C68-FD4A-C5A8-4E48-CD08AF02E69A}"/>
              </a:ext>
            </a:extLst>
          </p:cNvPr>
          <p:cNvGrpSpPr/>
          <p:nvPr/>
        </p:nvGrpSpPr>
        <p:grpSpPr>
          <a:xfrm>
            <a:off x="413706" y="4221613"/>
            <a:ext cx="1719929" cy="1784800"/>
            <a:chOff x="413706" y="4221613"/>
            <a:chExt cx="1719929" cy="1784800"/>
          </a:xfrm>
        </p:grpSpPr>
        <p:pic>
          <p:nvPicPr>
            <p:cNvPr id="79" name="Picture 78">
              <a:extLst>
                <a:ext uri="{FF2B5EF4-FFF2-40B4-BE49-F238E27FC236}">
                  <a16:creationId xmlns:a16="http://schemas.microsoft.com/office/drawing/2014/main" id="{F0FC646D-AE95-F7A8-94E7-D7AD31EDE0F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 flipH="1">
              <a:off x="1522867" y="4278183"/>
              <a:ext cx="267313" cy="1140629"/>
            </a:xfrm>
            <a:prstGeom prst="rect">
              <a:avLst/>
            </a:prstGeom>
          </p:spPr>
        </p:pic>
        <p:pic>
          <p:nvPicPr>
            <p:cNvPr id="80" name="Picture 79">
              <a:extLst>
                <a:ext uri="{FF2B5EF4-FFF2-40B4-BE49-F238E27FC236}">
                  <a16:creationId xmlns:a16="http://schemas.microsoft.com/office/drawing/2014/main" id="{12088B4F-82A3-8672-D1AC-3B1C88069B6C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13706" y="4278183"/>
              <a:ext cx="336160" cy="1140543"/>
            </a:xfrm>
            <a:prstGeom prst="rect">
              <a:avLst/>
            </a:prstGeom>
          </p:spPr>
        </p:pic>
        <p:sp>
          <p:nvSpPr>
            <p:cNvPr id="93" name="Rectangle 92">
              <a:extLst>
                <a:ext uri="{FF2B5EF4-FFF2-40B4-BE49-F238E27FC236}">
                  <a16:creationId xmlns:a16="http://schemas.microsoft.com/office/drawing/2014/main" id="{9997E6D8-E661-E7B1-8394-AC0BF7CF47C1}"/>
                </a:ext>
              </a:extLst>
            </p:cNvPr>
            <p:cNvSpPr/>
            <p:nvPr/>
          </p:nvSpPr>
          <p:spPr>
            <a:xfrm>
              <a:off x="772732" y="4221613"/>
              <a:ext cx="673995" cy="25282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5" name="TextBox 94">
              <a:extLst>
                <a:ext uri="{FF2B5EF4-FFF2-40B4-BE49-F238E27FC236}">
                  <a16:creationId xmlns:a16="http://schemas.microsoft.com/office/drawing/2014/main" id="{2F2DE051-B03C-9D10-A7BA-BB37F20EDEE1}"/>
                </a:ext>
              </a:extLst>
            </p:cNvPr>
            <p:cNvSpPr txBox="1"/>
            <p:nvPr/>
          </p:nvSpPr>
          <p:spPr>
            <a:xfrm>
              <a:off x="845845" y="4249329"/>
              <a:ext cx="546945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700"/>
                <a:t>Many M</a:t>
              </a:r>
              <a:r>
                <a:rPr lang="el-GR" sz="700"/>
                <a:t>Ω</a:t>
              </a:r>
              <a:endParaRPr lang="LID4096" sz="700"/>
            </a:p>
          </p:txBody>
        </p: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13D3E739-BBD3-582C-A046-70F482A10053}"/>
                </a:ext>
              </a:extLst>
            </p:cNvPr>
            <p:cNvCxnSpPr>
              <a:stCxn id="93" idx="1"/>
            </p:cNvCxnSpPr>
            <p:nvPr/>
          </p:nvCxnSpPr>
          <p:spPr>
            <a:xfrm flipH="1">
              <a:off x="493690" y="4348023"/>
              <a:ext cx="279042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Straight Connector 96">
              <a:extLst>
                <a:ext uri="{FF2B5EF4-FFF2-40B4-BE49-F238E27FC236}">
                  <a16:creationId xmlns:a16="http://schemas.microsoft.com/office/drawing/2014/main" id="{B97C7EE7-3E46-D94C-4F83-5BE65796709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83913" y="4233683"/>
              <a:ext cx="9777" cy="22656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Straight Connector 97">
              <a:extLst>
                <a:ext uri="{FF2B5EF4-FFF2-40B4-BE49-F238E27FC236}">
                  <a16:creationId xmlns:a16="http://schemas.microsoft.com/office/drawing/2014/main" id="{DC0D06A8-C328-171B-6C9D-1AF0408E903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57671" y="4236147"/>
              <a:ext cx="4890" cy="18764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Straight Connector 98">
              <a:extLst>
                <a:ext uri="{FF2B5EF4-FFF2-40B4-BE49-F238E27FC236}">
                  <a16:creationId xmlns:a16="http://schemas.microsoft.com/office/drawing/2014/main" id="{D7C98D63-5F43-E078-77EB-FF0F9AA13A6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30576" y="4291453"/>
              <a:ext cx="0" cy="98158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Straight Connector 99">
              <a:extLst>
                <a:ext uri="{FF2B5EF4-FFF2-40B4-BE49-F238E27FC236}">
                  <a16:creationId xmlns:a16="http://schemas.microsoft.com/office/drawing/2014/main" id="{92AD545B-32FB-D4A8-898D-8EA9BCCF377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446727" y="4348544"/>
              <a:ext cx="686908" cy="988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101" name="Picture 100">
              <a:extLst>
                <a:ext uri="{FF2B5EF4-FFF2-40B4-BE49-F238E27FC236}">
                  <a16:creationId xmlns:a16="http://schemas.microsoft.com/office/drawing/2014/main" id="{76457222-894B-E43E-F2D5-2AA2D193E4B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860806" y="4911892"/>
              <a:ext cx="929375" cy="1094521"/>
            </a:xfrm>
            <a:prstGeom prst="rect">
              <a:avLst/>
            </a:prstGeom>
          </p:spPr>
        </p:pic>
        <p:sp>
          <p:nvSpPr>
            <p:cNvPr id="102" name="Freeform: Shape 101">
              <a:extLst>
                <a:ext uri="{FF2B5EF4-FFF2-40B4-BE49-F238E27FC236}">
                  <a16:creationId xmlns:a16="http://schemas.microsoft.com/office/drawing/2014/main" id="{DAEFD179-174B-889E-6F60-660BB50FD75C}"/>
                </a:ext>
              </a:extLst>
            </p:cNvPr>
            <p:cNvSpPr/>
            <p:nvPr/>
          </p:nvSpPr>
          <p:spPr>
            <a:xfrm>
              <a:off x="1550421" y="5388677"/>
              <a:ext cx="123598" cy="45719"/>
            </a:xfrm>
            <a:custGeom>
              <a:avLst/>
              <a:gdLst>
                <a:gd name="csX0" fmla="*/ 107156 w 107156"/>
                <a:gd name="csY0" fmla="*/ 0 h 40481"/>
                <a:gd name="csX1" fmla="*/ 0 w 107156"/>
                <a:gd name="csY1" fmla="*/ 40481 h 4048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07156" h="40481">
                  <a:moveTo>
                    <a:pt x="107156" y="0"/>
                  </a:moveTo>
                  <a:lnTo>
                    <a:pt x="0" y="40481"/>
                  </a:ln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103" name="Straight Connector 102">
              <a:extLst>
                <a:ext uri="{FF2B5EF4-FFF2-40B4-BE49-F238E27FC236}">
                  <a16:creationId xmlns:a16="http://schemas.microsoft.com/office/drawing/2014/main" id="{A43578FF-1A15-2244-A4B4-69AF33414A03}"/>
                </a:ext>
              </a:extLst>
            </p:cNvPr>
            <p:cNvCxnSpPr/>
            <p:nvPr/>
          </p:nvCxnSpPr>
          <p:spPr>
            <a:xfrm flipV="1">
              <a:off x="711994" y="5250656"/>
              <a:ext cx="378619" cy="92869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4" name="Freeform: Shape 103">
              <a:extLst>
                <a:ext uri="{FF2B5EF4-FFF2-40B4-BE49-F238E27FC236}">
                  <a16:creationId xmlns:a16="http://schemas.microsoft.com/office/drawing/2014/main" id="{69E0F9F1-0E21-E329-E4AF-76E392651CE8}"/>
                </a:ext>
              </a:extLst>
            </p:cNvPr>
            <p:cNvSpPr/>
            <p:nvPr/>
          </p:nvSpPr>
          <p:spPr>
            <a:xfrm>
              <a:off x="1197154" y="5078820"/>
              <a:ext cx="267315" cy="128974"/>
            </a:xfrm>
            <a:custGeom>
              <a:avLst/>
              <a:gdLst>
                <a:gd name="csX0" fmla="*/ 228600 w 240506"/>
                <a:gd name="csY0" fmla="*/ 107156 h 107156"/>
                <a:gd name="csX1" fmla="*/ 240506 w 240506"/>
                <a:gd name="csY1" fmla="*/ 2381 h 107156"/>
                <a:gd name="csX2" fmla="*/ 9525 w 240506"/>
                <a:gd name="csY2" fmla="*/ 0 h 107156"/>
                <a:gd name="csX3" fmla="*/ 0 w 240506"/>
                <a:gd name="csY3" fmla="*/ 95250 h 107156"/>
                <a:gd name="csX4" fmla="*/ 228600 w 240506"/>
                <a:gd name="csY4" fmla="*/ 107156 h 10715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0506" h="107156">
                  <a:moveTo>
                    <a:pt x="228600" y="107156"/>
                  </a:moveTo>
                  <a:lnTo>
                    <a:pt x="240506" y="2381"/>
                  </a:lnTo>
                  <a:lnTo>
                    <a:pt x="9525" y="0"/>
                  </a:lnTo>
                  <a:lnTo>
                    <a:pt x="0" y="95250"/>
                  </a:lnTo>
                  <a:lnTo>
                    <a:pt x="228600" y="107156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5" name="TextBox 104">
              <a:extLst>
                <a:ext uri="{FF2B5EF4-FFF2-40B4-BE49-F238E27FC236}">
                  <a16:creationId xmlns:a16="http://schemas.microsoft.com/office/drawing/2014/main" id="{08923055-0D26-ED76-F85D-B0D7B5E23633}"/>
                </a:ext>
              </a:extLst>
            </p:cNvPr>
            <p:cNvSpPr txBox="1"/>
            <p:nvPr/>
          </p:nvSpPr>
          <p:spPr>
            <a:xfrm>
              <a:off x="1151300" y="5056932"/>
              <a:ext cx="285656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700"/>
                <a:t>0V</a:t>
              </a:r>
              <a:endParaRPr lang="LID4096" sz="700"/>
            </a:p>
          </p:txBody>
        </p:sp>
      </p:grpSp>
    </p:spTree>
    <p:extLst>
      <p:ext uri="{BB962C8B-B14F-4D97-AF65-F5344CB8AC3E}">
        <p14:creationId xmlns:p14="http://schemas.microsoft.com/office/powerpoint/2010/main" val="382806757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4F0429-5EB4-EBA6-4389-32B7AEB9E1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AB991E-B491-33DF-302B-163AB010AD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Koppla in en knapp – Pull Down</a:t>
            </a:r>
            <a:endParaRPr lang="LID4096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2C3590CD-EF56-3D98-449E-5FA66B0713F5}"/>
              </a:ext>
            </a:extLst>
          </p:cNvPr>
          <p:cNvGrpSpPr/>
          <p:nvPr/>
        </p:nvGrpSpPr>
        <p:grpSpPr>
          <a:xfrm rot="16200000">
            <a:off x="1617178" y="3002057"/>
            <a:ext cx="3095687" cy="2470259"/>
            <a:chOff x="436296" y="1927862"/>
            <a:chExt cx="5353797" cy="4272158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D72FB474-3B85-BE64-1C2F-5D43A86C6B4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36296" y="2545839"/>
              <a:ext cx="5353797" cy="2772162"/>
            </a:xfrm>
            <a:prstGeom prst="rect">
              <a:avLst/>
            </a:prstGeom>
          </p:spPr>
        </p:pic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0C59D874-4F2F-FE26-145A-1491155027E0}"/>
                </a:ext>
              </a:extLst>
            </p:cNvPr>
            <p:cNvSpPr/>
            <p:nvPr/>
          </p:nvSpPr>
          <p:spPr>
            <a:xfrm>
              <a:off x="1578586" y="3558540"/>
              <a:ext cx="3381375" cy="1402080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67ADF1FC-599E-7C0D-AD1F-28088BDFC017}"/>
                </a:ext>
              </a:extLst>
            </p:cNvPr>
            <p:cNvSpPr/>
            <p:nvPr/>
          </p:nvSpPr>
          <p:spPr>
            <a:xfrm>
              <a:off x="1436663" y="3406140"/>
              <a:ext cx="3787140" cy="259080"/>
            </a:xfrm>
            <a:custGeom>
              <a:avLst/>
              <a:gdLst>
                <a:gd name="connsiteX0" fmla="*/ 3406140 w 3825240"/>
                <a:gd name="connsiteY0" fmla="*/ 0 h 259080"/>
                <a:gd name="connsiteX1" fmla="*/ 0 w 3825240"/>
                <a:gd name="connsiteY1" fmla="*/ 68580 h 259080"/>
                <a:gd name="connsiteX2" fmla="*/ 228600 w 3825240"/>
                <a:gd name="connsiteY2" fmla="*/ 259080 h 259080"/>
                <a:gd name="connsiteX3" fmla="*/ 3825240 w 3825240"/>
                <a:gd name="connsiteY3" fmla="*/ 167640 h 259080"/>
                <a:gd name="connsiteX4" fmla="*/ 3406140 w 3825240"/>
                <a:gd name="connsiteY4" fmla="*/ 0 h 259080"/>
                <a:gd name="connsiteX0" fmla="*/ 3406140 w 3787140"/>
                <a:gd name="connsiteY0" fmla="*/ 0 h 259080"/>
                <a:gd name="connsiteX1" fmla="*/ 0 w 3787140"/>
                <a:gd name="connsiteY1" fmla="*/ 68580 h 259080"/>
                <a:gd name="connsiteX2" fmla="*/ 228600 w 3787140"/>
                <a:gd name="connsiteY2" fmla="*/ 259080 h 259080"/>
                <a:gd name="connsiteX3" fmla="*/ 3787140 w 3787140"/>
                <a:gd name="connsiteY3" fmla="*/ 153353 h 259080"/>
                <a:gd name="connsiteX4" fmla="*/ 3406140 w 3787140"/>
                <a:gd name="connsiteY4" fmla="*/ 0 h 2590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87140" h="259080">
                  <a:moveTo>
                    <a:pt x="3406140" y="0"/>
                  </a:moveTo>
                  <a:lnTo>
                    <a:pt x="0" y="68580"/>
                  </a:lnTo>
                  <a:lnTo>
                    <a:pt x="228600" y="259080"/>
                  </a:lnTo>
                  <a:lnTo>
                    <a:pt x="3787140" y="153353"/>
                  </a:lnTo>
                  <a:lnTo>
                    <a:pt x="3406140" y="0"/>
                  </a:lnTo>
                  <a:close/>
                </a:path>
              </a:pathLst>
            </a:cu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9B5BBD45-E212-52BB-3F3F-23BA07F0D78C}"/>
                </a:ext>
              </a:extLst>
            </p:cNvPr>
            <p:cNvSpPr/>
            <p:nvPr/>
          </p:nvSpPr>
          <p:spPr>
            <a:xfrm>
              <a:off x="1459523" y="3482340"/>
              <a:ext cx="205740" cy="1714500"/>
            </a:xfrm>
            <a:custGeom>
              <a:avLst/>
              <a:gdLst>
                <a:gd name="connsiteX0" fmla="*/ 0 w 205740"/>
                <a:gd name="connsiteY0" fmla="*/ 0 h 1714500"/>
                <a:gd name="connsiteX1" fmla="*/ 30480 w 205740"/>
                <a:gd name="connsiteY1" fmla="*/ 1539240 h 1714500"/>
                <a:gd name="connsiteX2" fmla="*/ 205740 w 205740"/>
                <a:gd name="connsiteY2" fmla="*/ 1714500 h 1714500"/>
                <a:gd name="connsiteX3" fmla="*/ 198120 w 205740"/>
                <a:gd name="connsiteY3" fmla="*/ 167640 h 1714500"/>
                <a:gd name="connsiteX4" fmla="*/ 0 w 205740"/>
                <a:gd name="connsiteY4" fmla="*/ 0 h 1714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5740" h="1714500">
                  <a:moveTo>
                    <a:pt x="0" y="0"/>
                  </a:moveTo>
                  <a:lnTo>
                    <a:pt x="30480" y="1539240"/>
                  </a:lnTo>
                  <a:lnTo>
                    <a:pt x="205740" y="1714500"/>
                  </a:lnTo>
                  <a:lnTo>
                    <a:pt x="198120" y="1676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59CE8B47-F98E-0B45-B923-DC22A3892E65}"/>
                </a:ext>
              </a:extLst>
            </p:cNvPr>
            <p:cNvSpPr/>
            <p:nvPr/>
          </p:nvSpPr>
          <p:spPr>
            <a:xfrm>
              <a:off x="1657643" y="3558540"/>
              <a:ext cx="3596640" cy="1653540"/>
            </a:xfrm>
            <a:custGeom>
              <a:avLst/>
              <a:gdLst>
                <a:gd name="connsiteX0" fmla="*/ 0 w 3680460"/>
                <a:gd name="connsiteY0" fmla="*/ 1653540 h 1653540"/>
                <a:gd name="connsiteX1" fmla="*/ 1463040 w 3680460"/>
                <a:gd name="connsiteY1" fmla="*/ 1592580 h 1653540"/>
                <a:gd name="connsiteX2" fmla="*/ 1463040 w 3680460"/>
                <a:gd name="connsiteY2" fmla="*/ 1417320 h 1653540"/>
                <a:gd name="connsiteX3" fmla="*/ 182880 w 3680460"/>
                <a:gd name="connsiteY3" fmla="*/ 1478280 h 1653540"/>
                <a:gd name="connsiteX4" fmla="*/ 160020 w 3680460"/>
                <a:gd name="connsiteY4" fmla="*/ 266700 h 1653540"/>
                <a:gd name="connsiteX5" fmla="*/ 3474720 w 3680460"/>
                <a:gd name="connsiteY5" fmla="*/ 160020 h 1653540"/>
                <a:gd name="connsiteX6" fmla="*/ 3467100 w 3680460"/>
                <a:gd name="connsiteY6" fmla="*/ 1424940 h 1653540"/>
                <a:gd name="connsiteX7" fmla="*/ 2278380 w 3680460"/>
                <a:gd name="connsiteY7" fmla="*/ 1432560 h 1653540"/>
                <a:gd name="connsiteX8" fmla="*/ 2263140 w 3680460"/>
                <a:gd name="connsiteY8" fmla="*/ 1584960 h 1653540"/>
                <a:gd name="connsiteX9" fmla="*/ 3680460 w 3680460"/>
                <a:gd name="connsiteY9" fmla="*/ 1546860 h 1653540"/>
                <a:gd name="connsiteX10" fmla="*/ 3589020 w 3680460"/>
                <a:gd name="connsiteY10" fmla="*/ 0 h 1653540"/>
                <a:gd name="connsiteX11" fmla="*/ 0 w 3680460"/>
                <a:gd name="connsiteY11" fmla="*/ 91440 h 1653540"/>
                <a:gd name="connsiteX12" fmla="*/ 0 w 3680460"/>
                <a:gd name="connsiteY12" fmla="*/ 1653540 h 1653540"/>
                <a:gd name="connsiteX0" fmla="*/ 0 w 3649980"/>
                <a:gd name="connsiteY0" fmla="*/ 1653540 h 1653540"/>
                <a:gd name="connsiteX1" fmla="*/ 1463040 w 3649980"/>
                <a:gd name="connsiteY1" fmla="*/ 1592580 h 1653540"/>
                <a:gd name="connsiteX2" fmla="*/ 1463040 w 3649980"/>
                <a:gd name="connsiteY2" fmla="*/ 1417320 h 1653540"/>
                <a:gd name="connsiteX3" fmla="*/ 182880 w 3649980"/>
                <a:gd name="connsiteY3" fmla="*/ 1478280 h 1653540"/>
                <a:gd name="connsiteX4" fmla="*/ 160020 w 3649980"/>
                <a:gd name="connsiteY4" fmla="*/ 266700 h 1653540"/>
                <a:gd name="connsiteX5" fmla="*/ 3474720 w 3649980"/>
                <a:gd name="connsiteY5" fmla="*/ 160020 h 1653540"/>
                <a:gd name="connsiteX6" fmla="*/ 3467100 w 3649980"/>
                <a:gd name="connsiteY6" fmla="*/ 1424940 h 1653540"/>
                <a:gd name="connsiteX7" fmla="*/ 2278380 w 3649980"/>
                <a:gd name="connsiteY7" fmla="*/ 1432560 h 1653540"/>
                <a:gd name="connsiteX8" fmla="*/ 2263140 w 3649980"/>
                <a:gd name="connsiteY8" fmla="*/ 1584960 h 1653540"/>
                <a:gd name="connsiteX9" fmla="*/ 3649980 w 3649980"/>
                <a:gd name="connsiteY9" fmla="*/ 1554480 h 1653540"/>
                <a:gd name="connsiteX10" fmla="*/ 3589020 w 3649980"/>
                <a:gd name="connsiteY10" fmla="*/ 0 h 1653540"/>
                <a:gd name="connsiteX11" fmla="*/ 0 w 3649980"/>
                <a:gd name="connsiteY11" fmla="*/ 91440 h 1653540"/>
                <a:gd name="connsiteX12" fmla="*/ 0 w 3649980"/>
                <a:gd name="connsiteY12" fmla="*/ 1653540 h 1653540"/>
                <a:gd name="connsiteX0" fmla="*/ 0 w 3596640"/>
                <a:gd name="connsiteY0" fmla="*/ 1653540 h 1653540"/>
                <a:gd name="connsiteX1" fmla="*/ 1463040 w 3596640"/>
                <a:gd name="connsiteY1" fmla="*/ 1592580 h 1653540"/>
                <a:gd name="connsiteX2" fmla="*/ 1463040 w 3596640"/>
                <a:gd name="connsiteY2" fmla="*/ 1417320 h 1653540"/>
                <a:gd name="connsiteX3" fmla="*/ 182880 w 3596640"/>
                <a:gd name="connsiteY3" fmla="*/ 1478280 h 1653540"/>
                <a:gd name="connsiteX4" fmla="*/ 160020 w 3596640"/>
                <a:gd name="connsiteY4" fmla="*/ 266700 h 1653540"/>
                <a:gd name="connsiteX5" fmla="*/ 3474720 w 3596640"/>
                <a:gd name="connsiteY5" fmla="*/ 160020 h 1653540"/>
                <a:gd name="connsiteX6" fmla="*/ 3467100 w 3596640"/>
                <a:gd name="connsiteY6" fmla="*/ 1424940 h 1653540"/>
                <a:gd name="connsiteX7" fmla="*/ 2278380 w 3596640"/>
                <a:gd name="connsiteY7" fmla="*/ 1432560 h 1653540"/>
                <a:gd name="connsiteX8" fmla="*/ 2263140 w 3596640"/>
                <a:gd name="connsiteY8" fmla="*/ 1584960 h 1653540"/>
                <a:gd name="connsiteX9" fmla="*/ 3596640 w 3596640"/>
                <a:gd name="connsiteY9" fmla="*/ 1546860 h 1653540"/>
                <a:gd name="connsiteX10" fmla="*/ 3589020 w 3596640"/>
                <a:gd name="connsiteY10" fmla="*/ 0 h 1653540"/>
                <a:gd name="connsiteX11" fmla="*/ 0 w 3596640"/>
                <a:gd name="connsiteY11" fmla="*/ 91440 h 1653540"/>
                <a:gd name="connsiteX12" fmla="*/ 0 w 3596640"/>
                <a:gd name="connsiteY12" fmla="*/ 1653540 h 165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6640" h="1653540">
                  <a:moveTo>
                    <a:pt x="0" y="1653540"/>
                  </a:moveTo>
                  <a:lnTo>
                    <a:pt x="1463040" y="1592580"/>
                  </a:lnTo>
                  <a:lnTo>
                    <a:pt x="1463040" y="1417320"/>
                  </a:lnTo>
                  <a:lnTo>
                    <a:pt x="182880" y="1478280"/>
                  </a:lnTo>
                  <a:lnTo>
                    <a:pt x="160020" y="266700"/>
                  </a:lnTo>
                  <a:lnTo>
                    <a:pt x="3474720" y="160020"/>
                  </a:lnTo>
                  <a:lnTo>
                    <a:pt x="3467100" y="1424940"/>
                  </a:lnTo>
                  <a:lnTo>
                    <a:pt x="2278380" y="1432560"/>
                  </a:lnTo>
                  <a:lnTo>
                    <a:pt x="2263140" y="1584960"/>
                  </a:lnTo>
                  <a:lnTo>
                    <a:pt x="3596640" y="1546860"/>
                  </a:lnTo>
                  <a:lnTo>
                    <a:pt x="3589020" y="0"/>
                  </a:lnTo>
                  <a:lnTo>
                    <a:pt x="0" y="91440"/>
                  </a:lnTo>
                  <a:lnTo>
                    <a:pt x="0" y="165354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231A7ED6-86D4-3277-96ED-3D736A3ED591}"/>
                </a:ext>
              </a:extLst>
            </p:cNvPr>
            <p:cNvSpPr/>
            <p:nvPr/>
          </p:nvSpPr>
          <p:spPr>
            <a:xfrm>
              <a:off x="1833379" y="3727133"/>
              <a:ext cx="3305175" cy="1312068"/>
            </a:xfrm>
            <a:custGeom>
              <a:avLst/>
              <a:gdLst>
                <a:gd name="connsiteX0" fmla="*/ 2943225 w 3305175"/>
                <a:gd name="connsiteY0" fmla="*/ 4762 h 1312068"/>
                <a:gd name="connsiteX1" fmla="*/ 2964657 w 3305175"/>
                <a:gd name="connsiteY1" fmla="*/ 1040606 h 1312068"/>
                <a:gd name="connsiteX2" fmla="*/ 0 w 3305175"/>
                <a:gd name="connsiteY2" fmla="*/ 1133475 h 1312068"/>
                <a:gd name="connsiteX3" fmla="*/ 7144 w 3305175"/>
                <a:gd name="connsiteY3" fmla="*/ 1312068 h 1312068"/>
                <a:gd name="connsiteX4" fmla="*/ 1290638 w 3305175"/>
                <a:gd name="connsiteY4" fmla="*/ 1254918 h 1312068"/>
                <a:gd name="connsiteX5" fmla="*/ 1362075 w 3305175"/>
                <a:gd name="connsiteY5" fmla="*/ 1202531 h 1312068"/>
                <a:gd name="connsiteX6" fmla="*/ 1431132 w 3305175"/>
                <a:gd name="connsiteY6" fmla="*/ 1185862 h 1312068"/>
                <a:gd name="connsiteX7" fmla="*/ 1735932 w 3305175"/>
                <a:gd name="connsiteY7" fmla="*/ 1171575 h 1312068"/>
                <a:gd name="connsiteX8" fmla="*/ 1902619 w 3305175"/>
                <a:gd name="connsiteY8" fmla="*/ 1178718 h 1312068"/>
                <a:gd name="connsiteX9" fmla="*/ 2100263 w 3305175"/>
                <a:gd name="connsiteY9" fmla="*/ 1264443 h 1312068"/>
                <a:gd name="connsiteX10" fmla="*/ 3300413 w 3305175"/>
                <a:gd name="connsiteY10" fmla="*/ 1257300 h 1312068"/>
                <a:gd name="connsiteX11" fmla="*/ 3305175 w 3305175"/>
                <a:gd name="connsiteY11" fmla="*/ 0 h 1312068"/>
                <a:gd name="connsiteX12" fmla="*/ 2943225 w 3305175"/>
                <a:gd name="connsiteY12" fmla="*/ 4762 h 1312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305175" h="1312068">
                  <a:moveTo>
                    <a:pt x="2943225" y="4762"/>
                  </a:moveTo>
                  <a:lnTo>
                    <a:pt x="2964657" y="1040606"/>
                  </a:lnTo>
                  <a:lnTo>
                    <a:pt x="0" y="1133475"/>
                  </a:lnTo>
                  <a:lnTo>
                    <a:pt x="7144" y="1312068"/>
                  </a:lnTo>
                  <a:lnTo>
                    <a:pt x="1290638" y="1254918"/>
                  </a:lnTo>
                  <a:lnTo>
                    <a:pt x="1362075" y="1202531"/>
                  </a:lnTo>
                  <a:lnTo>
                    <a:pt x="1431132" y="1185862"/>
                  </a:lnTo>
                  <a:lnTo>
                    <a:pt x="1735932" y="1171575"/>
                  </a:lnTo>
                  <a:lnTo>
                    <a:pt x="1902619" y="1178718"/>
                  </a:lnTo>
                  <a:lnTo>
                    <a:pt x="2100263" y="1264443"/>
                  </a:lnTo>
                  <a:lnTo>
                    <a:pt x="3300413" y="1257300"/>
                  </a:lnTo>
                  <a:cubicBezTo>
                    <a:pt x="3302000" y="838200"/>
                    <a:pt x="3303588" y="419100"/>
                    <a:pt x="3305175" y="0"/>
                  </a:cubicBezTo>
                  <a:lnTo>
                    <a:pt x="2943225" y="4762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AE4EBFAE-7046-ED76-FE0E-03A182BBE810}"/>
                </a:ext>
              </a:extLst>
            </p:cNvPr>
            <p:cNvSpPr/>
            <p:nvPr/>
          </p:nvSpPr>
          <p:spPr>
            <a:xfrm>
              <a:off x="3119254" y="4896326"/>
              <a:ext cx="819150" cy="247650"/>
            </a:xfrm>
            <a:custGeom>
              <a:avLst/>
              <a:gdLst>
                <a:gd name="connsiteX0" fmla="*/ 802482 w 819150"/>
                <a:gd name="connsiteY0" fmla="*/ 242888 h 247650"/>
                <a:gd name="connsiteX1" fmla="*/ 588169 w 819150"/>
                <a:gd name="connsiteY1" fmla="*/ 116682 h 247650"/>
                <a:gd name="connsiteX2" fmla="*/ 452438 w 819150"/>
                <a:gd name="connsiteY2" fmla="*/ 95250 h 247650"/>
                <a:gd name="connsiteX3" fmla="*/ 192882 w 819150"/>
                <a:gd name="connsiteY3" fmla="*/ 92869 h 247650"/>
                <a:gd name="connsiteX4" fmla="*/ 76200 w 819150"/>
                <a:gd name="connsiteY4" fmla="*/ 140494 h 247650"/>
                <a:gd name="connsiteX5" fmla="*/ 11907 w 819150"/>
                <a:gd name="connsiteY5" fmla="*/ 247650 h 247650"/>
                <a:gd name="connsiteX6" fmla="*/ 0 w 819150"/>
                <a:gd name="connsiteY6" fmla="*/ 85725 h 247650"/>
                <a:gd name="connsiteX7" fmla="*/ 76200 w 819150"/>
                <a:gd name="connsiteY7" fmla="*/ 33338 h 247650"/>
                <a:gd name="connsiteX8" fmla="*/ 173832 w 819150"/>
                <a:gd name="connsiteY8" fmla="*/ 14288 h 247650"/>
                <a:gd name="connsiteX9" fmla="*/ 469107 w 819150"/>
                <a:gd name="connsiteY9" fmla="*/ 0 h 247650"/>
                <a:gd name="connsiteX10" fmla="*/ 616744 w 819150"/>
                <a:gd name="connsiteY10" fmla="*/ 14288 h 247650"/>
                <a:gd name="connsiteX11" fmla="*/ 819150 w 819150"/>
                <a:gd name="connsiteY11" fmla="*/ 95250 h 247650"/>
                <a:gd name="connsiteX12" fmla="*/ 802482 w 819150"/>
                <a:gd name="connsiteY12" fmla="*/ 242888 h 247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19150" h="247650">
                  <a:moveTo>
                    <a:pt x="802482" y="242888"/>
                  </a:moveTo>
                  <a:lnTo>
                    <a:pt x="588169" y="116682"/>
                  </a:lnTo>
                  <a:lnTo>
                    <a:pt x="452438" y="95250"/>
                  </a:lnTo>
                  <a:lnTo>
                    <a:pt x="192882" y="92869"/>
                  </a:lnTo>
                  <a:lnTo>
                    <a:pt x="76200" y="140494"/>
                  </a:lnTo>
                  <a:lnTo>
                    <a:pt x="11907" y="247650"/>
                  </a:lnTo>
                  <a:lnTo>
                    <a:pt x="0" y="85725"/>
                  </a:lnTo>
                  <a:lnTo>
                    <a:pt x="76200" y="33338"/>
                  </a:lnTo>
                  <a:lnTo>
                    <a:pt x="173832" y="14288"/>
                  </a:lnTo>
                  <a:lnTo>
                    <a:pt x="469107" y="0"/>
                  </a:lnTo>
                  <a:lnTo>
                    <a:pt x="616744" y="14288"/>
                  </a:lnTo>
                  <a:lnTo>
                    <a:pt x="819150" y="95250"/>
                  </a:lnTo>
                  <a:lnTo>
                    <a:pt x="802482" y="242888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5A4D424B-3A85-87CE-9A3D-7DFD3BEAD24B}"/>
                </a:ext>
              </a:extLst>
            </p:cNvPr>
            <p:cNvGrpSpPr/>
            <p:nvPr/>
          </p:nvGrpSpPr>
          <p:grpSpPr>
            <a:xfrm>
              <a:off x="4243204" y="4020026"/>
              <a:ext cx="209550" cy="157163"/>
              <a:chOff x="6669881" y="4393406"/>
              <a:chExt cx="209550" cy="157163"/>
            </a:xfrm>
          </p:grpSpPr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38E6F878-EE88-DC08-4B45-79701518C394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1" name="Freeform: Shape 60">
                <a:extLst>
                  <a:ext uri="{FF2B5EF4-FFF2-40B4-BE49-F238E27FC236}">
                    <a16:creationId xmlns:a16="http://schemas.microsoft.com/office/drawing/2014/main" id="{022E2F40-5120-7E10-2D07-6FAC964FB50B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4429A785-402F-ACDC-936E-D14221B6CB04}"/>
                </a:ext>
              </a:extLst>
            </p:cNvPr>
            <p:cNvGrpSpPr/>
            <p:nvPr/>
          </p:nvGrpSpPr>
          <p:grpSpPr>
            <a:xfrm>
              <a:off x="3797910" y="4050982"/>
              <a:ext cx="209550" cy="157163"/>
              <a:chOff x="6669881" y="4393406"/>
              <a:chExt cx="209550" cy="157163"/>
            </a:xfrm>
          </p:grpSpPr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6D316B92-D136-0707-0B70-53AD6994A952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9" name="Freeform: Shape 58">
                <a:extLst>
                  <a:ext uri="{FF2B5EF4-FFF2-40B4-BE49-F238E27FC236}">
                    <a16:creationId xmlns:a16="http://schemas.microsoft.com/office/drawing/2014/main" id="{084170E0-EE35-405E-BC4F-90A76380AD57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FCA8C9E2-0787-4662-B4A4-562D5D990A54}"/>
                </a:ext>
              </a:extLst>
            </p:cNvPr>
            <p:cNvGrpSpPr/>
            <p:nvPr/>
          </p:nvGrpSpPr>
          <p:grpSpPr>
            <a:xfrm>
              <a:off x="3352616" y="4081938"/>
              <a:ext cx="209550" cy="157163"/>
              <a:chOff x="6669881" y="4393406"/>
              <a:chExt cx="209550" cy="157163"/>
            </a:xfrm>
          </p:grpSpPr>
          <p:sp>
            <p:nvSpPr>
              <p:cNvPr id="56" name="Rectangle 55">
                <a:extLst>
                  <a:ext uri="{FF2B5EF4-FFF2-40B4-BE49-F238E27FC236}">
                    <a16:creationId xmlns:a16="http://schemas.microsoft.com/office/drawing/2014/main" id="{D24AB482-57B6-E20B-95AA-B2A0AFC92A31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7" name="Freeform: Shape 56">
                <a:extLst>
                  <a:ext uri="{FF2B5EF4-FFF2-40B4-BE49-F238E27FC236}">
                    <a16:creationId xmlns:a16="http://schemas.microsoft.com/office/drawing/2014/main" id="{E630F53B-4327-B876-1B28-BEB345AAA5A4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ACF41749-9D0E-E779-FDE3-252C0D7C43A0}"/>
                </a:ext>
              </a:extLst>
            </p:cNvPr>
            <p:cNvGrpSpPr/>
            <p:nvPr/>
          </p:nvGrpSpPr>
          <p:grpSpPr>
            <a:xfrm>
              <a:off x="2851360" y="4093844"/>
              <a:ext cx="209550" cy="157163"/>
              <a:chOff x="6669881" y="4393406"/>
              <a:chExt cx="209550" cy="157163"/>
            </a:xfrm>
          </p:grpSpPr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DE3BBD49-CE1D-6C98-C650-9A9D6CDF6AB2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5" name="Freeform: Shape 54">
                <a:extLst>
                  <a:ext uri="{FF2B5EF4-FFF2-40B4-BE49-F238E27FC236}">
                    <a16:creationId xmlns:a16="http://schemas.microsoft.com/office/drawing/2014/main" id="{A1EBA0A6-3F1C-E82E-B369-90C5EA0A99A1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CC09966C-C704-A06E-3856-7BCD141A7280}"/>
                </a:ext>
              </a:extLst>
            </p:cNvPr>
            <p:cNvGrpSpPr/>
            <p:nvPr/>
          </p:nvGrpSpPr>
          <p:grpSpPr>
            <a:xfrm>
              <a:off x="2345112" y="4113567"/>
              <a:ext cx="209550" cy="157163"/>
              <a:chOff x="6669881" y="4393406"/>
              <a:chExt cx="209550" cy="157163"/>
            </a:xfrm>
          </p:grpSpPr>
          <p:sp>
            <p:nvSpPr>
              <p:cNvPr id="52" name="Rectangle 51">
                <a:extLst>
                  <a:ext uri="{FF2B5EF4-FFF2-40B4-BE49-F238E27FC236}">
                    <a16:creationId xmlns:a16="http://schemas.microsoft.com/office/drawing/2014/main" id="{A528749B-260F-8D64-FC16-A1838CDFCC74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3" name="Freeform: Shape 52">
                <a:extLst>
                  <a:ext uri="{FF2B5EF4-FFF2-40B4-BE49-F238E27FC236}">
                    <a16:creationId xmlns:a16="http://schemas.microsoft.com/office/drawing/2014/main" id="{0D215922-2912-0727-91E5-EAFA7234B49A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FB46AEF4-FD45-7B5B-14E1-E0E071E26EFC}"/>
                </a:ext>
              </a:extLst>
            </p:cNvPr>
            <p:cNvGrpSpPr/>
            <p:nvPr/>
          </p:nvGrpSpPr>
          <p:grpSpPr>
            <a:xfrm>
              <a:off x="2333205" y="4520758"/>
              <a:ext cx="209550" cy="157163"/>
              <a:chOff x="6669881" y="4393406"/>
              <a:chExt cx="209550" cy="157163"/>
            </a:xfrm>
          </p:grpSpPr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5B104560-1B9C-200C-F36B-0B9ADC40A208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1" name="Freeform: Shape 50">
                <a:extLst>
                  <a:ext uri="{FF2B5EF4-FFF2-40B4-BE49-F238E27FC236}">
                    <a16:creationId xmlns:a16="http://schemas.microsoft.com/office/drawing/2014/main" id="{41F976E0-5A7A-266A-9264-8B3B64BCB378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87353F7C-D417-E20A-DF30-F998970BFC77}"/>
                </a:ext>
              </a:extLst>
            </p:cNvPr>
            <p:cNvGrpSpPr/>
            <p:nvPr/>
          </p:nvGrpSpPr>
          <p:grpSpPr>
            <a:xfrm>
              <a:off x="2848977" y="4506471"/>
              <a:ext cx="209550" cy="157163"/>
              <a:chOff x="6669881" y="4393406"/>
              <a:chExt cx="209550" cy="157163"/>
            </a:xfrm>
          </p:grpSpPr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1FB15D27-24E0-6528-89A9-36F7C722CA1C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9" name="Freeform: Shape 48">
                <a:extLst>
                  <a:ext uri="{FF2B5EF4-FFF2-40B4-BE49-F238E27FC236}">
                    <a16:creationId xmlns:a16="http://schemas.microsoft.com/office/drawing/2014/main" id="{26227BB9-9D01-9038-61BF-194B0685A379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5DC88B3B-3FE8-0FC8-3E39-09915B1D85DB}"/>
                </a:ext>
              </a:extLst>
            </p:cNvPr>
            <p:cNvGrpSpPr/>
            <p:nvPr/>
          </p:nvGrpSpPr>
          <p:grpSpPr>
            <a:xfrm>
              <a:off x="3359757" y="4500001"/>
              <a:ext cx="209550" cy="157163"/>
              <a:chOff x="6669881" y="4393406"/>
              <a:chExt cx="209550" cy="157163"/>
            </a:xfrm>
          </p:grpSpPr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0A720D6A-A40E-A47B-31BF-316869BA09B1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7" name="Freeform: Shape 46">
                <a:extLst>
                  <a:ext uri="{FF2B5EF4-FFF2-40B4-BE49-F238E27FC236}">
                    <a16:creationId xmlns:a16="http://schemas.microsoft.com/office/drawing/2014/main" id="{B55EE1EE-8F89-2953-64AA-9D63A92B44A0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13AC1DC3-9687-B9B6-B28C-9693E72DD2FF}"/>
                </a:ext>
              </a:extLst>
            </p:cNvPr>
            <p:cNvGrpSpPr/>
            <p:nvPr/>
          </p:nvGrpSpPr>
          <p:grpSpPr>
            <a:xfrm>
              <a:off x="3828863" y="4505748"/>
              <a:ext cx="209550" cy="157163"/>
              <a:chOff x="6669881" y="4393406"/>
              <a:chExt cx="209550" cy="157163"/>
            </a:xfrm>
          </p:grpSpPr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C6D2E8B7-7036-B889-3193-12BB0137C57B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5" name="Freeform: Shape 44">
                <a:extLst>
                  <a:ext uri="{FF2B5EF4-FFF2-40B4-BE49-F238E27FC236}">
                    <a16:creationId xmlns:a16="http://schemas.microsoft.com/office/drawing/2014/main" id="{4EBEB0DA-4434-E814-F2F6-99C9994CD8C0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1753163C-AF76-A3A6-452A-20D029CA55A0}"/>
                </a:ext>
              </a:extLst>
            </p:cNvPr>
            <p:cNvGrpSpPr/>
            <p:nvPr/>
          </p:nvGrpSpPr>
          <p:grpSpPr>
            <a:xfrm>
              <a:off x="4271771" y="4495238"/>
              <a:ext cx="209550" cy="157163"/>
              <a:chOff x="6669881" y="4393406"/>
              <a:chExt cx="209550" cy="157163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06D30FC0-4753-9097-94F4-192EFF0CCF9E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3" name="Freeform: Shape 42">
                <a:extLst>
                  <a:ext uri="{FF2B5EF4-FFF2-40B4-BE49-F238E27FC236}">
                    <a16:creationId xmlns:a16="http://schemas.microsoft.com/office/drawing/2014/main" id="{B56AFA90-5198-C00F-6B6F-64546F86CD5A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9D3E532A-09D0-6A11-6F0B-D0B61F55EF70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908657" y="5300061"/>
              <a:ext cx="1003434" cy="1889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F96A53A9-67BF-F2CE-76D3-32F05F78CF2B}"/>
                </a:ext>
              </a:extLst>
            </p:cNvPr>
            <p:cNvSpPr txBox="1"/>
            <p:nvPr/>
          </p:nvSpPr>
          <p:spPr>
            <a:xfrm rot="5400000">
              <a:off x="2135199" y="5589007"/>
              <a:ext cx="796202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GND</a:t>
              </a:r>
              <a:endParaRPr lang="LID4096" sz="1000" b="1" dirty="0"/>
            </a:p>
          </p:txBody>
        </p: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D1BB22F4-3F30-8D0D-079F-D0DAD0B0F368}"/>
                </a:ext>
              </a:extLst>
            </p:cNvPr>
            <p:cNvCxnSpPr>
              <a:cxnSpLocks/>
            </p:cNvCxnSpPr>
            <p:nvPr/>
          </p:nvCxnSpPr>
          <p:spPr>
            <a:xfrm>
              <a:off x="4334743" y="2222017"/>
              <a:ext cx="27524" cy="1673166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C54EF6F6-7A16-1B2F-DEAB-CD1CC37B5B36}"/>
                </a:ext>
              </a:extLst>
            </p:cNvPr>
            <p:cNvSpPr txBox="1"/>
            <p:nvPr/>
          </p:nvSpPr>
          <p:spPr>
            <a:xfrm rot="5400000">
              <a:off x="4125363" y="2102273"/>
              <a:ext cx="760164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3.3V</a:t>
              </a:r>
              <a:endParaRPr lang="LID4096" sz="1000" b="1" dirty="0"/>
            </a:p>
          </p:txBody>
        </p: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ADB4380A-0B70-F741-E527-DC5181BA9E7B}"/>
                </a:ext>
              </a:extLst>
            </p:cNvPr>
            <p:cNvCxnSpPr>
              <a:cxnSpLocks/>
            </p:cNvCxnSpPr>
            <p:nvPr/>
          </p:nvCxnSpPr>
          <p:spPr>
            <a:xfrm>
              <a:off x="2399207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DFA9A80A-18B5-43B8-BFE7-DF962C596157}"/>
                </a:ext>
              </a:extLst>
            </p:cNvPr>
            <p:cNvSpPr txBox="1"/>
            <p:nvPr/>
          </p:nvSpPr>
          <p:spPr>
            <a:xfrm rot="5400000">
              <a:off x="2162151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bit0</a:t>
              </a:r>
              <a:endParaRPr lang="LID4096" sz="1000" b="1" dirty="0"/>
            </a:p>
          </p:txBody>
        </p: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F2D4E810-BD9E-087E-BA6F-E9AC496796D8}"/>
                </a:ext>
              </a:extLst>
            </p:cNvPr>
            <p:cNvCxnSpPr>
              <a:cxnSpLocks/>
            </p:cNvCxnSpPr>
            <p:nvPr/>
          </p:nvCxnSpPr>
          <p:spPr>
            <a:xfrm>
              <a:off x="2934442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EC2B1AE5-9BCE-D090-CA0A-847228028F89}"/>
                </a:ext>
              </a:extLst>
            </p:cNvPr>
            <p:cNvSpPr txBox="1"/>
            <p:nvPr/>
          </p:nvSpPr>
          <p:spPr>
            <a:xfrm rot="5400000">
              <a:off x="2764068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bit2</a:t>
              </a:r>
              <a:endParaRPr lang="LID4096" sz="1000" b="1" dirty="0"/>
            </a:p>
          </p:txBody>
        </p: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3F0EBA70-E5AA-0256-304D-DDB3D8EBEA40}"/>
                </a:ext>
              </a:extLst>
            </p:cNvPr>
            <p:cNvCxnSpPr>
              <a:cxnSpLocks/>
            </p:cNvCxnSpPr>
            <p:nvPr/>
          </p:nvCxnSpPr>
          <p:spPr>
            <a:xfrm>
              <a:off x="3453714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F7684165-BC1C-041F-8051-B866B5C72B47}"/>
                </a:ext>
              </a:extLst>
            </p:cNvPr>
            <p:cNvSpPr txBox="1"/>
            <p:nvPr/>
          </p:nvSpPr>
          <p:spPr>
            <a:xfrm rot="5400000">
              <a:off x="3213817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bit4</a:t>
              </a:r>
              <a:endParaRPr lang="LID4096" sz="1000" b="1" dirty="0"/>
            </a:p>
          </p:txBody>
        </p: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D3AC7BDB-8761-0975-71BF-90625F47FB09}"/>
                </a:ext>
              </a:extLst>
            </p:cNvPr>
            <p:cNvCxnSpPr>
              <a:cxnSpLocks/>
            </p:cNvCxnSpPr>
            <p:nvPr/>
          </p:nvCxnSpPr>
          <p:spPr>
            <a:xfrm>
              <a:off x="3907991" y="2335991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2BD08B7F-D2AD-DE14-920C-DED13FD0BD16}"/>
                </a:ext>
              </a:extLst>
            </p:cNvPr>
            <p:cNvSpPr txBox="1"/>
            <p:nvPr/>
          </p:nvSpPr>
          <p:spPr>
            <a:xfrm rot="5400000">
              <a:off x="3664934" y="206730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bit6</a:t>
              </a:r>
              <a:endParaRPr lang="LID4096" sz="1000" b="1" dirty="0"/>
            </a:p>
          </p:txBody>
        </p: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0390376A-3401-D177-A936-D523D0DE3874}"/>
                </a:ext>
              </a:extLst>
            </p:cNvPr>
            <p:cNvCxnSpPr>
              <a:cxnSpLocks/>
            </p:cNvCxnSpPr>
            <p:nvPr/>
          </p:nvCxnSpPr>
          <p:spPr>
            <a:xfrm>
              <a:off x="2920379" y="4745914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C07A4BD0-EC6F-F07E-6802-3B42A5284F61}"/>
                </a:ext>
              </a:extLst>
            </p:cNvPr>
            <p:cNvSpPr txBox="1"/>
            <p:nvPr/>
          </p:nvSpPr>
          <p:spPr>
            <a:xfrm rot="5400000">
              <a:off x="2684413" y="559553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bit1</a:t>
              </a:r>
              <a:endParaRPr lang="LID4096" sz="1000" b="1" dirty="0"/>
            </a:p>
          </p:txBody>
        </p: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FF31DAC2-CEE0-4175-8BD5-E4F45D69B7D0}"/>
                </a:ext>
              </a:extLst>
            </p:cNvPr>
            <p:cNvCxnSpPr>
              <a:cxnSpLocks/>
            </p:cNvCxnSpPr>
            <p:nvPr/>
          </p:nvCxnSpPr>
          <p:spPr>
            <a:xfrm>
              <a:off x="3436440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84D426B3-ACF1-F149-AFE5-B48F438A748C}"/>
                </a:ext>
              </a:extLst>
            </p:cNvPr>
            <p:cNvSpPr txBox="1"/>
            <p:nvPr/>
          </p:nvSpPr>
          <p:spPr>
            <a:xfrm rot="5400000">
              <a:off x="3200473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bit3</a:t>
              </a:r>
              <a:endParaRPr lang="LID4096" sz="1000" b="1" dirty="0"/>
            </a:p>
          </p:txBody>
        </p: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AC4B4120-789F-652B-3237-5E73732EBF74}"/>
                </a:ext>
              </a:extLst>
            </p:cNvPr>
            <p:cNvCxnSpPr>
              <a:cxnSpLocks/>
            </p:cNvCxnSpPr>
            <p:nvPr/>
          </p:nvCxnSpPr>
          <p:spPr>
            <a:xfrm>
              <a:off x="3918887" y="4744900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38AFE926-15B4-3163-9531-3ABDBC26E940}"/>
                </a:ext>
              </a:extLst>
            </p:cNvPr>
            <p:cNvSpPr txBox="1"/>
            <p:nvPr/>
          </p:nvSpPr>
          <p:spPr>
            <a:xfrm rot="5400000">
              <a:off x="3682921" y="5594528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bit5</a:t>
              </a:r>
              <a:endParaRPr lang="LID4096" sz="1000" b="1" dirty="0"/>
            </a:p>
          </p:txBody>
        </p: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82ADDB13-BB21-FA86-B4A5-2D2A833E9F12}"/>
                </a:ext>
              </a:extLst>
            </p:cNvPr>
            <p:cNvCxnSpPr>
              <a:cxnSpLocks/>
            </p:cNvCxnSpPr>
            <p:nvPr/>
          </p:nvCxnSpPr>
          <p:spPr>
            <a:xfrm>
              <a:off x="4372042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8AD5DDD7-B902-160D-09E6-3AACB52B5A17}"/>
                </a:ext>
              </a:extLst>
            </p:cNvPr>
            <p:cNvSpPr txBox="1"/>
            <p:nvPr/>
          </p:nvSpPr>
          <p:spPr>
            <a:xfrm rot="5400000">
              <a:off x="4136075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bit7</a:t>
              </a:r>
              <a:endParaRPr lang="LID4096" sz="1000" b="1" dirty="0"/>
            </a:p>
          </p:txBody>
        </p:sp>
      </p:grpSp>
      <p:sp>
        <p:nvSpPr>
          <p:cNvPr id="74" name="Freeform: Shape 73">
            <a:extLst>
              <a:ext uri="{FF2B5EF4-FFF2-40B4-BE49-F238E27FC236}">
                <a16:creationId xmlns:a16="http://schemas.microsoft.com/office/drawing/2014/main" id="{026265F6-27A7-F0D6-EE05-0F3F1AA7740B}"/>
              </a:ext>
            </a:extLst>
          </p:cNvPr>
          <p:cNvSpPr/>
          <p:nvPr/>
        </p:nvSpPr>
        <p:spPr>
          <a:xfrm>
            <a:off x="2998272" y="4338004"/>
            <a:ext cx="5553847" cy="1202803"/>
          </a:xfrm>
          <a:custGeom>
            <a:avLst/>
            <a:gdLst>
              <a:gd name="connsiteX0" fmla="*/ 0 w 5180202"/>
              <a:gd name="connsiteY0" fmla="*/ 0 h 850096"/>
              <a:gd name="connsiteX1" fmla="*/ 1249960 w 5180202"/>
              <a:gd name="connsiteY1" fmla="*/ 826315 h 850096"/>
              <a:gd name="connsiteX2" fmla="*/ 5180202 w 5180202"/>
              <a:gd name="connsiteY2" fmla="*/ 545284 h 850096"/>
              <a:gd name="connsiteX0" fmla="*/ 0 w 5415094"/>
              <a:gd name="connsiteY0" fmla="*/ 0 h 1936470"/>
              <a:gd name="connsiteX1" fmla="*/ 1484852 w 5415094"/>
              <a:gd name="connsiteY1" fmla="*/ 1912689 h 1936470"/>
              <a:gd name="connsiteX2" fmla="*/ 5415094 w 5415094"/>
              <a:gd name="connsiteY2" fmla="*/ 1631658 h 1936470"/>
              <a:gd name="connsiteX0" fmla="*/ 3044 w 5418138"/>
              <a:gd name="connsiteY0" fmla="*/ 0 h 1936470"/>
              <a:gd name="connsiteX1" fmla="*/ 1487896 w 5418138"/>
              <a:gd name="connsiteY1" fmla="*/ 1912689 h 1936470"/>
              <a:gd name="connsiteX2" fmla="*/ 5418138 w 5418138"/>
              <a:gd name="connsiteY2" fmla="*/ 1631658 h 1936470"/>
              <a:gd name="connsiteX0" fmla="*/ 2804 w 5480816"/>
              <a:gd name="connsiteY0" fmla="*/ 0 h 1978415"/>
              <a:gd name="connsiteX1" fmla="*/ 1550574 w 5480816"/>
              <a:gd name="connsiteY1" fmla="*/ 1954634 h 1978415"/>
              <a:gd name="connsiteX2" fmla="*/ 5480816 w 5480816"/>
              <a:gd name="connsiteY2" fmla="*/ 1673603 h 1978415"/>
              <a:gd name="csX0" fmla="*/ 685 w 7916114"/>
              <a:gd name="csY0" fmla="*/ 0 h 3612330"/>
              <a:gd name="csX1" fmla="*/ 3985872 w 7916114"/>
              <a:gd name="csY1" fmla="*/ 3588549 h 3612330"/>
              <a:gd name="csX2" fmla="*/ 7916114 w 7916114"/>
              <a:gd name="csY2" fmla="*/ 3307518 h 3612330"/>
              <a:gd name="csX0" fmla="*/ 88142 w 8003571"/>
              <a:gd name="csY0" fmla="*/ 0 h 3612330"/>
              <a:gd name="csX1" fmla="*/ 4073329 w 8003571"/>
              <a:gd name="csY1" fmla="*/ 3588549 h 3612330"/>
              <a:gd name="csX2" fmla="*/ 8003571 w 8003571"/>
              <a:gd name="csY2" fmla="*/ 3307518 h 3612330"/>
              <a:gd name="csX0" fmla="*/ 296322 w 8211751"/>
              <a:gd name="csY0" fmla="*/ 0 h 4051250"/>
              <a:gd name="csX1" fmla="*/ 1139528 w 8211751"/>
              <a:gd name="csY1" fmla="*/ 4051250 h 4051250"/>
              <a:gd name="csX2" fmla="*/ 8211751 w 8211751"/>
              <a:gd name="csY2" fmla="*/ 3307518 h 40512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211751" h="4051250">
                <a:moveTo>
                  <a:pt x="296322" y="0"/>
                </a:moveTo>
                <a:cubicBezTo>
                  <a:pt x="-417992" y="1399332"/>
                  <a:pt x="276161" y="3960369"/>
                  <a:pt x="1139528" y="4051250"/>
                </a:cubicBezTo>
                <a:lnTo>
                  <a:pt x="8211751" y="3307518"/>
                </a:lnTo>
              </a:path>
            </a:pathLst>
          </a:cu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2" name="Freeform: Shape 91">
            <a:extLst>
              <a:ext uri="{FF2B5EF4-FFF2-40B4-BE49-F238E27FC236}">
                <a16:creationId xmlns:a16="http://schemas.microsoft.com/office/drawing/2014/main" id="{DE938066-83EF-DA7A-7026-938E60CD0BAC}"/>
              </a:ext>
            </a:extLst>
          </p:cNvPr>
          <p:cNvSpPr/>
          <p:nvPr/>
        </p:nvSpPr>
        <p:spPr>
          <a:xfrm>
            <a:off x="8423503" y="5071180"/>
            <a:ext cx="816282" cy="244395"/>
          </a:xfrm>
          <a:custGeom>
            <a:avLst/>
            <a:gdLst>
              <a:gd name="connsiteX0" fmla="*/ 328612 w 397668"/>
              <a:gd name="connsiteY0" fmla="*/ 2381 h 119062"/>
              <a:gd name="connsiteX1" fmla="*/ 66675 w 397668"/>
              <a:gd name="connsiteY1" fmla="*/ 0 h 119062"/>
              <a:gd name="connsiteX2" fmla="*/ 0 w 397668"/>
              <a:gd name="connsiteY2" fmla="*/ 119062 h 119062"/>
              <a:gd name="connsiteX3" fmla="*/ 397668 w 397668"/>
              <a:gd name="connsiteY3" fmla="*/ 119062 h 119062"/>
              <a:gd name="connsiteX4" fmla="*/ 328612 w 397668"/>
              <a:gd name="connsiteY4" fmla="*/ 2381 h 1190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7668" h="119062">
                <a:moveTo>
                  <a:pt x="328612" y="2381"/>
                </a:moveTo>
                <a:lnTo>
                  <a:pt x="66675" y="0"/>
                </a:lnTo>
                <a:lnTo>
                  <a:pt x="0" y="119062"/>
                </a:lnTo>
                <a:lnTo>
                  <a:pt x="397668" y="119062"/>
                </a:lnTo>
                <a:lnTo>
                  <a:pt x="328612" y="2381"/>
                </a:lnTo>
                <a:close/>
              </a:path>
            </a:pathLst>
          </a:cu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97CD3CD1-48F2-3A65-49C0-1277129BC96E}"/>
              </a:ext>
            </a:extLst>
          </p:cNvPr>
          <p:cNvSpPr/>
          <p:nvPr/>
        </p:nvSpPr>
        <p:spPr>
          <a:xfrm rot="15300440">
            <a:off x="3595486" y="4477126"/>
            <a:ext cx="666925" cy="755009"/>
          </a:xfrm>
          <a:custGeom>
            <a:avLst/>
            <a:gdLst>
              <a:gd name="connsiteX0" fmla="*/ 666925 w 666925"/>
              <a:gd name="connsiteY0" fmla="*/ 0 h 755009"/>
              <a:gd name="connsiteX1" fmla="*/ 360727 w 666925"/>
              <a:gd name="connsiteY1" fmla="*/ 444616 h 755009"/>
              <a:gd name="connsiteX2" fmla="*/ 0 w 666925"/>
              <a:gd name="connsiteY2" fmla="*/ 755009 h 7550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66925" h="755009">
                <a:moveTo>
                  <a:pt x="666925" y="0"/>
                </a:moveTo>
                <a:cubicBezTo>
                  <a:pt x="569403" y="159390"/>
                  <a:pt x="471881" y="318781"/>
                  <a:pt x="360727" y="444616"/>
                </a:cubicBezTo>
                <a:cubicBezTo>
                  <a:pt x="249573" y="570451"/>
                  <a:pt x="124786" y="662730"/>
                  <a:pt x="0" y="755009"/>
                </a:cubicBezTo>
              </a:path>
            </a:pathLst>
          </a:cu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EF8F3B5D-AD29-1192-2114-D4A297CFBD11}"/>
              </a:ext>
            </a:extLst>
          </p:cNvPr>
          <p:cNvGrpSpPr/>
          <p:nvPr/>
        </p:nvGrpSpPr>
        <p:grpSpPr>
          <a:xfrm rot="12438241">
            <a:off x="4302480" y="5083408"/>
            <a:ext cx="550143" cy="184758"/>
            <a:chOff x="7629989" y="5236460"/>
            <a:chExt cx="1027147" cy="344953"/>
          </a:xfrm>
        </p:grpSpPr>
        <p:sp>
          <p:nvSpPr>
            <p:cNvPr id="65" name="Oval 64">
              <a:extLst>
                <a:ext uri="{FF2B5EF4-FFF2-40B4-BE49-F238E27FC236}">
                  <a16:creationId xmlns:a16="http://schemas.microsoft.com/office/drawing/2014/main" id="{0B8E2110-82DD-1515-3119-359D949774F6}"/>
                </a:ext>
              </a:extLst>
            </p:cNvPr>
            <p:cNvSpPr/>
            <p:nvPr/>
          </p:nvSpPr>
          <p:spPr>
            <a:xfrm>
              <a:off x="7629989" y="5236460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6" name="Oval 65">
              <a:extLst>
                <a:ext uri="{FF2B5EF4-FFF2-40B4-BE49-F238E27FC236}">
                  <a16:creationId xmlns:a16="http://schemas.microsoft.com/office/drawing/2014/main" id="{D76BFE33-1416-7237-6686-5CDDFB1D8BEC}"/>
                </a:ext>
              </a:extLst>
            </p:cNvPr>
            <p:cNvSpPr/>
            <p:nvPr/>
          </p:nvSpPr>
          <p:spPr>
            <a:xfrm>
              <a:off x="8315512" y="5239789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C0A5E6CD-A784-7FE0-D223-D13A377F8C9F}"/>
                </a:ext>
              </a:extLst>
            </p:cNvPr>
            <p:cNvSpPr/>
            <p:nvPr/>
          </p:nvSpPr>
          <p:spPr>
            <a:xfrm>
              <a:off x="7866077" y="5260841"/>
              <a:ext cx="541140" cy="292863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B978E740-751C-7CE4-C0EF-CDCAA55042C8}"/>
                </a:ext>
              </a:extLst>
            </p:cNvPr>
            <p:cNvCxnSpPr/>
            <p:nvPr/>
          </p:nvCxnSpPr>
          <p:spPr>
            <a:xfrm>
              <a:off x="7953306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Connector 68">
              <a:extLst>
                <a:ext uri="{FF2B5EF4-FFF2-40B4-BE49-F238E27FC236}">
                  <a16:creationId xmlns:a16="http://schemas.microsoft.com/office/drawing/2014/main" id="{AB9B66DA-5F7D-0E32-7B16-0330742126A6}"/>
                </a:ext>
              </a:extLst>
            </p:cNvPr>
            <p:cNvCxnSpPr/>
            <p:nvPr/>
          </p:nvCxnSpPr>
          <p:spPr>
            <a:xfrm>
              <a:off x="8266751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Straight Connector 69">
              <a:extLst>
                <a:ext uri="{FF2B5EF4-FFF2-40B4-BE49-F238E27FC236}">
                  <a16:creationId xmlns:a16="http://schemas.microsoft.com/office/drawing/2014/main" id="{2FE125BC-AAB9-68DA-EF69-034319904E0A}"/>
                </a:ext>
              </a:extLst>
            </p:cNvPr>
            <p:cNvCxnSpPr/>
            <p:nvPr/>
          </p:nvCxnSpPr>
          <p:spPr>
            <a:xfrm>
              <a:off x="8099972" y="5260841"/>
              <a:ext cx="0" cy="292863"/>
            </a:xfrm>
            <a:prstGeom prst="line">
              <a:avLst/>
            </a:prstGeom>
            <a:ln w="5080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E60ECB86-7D4B-CAFB-1860-BBC64B3604ED}"/>
                </a:ext>
              </a:extLst>
            </p:cNvPr>
            <p:cNvCxnSpPr/>
            <p:nvPr/>
          </p:nvCxnSpPr>
          <p:spPr>
            <a:xfrm>
              <a:off x="8196330" y="5260841"/>
              <a:ext cx="0" cy="292863"/>
            </a:xfrm>
            <a:prstGeom prst="line">
              <a:avLst/>
            </a:prstGeom>
            <a:ln w="50800"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3" name="Freeform: Shape 72">
            <a:extLst>
              <a:ext uri="{FF2B5EF4-FFF2-40B4-BE49-F238E27FC236}">
                <a16:creationId xmlns:a16="http://schemas.microsoft.com/office/drawing/2014/main" id="{731CCE4E-E5F0-3BA5-056C-C30EAD039BE9}"/>
              </a:ext>
            </a:extLst>
          </p:cNvPr>
          <p:cNvSpPr/>
          <p:nvPr/>
        </p:nvSpPr>
        <p:spPr>
          <a:xfrm rot="15300440">
            <a:off x="4900770" y="5210290"/>
            <a:ext cx="272702" cy="345054"/>
          </a:xfrm>
          <a:custGeom>
            <a:avLst/>
            <a:gdLst>
              <a:gd name="connsiteX0" fmla="*/ 666925 w 666925"/>
              <a:gd name="connsiteY0" fmla="*/ 0 h 755009"/>
              <a:gd name="connsiteX1" fmla="*/ 360727 w 666925"/>
              <a:gd name="connsiteY1" fmla="*/ 444616 h 755009"/>
              <a:gd name="connsiteX2" fmla="*/ 0 w 666925"/>
              <a:gd name="connsiteY2" fmla="*/ 755009 h 755009"/>
              <a:gd name="csX0" fmla="*/ 666925 w 666925"/>
              <a:gd name="csY0" fmla="*/ 0 h 755009"/>
              <a:gd name="csX1" fmla="*/ 0 w 666925"/>
              <a:gd name="csY1" fmla="*/ 755009 h 755009"/>
              <a:gd name="csX0" fmla="*/ 272702 w 272702"/>
              <a:gd name="csY0" fmla="*/ 0 h 345054"/>
              <a:gd name="csX1" fmla="*/ 0 w 272702"/>
              <a:gd name="csY1" fmla="*/ 345054 h 345054"/>
              <a:gd name="csX0" fmla="*/ 272702 w 272702"/>
              <a:gd name="csY0" fmla="*/ 0 h 345054"/>
              <a:gd name="csX1" fmla="*/ 0 w 272702"/>
              <a:gd name="csY1" fmla="*/ 345054 h 345054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72702" h="345054">
                <a:moveTo>
                  <a:pt x="272702" y="0"/>
                </a:moveTo>
                <a:cubicBezTo>
                  <a:pt x="181801" y="115018"/>
                  <a:pt x="118747" y="308601"/>
                  <a:pt x="0" y="345054"/>
                </a:cubicBezTo>
              </a:path>
            </a:pathLst>
          </a:cu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4CAB725B-0A8E-42D4-9EBF-683CC5E4F8FB}"/>
              </a:ext>
            </a:extLst>
          </p:cNvPr>
          <p:cNvSpPr/>
          <p:nvPr/>
        </p:nvSpPr>
        <p:spPr>
          <a:xfrm flipH="1">
            <a:off x="8941226" y="4501306"/>
            <a:ext cx="617210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2" name="Freeform: Shape 71">
            <a:extLst>
              <a:ext uri="{FF2B5EF4-FFF2-40B4-BE49-F238E27FC236}">
                <a16:creationId xmlns:a16="http://schemas.microsoft.com/office/drawing/2014/main" id="{6F0AD635-BF1D-BAD6-3E7F-F9D6DA9A61E3}"/>
              </a:ext>
            </a:extLst>
          </p:cNvPr>
          <p:cNvSpPr/>
          <p:nvPr/>
        </p:nvSpPr>
        <p:spPr>
          <a:xfrm>
            <a:off x="7994798" y="4503739"/>
            <a:ext cx="659869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0A0223E1-F37E-16A9-3DB9-BE7004DE93EC}"/>
              </a:ext>
            </a:extLst>
          </p:cNvPr>
          <p:cNvSpPr/>
          <p:nvPr/>
        </p:nvSpPr>
        <p:spPr>
          <a:xfrm>
            <a:off x="8751023" y="4245135"/>
            <a:ext cx="93846" cy="565768"/>
          </a:xfrm>
          <a:prstGeom prst="rect">
            <a:avLst/>
          </a:prstGeom>
          <a:solidFill>
            <a:sysClr val="windowText" lastClr="000000">
              <a:lumMod val="65000"/>
              <a:lumOff val="35000"/>
            </a:sysClr>
          </a:solidFill>
          <a:ln w="38100" cap="flat" cmpd="sng" algn="ctr">
            <a:solidFill>
              <a:sysClr val="windowText" lastClr="000000">
                <a:lumMod val="75000"/>
                <a:lumOff val="25000"/>
              </a:sys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9" name="Rectangle: Rounded Corners 78">
            <a:extLst>
              <a:ext uri="{FF2B5EF4-FFF2-40B4-BE49-F238E27FC236}">
                <a16:creationId xmlns:a16="http://schemas.microsoft.com/office/drawing/2014/main" id="{3D71BBCF-6073-FC51-A474-F0C4DFE06EA3}"/>
              </a:ext>
            </a:extLst>
          </p:cNvPr>
          <p:cNvSpPr/>
          <p:nvPr/>
        </p:nvSpPr>
        <p:spPr>
          <a:xfrm>
            <a:off x="8408838" y="3317107"/>
            <a:ext cx="748889" cy="891084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80" name="Group 79">
            <a:extLst>
              <a:ext uri="{FF2B5EF4-FFF2-40B4-BE49-F238E27FC236}">
                <a16:creationId xmlns:a16="http://schemas.microsoft.com/office/drawing/2014/main" id="{B184D5E9-9346-99A8-57CB-7321D99149DD}"/>
              </a:ext>
            </a:extLst>
          </p:cNvPr>
          <p:cNvGrpSpPr/>
          <p:nvPr/>
        </p:nvGrpSpPr>
        <p:grpSpPr>
          <a:xfrm>
            <a:off x="8474678" y="4221613"/>
            <a:ext cx="631874" cy="309390"/>
            <a:chOff x="5198211" y="3413816"/>
            <a:chExt cx="307830" cy="260468"/>
          </a:xfrm>
        </p:grpSpPr>
        <p:sp>
          <p:nvSpPr>
            <p:cNvPr id="93" name="Freeform: Shape 92">
              <a:extLst>
                <a:ext uri="{FF2B5EF4-FFF2-40B4-BE49-F238E27FC236}">
                  <a16:creationId xmlns:a16="http://schemas.microsoft.com/office/drawing/2014/main" id="{BB9CA4DE-BBA1-026B-61A9-3397094D7A37}"/>
                </a:ext>
              </a:extLst>
            </p:cNvPr>
            <p:cNvSpPr/>
            <p:nvPr/>
          </p:nvSpPr>
          <p:spPr>
            <a:xfrm>
              <a:off x="5198211" y="341381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94" name="Freeform: Shape 93">
              <a:extLst>
                <a:ext uri="{FF2B5EF4-FFF2-40B4-BE49-F238E27FC236}">
                  <a16:creationId xmlns:a16="http://schemas.microsoft.com/office/drawing/2014/main" id="{9EEEB1DF-0F74-C526-13E7-548F1719E3BA}"/>
                </a:ext>
              </a:extLst>
            </p:cNvPr>
            <p:cNvSpPr/>
            <p:nvPr/>
          </p:nvSpPr>
          <p:spPr>
            <a:xfrm>
              <a:off x="5205355" y="346144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95" name="Freeform: Shape 94">
              <a:extLst>
                <a:ext uri="{FF2B5EF4-FFF2-40B4-BE49-F238E27FC236}">
                  <a16:creationId xmlns:a16="http://schemas.microsoft.com/office/drawing/2014/main" id="{69FA9BD1-E813-704E-2550-180CDF85A2DA}"/>
                </a:ext>
              </a:extLst>
            </p:cNvPr>
            <p:cNvSpPr/>
            <p:nvPr/>
          </p:nvSpPr>
          <p:spPr>
            <a:xfrm>
              <a:off x="5202974" y="350906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96" name="Freeform: Shape 95">
              <a:extLst>
                <a:ext uri="{FF2B5EF4-FFF2-40B4-BE49-F238E27FC236}">
                  <a16:creationId xmlns:a16="http://schemas.microsoft.com/office/drawing/2014/main" id="{5ADFAA4E-3B18-7381-E8B0-742C5C344C3D}"/>
                </a:ext>
              </a:extLst>
            </p:cNvPr>
            <p:cNvSpPr/>
            <p:nvPr/>
          </p:nvSpPr>
          <p:spPr>
            <a:xfrm>
              <a:off x="5200593" y="355669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424E055F-1213-FCA0-A1BD-948F1E8E8A60}"/>
              </a:ext>
            </a:extLst>
          </p:cNvPr>
          <p:cNvCxnSpPr>
            <a:cxnSpLocks/>
          </p:cNvCxnSpPr>
          <p:nvPr/>
        </p:nvCxnSpPr>
        <p:spPr>
          <a:xfrm flipH="1">
            <a:off x="8572556" y="5005100"/>
            <a:ext cx="268837" cy="112423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0CBDAE06-CAEC-C45B-0161-D6BAACA853C7}"/>
              </a:ext>
            </a:extLst>
          </p:cNvPr>
          <p:cNvCxnSpPr>
            <a:cxnSpLocks/>
          </p:cNvCxnSpPr>
          <p:nvPr/>
        </p:nvCxnSpPr>
        <p:spPr>
          <a:xfrm flipH="1">
            <a:off x="8616604" y="5009987"/>
            <a:ext cx="381202" cy="147409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99" name="Freeform: Shape 98">
            <a:extLst>
              <a:ext uri="{FF2B5EF4-FFF2-40B4-BE49-F238E27FC236}">
                <a16:creationId xmlns:a16="http://schemas.microsoft.com/office/drawing/2014/main" id="{D1CADF1C-2A9C-1315-3361-2CC9501A42B6}"/>
              </a:ext>
            </a:extLst>
          </p:cNvPr>
          <p:cNvSpPr/>
          <p:nvPr/>
        </p:nvSpPr>
        <p:spPr>
          <a:xfrm>
            <a:off x="8520602" y="3222442"/>
            <a:ext cx="140598" cy="381299"/>
          </a:xfrm>
          <a:custGeom>
            <a:avLst/>
            <a:gdLst>
              <a:gd name="connsiteX0" fmla="*/ 140598 w 140598"/>
              <a:gd name="connsiteY0" fmla="*/ 3794 h 381299"/>
              <a:gd name="connsiteX1" fmla="*/ 18957 w 140598"/>
              <a:gd name="connsiteY1" fmla="*/ 54128 h 381299"/>
              <a:gd name="connsiteX2" fmla="*/ 2179 w 140598"/>
              <a:gd name="connsiteY2" fmla="*/ 381299 h 3812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0598" h="381299">
                <a:moveTo>
                  <a:pt x="140598" y="3794"/>
                </a:moveTo>
                <a:cubicBezTo>
                  <a:pt x="91312" y="-2498"/>
                  <a:pt x="42027" y="-8789"/>
                  <a:pt x="18957" y="54128"/>
                </a:cubicBezTo>
                <a:cubicBezTo>
                  <a:pt x="-4113" y="117045"/>
                  <a:pt x="-967" y="249172"/>
                  <a:pt x="2179" y="381299"/>
                </a:cubicBezTo>
              </a:path>
            </a:pathLst>
          </a:custGeom>
          <a:noFill/>
          <a:ln w="38100" cap="rnd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0" name="Freeform: Shape 99">
            <a:extLst>
              <a:ext uri="{FF2B5EF4-FFF2-40B4-BE49-F238E27FC236}">
                <a16:creationId xmlns:a16="http://schemas.microsoft.com/office/drawing/2014/main" id="{93512A8F-B746-82D6-2313-64CF9EC71109}"/>
              </a:ext>
            </a:extLst>
          </p:cNvPr>
          <p:cNvSpPr/>
          <p:nvPr/>
        </p:nvSpPr>
        <p:spPr>
          <a:xfrm>
            <a:off x="3191636" y="3189528"/>
            <a:ext cx="5508602" cy="1791542"/>
          </a:xfrm>
          <a:custGeom>
            <a:avLst/>
            <a:gdLst>
              <a:gd name="connsiteX0" fmla="*/ 0 w 5549318"/>
              <a:gd name="connsiteY0" fmla="*/ 178006 h 1556019"/>
              <a:gd name="connsiteX1" fmla="*/ 973123 w 5549318"/>
              <a:gd name="connsiteY1" fmla="*/ 6032 h 1556019"/>
              <a:gd name="connsiteX2" fmla="*/ 2063692 w 5549318"/>
              <a:gd name="connsiteY2" fmla="*/ 370953 h 1556019"/>
              <a:gd name="connsiteX3" fmla="*/ 4467138 w 5549318"/>
              <a:gd name="connsiteY3" fmla="*/ 1524439 h 1556019"/>
              <a:gd name="connsiteX4" fmla="*/ 5549318 w 5549318"/>
              <a:gd name="connsiteY4" fmla="*/ 1117573 h 1556019"/>
              <a:gd name="csX0" fmla="*/ 0 w 5549318"/>
              <a:gd name="csY0" fmla="*/ 1 h 1378014"/>
              <a:gd name="csX1" fmla="*/ 2063692 w 5549318"/>
              <a:gd name="csY1" fmla="*/ 192948 h 1378014"/>
              <a:gd name="csX2" fmla="*/ 4467138 w 5549318"/>
              <a:gd name="csY2" fmla="*/ 1346434 h 1378014"/>
              <a:gd name="csX3" fmla="*/ 5549318 w 5549318"/>
              <a:gd name="csY3" fmla="*/ 939568 h 1378014"/>
              <a:gd name="csX0" fmla="*/ 0 w 5549318"/>
              <a:gd name="csY0" fmla="*/ 1 h 939567"/>
              <a:gd name="csX1" fmla="*/ 2063692 w 5549318"/>
              <a:gd name="csY1" fmla="*/ 192948 h 939567"/>
              <a:gd name="csX2" fmla="*/ 5549318 w 5549318"/>
              <a:gd name="csY2" fmla="*/ 939568 h 939567"/>
              <a:gd name="csX0" fmla="*/ 0 w 9184032"/>
              <a:gd name="csY0" fmla="*/ 0 h 4200645"/>
              <a:gd name="csX1" fmla="*/ 5698406 w 9184032"/>
              <a:gd name="csY1" fmla="*/ 3454026 h 4200645"/>
              <a:gd name="csX2" fmla="*/ 9184032 w 9184032"/>
              <a:gd name="csY2" fmla="*/ 4200646 h 4200645"/>
              <a:gd name="csX0" fmla="*/ 0 w 9184032"/>
              <a:gd name="csY0" fmla="*/ 241115 h 4441760"/>
              <a:gd name="csX1" fmla="*/ 5698406 w 9184032"/>
              <a:gd name="csY1" fmla="*/ 3695141 h 4441760"/>
              <a:gd name="csX2" fmla="*/ 9184032 w 9184032"/>
              <a:gd name="csY2" fmla="*/ 4441761 h 4441760"/>
              <a:gd name="csX0" fmla="*/ 0 w 9184032"/>
              <a:gd name="csY0" fmla="*/ 1106090 h 5306735"/>
              <a:gd name="csX1" fmla="*/ 3578749 w 9184032"/>
              <a:gd name="csY1" fmla="*/ 423128 h 5306735"/>
              <a:gd name="csX2" fmla="*/ 9184032 w 9184032"/>
              <a:gd name="csY2" fmla="*/ 5306736 h 5306735"/>
              <a:gd name="csX0" fmla="*/ 0 w 9184032"/>
              <a:gd name="csY0" fmla="*/ 2326056 h 6526701"/>
              <a:gd name="csX1" fmla="*/ 3578749 w 9184032"/>
              <a:gd name="csY1" fmla="*/ 1643094 h 6526701"/>
              <a:gd name="csX2" fmla="*/ 9184032 w 9184032"/>
              <a:gd name="csY2" fmla="*/ 6526702 h 6526701"/>
              <a:gd name="csX0" fmla="*/ 0 w 9184032"/>
              <a:gd name="csY0" fmla="*/ 2326056 h 6920647"/>
              <a:gd name="csX1" fmla="*/ 3578749 w 9184032"/>
              <a:gd name="csY1" fmla="*/ 1643094 h 6920647"/>
              <a:gd name="csX2" fmla="*/ 9184032 w 9184032"/>
              <a:gd name="csY2" fmla="*/ 6526702 h 6920647"/>
              <a:gd name="csX0" fmla="*/ 0 w 9127130"/>
              <a:gd name="csY0" fmla="*/ 1016083 h 5623622"/>
              <a:gd name="csX1" fmla="*/ 3521847 w 9127130"/>
              <a:gd name="csY1" fmla="*/ 494825 h 5623622"/>
              <a:gd name="csX2" fmla="*/ 9127130 w 9127130"/>
              <a:gd name="csY2" fmla="*/ 5378433 h 562362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9127130" h="5623622">
                <a:moveTo>
                  <a:pt x="0" y="1016083"/>
                </a:moveTo>
                <a:cubicBezTo>
                  <a:pt x="316129" y="-237370"/>
                  <a:pt x="2000659" y="-232233"/>
                  <a:pt x="3521847" y="494825"/>
                </a:cubicBezTo>
                <a:cubicBezTo>
                  <a:pt x="5043035" y="1221883"/>
                  <a:pt x="7575857" y="6853425"/>
                  <a:pt x="9127130" y="5378433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1" name="Rectangle: Rounded Corners 100">
            <a:extLst>
              <a:ext uri="{FF2B5EF4-FFF2-40B4-BE49-F238E27FC236}">
                <a16:creationId xmlns:a16="http://schemas.microsoft.com/office/drawing/2014/main" id="{E378B1BB-0C20-7E52-B783-ADDACC8E5BBC}"/>
              </a:ext>
            </a:extLst>
          </p:cNvPr>
          <p:cNvSpPr/>
          <p:nvPr/>
        </p:nvSpPr>
        <p:spPr>
          <a:xfrm>
            <a:off x="8709418" y="4800344"/>
            <a:ext cx="185740" cy="325316"/>
          </a:xfrm>
          <a:prstGeom prst="roundRect">
            <a:avLst/>
          </a:pr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35E0C138-D143-8A5D-1582-5F1CE0512CE3}"/>
              </a:ext>
            </a:extLst>
          </p:cNvPr>
          <p:cNvCxnSpPr>
            <a:cxnSpLocks/>
          </p:cNvCxnSpPr>
          <p:nvPr/>
        </p:nvCxnSpPr>
        <p:spPr>
          <a:xfrm>
            <a:off x="8758296" y="4827549"/>
            <a:ext cx="0" cy="175965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grpSp>
        <p:nvGrpSpPr>
          <p:cNvPr id="103" name="Group 102">
            <a:extLst>
              <a:ext uri="{FF2B5EF4-FFF2-40B4-BE49-F238E27FC236}">
                <a16:creationId xmlns:a16="http://schemas.microsoft.com/office/drawing/2014/main" id="{48B89A86-63FF-515E-8AA8-2245D1186D97}"/>
              </a:ext>
            </a:extLst>
          </p:cNvPr>
          <p:cNvGrpSpPr/>
          <p:nvPr/>
        </p:nvGrpSpPr>
        <p:grpSpPr>
          <a:xfrm>
            <a:off x="413706" y="4221613"/>
            <a:ext cx="1719929" cy="1784800"/>
            <a:chOff x="413706" y="4221613"/>
            <a:chExt cx="1719929" cy="1784800"/>
          </a:xfrm>
        </p:grpSpPr>
        <p:pic>
          <p:nvPicPr>
            <p:cNvPr id="104" name="Picture 103">
              <a:extLst>
                <a:ext uri="{FF2B5EF4-FFF2-40B4-BE49-F238E27FC236}">
                  <a16:creationId xmlns:a16="http://schemas.microsoft.com/office/drawing/2014/main" id="{E4EBB39E-C648-9F85-1B1B-87747F71C4C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 flipH="1">
              <a:off x="1522867" y="4278183"/>
              <a:ext cx="267313" cy="1140629"/>
            </a:xfrm>
            <a:prstGeom prst="rect">
              <a:avLst/>
            </a:prstGeom>
          </p:spPr>
        </p:pic>
        <p:pic>
          <p:nvPicPr>
            <p:cNvPr id="105" name="Picture 104">
              <a:extLst>
                <a:ext uri="{FF2B5EF4-FFF2-40B4-BE49-F238E27FC236}">
                  <a16:creationId xmlns:a16="http://schemas.microsoft.com/office/drawing/2014/main" id="{4E2F521B-1CA2-B0A4-0B11-D17A414F629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13706" y="4278183"/>
              <a:ext cx="336160" cy="1140543"/>
            </a:xfrm>
            <a:prstGeom prst="rect">
              <a:avLst/>
            </a:prstGeom>
          </p:spPr>
        </p:pic>
        <p:sp>
          <p:nvSpPr>
            <p:cNvPr id="106" name="Rectangle 105">
              <a:extLst>
                <a:ext uri="{FF2B5EF4-FFF2-40B4-BE49-F238E27FC236}">
                  <a16:creationId xmlns:a16="http://schemas.microsoft.com/office/drawing/2014/main" id="{F2E961B3-35EA-6F85-3713-F03FC123867E}"/>
                </a:ext>
              </a:extLst>
            </p:cNvPr>
            <p:cNvSpPr/>
            <p:nvPr/>
          </p:nvSpPr>
          <p:spPr>
            <a:xfrm>
              <a:off x="772732" y="4221613"/>
              <a:ext cx="673995" cy="25282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7" name="TextBox 106">
              <a:extLst>
                <a:ext uri="{FF2B5EF4-FFF2-40B4-BE49-F238E27FC236}">
                  <a16:creationId xmlns:a16="http://schemas.microsoft.com/office/drawing/2014/main" id="{AECB6F6D-DF20-935B-398D-7DE85953C990}"/>
                </a:ext>
              </a:extLst>
            </p:cNvPr>
            <p:cNvSpPr txBox="1"/>
            <p:nvPr/>
          </p:nvSpPr>
          <p:spPr>
            <a:xfrm>
              <a:off x="845845" y="4249329"/>
              <a:ext cx="546945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700"/>
                <a:t>Many M</a:t>
              </a:r>
              <a:r>
                <a:rPr lang="el-GR" sz="700"/>
                <a:t>Ω</a:t>
              </a:r>
              <a:endParaRPr lang="LID4096" sz="700"/>
            </a:p>
          </p:txBody>
        </p:sp>
        <p:cxnSp>
          <p:nvCxnSpPr>
            <p:cNvPr id="108" name="Straight Connector 107">
              <a:extLst>
                <a:ext uri="{FF2B5EF4-FFF2-40B4-BE49-F238E27FC236}">
                  <a16:creationId xmlns:a16="http://schemas.microsoft.com/office/drawing/2014/main" id="{97939396-C46B-F45D-3AE6-F7838B37DF7F}"/>
                </a:ext>
              </a:extLst>
            </p:cNvPr>
            <p:cNvCxnSpPr>
              <a:stCxn id="106" idx="1"/>
            </p:cNvCxnSpPr>
            <p:nvPr/>
          </p:nvCxnSpPr>
          <p:spPr>
            <a:xfrm flipH="1">
              <a:off x="493690" y="4348023"/>
              <a:ext cx="279042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Straight Connector 108">
              <a:extLst>
                <a:ext uri="{FF2B5EF4-FFF2-40B4-BE49-F238E27FC236}">
                  <a16:creationId xmlns:a16="http://schemas.microsoft.com/office/drawing/2014/main" id="{75957C74-DF7B-8A94-6D70-FB074E7658B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83913" y="4233683"/>
              <a:ext cx="9777" cy="22656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" name="Straight Connector 109">
              <a:extLst>
                <a:ext uri="{FF2B5EF4-FFF2-40B4-BE49-F238E27FC236}">
                  <a16:creationId xmlns:a16="http://schemas.microsoft.com/office/drawing/2014/main" id="{D78B7EE5-5BB7-16ED-3F15-D346A60385F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57671" y="4236147"/>
              <a:ext cx="4890" cy="18764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Straight Connector 110">
              <a:extLst>
                <a:ext uri="{FF2B5EF4-FFF2-40B4-BE49-F238E27FC236}">
                  <a16:creationId xmlns:a16="http://schemas.microsoft.com/office/drawing/2014/main" id="{1FF0BC02-A49E-8B57-CA2C-5166422D69F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30576" y="4291453"/>
              <a:ext cx="0" cy="98158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Straight Connector 111">
              <a:extLst>
                <a:ext uri="{FF2B5EF4-FFF2-40B4-BE49-F238E27FC236}">
                  <a16:creationId xmlns:a16="http://schemas.microsoft.com/office/drawing/2014/main" id="{2A5D22CA-6FB9-9C64-EDAD-B3AF062545B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446727" y="4348544"/>
              <a:ext cx="686908" cy="988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113" name="Picture 112">
              <a:extLst>
                <a:ext uri="{FF2B5EF4-FFF2-40B4-BE49-F238E27FC236}">
                  <a16:creationId xmlns:a16="http://schemas.microsoft.com/office/drawing/2014/main" id="{F1B01CC6-661F-E457-6133-AEB196E39A3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860806" y="4911892"/>
              <a:ext cx="929375" cy="1094521"/>
            </a:xfrm>
            <a:prstGeom prst="rect">
              <a:avLst/>
            </a:prstGeom>
          </p:spPr>
        </p:pic>
        <p:sp>
          <p:nvSpPr>
            <p:cNvPr id="114" name="Freeform: Shape 113">
              <a:extLst>
                <a:ext uri="{FF2B5EF4-FFF2-40B4-BE49-F238E27FC236}">
                  <a16:creationId xmlns:a16="http://schemas.microsoft.com/office/drawing/2014/main" id="{0A3BFCCA-A3D3-8BD7-8C79-4F4161EE2AC9}"/>
                </a:ext>
              </a:extLst>
            </p:cNvPr>
            <p:cNvSpPr/>
            <p:nvPr/>
          </p:nvSpPr>
          <p:spPr>
            <a:xfrm>
              <a:off x="1550421" y="5388677"/>
              <a:ext cx="123598" cy="45719"/>
            </a:xfrm>
            <a:custGeom>
              <a:avLst/>
              <a:gdLst>
                <a:gd name="csX0" fmla="*/ 107156 w 107156"/>
                <a:gd name="csY0" fmla="*/ 0 h 40481"/>
                <a:gd name="csX1" fmla="*/ 0 w 107156"/>
                <a:gd name="csY1" fmla="*/ 40481 h 4048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07156" h="40481">
                  <a:moveTo>
                    <a:pt x="107156" y="0"/>
                  </a:moveTo>
                  <a:lnTo>
                    <a:pt x="0" y="40481"/>
                  </a:ln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115" name="Straight Connector 114">
              <a:extLst>
                <a:ext uri="{FF2B5EF4-FFF2-40B4-BE49-F238E27FC236}">
                  <a16:creationId xmlns:a16="http://schemas.microsoft.com/office/drawing/2014/main" id="{13F70B25-7B30-BAC4-4B20-DB3158C5761A}"/>
                </a:ext>
              </a:extLst>
            </p:cNvPr>
            <p:cNvCxnSpPr/>
            <p:nvPr/>
          </p:nvCxnSpPr>
          <p:spPr>
            <a:xfrm flipV="1">
              <a:off x="711994" y="5250656"/>
              <a:ext cx="378619" cy="92869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6" name="Freeform: Shape 115">
              <a:extLst>
                <a:ext uri="{FF2B5EF4-FFF2-40B4-BE49-F238E27FC236}">
                  <a16:creationId xmlns:a16="http://schemas.microsoft.com/office/drawing/2014/main" id="{D85A8224-D046-5E7E-53F7-5FA268A4A6E7}"/>
                </a:ext>
              </a:extLst>
            </p:cNvPr>
            <p:cNvSpPr/>
            <p:nvPr/>
          </p:nvSpPr>
          <p:spPr>
            <a:xfrm>
              <a:off x="1197154" y="5078820"/>
              <a:ext cx="267315" cy="128974"/>
            </a:xfrm>
            <a:custGeom>
              <a:avLst/>
              <a:gdLst>
                <a:gd name="csX0" fmla="*/ 228600 w 240506"/>
                <a:gd name="csY0" fmla="*/ 107156 h 107156"/>
                <a:gd name="csX1" fmla="*/ 240506 w 240506"/>
                <a:gd name="csY1" fmla="*/ 2381 h 107156"/>
                <a:gd name="csX2" fmla="*/ 9525 w 240506"/>
                <a:gd name="csY2" fmla="*/ 0 h 107156"/>
                <a:gd name="csX3" fmla="*/ 0 w 240506"/>
                <a:gd name="csY3" fmla="*/ 95250 h 107156"/>
                <a:gd name="csX4" fmla="*/ 228600 w 240506"/>
                <a:gd name="csY4" fmla="*/ 107156 h 10715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0506" h="107156">
                  <a:moveTo>
                    <a:pt x="228600" y="107156"/>
                  </a:moveTo>
                  <a:lnTo>
                    <a:pt x="240506" y="2381"/>
                  </a:lnTo>
                  <a:lnTo>
                    <a:pt x="9525" y="0"/>
                  </a:lnTo>
                  <a:lnTo>
                    <a:pt x="0" y="95250"/>
                  </a:lnTo>
                  <a:lnTo>
                    <a:pt x="228600" y="107156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7" name="TextBox 116">
              <a:extLst>
                <a:ext uri="{FF2B5EF4-FFF2-40B4-BE49-F238E27FC236}">
                  <a16:creationId xmlns:a16="http://schemas.microsoft.com/office/drawing/2014/main" id="{065F3D2D-810E-9E0C-06CD-B27D33699404}"/>
                </a:ext>
              </a:extLst>
            </p:cNvPr>
            <p:cNvSpPr txBox="1"/>
            <p:nvPr/>
          </p:nvSpPr>
          <p:spPr>
            <a:xfrm>
              <a:off x="1151300" y="5056932"/>
              <a:ext cx="359394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700"/>
                <a:t>3,3V</a:t>
              </a:r>
              <a:endParaRPr lang="LID4096" sz="700"/>
            </a:p>
          </p:txBody>
        </p:sp>
      </p:grpSp>
    </p:spTree>
    <p:extLst>
      <p:ext uri="{BB962C8B-B14F-4D97-AF65-F5344CB8AC3E}">
        <p14:creationId xmlns:p14="http://schemas.microsoft.com/office/powerpoint/2010/main" val="404101545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8A15BF-0AE0-77B5-6C65-56F4A3A0D8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A16C29-281A-E835-F78A-97804B65B2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Koppla in en knapp – Pull Up</a:t>
            </a:r>
            <a:endParaRPr lang="LID4096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5F78C13C-85CF-CEE3-F58F-7B74044552F8}"/>
              </a:ext>
            </a:extLst>
          </p:cNvPr>
          <p:cNvGrpSpPr/>
          <p:nvPr/>
        </p:nvGrpSpPr>
        <p:grpSpPr>
          <a:xfrm rot="16200000">
            <a:off x="1617178" y="3002057"/>
            <a:ext cx="3095687" cy="2470259"/>
            <a:chOff x="436296" y="1927862"/>
            <a:chExt cx="5353797" cy="4272158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9DEAFA22-6E1C-BBE8-8D55-464B5C11EB7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36296" y="2545839"/>
              <a:ext cx="5353797" cy="2772162"/>
            </a:xfrm>
            <a:prstGeom prst="rect">
              <a:avLst/>
            </a:prstGeom>
          </p:spPr>
        </p:pic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1D9C92B9-6715-FD22-0310-7C78C4EAA658}"/>
                </a:ext>
              </a:extLst>
            </p:cNvPr>
            <p:cNvSpPr/>
            <p:nvPr/>
          </p:nvSpPr>
          <p:spPr>
            <a:xfrm>
              <a:off x="1578586" y="3558540"/>
              <a:ext cx="3381375" cy="1402080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3BC2883D-743D-C402-2BEC-A686AE9D7764}"/>
                </a:ext>
              </a:extLst>
            </p:cNvPr>
            <p:cNvSpPr/>
            <p:nvPr/>
          </p:nvSpPr>
          <p:spPr>
            <a:xfrm>
              <a:off x="1436663" y="3406140"/>
              <a:ext cx="3787140" cy="259080"/>
            </a:xfrm>
            <a:custGeom>
              <a:avLst/>
              <a:gdLst>
                <a:gd name="connsiteX0" fmla="*/ 3406140 w 3825240"/>
                <a:gd name="connsiteY0" fmla="*/ 0 h 259080"/>
                <a:gd name="connsiteX1" fmla="*/ 0 w 3825240"/>
                <a:gd name="connsiteY1" fmla="*/ 68580 h 259080"/>
                <a:gd name="connsiteX2" fmla="*/ 228600 w 3825240"/>
                <a:gd name="connsiteY2" fmla="*/ 259080 h 259080"/>
                <a:gd name="connsiteX3" fmla="*/ 3825240 w 3825240"/>
                <a:gd name="connsiteY3" fmla="*/ 167640 h 259080"/>
                <a:gd name="connsiteX4" fmla="*/ 3406140 w 3825240"/>
                <a:gd name="connsiteY4" fmla="*/ 0 h 259080"/>
                <a:gd name="connsiteX0" fmla="*/ 3406140 w 3787140"/>
                <a:gd name="connsiteY0" fmla="*/ 0 h 259080"/>
                <a:gd name="connsiteX1" fmla="*/ 0 w 3787140"/>
                <a:gd name="connsiteY1" fmla="*/ 68580 h 259080"/>
                <a:gd name="connsiteX2" fmla="*/ 228600 w 3787140"/>
                <a:gd name="connsiteY2" fmla="*/ 259080 h 259080"/>
                <a:gd name="connsiteX3" fmla="*/ 3787140 w 3787140"/>
                <a:gd name="connsiteY3" fmla="*/ 153353 h 259080"/>
                <a:gd name="connsiteX4" fmla="*/ 3406140 w 3787140"/>
                <a:gd name="connsiteY4" fmla="*/ 0 h 2590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87140" h="259080">
                  <a:moveTo>
                    <a:pt x="3406140" y="0"/>
                  </a:moveTo>
                  <a:lnTo>
                    <a:pt x="0" y="68580"/>
                  </a:lnTo>
                  <a:lnTo>
                    <a:pt x="228600" y="259080"/>
                  </a:lnTo>
                  <a:lnTo>
                    <a:pt x="3787140" y="153353"/>
                  </a:lnTo>
                  <a:lnTo>
                    <a:pt x="3406140" y="0"/>
                  </a:lnTo>
                  <a:close/>
                </a:path>
              </a:pathLst>
            </a:cu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93182694-EDD4-19CC-9640-B6DED1DC3EBC}"/>
                </a:ext>
              </a:extLst>
            </p:cNvPr>
            <p:cNvSpPr/>
            <p:nvPr/>
          </p:nvSpPr>
          <p:spPr>
            <a:xfrm>
              <a:off x="1459523" y="3482340"/>
              <a:ext cx="205740" cy="1714500"/>
            </a:xfrm>
            <a:custGeom>
              <a:avLst/>
              <a:gdLst>
                <a:gd name="connsiteX0" fmla="*/ 0 w 205740"/>
                <a:gd name="connsiteY0" fmla="*/ 0 h 1714500"/>
                <a:gd name="connsiteX1" fmla="*/ 30480 w 205740"/>
                <a:gd name="connsiteY1" fmla="*/ 1539240 h 1714500"/>
                <a:gd name="connsiteX2" fmla="*/ 205740 w 205740"/>
                <a:gd name="connsiteY2" fmla="*/ 1714500 h 1714500"/>
                <a:gd name="connsiteX3" fmla="*/ 198120 w 205740"/>
                <a:gd name="connsiteY3" fmla="*/ 167640 h 1714500"/>
                <a:gd name="connsiteX4" fmla="*/ 0 w 205740"/>
                <a:gd name="connsiteY4" fmla="*/ 0 h 1714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5740" h="1714500">
                  <a:moveTo>
                    <a:pt x="0" y="0"/>
                  </a:moveTo>
                  <a:lnTo>
                    <a:pt x="30480" y="1539240"/>
                  </a:lnTo>
                  <a:lnTo>
                    <a:pt x="205740" y="1714500"/>
                  </a:lnTo>
                  <a:lnTo>
                    <a:pt x="198120" y="1676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ACD347A2-E449-B632-27BC-E991C7BB4DAA}"/>
                </a:ext>
              </a:extLst>
            </p:cNvPr>
            <p:cNvSpPr/>
            <p:nvPr/>
          </p:nvSpPr>
          <p:spPr>
            <a:xfrm>
              <a:off x="1657643" y="3558540"/>
              <a:ext cx="3596640" cy="1653540"/>
            </a:xfrm>
            <a:custGeom>
              <a:avLst/>
              <a:gdLst>
                <a:gd name="connsiteX0" fmla="*/ 0 w 3680460"/>
                <a:gd name="connsiteY0" fmla="*/ 1653540 h 1653540"/>
                <a:gd name="connsiteX1" fmla="*/ 1463040 w 3680460"/>
                <a:gd name="connsiteY1" fmla="*/ 1592580 h 1653540"/>
                <a:gd name="connsiteX2" fmla="*/ 1463040 w 3680460"/>
                <a:gd name="connsiteY2" fmla="*/ 1417320 h 1653540"/>
                <a:gd name="connsiteX3" fmla="*/ 182880 w 3680460"/>
                <a:gd name="connsiteY3" fmla="*/ 1478280 h 1653540"/>
                <a:gd name="connsiteX4" fmla="*/ 160020 w 3680460"/>
                <a:gd name="connsiteY4" fmla="*/ 266700 h 1653540"/>
                <a:gd name="connsiteX5" fmla="*/ 3474720 w 3680460"/>
                <a:gd name="connsiteY5" fmla="*/ 160020 h 1653540"/>
                <a:gd name="connsiteX6" fmla="*/ 3467100 w 3680460"/>
                <a:gd name="connsiteY6" fmla="*/ 1424940 h 1653540"/>
                <a:gd name="connsiteX7" fmla="*/ 2278380 w 3680460"/>
                <a:gd name="connsiteY7" fmla="*/ 1432560 h 1653540"/>
                <a:gd name="connsiteX8" fmla="*/ 2263140 w 3680460"/>
                <a:gd name="connsiteY8" fmla="*/ 1584960 h 1653540"/>
                <a:gd name="connsiteX9" fmla="*/ 3680460 w 3680460"/>
                <a:gd name="connsiteY9" fmla="*/ 1546860 h 1653540"/>
                <a:gd name="connsiteX10" fmla="*/ 3589020 w 3680460"/>
                <a:gd name="connsiteY10" fmla="*/ 0 h 1653540"/>
                <a:gd name="connsiteX11" fmla="*/ 0 w 3680460"/>
                <a:gd name="connsiteY11" fmla="*/ 91440 h 1653540"/>
                <a:gd name="connsiteX12" fmla="*/ 0 w 3680460"/>
                <a:gd name="connsiteY12" fmla="*/ 1653540 h 1653540"/>
                <a:gd name="connsiteX0" fmla="*/ 0 w 3649980"/>
                <a:gd name="connsiteY0" fmla="*/ 1653540 h 1653540"/>
                <a:gd name="connsiteX1" fmla="*/ 1463040 w 3649980"/>
                <a:gd name="connsiteY1" fmla="*/ 1592580 h 1653540"/>
                <a:gd name="connsiteX2" fmla="*/ 1463040 w 3649980"/>
                <a:gd name="connsiteY2" fmla="*/ 1417320 h 1653540"/>
                <a:gd name="connsiteX3" fmla="*/ 182880 w 3649980"/>
                <a:gd name="connsiteY3" fmla="*/ 1478280 h 1653540"/>
                <a:gd name="connsiteX4" fmla="*/ 160020 w 3649980"/>
                <a:gd name="connsiteY4" fmla="*/ 266700 h 1653540"/>
                <a:gd name="connsiteX5" fmla="*/ 3474720 w 3649980"/>
                <a:gd name="connsiteY5" fmla="*/ 160020 h 1653540"/>
                <a:gd name="connsiteX6" fmla="*/ 3467100 w 3649980"/>
                <a:gd name="connsiteY6" fmla="*/ 1424940 h 1653540"/>
                <a:gd name="connsiteX7" fmla="*/ 2278380 w 3649980"/>
                <a:gd name="connsiteY7" fmla="*/ 1432560 h 1653540"/>
                <a:gd name="connsiteX8" fmla="*/ 2263140 w 3649980"/>
                <a:gd name="connsiteY8" fmla="*/ 1584960 h 1653540"/>
                <a:gd name="connsiteX9" fmla="*/ 3649980 w 3649980"/>
                <a:gd name="connsiteY9" fmla="*/ 1554480 h 1653540"/>
                <a:gd name="connsiteX10" fmla="*/ 3589020 w 3649980"/>
                <a:gd name="connsiteY10" fmla="*/ 0 h 1653540"/>
                <a:gd name="connsiteX11" fmla="*/ 0 w 3649980"/>
                <a:gd name="connsiteY11" fmla="*/ 91440 h 1653540"/>
                <a:gd name="connsiteX12" fmla="*/ 0 w 3649980"/>
                <a:gd name="connsiteY12" fmla="*/ 1653540 h 1653540"/>
                <a:gd name="connsiteX0" fmla="*/ 0 w 3596640"/>
                <a:gd name="connsiteY0" fmla="*/ 1653540 h 1653540"/>
                <a:gd name="connsiteX1" fmla="*/ 1463040 w 3596640"/>
                <a:gd name="connsiteY1" fmla="*/ 1592580 h 1653540"/>
                <a:gd name="connsiteX2" fmla="*/ 1463040 w 3596640"/>
                <a:gd name="connsiteY2" fmla="*/ 1417320 h 1653540"/>
                <a:gd name="connsiteX3" fmla="*/ 182880 w 3596640"/>
                <a:gd name="connsiteY3" fmla="*/ 1478280 h 1653540"/>
                <a:gd name="connsiteX4" fmla="*/ 160020 w 3596640"/>
                <a:gd name="connsiteY4" fmla="*/ 266700 h 1653540"/>
                <a:gd name="connsiteX5" fmla="*/ 3474720 w 3596640"/>
                <a:gd name="connsiteY5" fmla="*/ 160020 h 1653540"/>
                <a:gd name="connsiteX6" fmla="*/ 3467100 w 3596640"/>
                <a:gd name="connsiteY6" fmla="*/ 1424940 h 1653540"/>
                <a:gd name="connsiteX7" fmla="*/ 2278380 w 3596640"/>
                <a:gd name="connsiteY7" fmla="*/ 1432560 h 1653540"/>
                <a:gd name="connsiteX8" fmla="*/ 2263140 w 3596640"/>
                <a:gd name="connsiteY8" fmla="*/ 1584960 h 1653540"/>
                <a:gd name="connsiteX9" fmla="*/ 3596640 w 3596640"/>
                <a:gd name="connsiteY9" fmla="*/ 1546860 h 1653540"/>
                <a:gd name="connsiteX10" fmla="*/ 3589020 w 3596640"/>
                <a:gd name="connsiteY10" fmla="*/ 0 h 1653540"/>
                <a:gd name="connsiteX11" fmla="*/ 0 w 3596640"/>
                <a:gd name="connsiteY11" fmla="*/ 91440 h 1653540"/>
                <a:gd name="connsiteX12" fmla="*/ 0 w 3596640"/>
                <a:gd name="connsiteY12" fmla="*/ 1653540 h 165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6640" h="1653540">
                  <a:moveTo>
                    <a:pt x="0" y="1653540"/>
                  </a:moveTo>
                  <a:lnTo>
                    <a:pt x="1463040" y="1592580"/>
                  </a:lnTo>
                  <a:lnTo>
                    <a:pt x="1463040" y="1417320"/>
                  </a:lnTo>
                  <a:lnTo>
                    <a:pt x="182880" y="1478280"/>
                  </a:lnTo>
                  <a:lnTo>
                    <a:pt x="160020" y="266700"/>
                  </a:lnTo>
                  <a:lnTo>
                    <a:pt x="3474720" y="160020"/>
                  </a:lnTo>
                  <a:lnTo>
                    <a:pt x="3467100" y="1424940"/>
                  </a:lnTo>
                  <a:lnTo>
                    <a:pt x="2278380" y="1432560"/>
                  </a:lnTo>
                  <a:lnTo>
                    <a:pt x="2263140" y="1584960"/>
                  </a:lnTo>
                  <a:lnTo>
                    <a:pt x="3596640" y="1546860"/>
                  </a:lnTo>
                  <a:lnTo>
                    <a:pt x="3589020" y="0"/>
                  </a:lnTo>
                  <a:lnTo>
                    <a:pt x="0" y="91440"/>
                  </a:lnTo>
                  <a:lnTo>
                    <a:pt x="0" y="165354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008EA30B-909E-A272-3962-C58623514A9C}"/>
                </a:ext>
              </a:extLst>
            </p:cNvPr>
            <p:cNvSpPr/>
            <p:nvPr/>
          </p:nvSpPr>
          <p:spPr>
            <a:xfrm>
              <a:off x="1833379" y="3727133"/>
              <a:ext cx="3305175" cy="1312068"/>
            </a:xfrm>
            <a:custGeom>
              <a:avLst/>
              <a:gdLst>
                <a:gd name="connsiteX0" fmla="*/ 2943225 w 3305175"/>
                <a:gd name="connsiteY0" fmla="*/ 4762 h 1312068"/>
                <a:gd name="connsiteX1" fmla="*/ 2964657 w 3305175"/>
                <a:gd name="connsiteY1" fmla="*/ 1040606 h 1312068"/>
                <a:gd name="connsiteX2" fmla="*/ 0 w 3305175"/>
                <a:gd name="connsiteY2" fmla="*/ 1133475 h 1312068"/>
                <a:gd name="connsiteX3" fmla="*/ 7144 w 3305175"/>
                <a:gd name="connsiteY3" fmla="*/ 1312068 h 1312068"/>
                <a:gd name="connsiteX4" fmla="*/ 1290638 w 3305175"/>
                <a:gd name="connsiteY4" fmla="*/ 1254918 h 1312068"/>
                <a:gd name="connsiteX5" fmla="*/ 1362075 w 3305175"/>
                <a:gd name="connsiteY5" fmla="*/ 1202531 h 1312068"/>
                <a:gd name="connsiteX6" fmla="*/ 1431132 w 3305175"/>
                <a:gd name="connsiteY6" fmla="*/ 1185862 h 1312068"/>
                <a:gd name="connsiteX7" fmla="*/ 1735932 w 3305175"/>
                <a:gd name="connsiteY7" fmla="*/ 1171575 h 1312068"/>
                <a:gd name="connsiteX8" fmla="*/ 1902619 w 3305175"/>
                <a:gd name="connsiteY8" fmla="*/ 1178718 h 1312068"/>
                <a:gd name="connsiteX9" fmla="*/ 2100263 w 3305175"/>
                <a:gd name="connsiteY9" fmla="*/ 1264443 h 1312068"/>
                <a:gd name="connsiteX10" fmla="*/ 3300413 w 3305175"/>
                <a:gd name="connsiteY10" fmla="*/ 1257300 h 1312068"/>
                <a:gd name="connsiteX11" fmla="*/ 3305175 w 3305175"/>
                <a:gd name="connsiteY11" fmla="*/ 0 h 1312068"/>
                <a:gd name="connsiteX12" fmla="*/ 2943225 w 3305175"/>
                <a:gd name="connsiteY12" fmla="*/ 4762 h 1312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305175" h="1312068">
                  <a:moveTo>
                    <a:pt x="2943225" y="4762"/>
                  </a:moveTo>
                  <a:lnTo>
                    <a:pt x="2964657" y="1040606"/>
                  </a:lnTo>
                  <a:lnTo>
                    <a:pt x="0" y="1133475"/>
                  </a:lnTo>
                  <a:lnTo>
                    <a:pt x="7144" y="1312068"/>
                  </a:lnTo>
                  <a:lnTo>
                    <a:pt x="1290638" y="1254918"/>
                  </a:lnTo>
                  <a:lnTo>
                    <a:pt x="1362075" y="1202531"/>
                  </a:lnTo>
                  <a:lnTo>
                    <a:pt x="1431132" y="1185862"/>
                  </a:lnTo>
                  <a:lnTo>
                    <a:pt x="1735932" y="1171575"/>
                  </a:lnTo>
                  <a:lnTo>
                    <a:pt x="1902619" y="1178718"/>
                  </a:lnTo>
                  <a:lnTo>
                    <a:pt x="2100263" y="1264443"/>
                  </a:lnTo>
                  <a:lnTo>
                    <a:pt x="3300413" y="1257300"/>
                  </a:lnTo>
                  <a:cubicBezTo>
                    <a:pt x="3302000" y="838200"/>
                    <a:pt x="3303588" y="419100"/>
                    <a:pt x="3305175" y="0"/>
                  </a:cubicBezTo>
                  <a:lnTo>
                    <a:pt x="2943225" y="4762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194ED5BF-65CE-C646-F4E4-F2C0AC2E3878}"/>
                </a:ext>
              </a:extLst>
            </p:cNvPr>
            <p:cNvSpPr/>
            <p:nvPr/>
          </p:nvSpPr>
          <p:spPr>
            <a:xfrm>
              <a:off x="3119254" y="4896326"/>
              <a:ext cx="819150" cy="247650"/>
            </a:xfrm>
            <a:custGeom>
              <a:avLst/>
              <a:gdLst>
                <a:gd name="connsiteX0" fmla="*/ 802482 w 819150"/>
                <a:gd name="connsiteY0" fmla="*/ 242888 h 247650"/>
                <a:gd name="connsiteX1" fmla="*/ 588169 w 819150"/>
                <a:gd name="connsiteY1" fmla="*/ 116682 h 247650"/>
                <a:gd name="connsiteX2" fmla="*/ 452438 w 819150"/>
                <a:gd name="connsiteY2" fmla="*/ 95250 h 247650"/>
                <a:gd name="connsiteX3" fmla="*/ 192882 w 819150"/>
                <a:gd name="connsiteY3" fmla="*/ 92869 h 247650"/>
                <a:gd name="connsiteX4" fmla="*/ 76200 w 819150"/>
                <a:gd name="connsiteY4" fmla="*/ 140494 h 247650"/>
                <a:gd name="connsiteX5" fmla="*/ 11907 w 819150"/>
                <a:gd name="connsiteY5" fmla="*/ 247650 h 247650"/>
                <a:gd name="connsiteX6" fmla="*/ 0 w 819150"/>
                <a:gd name="connsiteY6" fmla="*/ 85725 h 247650"/>
                <a:gd name="connsiteX7" fmla="*/ 76200 w 819150"/>
                <a:gd name="connsiteY7" fmla="*/ 33338 h 247650"/>
                <a:gd name="connsiteX8" fmla="*/ 173832 w 819150"/>
                <a:gd name="connsiteY8" fmla="*/ 14288 h 247650"/>
                <a:gd name="connsiteX9" fmla="*/ 469107 w 819150"/>
                <a:gd name="connsiteY9" fmla="*/ 0 h 247650"/>
                <a:gd name="connsiteX10" fmla="*/ 616744 w 819150"/>
                <a:gd name="connsiteY10" fmla="*/ 14288 h 247650"/>
                <a:gd name="connsiteX11" fmla="*/ 819150 w 819150"/>
                <a:gd name="connsiteY11" fmla="*/ 95250 h 247650"/>
                <a:gd name="connsiteX12" fmla="*/ 802482 w 819150"/>
                <a:gd name="connsiteY12" fmla="*/ 242888 h 247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19150" h="247650">
                  <a:moveTo>
                    <a:pt x="802482" y="242888"/>
                  </a:moveTo>
                  <a:lnTo>
                    <a:pt x="588169" y="116682"/>
                  </a:lnTo>
                  <a:lnTo>
                    <a:pt x="452438" y="95250"/>
                  </a:lnTo>
                  <a:lnTo>
                    <a:pt x="192882" y="92869"/>
                  </a:lnTo>
                  <a:lnTo>
                    <a:pt x="76200" y="140494"/>
                  </a:lnTo>
                  <a:lnTo>
                    <a:pt x="11907" y="247650"/>
                  </a:lnTo>
                  <a:lnTo>
                    <a:pt x="0" y="85725"/>
                  </a:lnTo>
                  <a:lnTo>
                    <a:pt x="76200" y="33338"/>
                  </a:lnTo>
                  <a:lnTo>
                    <a:pt x="173832" y="14288"/>
                  </a:lnTo>
                  <a:lnTo>
                    <a:pt x="469107" y="0"/>
                  </a:lnTo>
                  <a:lnTo>
                    <a:pt x="616744" y="14288"/>
                  </a:lnTo>
                  <a:lnTo>
                    <a:pt x="819150" y="95250"/>
                  </a:lnTo>
                  <a:lnTo>
                    <a:pt x="802482" y="242888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96E944E4-CA21-B805-F0F7-4007D491045D}"/>
                </a:ext>
              </a:extLst>
            </p:cNvPr>
            <p:cNvGrpSpPr/>
            <p:nvPr/>
          </p:nvGrpSpPr>
          <p:grpSpPr>
            <a:xfrm>
              <a:off x="4243204" y="4020026"/>
              <a:ext cx="209550" cy="157163"/>
              <a:chOff x="6669881" y="4393406"/>
              <a:chExt cx="209550" cy="157163"/>
            </a:xfrm>
          </p:grpSpPr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143EDE20-ED9F-AD06-9DB2-B6D7C33EA862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1" name="Freeform: Shape 60">
                <a:extLst>
                  <a:ext uri="{FF2B5EF4-FFF2-40B4-BE49-F238E27FC236}">
                    <a16:creationId xmlns:a16="http://schemas.microsoft.com/office/drawing/2014/main" id="{621ECBFE-95FE-EA2A-876A-88D923F073AA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014DC317-84EF-42D4-F867-A9DEA500CC4F}"/>
                </a:ext>
              </a:extLst>
            </p:cNvPr>
            <p:cNvGrpSpPr/>
            <p:nvPr/>
          </p:nvGrpSpPr>
          <p:grpSpPr>
            <a:xfrm>
              <a:off x="3797910" y="4050982"/>
              <a:ext cx="209550" cy="157163"/>
              <a:chOff x="6669881" y="4393406"/>
              <a:chExt cx="209550" cy="157163"/>
            </a:xfrm>
          </p:grpSpPr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C1D6EFD7-EEB8-12FB-A8C1-877EA1D6EC49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9" name="Freeform: Shape 58">
                <a:extLst>
                  <a:ext uri="{FF2B5EF4-FFF2-40B4-BE49-F238E27FC236}">
                    <a16:creationId xmlns:a16="http://schemas.microsoft.com/office/drawing/2014/main" id="{27F99C54-7F1C-93C4-95B7-27594D196C14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D9975E54-AD04-5797-7356-94A863A5772E}"/>
                </a:ext>
              </a:extLst>
            </p:cNvPr>
            <p:cNvGrpSpPr/>
            <p:nvPr/>
          </p:nvGrpSpPr>
          <p:grpSpPr>
            <a:xfrm>
              <a:off x="3352616" y="4081938"/>
              <a:ext cx="209550" cy="157163"/>
              <a:chOff x="6669881" y="4393406"/>
              <a:chExt cx="209550" cy="157163"/>
            </a:xfrm>
          </p:grpSpPr>
          <p:sp>
            <p:nvSpPr>
              <p:cNvPr id="56" name="Rectangle 55">
                <a:extLst>
                  <a:ext uri="{FF2B5EF4-FFF2-40B4-BE49-F238E27FC236}">
                    <a16:creationId xmlns:a16="http://schemas.microsoft.com/office/drawing/2014/main" id="{A67D18D9-624D-A78A-AFED-9C46B3BC877F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7" name="Freeform: Shape 56">
                <a:extLst>
                  <a:ext uri="{FF2B5EF4-FFF2-40B4-BE49-F238E27FC236}">
                    <a16:creationId xmlns:a16="http://schemas.microsoft.com/office/drawing/2014/main" id="{79DEDE84-35BA-91FA-5C92-4F276950C214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418FC4B3-711D-5D4C-80E9-E8F4144A18B5}"/>
                </a:ext>
              </a:extLst>
            </p:cNvPr>
            <p:cNvGrpSpPr/>
            <p:nvPr/>
          </p:nvGrpSpPr>
          <p:grpSpPr>
            <a:xfrm>
              <a:off x="2851360" y="4093844"/>
              <a:ext cx="209550" cy="157163"/>
              <a:chOff x="6669881" y="4393406"/>
              <a:chExt cx="209550" cy="157163"/>
            </a:xfrm>
          </p:grpSpPr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61A4802F-FE78-4995-1BC8-37831820F496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5" name="Freeform: Shape 54">
                <a:extLst>
                  <a:ext uri="{FF2B5EF4-FFF2-40B4-BE49-F238E27FC236}">
                    <a16:creationId xmlns:a16="http://schemas.microsoft.com/office/drawing/2014/main" id="{88E81E1B-8DBB-849A-EDDC-CAEB744B817B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5D721BCB-3E14-B390-9B7D-7D4B584FB181}"/>
                </a:ext>
              </a:extLst>
            </p:cNvPr>
            <p:cNvGrpSpPr/>
            <p:nvPr/>
          </p:nvGrpSpPr>
          <p:grpSpPr>
            <a:xfrm>
              <a:off x="2345112" y="4113567"/>
              <a:ext cx="209550" cy="157163"/>
              <a:chOff x="6669881" y="4393406"/>
              <a:chExt cx="209550" cy="157163"/>
            </a:xfrm>
          </p:grpSpPr>
          <p:sp>
            <p:nvSpPr>
              <p:cNvPr id="52" name="Rectangle 51">
                <a:extLst>
                  <a:ext uri="{FF2B5EF4-FFF2-40B4-BE49-F238E27FC236}">
                    <a16:creationId xmlns:a16="http://schemas.microsoft.com/office/drawing/2014/main" id="{54BE2C89-DCBD-F4A1-7117-646F234EB0BC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3" name="Freeform: Shape 52">
                <a:extLst>
                  <a:ext uri="{FF2B5EF4-FFF2-40B4-BE49-F238E27FC236}">
                    <a16:creationId xmlns:a16="http://schemas.microsoft.com/office/drawing/2014/main" id="{B7638038-E057-7C76-A5C0-FB0A6FD28348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30208A1C-5337-DD73-6CD9-9A4C8A7A435D}"/>
                </a:ext>
              </a:extLst>
            </p:cNvPr>
            <p:cNvGrpSpPr/>
            <p:nvPr/>
          </p:nvGrpSpPr>
          <p:grpSpPr>
            <a:xfrm>
              <a:off x="2333205" y="4520758"/>
              <a:ext cx="209550" cy="157163"/>
              <a:chOff x="6669881" y="4393406"/>
              <a:chExt cx="209550" cy="157163"/>
            </a:xfrm>
          </p:grpSpPr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073C4E82-262B-0C2D-7AC0-71C76925D412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1" name="Freeform: Shape 50">
                <a:extLst>
                  <a:ext uri="{FF2B5EF4-FFF2-40B4-BE49-F238E27FC236}">
                    <a16:creationId xmlns:a16="http://schemas.microsoft.com/office/drawing/2014/main" id="{F50E03C9-466C-C169-1CF0-4F740C953E40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19CDE6E1-510E-2788-3122-F0212B2E724A}"/>
                </a:ext>
              </a:extLst>
            </p:cNvPr>
            <p:cNvGrpSpPr/>
            <p:nvPr/>
          </p:nvGrpSpPr>
          <p:grpSpPr>
            <a:xfrm>
              <a:off x="2848977" y="4506471"/>
              <a:ext cx="209550" cy="157163"/>
              <a:chOff x="6669881" y="4393406"/>
              <a:chExt cx="209550" cy="157163"/>
            </a:xfrm>
          </p:grpSpPr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5FD4F616-4573-3BF0-D653-B73962BF9B6F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9" name="Freeform: Shape 48">
                <a:extLst>
                  <a:ext uri="{FF2B5EF4-FFF2-40B4-BE49-F238E27FC236}">
                    <a16:creationId xmlns:a16="http://schemas.microsoft.com/office/drawing/2014/main" id="{4C8F02F0-CC6F-479A-B267-F454188999FD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E935A7A0-1AA4-1355-DDE2-F9138DF7F5D5}"/>
                </a:ext>
              </a:extLst>
            </p:cNvPr>
            <p:cNvGrpSpPr/>
            <p:nvPr/>
          </p:nvGrpSpPr>
          <p:grpSpPr>
            <a:xfrm>
              <a:off x="3359757" y="4500001"/>
              <a:ext cx="209550" cy="157163"/>
              <a:chOff x="6669881" y="4393406"/>
              <a:chExt cx="209550" cy="157163"/>
            </a:xfrm>
          </p:grpSpPr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7D4CC622-1CCF-82C6-5A36-6EE13FC3FD5A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7" name="Freeform: Shape 46">
                <a:extLst>
                  <a:ext uri="{FF2B5EF4-FFF2-40B4-BE49-F238E27FC236}">
                    <a16:creationId xmlns:a16="http://schemas.microsoft.com/office/drawing/2014/main" id="{2A19C51F-9C56-4075-4D5B-7C45BBEE415D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1B66801E-9786-1E35-EEAF-59112F6E40C9}"/>
                </a:ext>
              </a:extLst>
            </p:cNvPr>
            <p:cNvGrpSpPr/>
            <p:nvPr/>
          </p:nvGrpSpPr>
          <p:grpSpPr>
            <a:xfrm>
              <a:off x="3828863" y="4505748"/>
              <a:ext cx="209550" cy="157163"/>
              <a:chOff x="6669881" y="4393406"/>
              <a:chExt cx="209550" cy="157163"/>
            </a:xfrm>
          </p:grpSpPr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9F70C9BC-5BEE-8614-5BCF-AF718447EFED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5" name="Freeform: Shape 44">
                <a:extLst>
                  <a:ext uri="{FF2B5EF4-FFF2-40B4-BE49-F238E27FC236}">
                    <a16:creationId xmlns:a16="http://schemas.microsoft.com/office/drawing/2014/main" id="{79686166-D3E7-5871-0287-0BC104C8912A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2A624307-267F-3B73-4AB4-19E7220377E8}"/>
                </a:ext>
              </a:extLst>
            </p:cNvPr>
            <p:cNvGrpSpPr/>
            <p:nvPr/>
          </p:nvGrpSpPr>
          <p:grpSpPr>
            <a:xfrm>
              <a:off x="4271771" y="4495238"/>
              <a:ext cx="209550" cy="157163"/>
              <a:chOff x="6669881" y="4393406"/>
              <a:chExt cx="209550" cy="157163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EEF11F32-A259-685D-DEFA-5C37335AF61E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3" name="Freeform: Shape 42">
                <a:extLst>
                  <a:ext uri="{FF2B5EF4-FFF2-40B4-BE49-F238E27FC236}">
                    <a16:creationId xmlns:a16="http://schemas.microsoft.com/office/drawing/2014/main" id="{10606D02-7E0A-CD33-C3F6-83499B0497B3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988B940A-9DB3-9888-1C35-B6201EBA1B11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908657" y="5300061"/>
              <a:ext cx="1003434" cy="1889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FADBE688-CD22-FA34-5330-B7B21D22E724}"/>
                </a:ext>
              </a:extLst>
            </p:cNvPr>
            <p:cNvSpPr txBox="1"/>
            <p:nvPr/>
          </p:nvSpPr>
          <p:spPr>
            <a:xfrm rot="5400000">
              <a:off x="2135199" y="5589007"/>
              <a:ext cx="796202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GND</a:t>
              </a:r>
              <a:endParaRPr lang="LID4096" sz="1000" b="1" dirty="0"/>
            </a:p>
          </p:txBody>
        </p: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8EAB4290-DC36-E7F6-A946-B76A35936D8F}"/>
                </a:ext>
              </a:extLst>
            </p:cNvPr>
            <p:cNvCxnSpPr>
              <a:cxnSpLocks/>
            </p:cNvCxnSpPr>
            <p:nvPr/>
          </p:nvCxnSpPr>
          <p:spPr>
            <a:xfrm>
              <a:off x="4334743" y="2222017"/>
              <a:ext cx="27524" cy="1673166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DB08539F-C775-6614-2CFD-806386B903A7}"/>
                </a:ext>
              </a:extLst>
            </p:cNvPr>
            <p:cNvSpPr txBox="1"/>
            <p:nvPr/>
          </p:nvSpPr>
          <p:spPr>
            <a:xfrm rot="5400000">
              <a:off x="4125363" y="2102273"/>
              <a:ext cx="760164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3.3V</a:t>
              </a:r>
              <a:endParaRPr lang="LID4096" sz="1000" b="1" dirty="0"/>
            </a:p>
          </p:txBody>
        </p: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AD5C07F9-9577-668D-BB41-26E0BFC6E2E8}"/>
                </a:ext>
              </a:extLst>
            </p:cNvPr>
            <p:cNvCxnSpPr>
              <a:cxnSpLocks/>
            </p:cNvCxnSpPr>
            <p:nvPr/>
          </p:nvCxnSpPr>
          <p:spPr>
            <a:xfrm>
              <a:off x="2399207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E7064DD4-5EE2-6C24-3EBB-417698F761F5}"/>
                </a:ext>
              </a:extLst>
            </p:cNvPr>
            <p:cNvSpPr txBox="1"/>
            <p:nvPr/>
          </p:nvSpPr>
          <p:spPr>
            <a:xfrm rot="5400000">
              <a:off x="2162151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bit0</a:t>
              </a:r>
              <a:endParaRPr lang="LID4096" sz="1000" b="1" dirty="0"/>
            </a:p>
          </p:txBody>
        </p: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998F13BA-0CB2-9E49-1000-86DBA0B05F2B}"/>
                </a:ext>
              </a:extLst>
            </p:cNvPr>
            <p:cNvCxnSpPr>
              <a:cxnSpLocks/>
            </p:cNvCxnSpPr>
            <p:nvPr/>
          </p:nvCxnSpPr>
          <p:spPr>
            <a:xfrm>
              <a:off x="2934442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9630F6D7-57AF-3B49-8F03-9C95344EB4C7}"/>
                </a:ext>
              </a:extLst>
            </p:cNvPr>
            <p:cNvSpPr txBox="1"/>
            <p:nvPr/>
          </p:nvSpPr>
          <p:spPr>
            <a:xfrm rot="5400000">
              <a:off x="2764068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bit2</a:t>
              </a:r>
              <a:endParaRPr lang="LID4096" sz="1000" b="1" dirty="0"/>
            </a:p>
          </p:txBody>
        </p: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ED48DDEE-D409-825C-926B-9A07C7A5E276}"/>
                </a:ext>
              </a:extLst>
            </p:cNvPr>
            <p:cNvCxnSpPr>
              <a:cxnSpLocks/>
            </p:cNvCxnSpPr>
            <p:nvPr/>
          </p:nvCxnSpPr>
          <p:spPr>
            <a:xfrm>
              <a:off x="3453714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249EB648-1CF3-506C-4902-CB14AFB9DF93}"/>
                </a:ext>
              </a:extLst>
            </p:cNvPr>
            <p:cNvSpPr txBox="1"/>
            <p:nvPr/>
          </p:nvSpPr>
          <p:spPr>
            <a:xfrm rot="5400000">
              <a:off x="3213817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bit4</a:t>
              </a:r>
              <a:endParaRPr lang="LID4096" sz="1000" b="1" dirty="0"/>
            </a:p>
          </p:txBody>
        </p: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91AEEB97-D319-A6DE-0B58-4D07924C65FA}"/>
                </a:ext>
              </a:extLst>
            </p:cNvPr>
            <p:cNvCxnSpPr>
              <a:cxnSpLocks/>
            </p:cNvCxnSpPr>
            <p:nvPr/>
          </p:nvCxnSpPr>
          <p:spPr>
            <a:xfrm>
              <a:off x="3907991" y="2335991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D6EA2ED1-5732-D911-D4FA-F0DE510AD17F}"/>
                </a:ext>
              </a:extLst>
            </p:cNvPr>
            <p:cNvSpPr txBox="1"/>
            <p:nvPr/>
          </p:nvSpPr>
          <p:spPr>
            <a:xfrm rot="5400000">
              <a:off x="3664934" y="206730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bit6</a:t>
              </a:r>
              <a:endParaRPr lang="LID4096" sz="1000" b="1" dirty="0"/>
            </a:p>
          </p:txBody>
        </p: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71119DA1-793D-7ACC-B3AE-7FCF1096BBB2}"/>
                </a:ext>
              </a:extLst>
            </p:cNvPr>
            <p:cNvCxnSpPr>
              <a:cxnSpLocks/>
            </p:cNvCxnSpPr>
            <p:nvPr/>
          </p:nvCxnSpPr>
          <p:spPr>
            <a:xfrm>
              <a:off x="2920379" y="4745914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000BE807-46A5-F3AE-ABEC-1B42B83637E2}"/>
                </a:ext>
              </a:extLst>
            </p:cNvPr>
            <p:cNvSpPr txBox="1"/>
            <p:nvPr/>
          </p:nvSpPr>
          <p:spPr>
            <a:xfrm rot="5400000">
              <a:off x="2684413" y="559553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bit1</a:t>
              </a:r>
              <a:endParaRPr lang="LID4096" sz="1000" b="1" dirty="0"/>
            </a:p>
          </p:txBody>
        </p: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067B2772-EC6E-EFE8-0CE5-5B42798F30BF}"/>
                </a:ext>
              </a:extLst>
            </p:cNvPr>
            <p:cNvCxnSpPr>
              <a:cxnSpLocks/>
            </p:cNvCxnSpPr>
            <p:nvPr/>
          </p:nvCxnSpPr>
          <p:spPr>
            <a:xfrm>
              <a:off x="3436440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59E65845-11BE-6FF6-1544-10C04EA75BCF}"/>
                </a:ext>
              </a:extLst>
            </p:cNvPr>
            <p:cNvSpPr txBox="1"/>
            <p:nvPr/>
          </p:nvSpPr>
          <p:spPr>
            <a:xfrm rot="5400000">
              <a:off x="3200473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bit3</a:t>
              </a:r>
              <a:endParaRPr lang="LID4096" sz="1000" b="1" dirty="0"/>
            </a:p>
          </p:txBody>
        </p: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F21FD6F4-9246-EF15-E238-811B721AA003}"/>
                </a:ext>
              </a:extLst>
            </p:cNvPr>
            <p:cNvCxnSpPr>
              <a:cxnSpLocks/>
            </p:cNvCxnSpPr>
            <p:nvPr/>
          </p:nvCxnSpPr>
          <p:spPr>
            <a:xfrm>
              <a:off x="3918887" y="4744900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3262D6C2-5FE5-5807-7FA8-2122358B8D2C}"/>
                </a:ext>
              </a:extLst>
            </p:cNvPr>
            <p:cNvSpPr txBox="1"/>
            <p:nvPr/>
          </p:nvSpPr>
          <p:spPr>
            <a:xfrm rot="5400000">
              <a:off x="3682921" y="5594528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bit5</a:t>
              </a:r>
              <a:endParaRPr lang="LID4096" sz="1000" b="1" dirty="0"/>
            </a:p>
          </p:txBody>
        </p: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F9DEA978-C3FD-D75C-2EBB-5087C2FD558A}"/>
                </a:ext>
              </a:extLst>
            </p:cNvPr>
            <p:cNvCxnSpPr>
              <a:cxnSpLocks/>
            </p:cNvCxnSpPr>
            <p:nvPr/>
          </p:nvCxnSpPr>
          <p:spPr>
            <a:xfrm>
              <a:off x="4372042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DE569420-B7A6-4385-EECC-7951DBCB52EE}"/>
                </a:ext>
              </a:extLst>
            </p:cNvPr>
            <p:cNvSpPr txBox="1"/>
            <p:nvPr/>
          </p:nvSpPr>
          <p:spPr>
            <a:xfrm rot="5400000">
              <a:off x="4136075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bit7</a:t>
              </a:r>
              <a:endParaRPr lang="LID4096" sz="1000" b="1" dirty="0"/>
            </a:p>
          </p:txBody>
        </p:sp>
      </p:grpSp>
      <p:sp>
        <p:nvSpPr>
          <p:cNvPr id="74" name="Freeform: Shape 73">
            <a:extLst>
              <a:ext uri="{FF2B5EF4-FFF2-40B4-BE49-F238E27FC236}">
                <a16:creationId xmlns:a16="http://schemas.microsoft.com/office/drawing/2014/main" id="{E8956DBA-E219-AD6C-4146-BE75B6F5DE65}"/>
              </a:ext>
            </a:extLst>
          </p:cNvPr>
          <p:cNvSpPr/>
          <p:nvPr/>
        </p:nvSpPr>
        <p:spPr>
          <a:xfrm>
            <a:off x="2998272" y="4338004"/>
            <a:ext cx="5553847" cy="1202803"/>
          </a:xfrm>
          <a:custGeom>
            <a:avLst/>
            <a:gdLst>
              <a:gd name="connsiteX0" fmla="*/ 0 w 5180202"/>
              <a:gd name="connsiteY0" fmla="*/ 0 h 850096"/>
              <a:gd name="connsiteX1" fmla="*/ 1249960 w 5180202"/>
              <a:gd name="connsiteY1" fmla="*/ 826315 h 850096"/>
              <a:gd name="connsiteX2" fmla="*/ 5180202 w 5180202"/>
              <a:gd name="connsiteY2" fmla="*/ 545284 h 850096"/>
              <a:gd name="connsiteX0" fmla="*/ 0 w 5415094"/>
              <a:gd name="connsiteY0" fmla="*/ 0 h 1936470"/>
              <a:gd name="connsiteX1" fmla="*/ 1484852 w 5415094"/>
              <a:gd name="connsiteY1" fmla="*/ 1912689 h 1936470"/>
              <a:gd name="connsiteX2" fmla="*/ 5415094 w 5415094"/>
              <a:gd name="connsiteY2" fmla="*/ 1631658 h 1936470"/>
              <a:gd name="connsiteX0" fmla="*/ 3044 w 5418138"/>
              <a:gd name="connsiteY0" fmla="*/ 0 h 1936470"/>
              <a:gd name="connsiteX1" fmla="*/ 1487896 w 5418138"/>
              <a:gd name="connsiteY1" fmla="*/ 1912689 h 1936470"/>
              <a:gd name="connsiteX2" fmla="*/ 5418138 w 5418138"/>
              <a:gd name="connsiteY2" fmla="*/ 1631658 h 1936470"/>
              <a:gd name="connsiteX0" fmla="*/ 2804 w 5480816"/>
              <a:gd name="connsiteY0" fmla="*/ 0 h 1978415"/>
              <a:gd name="connsiteX1" fmla="*/ 1550574 w 5480816"/>
              <a:gd name="connsiteY1" fmla="*/ 1954634 h 1978415"/>
              <a:gd name="connsiteX2" fmla="*/ 5480816 w 5480816"/>
              <a:gd name="connsiteY2" fmla="*/ 1673603 h 1978415"/>
              <a:gd name="csX0" fmla="*/ 685 w 7916114"/>
              <a:gd name="csY0" fmla="*/ 0 h 3612330"/>
              <a:gd name="csX1" fmla="*/ 3985872 w 7916114"/>
              <a:gd name="csY1" fmla="*/ 3588549 h 3612330"/>
              <a:gd name="csX2" fmla="*/ 7916114 w 7916114"/>
              <a:gd name="csY2" fmla="*/ 3307518 h 3612330"/>
              <a:gd name="csX0" fmla="*/ 88142 w 8003571"/>
              <a:gd name="csY0" fmla="*/ 0 h 3612330"/>
              <a:gd name="csX1" fmla="*/ 4073329 w 8003571"/>
              <a:gd name="csY1" fmla="*/ 3588549 h 3612330"/>
              <a:gd name="csX2" fmla="*/ 8003571 w 8003571"/>
              <a:gd name="csY2" fmla="*/ 3307518 h 3612330"/>
              <a:gd name="csX0" fmla="*/ 296322 w 8211751"/>
              <a:gd name="csY0" fmla="*/ 0 h 4051250"/>
              <a:gd name="csX1" fmla="*/ 1139528 w 8211751"/>
              <a:gd name="csY1" fmla="*/ 4051250 h 4051250"/>
              <a:gd name="csX2" fmla="*/ 8211751 w 8211751"/>
              <a:gd name="csY2" fmla="*/ 3307518 h 40512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211751" h="4051250">
                <a:moveTo>
                  <a:pt x="296322" y="0"/>
                </a:moveTo>
                <a:cubicBezTo>
                  <a:pt x="-417992" y="1399332"/>
                  <a:pt x="276161" y="3960369"/>
                  <a:pt x="1139528" y="4051250"/>
                </a:cubicBezTo>
                <a:lnTo>
                  <a:pt x="8211751" y="3307518"/>
                </a:lnTo>
              </a:path>
            </a:pathLst>
          </a:cu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2" name="Freeform: Shape 91">
            <a:extLst>
              <a:ext uri="{FF2B5EF4-FFF2-40B4-BE49-F238E27FC236}">
                <a16:creationId xmlns:a16="http://schemas.microsoft.com/office/drawing/2014/main" id="{558627AD-E5FB-18ED-2D72-DBE502B91457}"/>
              </a:ext>
            </a:extLst>
          </p:cNvPr>
          <p:cNvSpPr/>
          <p:nvPr/>
        </p:nvSpPr>
        <p:spPr>
          <a:xfrm>
            <a:off x="8423503" y="5071180"/>
            <a:ext cx="816282" cy="244395"/>
          </a:xfrm>
          <a:custGeom>
            <a:avLst/>
            <a:gdLst>
              <a:gd name="connsiteX0" fmla="*/ 328612 w 397668"/>
              <a:gd name="connsiteY0" fmla="*/ 2381 h 119062"/>
              <a:gd name="connsiteX1" fmla="*/ 66675 w 397668"/>
              <a:gd name="connsiteY1" fmla="*/ 0 h 119062"/>
              <a:gd name="connsiteX2" fmla="*/ 0 w 397668"/>
              <a:gd name="connsiteY2" fmla="*/ 119062 h 119062"/>
              <a:gd name="connsiteX3" fmla="*/ 397668 w 397668"/>
              <a:gd name="connsiteY3" fmla="*/ 119062 h 119062"/>
              <a:gd name="connsiteX4" fmla="*/ 328612 w 397668"/>
              <a:gd name="connsiteY4" fmla="*/ 2381 h 1190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7668" h="119062">
                <a:moveTo>
                  <a:pt x="328612" y="2381"/>
                </a:moveTo>
                <a:lnTo>
                  <a:pt x="66675" y="0"/>
                </a:lnTo>
                <a:lnTo>
                  <a:pt x="0" y="119062"/>
                </a:lnTo>
                <a:lnTo>
                  <a:pt x="397668" y="119062"/>
                </a:lnTo>
                <a:lnTo>
                  <a:pt x="328612" y="2381"/>
                </a:lnTo>
                <a:close/>
              </a:path>
            </a:pathLst>
          </a:cu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CC80AD6F-33A2-FF77-D221-DB0ED9517101}"/>
              </a:ext>
            </a:extLst>
          </p:cNvPr>
          <p:cNvSpPr/>
          <p:nvPr/>
        </p:nvSpPr>
        <p:spPr>
          <a:xfrm flipH="1">
            <a:off x="8941226" y="4501306"/>
            <a:ext cx="617210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2" name="Freeform: Shape 71">
            <a:extLst>
              <a:ext uri="{FF2B5EF4-FFF2-40B4-BE49-F238E27FC236}">
                <a16:creationId xmlns:a16="http://schemas.microsoft.com/office/drawing/2014/main" id="{1C159F79-202D-1F4A-7A6D-7E4C219BF214}"/>
              </a:ext>
            </a:extLst>
          </p:cNvPr>
          <p:cNvSpPr/>
          <p:nvPr/>
        </p:nvSpPr>
        <p:spPr>
          <a:xfrm>
            <a:off x="7994798" y="4503739"/>
            <a:ext cx="659869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15307026-014C-E730-179C-63323C336CCF}"/>
              </a:ext>
            </a:extLst>
          </p:cNvPr>
          <p:cNvSpPr/>
          <p:nvPr/>
        </p:nvSpPr>
        <p:spPr>
          <a:xfrm>
            <a:off x="8751023" y="4245135"/>
            <a:ext cx="93846" cy="565768"/>
          </a:xfrm>
          <a:prstGeom prst="rect">
            <a:avLst/>
          </a:prstGeom>
          <a:solidFill>
            <a:sysClr val="windowText" lastClr="000000">
              <a:lumMod val="65000"/>
              <a:lumOff val="35000"/>
            </a:sysClr>
          </a:solidFill>
          <a:ln w="38100" cap="flat" cmpd="sng" algn="ctr">
            <a:solidFill>
              <a:sysClr val="windowText" lastClr="000000">
                <a:lumMod val="75000"/>
                <a:lumOff val="25000"/>
              </a:sys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9" name="Rectangle: Rounded Corners 78">
            <a:extLst>
              <a:ext uri="{FF2B5EF4-FFF2-40B4-BE49-F238E27FC236}">
                <a16:creationId xmlns:a16="http://schemas.microsoft.com/office/drawing/2014/main" id="{00F632A2-EF25-857A-F53B-3684AAE896EE}"/>
              </a:ext>
            </a:extLst>
          </p:cNvPr>
          <p:cNvSpPr/>
          <p:nvPr/>
        </p:nvSpPr>
        <p:spPr>
          <a:xfrm>
            <a:off x="8408838" y="3317107"/>
            <a:ext cx="748889" cy="891084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80" name="Group 79">
            <a:extLst>
              <a:ext uri="{FF2B5EF4-FFF2-40B4-BE49-F238E27FC236}">
                <a16:creationId xmlns:a16="http://schemas.microsoft.com/office/drawing/2014/main" id="{1D2CA627-DEFA-F73C-56B0-315964507A05}"/>
              </a:ext>
            </a:extLst>
          </p:cNvPr>
          <p:cNvGrpSpPr/>
          <p:nvPr/>
        </p:nvGrpSpPr>
        <p:grpSpPr>
          <a:xfrm>
            <a:off x="8474678" y="4221613"/>
            <a:ext cx="631874" cy="309390"/>
            <a:chOff x="5198211" y="3413816"/>
            <a:chExt cx="307830" cy="260468"/>
          </a:xfrm>
        </p:grpSpPr>
        <p:sp>
          <p:nvSpPr>
            <p:cNvPr id="93" name="Freeform: Shape 92">
              <a:extLst>
                <a:ext uri="{FF2B5EF4-FFF2-40B4-BE49-F238E27FC236}">
                  <a16:creationId xmlns:a16="http://schemas.microsoft.com/office/drawing/2014/main" id="{E37A8ADA-A341-7BA4-E00F-6DE947C13A6C}"/>
                </a:ext>
              </a:extLst>
            </p:cNvPr>
            <p:cNvSpPr/>
            <p:nvPr/>
          </p:nvSpPr>
          <p:spPr>
            <a:xfrm>
              <a:off x="5198211" y="341381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94" name="Freeform: Shape 93">
              <a:extLst>
                <a:ext uri="{FF2B5EF4-FFF2-40B4-BE49-F238E27FC236}">
                  <a16:creationId xmlns:a16="http://schemas.microsoft.com/office/drawing/2014/main" id="{73BC3BC8-8552-A7D4-B342-686B67716F14}"/>
                </a:ext>
              </a:extLst>
            </p:cNvPr>
            <p:cNvSpPr/>
            <p:nvPr/>
          </p:nvSpPr>
          <p:spPr>
            <a:xfrm>
              <a:off x="5205355" y="346144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95" name="Freeform: Shape 94">
              <a:extLst>
                <a:ext uri="{FF2B5EF4-FFF2-40B4-BE49-F238E27FC236}">
                  <a16:creationId xmlns:a16="http://schemas.microsoft.com/office/drawing/2014/main" id="{1A093D64-6E4C-A1D7-B9D9-50A683B5AF9C}"/>
                </a:ext>
              </a:extLst>
            </p:cNvPr>
            <p:cNvSpPr/>
            <p:nvPr/>
          </p:nvSpPr>
          <p:spPr>
            <a:xfrm>
              <a:off x="5202974" y="350906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96" name="Freeform: Shape 95">
              <a:extLst>
                <a:ext uri="{FF2B5EF4-FFF2-40B4-BE49-F238E27FC236}">
                  <a16:creationId xmlns:a16="http://schemas.microsoft.com/office/drawing/2014/main" id="{03F369ED-2E57-7551-628D-29CB8467B7C4}"/>
                </a:ext>
              </a:extLst>
            </p:cNvPr>
            <p:cNvSpPr/>
            <p:nvPr/>
          </p:nvSpPr>
          <p:spPr>
            <a:xfrm>
              <a:off x="5200593" y="355669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4C85F886-1CE9-9150-02DB-5F810BE7FAD7}"/>
              </a:ext>
            </a:extLst>
          </p:cNvPr>
          <p:cNvCxnSpPr>
            <a:cxnSpLocks/>
          </p:cNvCxnSpPr>
          <p:nvPr/>
        </p:nvCxnSpPr>
        <p:spPr>
          <a:xfrm flipH="1">
            <a:off x="8572556" y="5005100"/>
            <a:ext cx="268837" cy="112423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0343C8EB-F916-49A7-04A7-E0F013B62ECF}"/>
              </a:ext>
            </a:extLst>
          </p:cNvPr>
          <p:cNvCxnSpPr>
            <a:cxnSpLocks/>
          </p:cNvCxnSpPr>
          <p:nvPr/>
        </p:nvCxnSpPr>
        <p:spPr>
          <a:xfrm flipH="1">
            <a:off x="8616604" y="5009987"/>
            <a:ext cx="381202" cy="147409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99" name="Freeform: Shape 98">
            <a:extLst>
              <a:ext uri="{FF2B5EF4-FFF2-40B4-BE49-F238E27FC236}">
                <a16:creationId xmlns:a16="http://schemas.microsoft.com/office/drawing/2014/main" id="{8DE3173F-1B2B-8AEE-48DA-D365A13F7FCD}"/>
              </a:ext>
            </a:extLst>
          </p:cNvPr>
          <p:cNvSpPr/>
          <p:nvPr/>
        </p:nvSpPr>
        <p:spPr>
          <a:xfrm>
            <a:off x="8520602" y="3222442"/>
            <a:ext cx="140598" cy="381299"/>
          </a:xfrm>
          <a:custGeom>
            <a:avLst/>
            <a:gdLst>
              <a:gd name="connsiteX0" fmla="*/ 140598 w 140598"/>
              <a:gd name="connsiteY0" fmla="*/ 3794 h 381299"/>
              <a:gd name="connsiteX1" fmla="*/ 18957 w 140598"/>
              <a:gd name="connsiteY1" fmla="*/ 54128 h 381299"/>
              <a:gd name="connsiteX2" fmla="*/ 2179 w 140598"/>
              <a:gd name="connsiteY2" fmla="*/ 381299 h 3812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0598" h="381299">
                <a:moveTo>
                  <a:pt x="140598" y="3794"/>
                </a:moveTo>
                <a:cubicBezTo>
                  <a:pt x="91312" y="-2498"/>
                  <a:pt x="42027" y="-8789"/>
                  <a:pt x="18957" y="54128"/>
                </a:cubicBezTo>
                <a:cubicBezTo>
                  <a:pt x="-4113" y="117045"/>
                  <a:pt x="-967" y="249172"/>
                  <a:pt x="2179" y="381299"/>
                </a:cubicBezTo>
              </a:path>
            </a:pathLst>
          </a:custGeom>
          <a:noFill/>
          <a:ln w="38100" cap="rnd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0" name="Freeform: Shape 99">
            <a:extLst>
              <a:ext uri="{FF2B5EF4-FFF2-40B4-BE49-F238E27FC236}">
                <a16:creationId xmlns:a16="http://schemas.microsoft.com/office/drawing/2014/main" id="{5AE38584-E49D-0A77-A32C-4665DC44D798}"/>
              </a:ext>
            </a:extLst>
          </p:cNvPr>
          <p:cNvSpPr/>
          <p:nvPr/>
        </p:nvSpPr>
        <p:spPr>
          <a:xfrm>
            <a:off x="3500729" y="3953103"/>
            <a:ext cx="5199509" cy="1063830"/>
          </a:xfrm>
          <a:custGeom>
            <a:avLst/>
            <a:gdLst>
              <a:gd name="connsiteX0" fmla="*/ 0 w 5549318"/>
              <a:gd name="connsiteY0" fmla="*/ 178006 h 1556019"/>
              <a:gd name="connsiteX1" fmla="*/ 973123 w 5549318"/>
              <a:gd name="connsiteY1" fmla="*/ 6032 h 1556019"/>
              <a:gd name="connsiteX2" fmla="*/ 2063692 w 5549318"/>
              <a:gd name="connsiteY2" fmla="*/ 370953 h 1556019"/>
              <a:gd name="connsiteX3" fmla="*/ 4467138 w 5549318"/>
              <a:gd name="connsiteY3" fmla="*/ 1524439 h 1556019"/>
              <a:gd name="connsiteX4" fmla="*/ 5549318 w 5549318"/>
              <a:gd name="connsiteY4" fmla="*/ 1117573 h 1556019"/>
              <a:gd name="csX0" fmla="*/ 0 w 5549318"/>
              <a:gd name="csY0" fmla="*/ 1 h 1378014"/>
              <a:gd name="csX1" fmla="*/ 2063692 w 5549318"/>
              <a:gd name="csY1" fmla="*/ 192948 h 1378014"/>
              <a:gd name="csX2" fmla="*/ 4467138 w 5549318"/>
              <a:gd name="csY2" fmla="*/ 1346434 h 1378014"/>
              <a:gd name="csX3" fmla="*/ 5549318 w 5549318"/>
              <a:gd name="csY3" fmla="*/ 939568 h 1378014"/>
              <a:gd name="csX0" fmla="*/ 0 w 5549318"/>
              <a:gd name="csY0" fmla="*/ 1 h 939567"/>
              <a:gd name="csX1" fmla="*/ 2063692 w 5549318"/>
              <a:gd name="csY1" fmla="*/ 192948 h 939567"/>
              <a:gd name="csX2" fmla="*/ 5549318 w 5549318"/>
              <a:gd name="csY2" fmla="*/ 939568 h 939567"/>
              <a:gd name="csX0" fmla="*/ 0 w 9184032"/>
              <a:gd name="csY0" fmla="*/ 0 h 4200645"/>
              <a:gd name="csX1" fmla="*/ 5698406 w 9184032"/>
              <a:gd name="csY1" fmla="*/ 3454026 h 4200645"/>
              <a:gd name="csX2" fmla="*/ 9184032 w 9184032"/>
              <a:gd name="csY2" fmla="*/ 4200646 h 4200645"/>
              <a:gd name="csX0" fmla="*/ 0 w 9184032"/>
              <a:gd name="csY0" fmla="*/ 241115 h 4441760"/>
              <a:gd name="csX1" fmla="*/ 5698406 w 9184032"/>
              <a:gd name="csY1" fmla="*/ 3695141 h 4441760"/>
              <a:gd name="csX2" fmla="*/ 9184032 w 9184032"/>
              <a:gd name="csY2" fmla="*/ 4441761 h 4441760"/>
              <a:gd name="csX0" fmla="*/ 0 w 9184032"/>
              <a:gd name="csY0" fmla="*/ 1106090 h 5306735"/>
              <a:gd name="csX1" fmla="*/ 3578749 w 9184032"/>
              <a:gd name="csY1" fmla="*/ 423128 h 5306735"/>
              <a:gd name="csX2" fmla="*/ 9184032 w 9184032"/>
              <a:gd name="csY2" fmla="*/ 5306736 h 5306735"/>
              <a:gd name="csX0" fmla="*/ 0 w 9184032"/>
              <a:gd name="csY0" fmla="*/ 2326056 h 6526701"/>
              <a:gd name="csX1" fmla="*/ 3578749 w 9184032"/>
              <a:gd name="csY1" fmla="*/ 1643094 h 6526701"/>
              <a:gd name="csX2" fmla="*/ 9184032 w 9184032"/>
              <a:gd name="csY2" fmla="*/ 6526702 h 6526701"/>
              <a:gd name="csX0" fmla="*/ 0 w 9184032"/>
              <a:gd name="csY0" fmla="*/ 2326056 h 6920647"/>
              <a:gd name="csX1" fmla="*/ 3578749 w 9184032"/>
              <a:gd name="csY1" fmla="*/ 1643094 h 6920647"/>
              <a:gd name="csX2" fmla="*/ 9184032 w 9184032"/>
              <a:gd name="csY2" fmla="*/ 6526702 h 6920647"/>
              <a:gd name="csX0" fmla="*/ 0 w 9127130"/>
              <a:gd name="csY0" fmla="*/ 1016083 h 5623622"/>
              <a:gd name="csX1" fmla="*/ 3521847 w 9127130"/>
              <a:gd name="csY1" fmla="*/ 494825 h 5623622"/>
              <a:gd name="csX2" fmla="*/ 9127130 w 9127130"/>
              <a:gd name="csY2" fmla="*/ 5378433 h 5623622"/>
              <a:gd name="csX0" fmla="*/ 0 w 8614998"/>
              <a:gd name="csY0" fmla="*/ 4005046 h 5230226"/>
              <a:gd name="csX1" fmla="*/ 3009715 w 8614998"/>
              <a:gd name="csY1" fmla="*/ 101432 h 5230226"/>
              <a:gd name="csX2" fmla="*/ 8614998 w 8614998"/>
              <a:gd name="csY2" fmla="*/ 4985040 h 5230226"/>
              <a:gd name="csX0" fmla="*/ 0 w 8614998"/>
              <a:gd name="csY0" fmla="*/ 2001592 h 3339346"/>
              <a:gd name="csX1" fmla="*/ 4033979 w 8614998"/>
              <a:gd name="csY1" fmla="*/ 213636 h 3339346"/>
              <a:gd name="csX2" fmla="*/ 8614998 w 8614998"/>
              <a:gd name="csY2" fmla="*/ 2981586 h 333934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614998" h="3339346">
                <a:moveTo>
                  <a:pt x="0" y="2001592"/>
                </a:moveTo>
                <a:cubicBezTo>
                  <a:pt x="316129" y="748139"/>
                  <a:pt x="2512791" y="-513422"/>
                  <a:pt x="4033979" y="213636"/>
                </a:cubicBezTo>
                <a:cubicBezTo>
                  <a:pt x="5555167" y="940694"/>
                  <a:pt x="7063725" y="4456578"/>
                  <a:pt x="8614998" y="2981586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1" name="Rectangle: Rounded Corners 100">
            <a:extLst>
              <a:ext uri="{FF2B5EF4-FFF2-40B4-BE49-F238E27FC236}">
                <a16:creationId xmlns:a16="http://schemas.microsoft.com/office/drawing/2014/main" id="{C4F44421-5DD7-804E-ACC4-DEFEC26C5E83}"/>
              </a:ext>
            </a:extLst>
          </p:cNvPr>
          <p:cNvSpPr/>
          <p:nvPr/>
        </p:nvSpPr>
        <p:spPr>
          <a:xfrm>
            <a:off x="8709418" y="4800344"/>
            <a:ext cx="185740" cy="325316"/>
          </a:xfrm>
          <a:prstGeom prst="roundRect">
            <a:avLst/>
          </a:pr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4F43AA42-F75A-EF05-1DFB-E6580782D86B}"/>
              </a:ext>
            </a:extLst>
          </p:cNvPr>
          <p:cNvCxnSpPr>
            <a:cxnSpLocks/>
          </p:cNvCxnSpPr>
          <p:nvPr/>
        </p:nvCxnSpPr>
        <p:spPr>
          <a:xfrm>
            <a:off x="8758296" y="4827549"/>
            <a:ext cx="0" cy="175965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grpSp>
        <p:nvGrpSpPr>
          <p:cNvPr id="103" name="Group 102">
            <a:extLst>
              <a:ext uri="{FF2B5EF4-FFF2-40B4-BE49-F238E27FC236}">
                <a16:creationId xmlns:a16="http://schemas.microsoft.com/office/drawing/2014/main" id="{CCFB8CBD-03EE-EFB3-E845-D436DAC0F83A}"/>
              </a:ext>
            </a:extLst>
          </p:cNvPr>
          <p:cNvGrpSpPr/>
          <p:nvPr/>
        </p:nvGrpSpPr>
        <p:grpSpPr>
          <a:xfrm>
            <a:off x="413706" y="4221613"/>
            <a:ext cx="1719929" cy="1784800"/>
            <a:chOff x="413706" y="4221613"/>
            <a:chExt cx="1719929" cy="1784800"/>
          </a:xfrm>
        </p:grpSpPr>
        <p:pic>
          <p:nvPicPr>
            <p:cNvPr id="104" name="Picture 103">
              <a:extLst>
                <a:ext uri="{FF2B5EF4-FFF2-40B4-BE49-F238E27FC236}">
                  <a16:creationId xmlns:a16="http://schemas.microsoft.com/office/drawing/2014/main" id="{B3A720FD-2DA4-C19A-5973-F378B566030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 flipH="1">
              <a:off x="1522867" y="4278183"/>
              <a:ext cx="267313" cy="1140629"/>
            </a:xfrm>
            <a:prstGeom prst="rect">
              <a:avLst/>
            </a:prstGeom>
          </p:spPr>
        </p:pic>
        <p:pic>
          <p:nvPicPr>
            <p:cNvPr id="105" name="Picture 104">
              <a:extLst>
                <a:ext uri="{FF2B5EF4-FFF2-40B4-BE49-F238E27FC236}">
                  <a16:creationId xmlns:a16="http://schemas.microsoft.com/office/drawing/2014/main" id="{D216BD2D-870F-BCF3-9859-566A64744F6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13706" y="4278183"/>
              <a:ext cx="336160" cy="1140543"/>
            </a:xfrm>
            <a:prstGeom prst="rect">
              <a:avLst/>
            </a:prstGeom>
          </p:spPr>
        </p:pic>
        <p:sp>
          <p:nvSpPr>
            <p:cNvPr id="106" name="Rectangle 105">
              <a:extLst>
                <a:ext uri="{FF2B5EF4-FFF2-40B4-BE49-F238E27FC236}">
                  <a16:creationId xmlns:a16="http://schemas.microsoft.com/office/drawing/2014/main" id="{79D5AD12-5FE3-A3E0-0A50-C69C2BC5B0D0}"/>
                </a:ext>
              </a:extLst>
            </p:cNvPr>
            <p:cNvSpPr/>
            <p:nvPr/>
          </p:nvSpPr>
          <p:spPr>
            <a:xfrm>
              <a:off x="772732" y="4221613"/>
              <a:ext cx="673995" cy="25282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7" name="TextBox 106">
              <a:extLst>
                <a:ext uri="{FF2B5EF4-FFF2-40B4-BE49-F238E27FC236}">
                  <a16:creationId xmlns:a16="http://schemas.microsoft.com/office/drawing/2014/main" id="{8C8E317F-C791-A955-DEDD-DAB52C923191}"/>
                </a:ext>
              </a:extLst>
            </p:cNvPr>
            <p:cNvSpPr txBox="1"/>
            <p:nvPr/>
          </p:nvSpPr>
          <p:spPr>
            <a:xfrm>
              <a:off x="845845" y="4249329"/>
              <a:ext cx="546945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700"/>
                <a:t>Many M</a:t>
              </a:r>
              <a:r>
                <a:rPr lang="el-GR" sz="700"/>
                <a:t>Ω</a:t>
              </a:r>
              <a:endParaRPr lang="LID4096" sz="700"/>
            </a:p>
          </p:txBody>
        </p:sp>
        <p:cxnSp>
          <p:nvCxnSpPr>
            <p:cNvPr id="108" name="Straight Connector 107">
              <a:extLst>
                <a:ext uri="{FF2B5EF4-FFF2-40B4-BE49-F238E27FC236}">
                  <a16:creationId xmlns:a16="http://schemas.microsoft.com/office/drawing/2014/main" id="{9A1A5944-2E93-AADC-FE9B-2D926B17E389}"/>
                </a:ext>
              </a:extLst>
            </p:cNvPr>
            <p:cNvCxnSpPr>
              <a:stCxn id="106" idx="1"/>
            </p:cNvCxnSpPr>
            <p:nvPr/>
          </p:nvCxnSpPr>
          <p:spPr>
            <a:xfrm flipH="1">
              <a:off x="493690" y="4348023"/>
              <a:ext cx="279042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Straight Connector 108">
              <a:extLst>
                <a:ext uri="{FF2B5EF4-FFF2-40B4-BE49-F238E27FC236}">
                  <a16:creationId xmlns:a16="http://schemas.microsoft.com/office/drawing/2014/main" id="{2847799F-3F63-7F15-3A5D-4C1293B2610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83913" y="4233683"/>
              <a:ext cx="9777" cy="22656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" name="Straight Connector 109">
              <a:extLst>
                <a:ext uri="{FF2B5EF4-FFF2-40B4-BE49-F238E27FC236}">
                  <a16:creationId xmlns:a16="http://schemas.microsoft.com/office/drawing/2014/main" id="{5E3BA1E2-9DAC-1762-8617-BC24E9ABEA5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57671" y="4236147"/>
              <a:ext cx="4890" cy="18764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Straight Connector 110">
              <a:extLst>
                <a:ext uri="{FF2B5EF4-FFF2-40B4-BE49-F238E27FC236}">
                  <a16:creationId xmlns:a16="http://schemas.microsoft.com/office/drawing/2014/main" id="{8CD78A20-B158-1E5B-CC74-5D3A545DD0F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30576" y="4291453"/>
              <a:ext cx="0" cy="98158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Straight Connector 111">
              <a:extLst>
                <a:ext uri="{FF2B5EF4-FFF2-40B4-BE49-F238E27FC236}">
                  <a16:creationId xmlns:a16="http://schemas.microsoft.com/office/drawing/2014/main" id="{199497AD-A73B-F1E4-3DB2-EFF5D1DC0FB5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446727" y="4348544"/>
              <a:ext cx="686908" cy="988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113" name="Picture 112">
              <a:extLst>
                <a:ext uri="{FF2B5EF4-FFF2-40B4-BE49-F238E27FC236}">
                  <a16:creationId xmlns:a16="http://schemas.microsoft.com/office/drawing/2014/main" id="{D74A99B3-47EE-E27D-2D12-8095C6EEC58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860806" y="4911892"/>
              <a:ext cx="929375" cy="1094521"/>
            </a:xfrm>
            <a:prstGeom prst="rect">
              <a:avLst/>
            </a:prstGeom>
          </p:spPr>
        </p:pic>
        <p:sp>
          <p:nvSpPr>
            <p:cNvPr id="114" name="Freeform: Shape 113">
              <a:extLst>
                <a:ext uri="{FF2B5EF4-FFF2-40B4-BE49-F238E27FC236}">
                  <a16:creationId xmlns:a16="http://schemas.microsoft.com/office/drawing/2014/main" id="{5E2DD768-B6DF-9637-8EA7-CA0D4B3D4A8B}"/>
                </a:ext>
              </a:extLst>
            </p:cNvPr>
            <p:cNvSpPr/>
            <p:nvPr/>
          </p:nvSpPr>
          <p:spPr>
            <a:xfrm>
              <a:off x="1550421" y="5388677"/>
              <a:ext cx="123598" cy="45719"/>
            </a:xfrm>
            <a:custGeom>
              <a:avLst/>
              <a:gdLst>
                <a:gd name="csX0" fmla="*/ 107156 w 107156"/>
                <a:gd name="csY0" fmla="*/ 0 h 40481"/>
                <a:gd name="csX1" fmla="*/ 0 w 107156"/>
                <a:gd name="csY1" fmla="*/ 40481 h 4048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07156" h="40481">
                  <a:moveTo>
                    <a:pt x="107156" y="0"/>
                  </a:moveTo>
                  <a:lnTo>
                    <a:pt x="0" y="40481"/>
                  </a:ln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115" name="Straight Connector 114">
              <a:extLst>
                <a:ext uri="{FF2B5EF4-FFF2-40B4-BE49-F238E27FC236}">
                  <a16:creationId xmlns:a16="http://schemas.microsoft.com/office/drawing/2014/main" id="{62D91013-BDF1-B19F-D4D6-6DCBA54F3C71}"/>
                </a:ext>
              </a:extLst>
            </p:cNvPr>
            <p:cNvCxnSpPr/>
            <p:nvPr/>
          </p:nvCxnSpPr>
          <p:spPr>
            <a:xfrm flipV="1">
              <a:off x="711994" y="5250656"/>
              <a:ext cx="378619" cy="92869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6" name="Freeform: Shape 115">
              <a:extLst>
                <a:ext uri="{FF2B5EF4-FFF2-40B4-BE49-F238E27FC236}">
                  <a16:creationId xmlns:a16="http://schemas.microsoft.com/office/drawing/2014/main" id="{BB047A84-30D7-1083-7838-CF496B60C213}"/>
                </a:ext>
              </a:extLst>
            </p:cNvPr>
            <p:cNvSpPr/>
            <p:nvPr/>
          </p:nvSpPr>
          <p:spPr>
            <a:xfrm>
              <a:off x="1197154" y="5078820"/>
              <a:ext cx="267315" cy="128974"/>
            </a:xfrm>
            <a:custGeom>
              <a:avLst/>
              <a:gdLst>
                <a:gd name="csX0" fmla="*/ 228600 w 240506"/>
                <a:gd name="csY0" fmla="*/ 107156 h 107156"/>
                <a:gd name="csX1" fmla="*/ 240506 w 240506"/>
                <a:gd name="csY1" fmla="*/ 2381 h 107156"/>
                <a:gd name="csX2" fmla="*/ 9525 w 240506"/>
                <a:gd name="csY2" fmla="*/ 0 h 107156"/>
                <a:gd name="csX3" fmla="*/ 0 w 240506"/>
                <a:gd name="csY3" fmla="*/ 95250 h 107156"/>
                <a:gd name="csX4" fmla="*/ 228600 w 240506"/>
                <a:gd name="csY4" fmla="*/ 107156 h 10715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0506" h="107156">
                  <a:moveTo>
                    <a:pt x="228600" y="107156"/>
                  </a:moveTo>
                  <a:lnTo>
                    <a:pt x="240506" y="2381"/>
                  </a:lnTo>
                  <a:lnTo>
                    <a:pt x="9525" y="0"/>
                  </a:lnTo>
                  <a:lnTo>
                    <a:pt x="0" y="95250"/>
                  </a:lnTo>
                  <a:lnTo>
                    <a:pt x="228600" y="107156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7" name="TextBox 116">
              <a:extLst>
                <a:ext uri="{FF2B5EF4-FFF2-40B4-BE49-F238E27FC236}">
                  <a16:creationId xmlns:a16="http://schemas.microsoft.com/office/drawing/2014/main" id="{BC1E9F1C-61AE-6275-44CE-3DFA2A310C12}"/>
                </a:ext>
              </a:extLst>
            </p:cNvPr>
            <p:cNvSpPr txBox="1"/>
            <p:nvPr/>
          </p:nvSpPr>
          <p:spPr>
            <a:xfrm>
              <a:off x="1151300" y="5056932"/>
              <a:ext cx="320922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700"/>
                <a:t>  0V</a:t>
              </a:r>
              <a:endParaRPr lang="LID4096" sz="700"/>
            </a:p>
          </p:txBody>
        </p:sp>
      </p:grpSp>
    </p:spTree>
    <p:extLst>
      <p:ext uri="{BB962C8B-B14F-4D97-AF65-F5344CB8AC3E}">
        <p14:creationId xmlns:p14="http://schemas.microsoft.com/office/powerpoint/2010/main" val="180607809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CDE21F9F-F864-9E70-2CFC-9A2DB15719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BC676C-E3F4-CCD8-2E25-AA78161863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Koppla in en knapp – Pull Up</a:t>
            </a:r>
            <a:endParaRPr lang="LID4096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C843D612-3707-2491-5FB6-BA494BD99DE1}"/>
              </a:ext>
            </a:extLst>
          </p:cNvPr>
          <p:cNvGrpSpPr/>
          <p:nvPr/>
        </p:nvGrpSpPr>
        <p:grpSpPr>
          <a:xfrm rot="16200000">
            <a:off x="1617178" y="3002057"/>
            <a:ext cx="3095687" cy="2470259"/>
            <a:chOff x="436296" y="1927862"/>
            <a:chExt cx="5353797" cy="4272158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526F6E85-4474-F854-E8BD-A6DA5111254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36296" y="2545839"/>
              <a:ext cx="5353797" cy="2772162"/>
            </a:xfrm>
            <a:prstGeom prst="rect">
              <a:avLst/>
            </a:prstGeom>
          </p:spPr>
        </p:pic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163485C0-3837-ADC7-9FCB-FDB50BC0A512}"/>
                </a:ext>
              </a:extLst>
            </p:cNvPr>
            <p:cNvSpPr/>
            <p:nvPr/>
          </p:nvSpPr>
          <p:spPr>
            <a:xfrm>
              <a:off x="1578586" y="3558540"/>
              <a:ext cx="3381375" cy="1402080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63DDA085-609C-8B0B-050E-211C62AE1E80}"/>
                </a:ext>
              </a:extLst>
            </p:cNvPr>
            <p:cNvSpPr/>
            <p:nvPr/>
          </p:nvSpPr>
          <p:spPr>
            <a:xfrm>
              <a:off x="1436663" y="3406140"/>
              <a:ext cx="3787140" cy="259080"/>
            </a:xfrm>
            <a:custGeom>
              <a:avLst/>
              <a:gdLst>
                <a:gd name="connsiteX0" fmla="*/ 3406140 w 3825240"/>
                <a:gd name="connsiteY0" fmla="*/ 0 h 259080"/>
                <a:gd name="connsiteX1" fmla="*/ 0 w 3825240"/>
                <a:gd name="connsiteY1" fmla="*/ 68580 h 259080"/>
                <a:gd name="connsiteX2" fmla="*/ 228600 w 3825240"/>
                <a:gd name="connsiteY2" fmla="*/ 259080 h 259080"/>
                <a:gd name="connsiteX3" fmla="*/ 3825240 w 3825240"/>
                <a:gd name="connsiteY3" fmla="*/ 167640 h 259080"/>
                <a:gd name="connsiteX4" fmla="*/ 3406140 w 3825240"/>
                <a:gd name="connsiteY4" fmla="*/ 0 h 259080"/>
                <a:gd name="connsiteX0" fmla="*/ 3406140 w 3787140"/>
                <a:gd name="connsiteY0" fmla="*/ 0 h 259080"/>
                <a:gd name="connsiteX1" fmla="*/ 0 w 3787140"/>
                <a:gd name="connsiteY1" fmla="*/ 68580 h 259080"/>
                <a:gd name="connsiteX2" fmla="*/ 228600 w 3787140"/>
                <a:gd name="connsiteY2" fmla="*/ 259080 h 259080"/>
                <a:gd name="connsiteX3" fmla="*/ 3787140 w 3787140"/>
                <a:gd name="connsiteY3" fmla="*/ 153353 h 259080"/>
                <a:gd name="connsiteX4" fmla="*/ 3406140 w 3787140"/>
                <a:gd name="connsiteY4" fmla="*/ 0 h 2590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87140" h="259080">
                  <a:moveTo>
                    <a:pt x="3406140" y="0"/>
                  </a:moveTo>
                  <a:lnTo>
                    <a:pt x="0" y="68580"/>
                  </a:lnTo>
                  <a:lnTo>
                    <a:pt x="228600" y="259080"/>
                  </a:lnTo>
                  <a:lnTo>
                    <a:pt x="3787140" y="153353"/>
                  </a:lnTo>
                  <a:lnTo>
                    <a:pt x="3406140" y="0"/>
                  </a:lnTo>
                  <a:close/>
                </a:path>
              </a:pathLst>
            </a:cu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2D07EF9B-4E69-2359-BA27-4D133A4B3C6B}"/>
                </a:ext>
              </a:extLst>
            </p:cNvPr>
            <p:cNvSpPr/>
            <p:nvPr/>
          </p:nvSpPr>
          <p:spPr>
            <a:xfrm>
              <a:off x="1459523" y="3482340"/>
              <a:ext cx="205740" cy="1714500"/>
            </a:xfrm>
            <a:custGeom>
              <a:avLst/>
              <a:gdLst>
                <a:gd name="connsiteX0" fmla="*/ 0 w 205740"/>
                <a:gd name="connsiteY0" fmla="*/ 0 h 1714500"/>
                <a:gd name="connsiteX1" fmla="*/ 30480 w 205740"/>
                <a:gd name="connsiteY1" fmla="*/ 1539240 h 1714500"/>
                <a:gd name="connsiteX2" fmla="*/ 205740 w 205740"/>
                <a:gd name="connsiteY2" fmla="*/ 1714500 h 1714500"/>
                <a:gd name="connsiteX3" fmla="*/ 198120 w 205740"/>
                <a:gd name="connsiteY3" fmla="*/ 167640 h 1714500"/>
                <a:gd name="connsiteX4" fmla="*/ 0 w 205740"/>
                <a:gd name="connsiteY4" fmla="*/ 0 h 1714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5740" h="1714500">
                  <a:moveTo>
                    <a:pt x="0" y="0"/>
                  </a:moveTo>
                  <a:lnTo>
                    <a:pt x="30480" y="1539240"/>
                  </a:lnTo>
                  <a:lnTo>
                    <a:pt x="205740" y="1714500"/>
                  </a:lnTo>
                  <a:lnTo>
                    <a:pt x="198120" y="1676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01802521-3886-6739-3638-76A321CF64C1}"/>
                </a:ext>
              </a:extLst>
            </p:cNvPr>
            <p:cNvSpPr/>
            <p:nvPr/>
          </p:nvSpPr>
          <p:spPr>
            <a:xfrm>
              <a:off x="1657643" y="3558540"/>
              <a:ext cx="3596640" cy="1653540"/>
            </a:xfrm>
            <a:custGeom>
              <a:avLst/>
              <a:gdLst>
                <a:gd name="connsiteX0" fmla="*/ 0 w 3680460"/>
                <a:gd name="connsiteY0" fmla="*/ 1653540 h 1653540"/>
                <a:gd name="connsiteX1" fmla="*/ 1463040 w 3680460"/>
                <a:gd name="connsiteY1" fmla="*/ 1592580 h 1653540"/>
                <a:gd name="connsiteX2" fmla="*/ 1463040 w 3680460"/>
                <a:gd name="connsiteY2" fmla="*/ 1417320 h 1653540"/>
                <a:gd name="connsiteX3" fmla="*/ 182880 w 3680460"/>
                <a:gd name="connsiteY3" fmla="*/ 1478280 h 1653540"/>
                <a:gd name="connsiteX4" fmla="*/ 160020 w 3680460"/>
                <a:gd name="connsiteY4" fmla="*/ 266700 h 1653540"/>
                <a:gd name="connsiteX5" fmla="*/ 3474720 w 3680460"/>
                <a:gd name="connsiteY5" fmla="*/ 160020 h 1653540"/>
                <a:gd name="connsiteX6" fmla="*/ 3467100 w 3680460"/>
                <a:gd name="connsiteY6" fmla="*/ 1424940 h 1653540"/>
                <a:gd name="connsiteX7" fmla="*/ 2278380 w 3680460"/>
                <a:gd name="connsiteY7" fmla="*/ 1432560 h 1653540"/>
                <a:gd name="connsiteX8" fmla="*/ 2263140 w 3680460"/>
                <a:gd name="connsiteY8" fmla="*/ 1584960 h 1653540"/>
                <a:gd name="connsiteX9" fmla="*/ 3680460 w 3680460"/>
                <a:gd name="connsiteY9" fmla="*/ 1546860 h 1653540"/>
                <a:gd name="connsiteX10" fmla="*/ 3589020 w 3680460"/>
                <a:gd name="connsiteY10" fmla="*/ 0 h 1653540"/>
                <a:gd name="connsiteX11" fmla="*/ 0 w 3680460"/>
                <a:gd name="connsiteY11" fmla="*/ 91440 h 1653540"/>
                <a:gd name="connsiteX12" fmla="*/ 0 w 3680460"/>
                <a:gd name="connsiteY12" fmla="*/ 1653540 h 1653540"/>
                <a:gd name="connsiteX0" fmla="*/ 0 w 3649980"/>
                <a:gd name="connsiteY0" fmla="*/ 1653540 h 1653540"/>
                <a:gd name="connsiteX1" fmla="*/ 1463040 w 3649980"/>
                <a:gd name="connsiteY1" fmla="*/ 1592580 h 1653540"/>
                <a:gd name="connsiteX2" fmla="*/ 1463040 w 3649980"/>
                <a:gd name="connsiteY2" fmla="*/ 1417320 h 1653540"/>
                <a:gd name="connsiteX3" fmla="*/ 182880 w 3649980"/>
                <a:gd name="connsiteY3" fmla="*/ 1478280 h 1653540"/>
                <a:gd name="connsiteX4" fmla="*/ 160020 w 3649980"/>
                <a:gd name="connsiteY4" fmla="*/ 266700 h 1653540"/>
                <a:gd name="connsiteX5" fmla="*/ 3474720 w 3649980"/>
                <a:gd name="connsiteY5" fmla="*/ 160020 h 1653540"/>
                <a:gd name="connsiteX6" fmla="*/ 3467100 w 3649980"/>
                <a:gd name="connsiteY6" fmla="*/ 1424940 h 1653540"/>
                <a:gd name="connsiteX7" fmla="*/ 2278380 w 3649980"/>
                <a:gd name="connsiteY7" fmla="*/ 1432560 h 1653540"/>
                <a:gd name="connsiteX8" fmla="*/ 2263140 w 3649980"/>
                <a:gd name="connsiteY8" fmla="*/ 1584960 h 1653540"/>
                <a:gd name="connsiteX9" fmla="*/ 3649980 w 3649980"/>
                <a:gd name="connsiteY9" fmla="*/ 1554480 h 1653540"/>
                <a:gd name="connsiteX10" fmla="*/ 3589020 w 3649980"/>
                <a:gd name="connsiteY10" fmla="*/ 0 h 1653540"/>
                <a:gd name="connsiteX11" fmla="*/ 0 w 3649980"/>
                <a:gd name="connsiteY11" fmla="*/ 91440 h 1653540"/>
                <a:gd name="connsiteX12" fmla="*/ 0 w 3649980"/>
                <a:gd name="connsiteY12" fmla="*/ 1653540 h 1653540"/>
                <a:gd name="connsiteX0" fmla="*/ 0 w 3596640"/>
                <a:gd name="connsiteY0" fmla="*/ 1653540 h 1653540"/>
                <a:gd name="connsiteX1" fmla="*/ 1463040 w 3596640"/>
                <a:gd name="connsiteY1" fmla="*/ 1592580 h 1653540"/>
                <a:gd name="connsiteX2" fmla="*/ 1463040 w 3596640"/>
                <a:gd name="connsiteY2" fmla="*/ 1417320 h 1653540"/>
                <a:gd name="connsiteX3" fmla="*/ 182880 w 3596640"/>
                <a:gd name="connsiteY3" fmla="*/ 1478280 h 1653540"/>
                <a:gd name="connsiteX4" fmla="*/ 160020 w 3596640"/>
                <a:gd name="connsiteY4" fmla="*/ 266700 h 1653540"/>
                <a:gd name="connsiteX5" fmla="*/ 3474720 w 3596640"/>
                <a:gd name="connsiteY5" fmla="*/ 160020 h 1653540"/>
                <a:gd name="connsiteX6" fmla="*/ 3467100 w 3596640"/>
                <a:gd name="connsiteY6" fmla="*/ 1424940 h 1653540"/>
                <a:gd name="connsiteX7" fmla="*/ 2278380 w 3596640"/>
                <a:gd name="connsiteY7" fmla="*/ 1432560 h 1653540"/>
                <a:gd name="connsiteX8" fmla="*/ 2263140 w 3596640"/>
                <a:gd name="connsiteY8" fmla="*/ 1584960 h 1653540"/>
                <a:gd name="connsiteX9" fmla="*/ 3596640 w 3596640"/>
                <a:gd name="connsiteY9" fmla="*/ 1546860 h 1653540"/>
                <a:gd name="connsiteX10" fmla="*/ 3589020 w 3596640"/>
                <a:gd name="connsiteY10" fmla="*/ 0 h 1653540"/>
                <a:gd name="connsiteX11" fmla="*/ 0 w 3596640"/>
                <a:gd name="connsiteY11" fmla="*/ 91440 h 1653540"/>
                <a:gd name="connsiteX12" fmla="*/ 0 w 3596640"/>
                <a:gd name="connsiteY12" fmla="*/ 1653540 h 165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6640" h="1653540">
                  <a:moveTo>
                    <a:pt x="0" y="1653540"/>
                  </a:moveTo>
                  <a:lnTo>
                    <a:pt x="1463040" y="1592580"/>
                  </a:lnTo>
                  <a:lnTo>
                    <a:pt x="1463040" y="1417320"/>
                  </a:lnTo>
                  <a:lnTo>
                    <a:pt x="182880" y="1478280"/>
                  </a:lnTo>
                  <a:lnTo>
                    <a:pt x="160020" y="266700"/>
                  </a:lnTo>
                  <a:lnTo>
                    <a:pt x="3474720" y="160020"/>
                  </a:lnTo>
                  <a:lnTo>
                    <a:pt x="3467100" y="1424940"/>
                  </a:lnTo>
                  <a:lnTo>
                    <a:pt x="2278380" y="1432560"/>
                  </a:lnTo>
                  <a:lnTo>
                    <a:pt x="2263140" y="1584960"/>
                  </a:lnTo>
                  <a:lnTo>
                    <a:pt x="3596640" y="1546860"/>
                  </a:lnTo>
                  <a:lnTo>
                    <a:pt x="3589020" y="0"/>
                  </a:lnTo>
                  <a:lnTo>
                    <a:pt x="0" y="91440"/>
                  </a:lnTo>
                  <a:lnTo>
                    <a:pt x="0" y="165354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445ACAEC-DF52-87ED-D474-071640B799F8}"/>
                </a:ext>
              </a:extLst>
            </p:cNvPr>
            <p:cNvSpPr/>
            <p:nvPr/>
          </p:nvSpPr>
          <p:spPr>
            <a:xfrm>
              <a:off x="1833379" y="3727133"/>
              <a:ext cx="3305175" cy="1312068"/>
            </a:xfrm>
            <a:custGeom>
              <a:avLst/>
              <a:gdLst>
                <a:gd name="connsiteX0" fmla="*/ 2943225 w 3305175"/>
                <a:gd name="connsiteY0" fmla="*/ 4762 h 1312068"/>
                <a:gd name="connsiteX1" fmla="*/ 2964657 w 3305175"/>
                <a:gd name="connsiteY1" fmla="*/ 1040606 h 1312068"/>
                <a:gd name="connsiteX2" fmla="*/ 0 w 3305175"/>
                <a:gd name="connsiteY2" fmla="*/ 1133475 h 1312068"/>
                <a:gd name="connsiteX3" fmla="*/ 7144 w 3305175"/>
                <a:gd name="connsiteY3" fmla="*/ 1312068 h 1312068"/>
                <a:gd name="connsiteX4" fmla="*/ 1290638 w 3305175"/>
                <a:gd name="connsiteY4" fmla="*/ 1254918 h 1312068"/>
                <a:gd name="connsiteX5" fmla="*/ 1362075 w 3305175"/>
                <a:gd name="connsiteY5" fmla="*/ 1202531 h 1312068"/>
                <a:gd name="connsiteX6" fmla="*/ 1431132 w 3305175"/>
                <a:gd name="connsiteY6" fmla="*/ 1185862 h 1312068"/>
                <a:gd name="connsiteX7" fmla="*/ 1735932 w 3305175"/>
                <a:gd name="connsiteY7" fmla="*/ 1171575 h 1312068"/>
                <a:gd name="connsiteX8" fmla="*/ 1902619 w 3305175"/>
                <a:gd name="connsiteY8" fmla="*/ 1178718 h 1312068"/>
                <a:gd name="connsiteX9" fmla="*/ 2100263 w 3305175"/>
                <a:gd name="connsiteY9" fmla="*/ 1264443 h 1312068"/>
                <a:gd name="connsiteX10" fmla="*/ 3300413 w 3305175"/>
                <a:gd name="connsiteY10" fmla="*/ 1257300 h 1312068"/>
                <a:gd name="connsiteX11" fmla="*/ 3305175 w 3305175"/>
                <a:gd name="connsiteY11" fmla="*/ 0 h 1312068"/>
                <a:gd name="connsiteX12" fmla="*/ 2943225 w 3305175"/>
                <a:gd name="connsiteY12" fmla="*/ 4762 h 1312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305175" h="1312068">
                  <a:moveTo>
                    <a:pt x="2943225" y="4762"/>
                  </a:moveTo>
                  <a:lnTo>
                    <a:pt x="2964657" y="1040606"/>
                  </a:lnTo>
                  <a:lnTo>
                    <a:pt x="0" y="1133475"/>
                  </a:lnTo>
                  <a:lnTo>
                    <a:pt x="7144" y="1312068"/>
                  </a:lnTo>
                  <a:lnTo>
                    <a:pt x="1290638" y="1254918"/>
                  </a:lnTo>
                  <a:lnTo>
                    <a:pt x="1362075" y="1202531"/>
                  </a:lnTo>
                  <a:lnTo>
                    <a:pt x="1431132" y="1185862"/>
                  </a:lnTo>
                  <a:lnTo>
                    <a:pt x="1735932" y="1171575"/>
                  </a:lnTo>
                  <a:lnTo>
                    <a:pt x="1902619" y="1178718"/>
                  </a:lnTo>
                  <a:lnTo>
                    <a:pt x="2100263" y="1264443"/>
                  </a:lnTo>
                  <a:lnTo>
                    <a:pt x="3300413" y="1257300"/>
                  </a:lnTo>
                  <a:cubicBezTo>
                    <a:pt x="3302000" y="838200"/>
                    <a:pt x="3303588" y="419100"/>
                    <a:pt x="3305175" y="0"/>
                  </a:cubicBezTo>
                  <a:lnTo>
                    <a:pt x="2943225" y="4762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10E1C9A7-9AA1-34CF-D3F1-B60DF31D731C}"/>
                </a:ext>
              </a:extLst>
            </p:cNvPr>
            <p:cNvSpPr/>
            <p:nvPr/>
          </p:nvSpPr>
          <p:spPr>
            <a:xfrm>
              <a:off x="3119254" y="4896326"/>
              <a:ext cx="819150" cy="247650"/>
            </a:xfrm>
            <a:custGeom>
              <a:avLst/>
              <a:gdLst>
                <a:gd name="connsiteX0" fmla="*/ 802482 w 819150"/>
                <a:gd name="connsiteY0" fmla="*/ 242888 h 247650"/>
                <a:gd name="connsiteX1" fmla="*/ 588169 w 819150"/>
                <a:gd name="connsiteY1" fmla="*/ 116682 h 247650"/>
                <a:gd name="connsiteX2" fmla="*/ 452438 w 819150"/>
                <a:gd name="connsiteY2" fmla="*/ 95250 h 247650"/>
                <a:gd name="connsiteX3" fmla="*/ 192882 w 819150"/>
                <a:gd name="connsiteY3" fmla="*/ 92869 h 247650"/>
                <a:gd name="connsiteX4" fmla="*/ 76200 w 819150"/>
                <a:gd name="connsiteY4" fmla="*/ 140494 h 247650"/>
                <a:gd name="connsiteX5" fmla="*/ 11907 w 819150"/>
                <a:gd name="connsiteY5" fmla="*/ 247650 h 247650"/>
                <a:gd name="connsiteX6" fmla="*/ 0 w 819150"/>
                <a:gd name="connsiteY6" fmla="*/ 85725 h 247650"/>
                <a:gd name="connsiteX7" fmla="*/ 76200 w 819150"/>
                <a:gd name="connsiteY7" fmla="*/ 33338 h 247650"/>
                <a:gd name="connsiteX8" fmla="*/ 173832 w 819150"/>
                <a:gd name="connsiteY8" fmla="*/ 14288 h 247650"/>
                <a:gd name="connsiteX9" fmla="*/ 469107 w 819150"/>
                <a:gd name="connsiteY9" fmla="*/ 0 h 247650"/>
                <a:gd name="connsiteX10" fmla="*/ 616744 w 819150"/>
                <a:gd name="connsiteY10" fmla="*/ 14288 h 247650"/>
                <a:gd name="connsiteX11" fmla="*/ 819150 w 819150"/>
                <a:gd name="connsiteY11" fmla="*/ 95250 h 247650"/>
                <a:gd name="connsiteX12" fmla="*/ 802482 w 819150"/>
                <a:gd name="connsiteY12" fmla="*/ 242888 h 247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19150" h="247650">
                  <a:moveTo>
                    <a:pt x="802482" y="242888"/>
                  </a:moveTo>
                  <a:lnTo>
                    <a:pt x="588169" y="116682"/>
                  </a:lnTo>
                  <a:lnTo>
                    <a:pt x="452438" y="95250"/>
                  </a:lnTo>
                  <a:lnTo>
                    <a:pt x="192882" y="92869"/>
                  </a:lnTo>
                  <a:lnTo>
                    <a:pt x="76200" y="140494"/>
                  </a:lnTo>
                  <a:lnTo>
                    <a:pt x="11907" y="247650"/>
                  </a:lnTo>
                  <a:lnTo>
                    <a:pt x="0" y="85725"/>
                  </a:lnTo>
                  <a:lnTo>
                    <a:pt x="76200" y="33338"/>
                  </a:lnTo>
                  <a:lnTo>
                    <a:pt x="173832" y="14288"/>
                  </a:lnTo>
                  <a:lnTo>
                    <a:pt x="469107" y="0"/>
                  </a:lnTo>
                  <a:lnTo>
                    <a:pt x="616744" y="14288"/>
                  </a:lnTo>
                  <a:lnTo>
                    <a:pt x="819150" y="95250"/>
                  </a:lnTo>
                  <a:lnTo>
                    <a:pt x="802482" y="242888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9D783427-3B3D-C5BC-6F78-A2A3F8845019}"/>
                </a:ext>
              </a:extLst>
            </p:cNvPr>
            <p:cNvGrpSpPr/>
            <p:nvPr/>
          </p:nvGrpSpPr>
          <p:grpSpPr>
            <a:xfrm>
              <a:off x="4243204" y="4020026"/>
              <a:ext cx="209550" cy="157163"/>
              <a:chOff x="6669881" y="4393406"/>
              <a:chExt cx="209550" cy="157163"/>
            </a:xfrm>
          </p:grpSpPr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3E5EE4D5-59F2-3707-3A75-84FCF0279B54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1" name="Freeform: Shape 60">
                <a:extLst>
                  <a:ext uri="{FF2B5EF4-FFF2-40B4-BE49-F238E27FC236}">
                    <a16:creationId xmlns:a16="http://schemas.microsoft.com/office/drawing/2014/main" id="{4B92EF4D-4631-4F92-BE69-0C4A9D4782CA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4FE48FCF-3B4A-0623-C6DC-5B5DB51BC33D}"/>
                </a:ext>
              </a:extLst>
            </p:cNvPr>
            <p:cNvGrpSpPr/>
            <p:nvPr/>
          </p:nvGrpSpPr>
          <p:grpSpPr>
            <a:xfrm>
              <a:off x="3797910" y="4050982"/>
              <a:ext cx="209550" cy="157163"/>
              <a:chOff x="6669881" y="4393406"/>
              <a:chExt cx="209550" cy="157163"/>
            </a:xfrm>
          </p:grpSpPr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3D79CC26-9F29-F18B-2F35-C26603F1808A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9" name="Freeform: Shape 58">
                <a:extLst>
                  <a:ext uri="{FF2B5EF4-FFF2-40B4-BE49-F238E27FC236}">
                    <a16:creationId xmlns:a16="http://schemas.microsoft.com/office/drawing/2014/main" id="{4305DEFE-CF46-5650-538F-BAFA66183205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D7EF7188-052B-1C90-5702-1157C1750568}"/>
                </a:ext>
              </a:extLst>
            </p:cNvPr>
            <p:cNvGrpSpPr/>
            <p:nvPr/>
          </p:nvGrpSpPr>
          <p:grpSpPr>
            <a:xfrm>
              <a:off x="3352616" y="4081938"/>
              <a:ext cx="209550" cy="157163"/>
              <a:chOff x="6669881" y="4393406"/>
              <a:chExt cx="209550" cy="157163"/>
            </a:xfrm>
          </p:grpSpPr>
          <p:sp>
            <p:nvSpPr>
              <p:cNvPr id="56" name="Rectangle 55">
                <a:extLst>
                  <a:ext uri="{FF2B5EF4-FFF2-40B4-BE49-F238E27FC236}">
                    <a16:creationId xmlns:a16="http://schemas.microsoft.com/office/drawing/2014/main" id="{81FCE4C4-2F64-990C-A8BE-88D12FC084E1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7" name="Freeform: Shape 56">
                <a:extLst>
                  <a:ext uri="{FF2B5EF4-FFF2-40B4-BE49-F238E27FC236}">
                    <a16:creationId xmlns:a16="http://schemas.microsoft.com/office/drawing/2014/main" id="{45F3DB5F-1256-7EA2-3DC4-5E214BC488CD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D3E91A7E-AC27-E0CA-2AEF-8091B2056AB5}"/>
                </a:ext>
              </a:extLst>
            </p:cNvPr>
            <p:cNvGrpSpPr/>
            <p:nvPr/>
          </p:nvGrpSpPr>
          <p:grpSpPr>
            <a:xfrm>
              <a:off x="2851360" y="4093844"/>
              <a:ext cx="209550" cy="157163"/>
              <a:chOff x="6669881" y="4393406"/>
              <a:chExt cx="209550" cy="157163"/>
            </a:xfrm>
          </p:grpSpPr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454423FF-7466-C1F8-BE41-6A067C727B8C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5" name="Freeform: Shape 54">
                <a:extLst>
                  <a:ext uri="{FF2B5EF4-FFF2-40B4-BE49-F238E27FC236}">
                    <a16:creationId xmlns:a16="http://schemas.microsoft.com/office/drawing/2014/main" id="{FBDDC83B-4F7D-F336-29C0-E9221804B9B8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FA485FEA-182D-2B11-E4F0-CAF0A6FBE733}"/>
                </a:ext>
              </a:extLst>
            </p:cNvPr>
            <p:cNvGrpSpPr/>
            <p:nvPr/>
          </p:nvGrpSpPr>
          <p:grpSpPr>
            <a:xfrm>
              <a:off x="2345112" y="4113567"/>
              <a:ext cx="209550" cy="157163"/>
              <a:chOff x="6669881" y="4393406"/>
              <a:chExt cx="209550" cy="157163"/>
            </a:xfrm>
          </p:grpSpPr>
          <p:sp>
            <p:nvSpPr>
              <p:cNvPr id="52" name="Rectangle 51">
                <a:extLst>
                  <a:ext uri="{FF2B5EF4-FFF2-40B4-BE49-F238E27FC236}">
                    <a16:creationId xmlns:a16="http://schemas.microsoft.com/office/drawing/2014/main" id="{13F3827C-E2FF-F543-F57C-969D06BE03F5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3" name="Freeform: Shape 52">
                <a:extLst>
                  <a:ext uri="{FF2B5EF4-FFF2-40B4-BE49-F238E27FC236}">
                    <a16:creationId xmlns:a16="http://schemas.microsoft.com/office/drawing/2014/main" id="{471F508B-7E73-8036-38D1-198E4474BA44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E8A4A970-3C79-D19C-A1C4-858FB8BC9F56}"/>
                </a:ext>
              </a:extLst>
            </p:cNvPr>
            <p:cNvGrpSpPr/>
            <p:nvPr/>
          </p:nvGrpSpPr>
          <p:grpSpPr>
            <a:xfrm>
              <a:off x="2333205" y="4520758"/>
              <a:ext cx="209550" cy="157163"/>
              <a:chOff x="6669881" y="4393406"/>
              <a:chExt cx="209550" cy="157163"/>
            </a:xfrm>
          </p:grpSpPr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B76788ED-35AE-7DA3-BD74-6106DD171A5E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1" name="Freeform: Shape 50">
                <a:extLst>
                  <a:ext uri="{FF2B5EF4-FFF2-40B4-BE49-F238E27FC236}">
                    <a16:creationId xmlns:a16="http://schemas.microsoft.com/office/drawing/2014/main" id="{53E3BF6F-BA45-B4C9-B812-0E14B6B1325B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33EE2975-8D90-02CD-C9B2-24CB20C21387}"/>
                </a:ext>
              </a:extLst>
            </p:cNvPr>
            <p:cNvGrpSpPr/>
            <p:nvPr/>
          </p:nvGrpSpPr>
          <p:grpSpPr>
            <a:xfrm>
              <a:off x="2848977" y="4506471"/>
              <a:ext cx="209550" cy="157163"/>
              <a:chOff x="6669881" y="4393406"/>
              <a:chExt cx="209550" cy="157163"/>
            </a:xfrm>
          </p:grpSpPr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F9825697-359D-AB8C-C77F-2C0C14261931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9" name="Freeform: Shape 48">
                <a:extLst>
                  <a:ext uri="{FF2B5EF4-FFF2-40B4-BE49-F238E27FC236}">
                    <a16:creationId xmlns:a16="http://schemas.microsoft.com/office/drawing/2014/main" id="{854BC301-B1B9-A50F-BAB0-34BF75D9E8AE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10756C9F-1FDF-A59E-FDA3-54825F0511CC}"/>
                </a:ext>
              </a:extLst>
            </p:cNvPr>
            <p:cNvGrpSpPr/>
            <p:nvPr/>
          </p:nvGrpSpPr>
          <p:grpSpPr>
            <a:xfrm>
              <a:off x="3359757" y="4500001"/>
              <a:ext cx="209550" cy="157163"/>
              <a:chOff x="6669881" y="4393406"/>
              <a:chExt cx="209550" cy="157163"/>
            </a:xfrm>
          </p:grpSpPr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2442611D-600F-299C-D516-7E463B2AB561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7" name="Freeform: Shape 46">
                <a:extLst>
                  <a:ext uri="{FF2B5EF4-FFF2-40B4-BE49-F238E27FC236}">
                    <a16:creationId xmlns:a16="http://schemas.microsoft.com/office/drawing/2014/main" id="{E4599728-1605-394B-7528-3722BCA47146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2A56AB26-658B-56F9-C23E-C036E28262A3}"/>
                </a:ext>
              </a:extLst>
            </p:cNvPr>
            <p:cNvGrpSpPr/>
            <p:nvPr/>
          </p:nvGrpSpPr>
          <p:grpSpPr>
            <a:xfrm>
              <a:off x="3828863" y="4505748"/>
              <a:ext cx="209550" cy="157163"/>
              <a:chOff x="6669881" y="4393406"/>
              <a:chExt cx="209550" cy="157163"/>
            </a:xfrm>
          </p:grpSpPr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74B1A76B-F9D7-F609-65F5-655197B63C9B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5" name="Freeform: Shape 44">
                <a:extLst>
                  <a:ext uri="{FF2B5EF4-FFF2-40B4-BE49-F238E27FC236}">
                    <a16:creationId xmlns:a16="http://schemas.microsoft.com/office/drawing/2014/main" id="{377B673E-99B7-FA1C-4055-F67BE5BB1B72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105077AE-7C42-0ABF-438B-D7E756F65701}"/>
                </a:ext>
              </a:extLst>
            </p:cNvPr>
            <p:cNvGrpSpPr/>
            <p:nvPr/>
          </p:nvGrpSpPr>
          <p:grpSpPr>
            <a:xfrm>
              <a:off x="4271771" y="4495238"/>
              <a:ext cx="209550" cy="157163"/>
              <a:chOff x="6669881" y="4393406"/>
              <a:chExt cx="209550" cy="157163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D491B1A0-E3C4-0678-11E4-C92BFCC6E30E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3" name="Freeform: Shape 42">
                <a:extLst>
                  <a:ext uri="{FF2B5EF4-FFF2-40B4-BE49-F238E27FC236}">
                    <a16:creationId xmlns:a16="http://schemas.microsoft.com/office/drawing/2014/main" id="{52D435A6-BE1C-D4C5-0513-7598FDBD2231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3F27D25C-4723-0B85-2151-173023D68CAC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908657" y="5300061"/>
              <a:ext cx="1003434" cy="1889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B0D0C60E-09DD-12B4-EAB1-36342FCDB4AD}"/>
                </a:ext>
              </a:extLst>
            </p:cNvPr>
            <p:cNvSpPr txBox="1"/>
            <p:nvPr/>
          </p:nvSpPr>
          <p:spPr>
            <a:xfrm rot="5400000">
              <a:off x="2135199" y="5589007"/>
              <a:ext cx="796202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GND</a:t>
              </a:r>
              <a:endParaRPr lang="LID4096" sz="1000" b="1" dirty="0"/>
            </a:p>
          </p:txBody>
        </p: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260B68C9-BF1F-9D02-5A10-7AE3BAB68910}"/>
                </a:ext>
              </a:extLst>
            </p:cNvPr>
            <p:cNvCxnSpPr>
              <a:cxnSpLocks/>
            </p:cNvCxnSpPr>
            <p:nvPr/>
          </p:nvCxnSpPr>
          <p:spPr>
            <a:xfrm>
              <a:off x="4334743" y="2222017"/>
              <a:ext cx="27524" cy="1673166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EEE82408-7369-4B0A-746D-D44B945A3F26}"/>
                </a:ext>
              </a:extLst>
            </p:cNvPr>
            <p:cNvSpPr txBox="1"/>
            <p:nvPr/>
          </p:nvSpPr>
          <p:spPr>
            <a:xfrm rot="5400000">
              <a:off x="4125363" y="2102273"/>
              <a:ext cx="760164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3.3V</a:t>
              </a:r>
              <a:endParaRPr lang="LID4096" sz="1000" b="1" dirty="0"/>
            </a:p>
          </p:txBody>
        </p: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28E46CE5-A161-96F6-F977-F8C295EA4B0C}"/>
                </a:ext>
              </a:extLst>
            </p:cNvPr>
            <p:cNvCxnSpPr>
              <a:cxnSpLocks/>
            </p:cNvCxnSpPr>
            <p:nvPr/>
          </p:nvCxnSpPr>
          <p:spPr>
            <a:xfrm>
              <a:off x="2399207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7D0D7A1C-524D-4880-FE59-FE190A7E3A87}"/>
                </a:ext>
              </a:extLst>
            </p:cNvPr>
            <p:cNvSpPr txBox="1"/>
            <p:nvPr/>
          </p:nvSpPr>
          <p:spPr>
            <a:xfrm rot="5400000">
              <a:off x="2162151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bit0</a:t>
              </a:r>
              <a:endParaRPr lang="LID4096" sz="1000" b="1" dirty="0"/>
            </a:p>
          </p:txBody>
        </p: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782A217C-927D-D543-EE6A-736EB5217DB0}"/>
                </a:ext>
              </a:extLst>
            </p:cNvPr>
            <p:cNvCxnSpPr>
              <a:cxnSpLocks/>
            </p:cNvCxnSpPr>
            <p:nvPr/>
          </p:nvCxnSpPr>
          <p:spPr>
            <a:xfrm>
              <a:off x="2934442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2C55CF4F-5353-9F38-7165-F8550EEF0C2A}"/>
                </a:ext>
              </a:extLst>
            </p:cNvPr>
            <p:cNvSpPr txBox="1"/>
            <p:nvPr/>
          </p:nvSpPr>
          <p:spPr>
            <a:xfrm rot="5400000">
              <a:off x="2764068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bit2</a:t>
              </a:r>
              <a:endParaRPr lang="LID4096" sz="1000" b="1" dirty="0"/>
            </a:p>
          </p:txBody>
        </p: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EEC10F64-A353-3E02-7551-D78CD639998D}"/>
                </a:ext>
              </a:extLst>
            </p:cNvPr>
            <p:cNvCxnSpPr>
              <a:cxnSpLocks/>
            </p:cNvCxnSpPr>
            <p:nvPr/>
          </p:nvCxnSpPr>
          <p:spPr>
            <a:xfrm>
              <a:off x="3453714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669FD9A7-A271-35F9-7D79-30E3C9923775}"/>
                </a:ext>
              </a:extLst>
            </p:cNvPr>
            <p:cNvSpPr txBox="1"/>
            <p:nvPr/>
          </p:nvSpPr>
          <p:spPr>
            <a:xfrm rot="5400000">
              <a:off x="3213817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bit4</a:t>
              </a:r>
              <a:endParaRPr lang="LID4096" sz="1000" b="1" dirty="0"/>
            </a:p>
          </p:txBody>
        </p: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2354C032-32CC-32CA-95F0-F855DE09935B}"/>
                </a:ext>
              </a:extLst>
            </p:cNvPr>
            <p:cNvCxnSpPr>
              <a:cxnSpLocks/>
            </p:cNvCxnSpPr>
            <p:nvPr/>
          </p:nvCxnSpPr>
          <p:spPr>
            <a:xfrm>
              <a:off x="3907991" y="2335991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DE1C5A15-9EF8-5475-546D-C7D89D948DFD}"/>
                </a:ext>
              </a:extLst>
            </p:cNvPr>
            <p:cNvSpPr txBox="1"/>
            <p:nvPr/>
          </p:nvSpPr>
          <p:spPr>
            <a:xfrm rot="5400000">
              <a:off x="3664934" y="206730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bit6</a:t>
              </a:r>
              <a:endParaRPr lang="LID4096" sz="1000" b="1" dirty="0"/>
            </a:p>
          </p:txBody>
        </p: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7E51E0EE-0E49-D24B-61CC-DFE5D7251C0F}"/>
                </a:ext>
              </a:extLst>
            </p:cNvPr>
            <p:cNvCxnSpPr>
              <a:cxnSpLocks/>
            </p:cNvCxnSpPr>
            <p:nvPr/>
          </p:nvCxnSpPr>
          <p:spPr>
            <a:xfrm>
              <a:off x="2920379" y="4745914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C2FC6BBD-193F-A973-8B52-923A0AC82D49}"/>
                </a:ext>
              </a:extLst>
            </p:cNvPr>
            <p:cNvSpPr txBox="1"/>
            <p:nvPr/>
          </p:nvSpPr>
          <p:spPr>
            <a:xfrm rot="5400000">
              <a:off x="2684413" y="559553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bit1</a:t>
              </a:r>
              <a:endParaRPr lang="LID4096" sz="1000" b="1" dirty="0"/>
            </a:p>
          </p:txBody>
        </p: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D8E43327-7A0C-6E39-1333-4B083BA83741}"/>
                </a:ext>
              </a:extLst>
            </p:cNvPr>
            <p:cNvCxnSpPr>
              <a:cxnSpLocks/>
            </p:cNvCxnSpPr>
            <p:nvPr/>
          </p:nvCxnSpPr>
          <p:spPr>
            <a:xfrm>
              <a:off x="3436440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FCC04E36-2F6A-5922-FFCC-437C49C4ED09}"/>
                </a:ext>
              </a:extLst>
            </p:cNvPr>
            <p:cNvSpPr txBox="1"/>
            <p:nvPr/>
          </p:nvSpPr>
          <p:spPr>
            <a:xfrm rot="5400000">
              <a:off x="3200473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bit3</a:t>
              </a:r>
              <a:endParaRPr lang="LID4096" sz="1000" b="1" dirty="0"/>
            </a:p>
          </p:txBody>
        </p: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81B8B109-B4CB-075A-9C1E-E4A8077768AA}"/>
                </a:ext>
              </a:extLst>
            </p:cNvPr>
            <p:cNvCxnSpPr>
              <a:cxnSpLocks/>
            </p:cNvCxnSpPr>
            <p:nvPr/>
          </p:nvCxnSpPr>
          <p:spPr>
            <a:xfrm>
              <a:off x="3918887" y="4744900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F09A6E7F-1F03-2239-D5D6-8345441EA7A7}"/>
                </a:ext>
              </a:extLst>
            </p:cNvPr>
            <p:cNvSpPr txBox="1"/>
            <p:nvPr/>
          </p:nvSpPr>
          <p:spPr>
            <a:xfrm rot="5400000">
              <a:off x="3682921" y="5594528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bit5</a:t>
              </a:r>
              <a:endParaRPr lang="LID4096" sz="1000" b="1" dirty="0"/>
            </a:p>
          </p:txBody>
        </p: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9DE3F6F6-05F8-332D-5B6C-338A37FEE06E}"/>
                </a:ext>
              </a:extLst>
            </p:cNvPr>
            <p:cNvCxnSpPr>
              <a:cxnSpLocks/>
            </p:cNvCxnSpPr>
            <p:nvPr/>
          </p:nvCxnSpPr>
          <p:spPr>
            <a:xfrm>
              <a:off x="4372042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E2A42A99-7DA8-BFA0-2201-FC48233E577D}"/>
                </a:ext>
              </a:extLst>
            </p:cNvPr>
            <p:cNvSpPr txBox="1"/>
            <p:nvPr/>
          </p:nvSpPr>
          <p:spPr>
            <a:xfrm rot="5400000">
              <a:off x="4136075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bit7</a:t>
              </a:r>
              <a:endParaRPr lang="LID4096" sz="1000" b="1" dirty="0"/>
            </a:p>
          </p:txBody>
        </p:sp>
      </p:grpSp>
      <p:sp>
        <p:nvSpPr>
          <p:cNvPr id="74" name="Freeform: Shape 73">
            <a:extLst>
              <a:ext uri="{FF2B5EF4-FFF2-40B4-BE49-F238E27FC236}">
                <a16:creationId xmlns:a16="http://schemas.microsoft.com/office/drawing/2014/main" id="{22071F8A-A33C-84E0-C497-BCE57B18169C}"/>
              </a:ext>
            </a:extLst>
          </p:cNvPr>
          <p:cNvSpPr/>
          <p:nvPr/>
        </p:nvSpPr>
        <p:spPr>
          <a:xfrm>
            <a:off x="2998272" y="4338004"/>
            <a:ext cx="5553847" cy="1202803"/>
          </a:xfrm>
          <a:custGeom>
            <a:avLst/>
            <a:gdLst>
              <a:gd name="connsiteX0" fmla="*/ 0 w 5180202"/>
              <a:gd name="connsiteY0" fmla="*/ 0 h 850096"/>
              <a:gd name="connsiteX1" fmla="*/ 1249960 w 5180202"/>
              <a:gd name="connsiteY1" fmla="*/ 826315 h 850096"/>
              <a:gd name="connsiteX2" fmla="*/ 5180202 w 5180202"/>
              <a:gd name="connsiteY2" fmla="*/ 545284 h 850096"/>
              <a:gd name="connsiteX0" fmla="*/ 0 w 5415094"/>
              <a:gd name="connsiteY0" fmla="*/ 0 h 1936470"/>
              <a:gd name="connsiteX1" fmla="*/ 1484852 w 5415094"/>
              <a:gd name="connsiteY1" fmla="*/ 1912689 h 1936470"/>
              <a:gd name="connsiteX2" fmla="*/ 5415094 w 5415094"/>
              <a:gd name="connsiteY2" fmla="*/ 1631658 h 1936470"/>
              <a:gd name="connsiteX0" fmla="*/ 3044 w 5418138"/>
              <a:gd name="connsiteY0" fmla="*/ 0 h 1936470"/>
              <a:gd name="connsiteX1" fmla="*/ 1487896 w 5418138"/>
              <a:gd name="connsiteY1" fmla="*/ 1912689 h 1936470"/>
              <a:gd name="connsiteX2" fmla="*/ 5418138 w 5418138"/>
              <a:gd name="connsiteY2" fmla="*/ 1631658 h 1936470"/>
              <a:gd name="connsiteX0" fmla="*/ 2804 w 5480816"/>
              <a:gd name="connsiteY0" fmla="*/ 0 h 1978415"/>
              <a:gd name="connsiteX1" fmla="*/ 1550574 w 5480816"/>
              <a:gd name="connsiteY1" fmla="*/ 1954634 h 1978415"/>
              <a:gd name="connsiteX2" fmla="*/ 5480816 w 5480816"/>
              <a:gd name="connsiteY2" fmla="*/ 1673603 h 1978415"/>
              <a:gd name="csX0" fmla="*/ 685 w 7916114"/>
              <a:gd name="csY0" fmla="*/ 0 h 3612330"/>
              <a:gd name="csX1" fmla="*/ 3985872 w 7916114"/>
              <a:gd name="csY1" fmla="*/ 3588549 h 3612330"/>
              <a:gd name="csX2" fmla="*/ 7916114 w 7916114"/>
              <a:gd name="csY2" fmla="*/ 3307518 h 3612330"/>
              <a:gd name="csX0" fmla="*/ 88142 w 8003571"/>
              <a:gd name="csY0" fmla="*/ 0 h 3612330"/>
              <a:gd name="csX1" fmla="*/ 4073329 w 8003571"/>
              <a:gd name="csY1" fmla="*/ 3588549 h 3612330"/>
              <a:gd name="csX2" fmla="*/ 8003571 w 8003571"/>
              <a:gd name="csY2" fmla="*/ 3307518 h 3612330"/>
              <a:gd name="csX0" fmla="*/ 296322 w 8211751"/>
              <a:gd name="csY0" fmla="*/ 0 h 4051250"/>
              <a:gd name="csX1" fmla="*/ 1139528 w 8211751"/>
              <a:gd name="csY1" fmla="*/ 4051250 h 4051250"/>
              <a:gd name="csX2" fmla="*/ 8211751 w 8211751"/>
              <a:gd name="csY2" fmla="*/ 3307518 h 40512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211751" h="4051250">
                <a:moveTo>
                  <a:pt x="296322" y="0"/>
                </a:moveTo>
                <a:cubicBezTo>
                  <a:pt x="-417992" y="1399332"/>
                  <a:pt x="276161" y="3960369"/>
                  <a:pt x="1139528" y="4051250"/>
                </a:cubicBezTo>
                <a:lnTo>
                  <a:pt x="8211751" y="3307518"/>
                </a:lnTo>
              </a:path>
            </a:pathLst>
          </a:cu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0" name="Freeform: Shape 99">
            <a:extLst>
              <a:ext uri="{FF2B5EF4-FFF2-40B4-BE49-F238E27FC236}">
                <a16:creationId xmlns:a16="http://schemas.microsoft.com/office/drawing/2014/main" id="{9706E77C-AFBC-0ECC-4C17-CDA96C280A89}"/>
              </a:ext>
            </a:extLst>
          </p:cNvPr>
          <p:cNvSpPr/>
          <p:nvPr/>
        </p:nvSpPr>
        <p:spPr>
          <a:xfrm>
            <a:off x="3500729" y="3953103"/>
            <a:ext cx="5199509" cy="1063830"/>
          </a:xfrm>
          <a:custGeom>
            <a:avLst/>
            <a:gdLst>
              <a:gd name="connsiteX0" fmla="*/ 0 w 5549318"/>
              <a:gd name="connsiteY0" fmla="*/ 178006 h 1556019"/>
              <a:gd name="connsiteX1" fmla="*/ 973123 w 5549318"/>
              <a:gd name="connsiteY1" fmla="*/ 6032 h 1556019"/>
              <a:gd name="connsiteX2" fmla="*/ 2063692 w 5549318"/>
              <a:gd name="connsiteY2" fmla="*/ 370953 h 1556019"/>
              <a:gd name="connsiteX3" fmla="*/ 4467138 w 5549318"/>
              <a:gd name="connsiteY3" fmla="*/ 1524439 h 1556019"/>
              <a:gd name="connsiteX4" fmla="*/ 5549318 w 5549318"/>
              <a:gd name="connsiteY4" fmla="*/ 1117573 h 1556019"/>
              <a:gd name="csX0" fmla="*/ 0 w 5549318"/>
              <a:gd name="csY0" fmla="*/ 1 h 1378014"/>
              <a:gd name="csX1" fmla="*/ 2063692 w 5549318"/>
              <a:gd name="csY1" fmla="*/ 192948 h 1378014"/>
              <a:gd name="csX2" fmla="*/ 4467138 w 5549318"/>
              <a:gd name="csY2" fmla="*/ 1346434 h 1378014"/>
              <a:gd name="csX3" fmla="*/ 5549318 w 5549318"/>
              <a:gd name="csY3" fmla="*/ 939568 h 1378014"/>
              <a:gd name="csX0" fmla="*/ 0 w 5549318"/>
              <a:gd name="csY0" fmla="*/ 1 h 939567"/>
              <a:gd name="csX1" fmla="*/ 2063692 w 5549318"/>
              <a:gd name="csY1" fmla="*/ 192948 h 939567"/>
              <a:gd name="csX2" fmla="*/ 5549318 w 5549318"/>
              <a:gd name="csY2" fmla="*/ 939568 h 939567"/>
              <a:gd name="csX0" fmla="*/ 0 w 9184032"/>
              <a:gd name="csY0" fmla="*/ 0 h 4200645"/>
              <a:gd name="csX1" fmla="*/ 5698406 w 9184032"/>
              <a:gd name="csY1" fmla="*/ 3454026 h 4200645"/>
              <a:gd name="csX2" fmla="*/ 9184032 w 9184032"/>
              <a:gd name="csY2" fmla="*/ 4200646 h 4200645"/>
              <a:gd name="csX0" fmla="*/ 0 w 9184032"/>
              <a:gd name="csY0" fmla="*/ 241115 h 4441760"/>
              <a:gd name="csX1" fmla="*/ 5698406 w 9184032"/>
              <a:gd name="csY1" fmla="*/ 3695141 h 4441760"/>
              <a:gd name="csX2" fmla="*/ 9184032 w 9184032"/>
              <a:gd name="csY2" fmla="*/ 4441761 h 4441760"/>
              <a:gd name="csX0" fmla="*/ 0 w 9184032"/>
              <a:gd name="csY0" fmla="*/ 1106090 h 5306735"/>
              <a:gd name="csX1" fmla="*/ 3578749 w 9184032"/>
              <a:gd name="csY1" fmla="*/ 423128 h 5306735"/>
              <a:gd name="csX2" fmla="*/ 9184032 w 9184032"/>
              <a:gd name="csY2" fmla="*/ 5306736 h 5306735"/>
              <a:gd name="csX0" fmla="*/ 0 w 9184032"/>
              <a:gd name="csY0" fmla="*/ 2326056 h 6526701"/>
              <a:gd name="csX1" fmla="*/ 3578749 w 9184032"/>
              <a:gd name="csY1" fmla="*/ 1643094 h 6526701"/>
              <a:gd name="csX2" fmla="*/ 9184032 w 9184032"/>
              <a:gd name="csY2" fmla="*/ 6526702 h 6526701"/>
              <a:gd name="csX0" fmla="*/ 0 w 9184032"/>
              <a:gd name="csY0" fmla="*/ 2326056 h 6920647"/>
              <a:gd name="csX1" fmla="*/ 3578749 w 9184032"/>
              <a:gd name="csY1" fmla="*/ 1643094 h 6920647"/>
              <a:gd name="csX2" fmla="*/ 9184032 w 9184032"/>
              <a:gd name="csY2" fmla="*/ 6526702 h 6920647"/>
              <a:gd name="csX0" fmla="*/ 0 w 9127130"/>
              <a:gd name="csY0" fmla="*/ 1016083 h 5623622"/>
              <a:gd name="csX1" fmla="*/ 3521847 w 9127130"/>
              <a:gd name="csY1" fmla="*/ 494825 h 5623622"/>
              <a:gd name="csX2" fmla="*/ 9127130 w 9127130"/>
              <a:gd name="csY2" fmla="*/ 5378433 h 5623622"/>
              <a:gd name="csX0" fmla="*/ 0 w 8614998"/>
              <a:gd name="csY0" fmla="*/ 4005046 h 5230226"/>
              <a:gd name="csX1" fmla="*/ 3009715 w 8614998"/>
              <a:gd name="csY1" fmla="*/ 101432 h 5230226"/>
              <a:gd name="csX2" fmla="*/ 8614998 w 8614998"/>
              <a:gd name="csY2" fmla="*/ 4985040 h 5230226"/>
              <a:gd name="csX0" fmla="*/ 0 w 8614998"/>
              <a:gd name="csY0" fmla="*/ 2001592 h 3339346"/>
              <a:gd name="csX1" fmla="*/ 4033979 w 8614998"/>
              <a:gd name="csY1" fmla="*/ 213636 h 3339346"/>
              <a:gd name="csX2" fmla="*/ 8614998 w 8614998"/>
              <a:gd name="csY2" fmla="*/ 2981586 h 333934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614998" h="3339346">
                <a:moveTo>
                  <a:pt x="0" y="2001592"/>
                </a:moveTo>
                <a:cubicBezTo>
                  <a:pt x="316129" y="748139"/>
                  <a:pt x="2512791" y="-513422"/>
                  <a:pt x="4033979" y="213636"/>
                </a:cubicBezTo>
                <a:cubicBezTo>
                  <a:pt x="5555167" y="940694"/>
                  <a:pt x="7063725" y="4456578"/>
                  <a:pt x="8614998" y="2981586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103" name="Group 102">
            <a:extLst>
              <a:ext uri="{FF2B5EF4-FFF2-40B4-BE49-F238E27FC236}">
                <a16:creationId xmlns:a16="http://schemas.microsoft.com/office/drawing/2014/main" id="{461E3C6D-C795-01C0-3C7D-87D6D0D2FF72}"/>
              </a:ext>
            </a:extLst>
          </p:cNvPr>
          <p:cNvGrpSpPr/>
          <p:nvPr/>
        </p:nvGrpSpPr>
        <p:grpSpPr>
          <a:xfrm>
            <a:off x="413706" y="4221613"/>
            <a:ext cx="1719929" cy="1784800"/>
            <a:chOff x="413706" y="4221613"/>
            <a:chExt cx="1719929" cy="1784800"/>
          </a:xfrm>
        </p:grpSpPr>
        <p:pic>
          <p:nvPicPr>
            <p:cNvPr id="104" name="Picture 103">
              <a:extLst>
                <a:ext uri="{FF2B5EF4-FFF2-40B4-BE49-F238E27FC236}">
                  <a16:creationId xmlns:a16="http://schemas.microsoft.com/office/drawing/2014/main" id="{F4EB92E3-1FB7-94C3-DC32-942BFBAA15C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 flipH="1">
              <a:off x="1522867" y="4278183"/>
              <a:ext cx="267313" cy="1140629"/>
            </a:xfrm>
            <a:prstGeom prst="rect">
              <a:avLst/>
            </a:prstGeom>
          </p:spPr>
        </p:pic>
        <p:pic>
          <p:nvPicPr>
            <p:cNvPr id="105" name="Picture 104">
              <a:extLst>
                <a:ext uri="{FF2B5EF4-FFF2-40B4-BE49-F238E27FC236}">
                  <a16:creationId xmlns:a16="http://schemas.microsoft.com/office/drawing/2014/main" id="{455B0320-8F97-DA12-E785-7CFCDB40059C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13706" y="4278183"/>
              <a:ext cx="336160" cy="1140543"/>
            </a:xfrm>
            <a:prstGeom prst="rect">
              <a:avLst/>
            </a:prstGeom>
          </p:spPr>
        </p:pic>
        <p:sp>
          <p:nvSpPr>
            <p:cNvPr id="106" name="Rectangle 105">
              <a:extLst>
                <a:ext uri="{FF2B5EF4-FFF2-40B4-BE49-F238E27FC236}">
                  <a16:creationId xmlns:a16="http://schemas.microsoft.com/office/drawing/2014/main" id="{7752D1AE-55FF-A1D3-CB27-7FA5483BE7F8}"/>
                </a:ext>
              </a:extLst>
            </p:cNvPr>
            <p:cNvSpPr/>
            <p:nvPr/>
          </p:nvSpPr>
          <p:spPr>
            <a:xfrm>
              <a:off x="772732" y="4221613"/>
              <a:ext cx="673995" cy="25282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7" name="TextBox 106">
              <a:extLst>
                <a:ext uri="{FF2B5EF4-FFF2-40B4-BE49-F238E27FC236}">
                  <a16:creationId xmlns:a16="http://schemas.microsoft.com/office/drawing/2014/main" id="{33E8970F-6B9F-5FE0-C740-B14743C096FE}"/>
                </a:ext>
              </a:extLst>
            </p:cNvPr>
            <p:cNvSpPr txBox="1"/>
            <p:nvPr/>
          </p:nvSpPr>
          <p:spPr>
            <a:xfrm>
              <a:off x="845845" y="4249329"/>
              <a:ext cx="546945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700"/>
                <a:t>Many M</a:t>
              </a:r>
              <a:r>
                <a:rPr lang="el-GR" sz="700"/>
                <a:t>Ω</a:t>
              </a:r>
              <a:endParaRPr lang="LID4096" sz="700"/>
            </a:p>
          </p:txBody>
        </p:sp>
        <p:cxnSp>
          <p:nvCxnSpPr>
            <p:cNvPr id="108" name="Straight Connector 107">
              <a:extLst>
                <a:ext uri="{FF2B5EF4-FFF2-40B4-BE49-F238E27FC236}">
                  <a16:creationId xmlns:a16="http://schemas.microsoft.com/office/drawing/2014/main" id="{F6742954-AE7A-295D-FC21-6A7244D28393}"/>
                </a:ext>
              </a:extLst>
            </p:cNvPr>
            <p:cNvCxnSpPr>
              <a:stCxn id="106" idx="1"/>
            </p:cNvCxnSpPr>
            <p:nvPr/>
          </p:nvCxnSpPr>
          <p:spPr>
            <a:xfrm flipH="1">
              <a:off x="493690" y="4348023"/>
              <a:ext cx="279042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Straight Connector 108">
              <a:extLst>
                <a:ext uri="{FF2B5EF4-FFF2-40B4-BE49-F238E27FC236}">
                  <a16:creationId xmlns:a16="http://schemas.microsoft.com/office/drawing/2014/main" id="{0192ABF2-20A9-B7F1-CC0B-2C328511D9A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83913" y="4233683"/>
              <a:ext cx="9777" cy="22656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" name="Straight Connector 109">
              <a:extLst>
                <a:ext uri="{FF2B5EF4-FFF2-40B4-BE49-F238E27FC236}">
                  <a16:creationId xmlns:a16="http://schemas.microsoft.com/office/drawing/2014/main" id="{E12B6365-6771-BA8F-B784-E4C47A59104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57671" y="4236147"/>
              <a:ext cx="4890" cy="18764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Straight Connector 110">
              <a:extLst>
                <a:ext uri="{FF2B5EF4-FFF2-40B4-BE49-F238E27FC236}">
                  <a16:creationId xmlns:a16="http://schemas.microsoft.com/office/drawing/2014/main" id="{BEA29DD4-D70C-45F2-E5DF-FB2A4156021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30576" y="4291453"/>
              <a:ext cx="0" cy="98158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Straight Connector 111">
              <a:extLst>
                <a:ext uri="{FF2B5EF4-FFF2-40B4-BE49-F238E27FC236}">
                  <a16:creationId xmlns:a16="http://schemas.microsoft.com/office/drawing/2014/main" id="{A3CCCCDA-61EB-7F17-D679-DB97738C7BE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446727" y="4348544"/>
              <a:ext cx="686908" cy="988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113" name="Picture 112">
              <a:extLst>
                <a:ext uri="{FF2B5EF4-FFF2-40B4-BE49-F238E27FC236}">
                  <a16:creationId xmlns:a16="http://schemas.microsoft.com/office/drawing/2014/main" id="{20BAE3FD-0C17-DBB5-12E6-1207A8702C96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860806" y="4911892"/>
              <a:ext cx="929375" cy="1094521"/>
            </a:xfrm>
            <a:prstGeom prst="rect">
              <a:avLst/>
            </a:prstGeom>
          </p:spPr>
        </p:pic>
        <p:sp>
          <p:nvSpPr>
            <p:cNvPr id="114" name="Freeform: Shape 113">
              <a:extLst>
                <a:ext uri="{FF2B5EF4-FFF2-40B4-BE49-F238E27FC236}">
                  <a16:creationId xmlns:a16="http://schemas.microsoft.com/office/drawing/2014/main" id="{D5E40480-A2DF-CB87-5C05-D70D8500EDF9}"/>
                </a:ext>
              </a:extLst>
            </p:cNvPr>
            <p:cNvSpPr/>
            <p:nvPr/>
          </p:nvSpPr>
          <p:spPr>
            <a:xfrm>
              <a:off x="1550421" y="5388677"/>
              <a:ext cx="123598" cy="45719"/>
            </a:xfrm>
            <a:custGeom>
              <a:avLst/>
              <a:gdLst>
                <a:gd name="csX0" fmla="*/ 107156 w 107156"/>
                <a:gd name="csY0" fmla="*/ 0 h 40481"/>
                <a:gd name="csX1" fmla="*/ 0 w 107156"/>
                <a:gd name="csY1" fmla="*/ 40481 h 4048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07156" h="40481">
                  <a:moveTo>
                    <a:pt x="107156" y="0"/>
                  </a:moveTo>
                  <a:lnTo>
                    <a:pt x="0" y="40481"/>
                  </a:ln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115" name="Straight Connector 114">
              <a:extLst>
                <a:ext uri="{FF2B5EF4-FFF2-40B4-BE49-F238E27FC236}">
                  <a16:creationId xmlns:a16="http://schemas.microsoft.com/office/drawing/2014/main" id="{C4BB2DAF-C81E-A723-8F9F-065C239F43A2}"/>
                </a:ext>
              </a:extLst>
            </p:cNvPr>
            <p:cNvCxnSpPr/>
            <p:nvPr/>
          </p:nvCxnSpPr>
          <p:spPr>
            <a:xfrm flipV="1">
              <a:off x="711994" y="5250656"/>
              <a:ext cx="378619" cy="92869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6" name="Freeform: Shape 115">
              <a:extLst>
                <a:ext uri="{FF2B5EF4-FFF2-40B4-BE49-F238E27FC236}">
                  <a16:creationId xmlns:a16="http://schemas.microsoft.com/office/drawing/2014/main" id="{99C6ECC8-BB0D-244D-7B05-A1583075FC58}"/>
                </a:ext>
              </a:extLst>
            </p:cNvPr>
            <p:cNvSpPr/>
            <p:nvPr/>
          </p:nvSpPr>
          <p:spPr>
            <a:xfrm>
              <a:off x="1197154" y="5078820"/>
              <a:ext cx="267315" cy="128974"/>
            </a:xfrm>
            <a:custGeom>
              <a:avLst/>
              <a:gdLst>
                <a:gd name="csX0" fmla="*/ 228600 w 240506"/>
                <a:gd name="csY0" fmla="*/ 107156 h 107156"/>
                <a:gd name="csX1" fmla="*/ 240506 w 240506"/>
                <a:gd name="csY1" fmla="*/ 2381 h 107156"/>
                <a:gd name="csX2" fmla="*/ 9525 w 240506"/>
                <a:gd name="csY2" fmla="*/ 0 h 107156"/>
                <a:gd name="csX3" fmla="*/ 0 w 240506"/>
                <a:gd name="csY3" fmla="*/ 95250 h 107156"/>
                <a:gd name="csX4" fmla="*/ 228600 w 240506"/>
                <a:gd name="csY4" fmla="*/ 107156 h 10715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0506" h="107156">
                  <a:moveTo>
                    <a:pt x="228600" y="107156"/>
                  </a:moveTo>
                  <a:lnTo>
                    <a:pt x="240506" y="2381"/>
                  </a:lnTo>
                  <a:lnTo>
                    <a:pt x="9525" y="0"/>
                  </a:lnTo>
                  <a:lnTo>
                    <a:pt x="0" y="95250"/>
                  </a:lnTo>
                  <a:lnTo>
                    <a:pt x="228600" y="107156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7" name="TextBox 116">
              <a:extLst>
                <a:ext uri="{FF2B5EF4-FFF2-40B4-BE49-F238E27FC236}">
                  <a16:creationId xmlns:a16="http://schemas.microsoft.com/office/drawing/2014/main" id="{92DD57E9-B7F2-B571-D4E2-EE150B4E8EA7}"/>
                </a:ext>
              </a:extLst>
            </p:cNvPr>
            <p:cNvSpPr txBox="1"/>
            <p:nvPr/>
          </p:nvSpPr>
          <p:spPr>
            <a:xfrm>
              <a:off x="1151300" y="5056932"/>
              <a:ext cx="362600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700"/>
                <a:t>  ??V</a:t>
              </a:r>
              <a:endParaRPr lang="LID4096" sz="700"/>
            </a:p>
          </p:txBody>
        </p:sp>
      </p:grpSp>
      <p:sp>
        <p:nvSpPr>
          <p:cNvPr id="75" name="Freeform: Shape 74">
            <a:extLst>
              <a:ext uri="{FF2B5EF4-FFF2-40B4-BE49-F238E27FC236}">
                <a16:creationId xmlns:a16="http://schemas.microsoft.com/office/drawing/2014/main" id="{DE577801-C46B-2EBA-44BD-3243A163BB8F}"/>
              </a:ext>
            </a:extLst>
          </p:cNvPr>
          <p:cNvSpPr/>
          <p:nvPr/>
        </p:nvSpPr>
        <p:spPr>
          <a:xfrm flipH="1">
            <a:off x="8941226" y="4501306"/>
            <a:ext cx="617210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6" name="Freeform: Shape 75">
            <a:extLst>
              <a:ext uri="{FF2B5EF4-FFF2-40B4-BE49-F238E27FC236}">
                <a16:creationId xmlns:a16="http://schemas.microsoft.com/office/drawing/2014/main" id="{0FC4425F-43A3-6561-0A84-4E0B8D6F2729}"/>
              </a:ext>
            </a:extLst>
          </p:cNvPr>
          <p:cNvSpPr/>
          <p:nvPr/>
        </p:nvSpPr>
        <p:spPr>
          <a:xfrm>
            <a:off x="7994798" y="4503739"/>
            <a:ext cx="659869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4522AEB0-B0AF-F593-7C42-1A83C2DFEE8A}"/>
              </a:ext>
            </a:extLst>
          </p:cNvPr>
          <p:cNvSpPr/>
          <p:nvPr/>
        </p:nvSpPr>
        <p:spPr>
          <a:xfrm>
            <a:off x="8751023" y="4020809"/>
            <a:ext cx="93846" cy="565768"/>
          </a:xfrm>
          <a:prstGeom prst="rect">
            <a:avLst/>
          </a:prstGeom>
          <a:solidFill>
            <a:sysClr val="windowText" lastClr="000000">
              <a:lumMod val="65000"/>
              <a:lumOff val="35000"/>
            </a:sysClr>
          </a:solidFill>
          <a:ln w="38100" cap="flat" cmpd="sng" algn="ctr">
            <a:solidFill>
              <a:sysClr val="windowText" lastClr="000000">
                <a:lumMod val="75000"/>
                <a:lumOff val="25000"/>
              </a:sys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1" name="Rectangle: Rounded Corners 80">
            <a:extLst>
              <a:ext uri="{FF2B5EF4-FFF2-40B4-BE49-F238E27FC236}">
                <a16:creationId xmlns:a16="http://schemas.microsoft.com/office/drawing/2014/main" id="{DED21B27-FB6F-54B2-3BD7-B4222ECA4F66}"/>
              </a:ext>
            </a:extLst>
          </p:cNvPr>
          <p:cNvSpPr/>
          <p:nvPr/>
        </p:nvSpPr>
        <p:spPr>
          <a:xfrm>
            <a:off x="8423503" y="3136431"/>
            <a:ext cx="748889" cy="891084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82" name="Group 81">
            <a:extLst>
              <a:ext uri="{FF2B5EF4-FFF2-40B4-BE49-F238E27FC236}">
                <a16:creationId xmlns:a16="http://schemas.microsoft.com/office/drawing/2014/main" id="{4B5EE870-170F-D3E2-6A5E-CB7BD1BAEA26}"/>
              </a:ext>
            </a:extLst>
          </p:cNvPr>
          <p:cNvGrpSpPr/>
          <p:nvPr/>
        </p:nvGrpSpPr>
        <p:grpSpPr>
          <a:xfrm>
            <a:off x="8474678" y="4027515"/>
            <a:ext cx="631874" cy="503488"/>
            <a:chOff x="5198211" y="3413816"/>
            <a:chExt cx="307830" cy="260468"/>
          </a:xfrm>
        </p:grpSpPr>
        <p:sp>
          <p:nvSpPr>
            <p:cNvPr id="83" name="Freeform: Shape 82">
              <a:extLst>
                <a:ext uri="{FF2B5EF4-FFF2-40B4-BE49-F238E27FC236}">
                  <a16:creationId xmlns:a16="http://schemas.microsoft.com/office/drawing/2014/main" id="{73A7FA4B-C7C6-F724-9EF2-31C47470126C}"/>
                </a:ext>
              </a:extLst>
            </p:cNvPr>
            <p:cNvSpPr/>
            <p:nvPr/>
          </p:nvSpPr>
          <p:spPr>
            <a:xfrm>
              <a:off x="5198211" y="341381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84" name="Freeform: Shape 83">
              <a:extLst>
                <a:ext uri="{FF2B5EF4-FFF2-40B4-BE49-F238E27FC236}">
                  <a16:creationId xmlns:a16="http://schemas.microsoft.com/office/drawing/2014/main" id="{0962D1DD-A678-FF8E-F6D9-FEBDD1A7E358}"/>
                </a:ext>
              </a:extLst>
            </p:cNvPr>
            <p:cNvSpPr/>
            <p:nvPr/>
          </p:nvSpPr>
          <p:spPr>
            <a:xfrm>
              <a:off x="5205355" y="346144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85" name="Freeform: Shape 84">
              <a:extLst>
                <a:ext uri="{FF2B5EF4-FFF2-40B4-BE49-F238E27FC236}">
                  <a16:creationId xmlns:a16="http://schemas.microsoft.com/office/drawing/2014/main" id="{A4709BC0-0C65-91FB-F21F-870E6FD4FBE9}"/>
                </a:ext>
              </a:extLst>
            </p:cNvPr>
            <p:cNvSpPr/>
            <p:nvPr/>
          </p:nvSpPr>
          <p:spPr>
            <a:xfrm>
              <a:off x="5202974" y="350906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86" name="Freeform: Shape 85">
              <a:extLst>
                <a:ext uri="{FF2B5EF4-FFF2-40B4-BE49-F238E27FC236}">
                  <a16:creationId xmlns:a16="http://schemas.microsoft.com/office/drawing/2014/main" id="{F684FE26-7C8E-3FB2-EAB1-009E3A5D6732}"/>
                </a:ext>
              </a:extLst>
            </p:cNvPr>
            <p:cNvSpPr/>
            <p:nvPr/>
          </p:nvSpPr>
          <p:spPr>
            <a:xfrm>
              <a:off x="5200593" y="355669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81C34FD7-1438-3686-2A11-08B0AED1BAF1}"/>
              </a:ext>
            </a:extLst>
          </p:cNvPr>
          <p:cNvCxnSpPr>
            <a:cxnSpLocks/>
          </p:cNvCxnSpPr>
          <p:nvPr/>
        </p:nvCxnSpPr>
        <p:spPr>
          <a:xfrm flipH="1">
            <a:off x="8572556" y="5005100"/>
            <a:ext cx="268837" cy="112423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4E7F7BBA-D4DB-9CBC-EECA-07681E142610}"/>
              </a:ext>
            </a:extLst>
          </p:cNvPr>
          <p:cNvCxnSpPr>
            <a:cxnSpLocks/>
          </p:cNvCxnSpPr>
          <p:nvPr/>
        </p:nvCxnSpPr>
        <p:spPr>
          <a:xfrm flipH="1">
            <a:off x="8616604" y="5009987"/>
            <a:ext cx="381202" cy="147409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89" name="Freeform: Shape 88">
            <a:extLst>
              <a:ext uri="{FF2B5EF4-FFF2-40B4-BE49-F238E27FC236}">
                <a16:creationId xmlns:a16="http://schemas.microsoft.com/office/drawing/2014/main" id="{BDCC5FFD-D307-D257-1EFD-452B44DF8CB5}"/>
              </a:ext>
            </a:extLst>
          </p:cNvPr>
          <p:cNvSpPr/>
          <p:nvPr/>
        </p:nvSpPr>
        <p:spPr>
          <a:xfrm>
            <a:off x="8520602" y="3222442"/>
            <a:ext cx="140598" cy="381299"/>
          </a:xfrm>
          <a:custGeom>
            <a:avLst/>
            <a:gdLst>
              <a:gd name="connsiteX0" fmla="*/ 140598 w 140598"/>
              <a:gd name="connsiteY0" fmla="*/ 3794 h 381299"/>
              <a:gd name="connsiteX1" fmla="*/ 18957 w 140598"/>
              <a:gd name="connsiteY1" fmla="*/ 54128 h 381299"/>
              <a:gd name="connsiteX2" fmla="*/ 2179 w 140598"/>
              <a:gd name="connsiteY2" fmla="*/ 381299 h 3812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0598" h="381299">
                <a:moveTo>
                  <a:pt x="140598" y="3794"/>
                </a:moveTo>
                <a:cubicBezTo>
                  <a:pt x="91312" y="-2498"/>
                  <a:pt x="42027" y="-8789"/>
                  <a:pt x="18957" y="54128"/>
                </a:cubicBezTo>
                <a:cubicBezTo>
                  <a:pt x="-4113" y="117045"/>
                  <a:pt x="-967" y="249172"/>
                  <a:pt x="2179" y="381299"/>
                </a:cubicBezTo>
              </a:path>
            </a:pathLst>
          </a:custGeom>
          <a:noFill/>
          <a:ln w="38100" cap="rnd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0" name="Rectangle: Rounded Corners 89">
            <a:extLst>
              <a:ext uri="{FF2B5EF4-FFF2-40B4-BE49-F238E27FC236}">
                <a16:creationId xmlns:a16="http://schemas.microsoft.com/office/drawing/2014/main" id="{8DC5A38C-4597-81A3-D816-CFD2A3F4835F}"/>
              </a:ext>
            </a:extLst>
          </p:cNvPr>
          <p:cNvSpPr/>
          <p:nvPr/>
        </p:nvSpPr>
        <p:spPr>
          <a:xfrm>
            <a:off x="8709418" y="4586577"/>
            <a:ext cx="185740" cy="325316"/>
          </a:xfrm>
          <a:prstGeom prst="roundRect">
            <a:avLst/>
          </a:pr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BC2316DE-323D-1165-CC18-3FC0983A23CD}"/>
              </a:ext>
            </a:extLst>
          </p:cNvPr>
          <p:cNvCxnSpPr>
            <a:cxnSpLocks/>
          </p:cNvCxnSpPr>
          <p:nvPr/>
        </p:nvCxnSpPr>
        <p:spPr>
          <a:xfrm>
            <a:off x="8758296" y="4633618"/>
            <a:ext cx="0" cy="175965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118" name="Freeform: Shape 117">
            <a:extLst>
              <a:ext uri="{FF2B5EF4-FFF2-40B4-BE49-F238E27FC236}">
                <a16:creationId xmlns:a16="http://schemas.microsoft.com/office/drawing/2014/main" id="{D96F2470-03EF-7E15-40B7-FFFD19A935F2}"/>
              </a:ext>
            </a:extLst>
          </p:cNvPr>
          <p:cNvSpPr/>
          <p:nvPr/>
        </p:nvSpPr>
        <p:spPr>
          <a:xfrm>
            <a:off x="8423503" y="5071180"/>
            <a:ext cx="816282" cy="244395"/>
          </a:xfrm>
          <a:custGeom>
            <a:avLst/>
            <a:gdLst>
              <a:gd name="connsiteX0" fmla="*/ 328612 w 397668"/>
              <a:gd name="connsiteY0" fmla="*/ 2381 h 119062"/>
              <a:gd name="connsiteX1" fmla="*/ 66675 w 397668"/>
              <a:gd name="connsiteY1" fmla="*/ 0 h 119062"/>
              <a:gd name="connsiteX2" fmla="*/ 0 w 397668"/>
              <a:gd name="connsiteY2" fmla="*/ 119062 h 119062"/>
              <a:gd name="connsiteX3" fmla="*/ 397668 w 397668"/>
              <a:gd name="connsiteY3" fmla="*/ 119062 h 119062"/>
              <a:gd name="connsiteX4" fmla="*/ 328612 w 397668"/>
              <a:gd name="connsiteY4" fmla="*/ 2381 h 1190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7668" h="119062">
                <a:moveTo>
                  <a:pt x="328612" y="2381"/>
                </a:moveTo>
                <a:lnTo>
                  <a:pt x="66675" y="0"/>
                </a:lnTo>
                <a:lnTo>
                  <a:pt x="0" y="119062"/>
                </a:lnTo>
                <a:lnTo>
                  <a:pt x="397668" y="119062"/>
                </a:lnTo>
                <a:lnTo>
                  <a:pt x="328612" y="2381"/>
                </a:lnTo>
                <a:close/>
              </a:path>
            </a:pathLst>
          </a:cu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7269409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68F696-6918-CFFD-7F42-1D84453CC7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B41748-CCC1-6654-2146-E8A0697F9C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Koppla in en knapp – Pull Up</a:t>
            </a:r>
            <a:endParaRPr lang="LID4096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157DF83E-AEA2-8F7A-BE35-EA96351443EB}"/>
              </a:ext>
            </a:extLst>
          </p:cNvPr>
          <p:cNvGrpSpPr/>
          <p:nvPr/>
        </p:nvGrpSpPr>
        <p:grpSpPr>
          <a:xfrm rot="16200000">
            <a:off x="1617178" y="3002057"/>
            <a:ext cx="3095687" cy="2470259"/>
            <a:chOff x="436296" y="1927862"/>
            <a:chExt cx="5353797" cy="4272158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FF0D2B8F-1425-F45F-9059-9340D74A566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36296" y="2545839"/>
              <a:ext cx="5353797" cy="2772162"/>
            </a:xfrm>
            <a:prstGeom prst="rect">
              <a:avLst/>
            </a:prstGeom>
          </p:spPr>
        </p:pic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D86113FE-882E-699C-1F4A-7D0628FAE8A0}"/>
                </a:ext>
              </a:extLst>
            </p:cNvPr>
            <p:cNvSpPr/>
            <p:nvPr/>
          </p:nvSpPr>
          <p:spPr>
            <a:xfrm>
              <a:off x="1578586" y="3558540"/>
              <a:ext cx="3381375" cy="1402080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03018A0C-4C48-3E55-0A4C-23B669ECB252}"/>
                </a:ext>
              </a:extLst>
            </p:cNvPr>
            <p:cNvSpPr/>
            <p:nvPr/>
          </p:nvSpPr>
          <p:spPr>
            <a:xfrm>
              <a:off x="1436663" y="3406140"/>
              <a:ext cx="3787140" cy="259080"/>
            </a:xfrm>
            <a:custGeom>
              <a:avLst/>
              <a:gdLst>
                <a:gd name="connsiteX0" fmla="*/ 3406140 w 3825240"/>
                <a:gd name="connsiteY0" fmla="*/ 0 h 259080"/>
                <a:gd name="connsiteX1" fmla="*/ 0 w 3825240"/>
                <a:gd name="connsiteY1" fmla="*/ 68580 h 259080"/>
                <a:gd name="connsiteX2" fmla="*/ 228600 w 3825240"/>
                <a:gd name="connsiteY2" fmla="*/ 259080 h 259080"/>
                <a:gd name="connsiteX3" fmla="*/ 3825240 w 3825240"/>
                <a:gd name="connsiteY3" fmla="*/ 167640 h 259080"/>
                <a:gd name="connsiteX4" fmla="*/ 3406140 w 3825240"/>
                <a:gd name="connsiteY4" fmla="*/ 0 h 259080"/>
                <a:gd name="connsiteX0" fmla="*/ 3406140 w 3787140"/>
                <a:gd name="connsiteY0" fmla="*/ 0 h 259080"/>
                <a:gd name="connsiteX1" fmla="*/ 0 w 3787140"/>
                <a:gd name="connsiteY1" fmla="*/ 68580 h 259080"/>
                <a:gd name="connsiteX2" fmla="*/ 228600 w 3787140"/>
                <a:gd name="connsiteY2" fmla="*/ 259080 h 259080"/>
                <a:gd name="connsiteX3" fmla="*/ 3787140 w 3787140"/>
                <a:gd name="connsiteY3" fmla="*/ 153353 h 259080"/>
                <a:gd name="connsiteX4" fmla="*/ 3406140 w 3787140"/>
                <a:gd name="connsiteY4" fmla="*/ 0 h 2590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87140" h="259080">
                  <a:moveTo>
                    <a:pt x="3406140" y="0"/>
                  </a:moveTo>
                  <a:lnTo>
                    <a:pt x="0" y="68580"/>
                  </a:lnTo>
                  <a:lnTo>
                    <a:pt x="228600" y="259080"/>
                  </a:lnTo>
                  <a:lnTo>
                    <a:pt x="3787140" y="153353"/>
                  </a:lnTo>
                  <a:lnTo>
                    <a:pt x="3406140" y="0"/>
                  </a:lnTo>
                  <a:close/>
                </a:path>
              </a:pathLst>
            </a:cu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D2CB8D7C-E6AF-04AF-9BF4-F4716831AA95}"/>
                </a:ext>
              </a:extLst>
            </p:cNvPr>
            <p:cNvSpPr/>
            <p:nvPr/>
          </p:nvSpPr>
          <p:spPr>
            <a:xfrm>
              <a:off x="1459523" y="3482340"/>
              <a:ext cx="205740" cy="1714500"/>
            </a:xfrm>
            <a:custGeom>
              <a:avLst/>
              <a:gdLst>
                <a:gd name="connsiteX0" fmla="*/ 0 w 205740"/>
                <a:gd name="connsiteY0" fmla="*/ 0 h 1714500"/>
                <a:gd name="connsiteX1" fmla="*/ 30480 w 205740"/>
                <a:gd name="connsiteY1" fmla="*/ 1539240 h 1714500"/>
                <a:gd name="connsiteX2" fmla="*/ 205740 w 205740"/>
                <a:gd name="connsiteY2" fmla="*/ 1714500 h 1714500"/>
                <a:gd name="connsiteX3" fmla="*/ 198120 w 205740"/>
                <a:gd name="connsiteY3" fmla="*/ 167640 h 1714500"/>
                <a:gd name="connsiteX4" fmla="*/ 0 w 205740"/>
                <a:gd name="connsiteY4" fmla="*/ 0 h 1714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5740" h="1714500">
                  <a:moveTo>
                    <a:pt x="0" y="0"/>
                  </a:moveTo>
                  <a:lnTo>
                    <a:pt x="30480" y="1539240"/>
                  </a:lnTo>
                  <a:lnTo>
                    <a:pt x="205740" y="1714500"/>
                  </a:lnTo>
                  <a:lnTo>
                    <a:pt x="198120" y="1676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DB2D9990-4786-CCD0-C675-62DDE2E4BD52}"/>
                </a:ext>
              </a:extLst>
            </p:cNvPr>
            <p:cNvSpPr/>
            <p:nvPr/>
          </p:nvSpPr>
          <p:spPr>
            <a:xfrm>
              <a:off x="1657643" y="3558540"/>
              <a:ext cx="3596640" cy="1653540"/>
            </a:xfrm>
            <a:custGeom>
              <a:avLst/>
              <a:gdLst>
                <a:gd name="connsiteX0" fmla="*/ 0 w 3680460"/>
                <a:gd name="connsiteY0" fmla="*/ 1653540 h 1653540"/>
                <a:gd name="connsiteX1" fmla="*/ 1463040 w 3680460"/>
                <a:gd name="connsiteY1" fmla="*/ 1592580 h 1653540"/>
                <a:gd name="connsiteX2" fmla="*/ 1463040 w 3680460"/>
                <a:gd name="connsiteY2" fmla="*/ 1417320 h 1653540"/>
                <a:gd name="connsiteX3" fmla="*/ 182880 w 3680460"/>
                <a:gd name="connsiteY3" fmla="*/ 1478280 h 1653540"/>
                <a:gd name="connsiteX4" fmla="*/ 160020 w 3680460"/>
                <a:gd name="connsiteY4" fmla="*/ 266700 h 1653540"/>
                <a:gd name="connsiteX5" fmla="*/ 3474720 w 3680460"/>
                <a:gd name="connsiteY5" fmla="*/ 160020 h 1653540"/>
                <a:gd name="connsiteX6" fmla="*/ 3467100 w 3680460"/>
                <a:gd name="connsiteY6" fmla="*/ 1424940 h 1653540"/>
                <a:gd name="connsiteX7" fmla="*/ 2278380 w 3680460"/>
                <a:gd name="connsiteY7" fmla="*/ 1432560 h 1653540"/>
                <a:gd name="connsiteX8" fmla="*/ 2263140 w 3680460"/>
                <a:gd name="connsiteY8" fmla="*/ 1584960 h 1653540"/>
                <a:gd name="connsiteX9" fmla="*/ 3680460 w 3680460"/>
                <a:gd name="connsiteY9" fmla="*/ 1546860 h 1653540"/>
                <a:gd name="connsiteX10" fmla="*/ 3589020 w 3680460"/>
                <a:gd name="connsiteY10" fmla="*/ 0 h 1653540"/>
                <a:gd name="connsiteX11" fmla="*/ 0 w 3680460"/>
                <a:gd name="connsiteY11" fmla="*/ 91440 h 1653540"/>
                <a:gd name="connsiteX12" fmla="*/ 0 w 3680460"/>
                <a:gd name="connsiteY12" fmla="*/ 1653540 h 1653540"/>
                <a:gd name="connsiteX0" fmla="*/ 0 w 3649980"/>
                <a:gd name="connsiteY0" fmla="*/ 1653540 h 1653540"/>
                <a:gd name="connsiteX1" fmla="*/ 1463040 w 3649980"/>
                <a:gd name="connsiteY1" fmla="*/ 1592580 h 1653540"/>
                <a:gd name="connsiteX2" fmla="*/ 1463040 w 3649980"/>
                <a:gd name="connsiteY2" fmla="*/ 1417320 h 1653540"/>
                <a:gd name="connsiteX3" fmla="*/ 182880 w 3649980"/>
                <a:gd name="connsiteY3" fmla="*/ 1478280 h 1653540"/>
                <a:gd name="connsiteX4" fmla="*/ 160020 w 3649980"/>
                <a:gd name="connsiteY4" fmla="*/ 266700 h 1653540"/>
                <a:gd name="connsiteX5" fmla="*/ 3474720 w 3649980"/>
                <a:gd name="connsiteY5" fmla="*/ 160020 h 1653540"/>
                <a:gd name="connsiteX6" fmla="*/ 3467100 w 3649980"/>
                <a:gd name="connsiteY6" fmla="*/ 1424940 h 1653540"/>
                <a:gd name="connsiteX7" fmla="*/ 2278380 w 3649980"/>
                <a:gd name="connsiteY7" fmla="*/ 1432560 h 1653540"/>
                <a:gd name="connsiteX8" fmla="*/ 2263140 w 3649980"/>
                <a:gd name="connsiteY8" fmla="*/ 1584960 h 1653540"/>
                <a:gd name="connsiteX9" fmla="*/ 3649980 w 3649980"/>
                <a:gd name="connsiteY9" fmla="*/ 1554480 h 1653540"/>
                <a:gd name="connsiteX10" fmla="*/ 3589020 w 3649980"/>
                <a:gd name="connsiteY10" fmla="*/ 0 h 1653540"/>
                <a:gd name="connsiteX11" fmla="*/ 0 w 3649980"/>
                <a:gd name="connsiteY11" fmla="*/ 91440 h 1653540"/>
                <a:gd name="connsiteX12" fmla="*/ 0 w 3649980"/>
                <a:gd name="connsiteY12" fmla="*/ 1653540 h 1653540"/>
                <a:gd name="connsiteX0" fmla="*/ 0 w 3596640"/>
                <a:gd name="connsiteY0" fmla="*/ 1653540 h 1653540"/>
                <a:gd name="connsiteX1" fmla="*/ 1463040 w 3596640"/>
                <a:gd name="connsiteY1" fmla="*/ 1592580 h 1653540"/>
                <a:gd name="connsiteX2" fmla="*/ 1463040 w 3596640"/>
                <a:gd name="connsiteY2" fmla="*/ 1417320 h 1653540"/>
                <a:gd name="connsiteX3" fmla="*/ 182880 w 3596640"/>
                <a:gd name="connsiteY3" fmla="*/ 1478280 h 1653540"/>
                <a:gd name="connsiteX4" fmla="*/ 160020 w 3596640"/>
                <a:gd name="connsiteY4" fmla="*/ 266700 h 1653540"/>
                <a:gd name="connsiteX5" fmla="*/ 3474720 w 3596640"/>
                <a:gd name="connsiteY5" fmla="*/ 160020 h 1653540"/>
                <a:gd name="connsiteX6" fmla="*/ 3467100 w 3596640"/>
                <a:gd name="connsiteY6" fmla="*/ 1424940 h 1653540"/>
                <a:gd name="connsiteX7" fmla="*/ 2278380 w 3596640"/>
                <a:gd name="connsiteY7" fmla="*/ 1432560 h 1653540"/>
                <a:gd name="connsiteX8" fmla="*/ 2263140 w 3596640"/>
                <a:gd name="connsiteY8" fmla="*/ 1584960 h 1653540"/>
                <a:gd name="connsiteX9" fmla="*/ 3596640 w 3596640"/>
                <a:gd name="connsiteY9" fmla="*/ 1546860 h 1653540"/>
                <a:gd name="connsiteX10" fmla="*/ 3589020 w 3596640"/>
                <a:gd name="connsiteY10" fmla="*/ 0 h 1653540"/>
                <a:gd name="connsiteX11" fmla="*/ 0 w 3596640"/>
                <a:gd name="connsiteY11" fmla="*/ 91440 h 1653540"/>
                <a:gd name="connsiteX12" fmla="*/ 0 w 3596640"/>
                <a:gd name="connsiteY12" fmla="*/ 1653540 h 165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6640" h="1653540">
                  <a:moveTo>
                    <a:pt x="0" y="1653540"/>
                  </a:moveTo>
                  <a:lnTo>
                    <a:pt x="1463040" y="1592580"/>
                  </a:lnTo>
                  <a:lnTo>
                    <a:pt x="1463040" y="1417320"/>
                  </a:lnTo>
                  <a:lnTo>
                    <a:pt x="182880" y="1478280"/>
                  </a:lnTo>
                  <a:lnTo>
                    <a:pt x="160020" y="266700"/>
                  </a:lnTo>
                  <a:lnTo>
                    <a:pt x="3474720" y="160020"/>
                  </a:lnTo>
                  <a:lnTo>
                    <a:pt x="3467100" y="1424940"/>
                  </a:lnTo>
                  <a:lnTo>
                    <a:pt x="2278380" y="1432560"/>
                  </a:lnTo>
                  <a:lnTo>
                    <a:pt x="2263140" y="1584960"/>
                  </a:lnTo>
                  <a:lnTo>
                    <a:pt x="3596640" y="1546860"/>
                  </a:lnTo>
                  <a:lnTo>
                    <a:pt x="3589020" y="0"/>
                  </a:lnTo>
                  <a:lnTo>
                    <a:pt x="0" y="91440"/>
                  </a:lnTo>
                  <a:lnTo>
                    <a:pt x="0" y="165354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433DA2E6-D8CE-74B0-BBBC-7DE68CA90E46}"/>
                </a:ext>
              </a:extLst>
            </p:cNvPr>
            <p:cNvSpPr/>
            <p:nvPr/>
          </p:nvSpPr>
          <p:spPr>
            <a:xfrm>
              <a:off x="1833379" y="3727133"/>
              <a:ext cx="3305175" cy="1312068"/>
            </a:xfrm>
            <a:custGeom>
              <a:avLst/>
              <a:gdLst>
                <a:gd name="connsiteX0" fmla="*/ 2943225 w 3305175"/>
                <a:gd name="connsiteY0" fmla="*/ 4762 h 1312068"/>
                <a:gd name="connsiteX1" fmla="*/ 2964657 w 3305175"/>
                <a:gd name="connsiteY1" fmla="*/ 1040606 h 1312068"/>
                <a:gd name="connsiteX2" fmla="*/ 0 w 3305175"/>
                <a:gd name="connsiteY2" fmla="*/ 1133475 h 1312068"/>
                <a:gd name="connsiteX3" fmla="*/ 7144 w 3305175"/>
                <a:gd name="connsiteY3" fmla="*/ 1312068 h 1312068"/>
                <a:gd name="connsiteX4" fmla="*/ 1290638 w 3305175"/>
                <a:gd name="connsiteY4" fmla="*/ 1254918 h 1312068"/>
                <a:gd name="connsiteX5" fmla="*/ 1362075 w 3305175"/>
                <a:gd name="connsiteY5" fmla="*/ 1202531 h 1312068"/>
                <a:gd name="connsiteX6" fmla="*/ 1431132 w 3305175"/>
                <a:gd name="connsiteY6" fmla="*/ 1185862 h 1312068"/>
                <a:gd name="connsiteX7" fmla="*/ 1735932 w 3305175"/>
                <a:gd name="connsiteY7" fmla="*/ 1171575 h 1312068"/>
                <a:gd name="connsiteX8" fmla="*/ 1902619 w 3305175"/>
                <a:gd name="connsiteY8" fmla="*/ 1178718 h 1312068"/>
                <a:gd name="connsiteX9" fmla="*/ 2100263 w 3305175"/>
                <a:gd name="connsiteY9" fmla="*/ 1264443 h 1312068"/>
                <a:gd name="connsiteX10" fmla="*/ 3300413 w 3305175"/>
                <a:gd name="connsiteY10" fmla="*/ 1257300 h 1312068"/>
                <a:gd name="connsiteX11" fmla="*/ 3305175 w 3305175"/>
                <a:gd name="connsiteY11" fmla="*/ 0 h 1312068"/>
                <a:gd name="connsiteX12" fmla="*/ 2943225 w 3305175"/>
                <a:gd name="connsiteY12" fmla="*/ 4762 h 1312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305175" h="1312068">
                  <a:moveTo>
                    <a:pt x="2943225" y="4762"/>
                  </a:moveTo>
                  <a:lnTo>
                    <a:pt x="2964657" y="1040606"/>
                  </a:lnTo>
                  <a:lnTo>
                    <a:pt x="0" y="1133475"/>
                  </a:lnTo>
                  <a:lnTo>
                    <a:pt x="7144" y="1312068"/>
                  </a:lnTo>
                  <a:lnTo>
                    <a:pt x="1290638" y="1254918"/>
                  </a:lnTo>
                  <a:lnTo>
                    <a:pt x="1362075" y="1202531"/>
                  </a:lnTo>
                  <a:lnTo>
                    <a:pt x="1431132" y="1185862"/>
                  </a:lnTo>
                  <a:lnTo>
                    <a:pt x="1735932" y="1171575"/>
                  </a:lnTo>
                  <a:lnTo>
                    <a:pt x="1902619" y="1178718"/>
                  </a:lnTo>
                  <a:lnTo>
                    <a:pt x="2100263" y="1264443"/>
                  </a:lnTo>
                  <a:lnTo>
                    <a:pt x="3300413" y="1257300"/>
                  </a:lnTo>
                  <a:cubicBezTo>
                    <a:pt x="3302000" y="838200"/>
                    <a:pt x="3303588" y="419100"/>
                    <a:pt x="3305175" y="0"/>
                  </a:cubicBezTo>
                  <a:lnTo>
                    <a:pt x="2943225" y="4762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4610C609-9147-FC83-7B9A-F7A6A397DBF5}"/>
                </a:ext>
              </a:extLst>
            </p:cNvPr>
            <p:cNvSpPr/>
            <p:nvPr/>
          </p:nvSpPr>
          <p:spPr>
            <a:xfrm>
              <a:off x="3119254" y="4896326"/>
              <a:ext cx="819150" cy="247650"/>
            </a:xfrm>
            <a:custGeom>
              <a:avLst/>
              <a:gdLst>
                <a:gd name="connsiteX0" fmla="*/ 802482 w 819150"/>
                <a:gd name="connsiteY0" fmla="*/ 242888 h 247650"/>
                <a:gd name="connsiteX1" fmla="*/ 588169 w 819150"/>
                <a:gd name="connsiteY1" fmla="*/ 116682 h 247650"/>
                <a:gd name="connsiteX2" fmla="*/ 452438 w 819150"/>
                <a:gd name="connsiteY2" fmla="*/ 95250 h 247650"/>
                <a:gd name="connsiteX3" fmla="*/ 192882 w 819150"/>
                <a:gd name="connsiteY3" fmla="*/ 92869 h 247650"/>
                <a:gd name="connsiteX4" fmla="*/ 76200 w 819150"/>
                <a:gd name="connsiteY4" fmla="*/ 140494 h 247650"/>
                <a:gd name="connsiteX5" fmla="*/ 11907 w 819150"/>
                <a:gd name="connsiteY5" fmla="*/ 247650 h 247650"/>
                <a:gd name="connsiteX6" fmla="*/ 0 w 819150"/>
                <a:gd name="connsiteY6" fmla="*/ 85725 h 247650"/>
                <a:gd name="connsiteX7" fmla="*/ 76200 w 819150"/>
                <a:gd name="connsiteY7" fmla="*/ 33338 h 247650"/>
                <a:gd name="connsiteX8" fmla="*/ 173832 w 819150"/>
                <a:gd name="connsiteY8" fmla="*/ 14288 h 247650"/>
                <a:gd name="connsiteX9" fmla="*/ 469107 w 819150"/>
                <a:gd name="connsiteY9" fmla="*/ 0 h 247650"/>
                <a:gd name="connsiteX10" fmla="*/ 616744 w 819150"/>
                <a:gd name="connsiteY10" fmla="*/ 14288 h 247650"/>
                <a:gd name="connsiteX11" fmla="*/ 819150 w 819150"/>
                <a:gd name="connsiteY11" fmla="*/ 95250 h 247650"/>
                <a:gd name="connsiteX12" fmla="*/ 802482 w 819150"/>
                <a:gd name="connsiteY12" fmla="*/ 242888 h 247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19150" h="247650">
                  <a:moveTo>
                    <a:pt x="802482" y="242888"/>
                  </a:moveTo>
                  <a:lnTo>
                    <a:pt x="588169" y="116682"/>
                  </a:lnTo>
                  <a:lnTo>
                    <a:pt x="452438" y="95250"/>
                  </a:lnTo>
                  <a:lnTo>
                    <a:pt x="192882" y="92869"/>
                  </a:lnTo>
                  <a:lnTo>
                    <a:pt x="76200" y="140494"/>
                  </a:lnTo>
                  <a:lnTo>
                    <a:pt x="11907" y="247650"/>
                  </a:lnTo>
                  <a:lnTo>
                    <a:pt x="0" y="85725"/>
                  </a:lnTo>
                  <a:lnTo>
                    <a:pt x="76200" y="33338"/>
                  </a:lnTo>
                  <a:lnTo>
                    <a:pt x="173832" y="14288"/>
                  </a:lnTo>
                  <a:lnTo>
                    <a:pt x="469107" y="0"/>
                  </a:lnTo>
                  <a:lnTo>
                    <a:pt x="616744" y="14288"/>
                  </a:lnTo>
                  <a:lnTo>
                    <a:pt x="819150" y="95250"/>
                  </a:lnTo>
                  <a:lnTo>
                    <a:pt x="802482" y="242888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500B715B-7276-E52F-5481-4EF9C9A5598A}"/>
                </a:ext>
              </a:extLst>
            </p:cNvPr>
            <p:cNvGrpSpPr/>
            <p:nvPr/>
          </p:nvGrpSpPr>
          <p:grpSpPr>
            <a:xfrm>
              <a:off x="4243204" y="4020026"/>
              <a:ext cx="209550" cy="157163"/>
              <a:chOff x="6669881" y="4393406"/>
              <a:chExt cx="209550" cy="157163"/>
            </a:xfrm>
          </p:grpSpPr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36FA7792-96D9-438B-4851-E0DD3CCD4716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1" name="Freeform: Shape 60">
                <a:extLst>
                  <a:ext uri="{FF2B5EF4-FFF2-40B4-BE49-F238E27FC236}">
                    <a16:creationId xmlns:a16="http://schemas.microsoft.com/office/drawing/2014/main" id="{1EBB97CE-612F-6CFE-2E6E-69E8E092B902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CD600197-75D9-53C0-29C4-677E6DF7D78F}"/>
                </a:ext>
              </a:extLst>
            </p:cNvPr>
            <p:cNvGrpSpPr/>
            <p:nvPr/>
          </p:nvGrpSpPr>
          <p:grpSpPr>
            <a:xfrm>
              <a:off x="3797910" y="4050982"/>
              <a:ext cx="209550" cy="157163"/>
              <a:chOff x="6669881" y="4393406"/>
              <a:chExt cx="209550" cy="157163"/>
            </a:xfrm>
          </p:grpSpPr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4C5913C2-B654-28FF-6C02-FE5366ECDE69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9" name="Freeform: Shape 58">
                <a:extLst>
                  <a:ext uri="{FF2B5EF4-FFF2-40B4-BE49-F238E27FC236}">
                    <a16:creationId xmlns:a16="http://schemas.microsoft.com/office/drawing/2014/main" id="{FBC495BC-2FF6-53AB-1581-A9CD99C89BBF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579F595E-B2B2-5051-79A5-C5531302BB85}"/>
                </a:ext>
              </a:extLst>
            </p:cNvPr>
            <p:cNvGrpSpPr/>
            <p:nvPr/>
          </p:nvGrpSpPr>
          <p:grpSpPr>
            <a:xfrm>
              <a:off x="3352616" y="4081938"/>
              <a:ext cx="209550" cy="157163"/>
              <a:chOff x="6669881" y="4393406"/>
              <a:chExt cx="209550" cy="157163"/>
            </a:xfrm>
          </p:grpSpPr>
          <p:sp>
            <p:nvSpPr>
              <p:cNvPr id="56" name="Rectangle 55">
                <a:extLst>
                  <a:ext uri="{FF2B5EF4-FFF2-40B4-BE49-F238E27FC236}">
                    <a16:creationId xmlns:a16="http://schemas.microsoft.com/office/drawing/2014/main" id="{EAFAF908-87FA-2E41-AE11-9B4B8F5226F4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7" name="Freeform: Shape 56">
                <a:extLst>
                  <a:ext uri="{FF2B5EF4-FFF2-40B4-BE49-F238E27FC236}">
                    <a16:creationId xmlns:a16="http://schemas.microsoft.com/office/drawing/2014/main" id="{6EDD589C-3526-A0C3-2BD6-3643EB961FB7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067250AC-3EEA-A0FB-DD91-994AD868C4FB}"/>
                </a:ext>
              </a:extLst>
            </p:cNvPr>
            <p:cNvGrpSpPr/>
            <p:nvPr/>
          </p:nvGrpSpPr>
          <p:grpSpPr>
            <a:xfrm>
              <a:off x="2851360" y="4093844"/>
              <a:ext cx="209550" cy="157163"/>
              <a:chOff x="6669881" y="4393406"/>
              <a:chExt cx="209550" cy="157163"/>
            </a:xfrm>
          </p:grpSpPr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7713B4BC-ABB9-1B54-73E1-601695672D66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5" name="Freeform: Shape 54">
                <a:extLst>
                  <a:ext uri="{FF2B5EF4-FFF2-40B4-BE49-F238E27FC236}">
                    <a16:creationId xmlns:a16="http://schemas.microsoft.com/office/drawing/2014/main" id="{7EBD75C1-78B3-ECB9-F4E2-7C688803D065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D61EF0C9-DFBF-2BAB-275D-F588E5405061}"/>
                </a:ext>
              </a:extLst>
            </p:cNvPr>
            <p:cNvGrpSpPr/>
            <p:nvPr/>
          </p:nvGrpSpPr>
          <p:grpSpPr>
            <a:xfrm>
              <a:off x="2345112" y="4113567"/>
              <a:ext cx="209550" cy="157163"/>
              <a:chOff x="6669881" y="4393406"/>
              <a:chExt cx="209550" cy="157163"/>
            </a:xfrm>
          </p:grpSpPr>
          <p:sp>
            <p:nvSpPr>
              <p:cNvPr id="52" name="Rectangle 51">
                <a:extLst>
                  <a:ext uri="{FF2B5EF4-FFF2-40B4-BE49-F238E27FC236}">
                    <a16:creationId xmlns:a16="http://schemas.microsoft.com/office/drawing/2014/main" id="{E1B9135A-33B4-9B51-4660-EE22DAAB9905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3" name="Freeform: Shape 52">
                <a:extLst>
                  <a:ext uri="{FF2B5EF4-FFF2-40B4-BE49-F238E27FC236}">
                    <a16:creationId xmlns:a16="http://schemas.microsoft.com/office/drawing/2014/main" id="{2B7134BA-D92B-75B3-951F-0A1D84062574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548A52BC-A1CF-7F4C-7355-70963A36FEB3}"/>
                </a:ext>
              </a:extLst>
            </p:cNvPr>
            <p:cNvGrpSpPr/>
            <p:nvPr/>
          </p:nvGrpSpPr>
          <p:grpSpPr>
            <a:xfrm>
              <a:off x="2333205" y="4520758"/>
              <a:ext cx="209550" cy="157163"/>
              <a:chOff x="6669881" y="4393406"/>
              <a:chExt cx="209550" cy="157163"/>
            </a:xfrm>
          </p:grpSpPr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2DD6FD19-7830-4334-D37F-368A0CB27DDC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1" name="Freeform: Shape 50">
                <a:extLst>
                  <a:ext uri="{FF2B5EF4-FFF2-40B4-BE49-F238E27FC236}">
                    <a16:creationId xmlns:a16="http://schemas.microsoft.com/office/drawing/2014/main" id="{831FEFD5-873B-AB23-4BC6-B6397EC49438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E7A99E65-B83E-FE9B-25AA-13B16B39F531}"/>
                </a:ext>
              </a:extLst>
            </p:cNvPr>
            <p:cNvGrpSpPr/>
            <p:nvPr/>
          </p:nvGrpSpPr>
          <p:grpSpPr>
            <a:xfrm>
              <a:off x="2848977" y="4506471"/>
              <a:ext cx="209550" cy="157163"/>
              <a:chOff x="6669881" y="4393406"/>
              <a:chExt cx="209550" cy="157163"/>
            </a:xfrm>
          </p:grpSpPr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9862F28C-CBDF-B7E7-BAFB-09C8E2D417B0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9" name="Freeform: Shape 48">
                <a:extLst>
                  <a:ext uri="{FF2B5EF4-FFF2-40B4-BE49-F238E27FC236}">
                    <a16:creationId xmlns:a16="http://schemas.microsoft.com/office/drawing/2014/main" id="{CD0C5FF1-CDDC-3E43-D82E-E05EBEECA8C7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8680E394-F1A0-EDB1-26AD-693158976E84}"/>
                </a:ext>
              </a:extLst>
            </p:cNvPr>
            <p:cNvGrpSpPr/>
            <p:nvPr/>
          </p:nvGrpSpPr>
          <p:grpSpPr>
            <a:xfrm>
              <a:off x="3359757" y="4500001"/>
              <a:ext cx="209550" cy="157163"/>
              <a:chOff x="6669881" y="4393406"/>
              <a:chExt cx="209550" cy="157163"/>
            </a:xfrm>
          </p:grpSpPr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8398BB07-E95F-4D5B-A9ED-7E1EC5705017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7" name="Freeform: Shape 46">
                <a:extLst>
                  <a:ext uri="{FF2B5EF4-FFF2-40B4-BE49-F238E27FC236}">
                    <a16:creationId xmlns:a16="http://schemas.microsoft.com/office/drawing/2014/main" id="{8B979E26-1D54-F6DF-8CFC-8119D1312C6F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8D93F532-F8A3-D920-CD40-09F3C26BBAAE}"/>
                </a:ext>
              </a:extLst>
            </p:cNvPr>
            <p:cNvGrpSpPr/>
            <p:nvPr/>
          </p:nvGrpSpPr>
          <p:grpSpPr>
            <a:xfrm>
              <a:off x="3828863" y="4505748"/>
              <a:ext cx="209550" cy="157163"/>
              <a:chOff x="6669881" y="4393406"/>
              <a:chExt cx="209550" cy="157163"/>
            </a:xfrm>
          </p:grpSpPr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4146C66B-A197-DD68-61C5-E7893AC5E440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5" name="Freeform: Shape 44">
                <a:extLst>
                  <a:ext uri="{FF2B5EF4-FFF2-40B4-BE49-F238E27FC236}">
                    <a16:creationId xmlns:a16="http://schemas.microsoft.com/office/drawing/2014/main" id="{D5DE6986-2D26-8618-D4DA-8A78174B5EE5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81D8286C-FAA6-2322-0317-A511B897A02D}"/>
                </a:ext>
              </a:extLst>
            </p:cNvPr>
            <p:cNvGrpSpPr/>
            <p:nvPr/>
          </p:nvGrpSpPr>
          <p:grpSpPr>
            <a:xfrm>
              <a:off x="4271771" y="4495238"/>
              <a:ext cx="209550" cy="157163"/>
              <a:chOff x="6669881" y="4393406"/>
              <a:chExt cx="209550" cy="157163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0813001F-D6C3-8AFB-0D45-9F9DC5CC1F68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3" name="Freeform: Shape 42">
                <a:extLst>
                  <a:ext uri="{FF2B5EF4-FFF2-40B4-BE49-F238E27FC236}">
                    <a16:creationId xmlns:a16="http://schemas.microsoft.com/office/drawing/2014/main" id="{6F48ECD0-4F0F-3A3E-C4F1-7E5E5A88B87B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53B22F54-7CD0-7D7A-FAE0-D2D933779883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908657" y="5300061"/>
              <a:ext cx="1003434" cy="1889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2B6DA128-3D6D-41B8-E1E0-6196F382CB1E}"/>
                </a:ext>
              </a:extLst>
            </p:cNvPr>
            <p:cNvSpPr txBox="1"/>
            <p:nvPr/>
          </p:nvSpPr>
          <p:spPr>
            <a:xfrm rot="5400000">
              <a:off x="2135199" y="5589007"/>
              <a:ext cx="796202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GND</a:t>
              </a:r>
              <a:endParaRPr lang="LID4096" sz="1000" b="1" dirty="0"/>
            </a:p>
          </p:txBody>
        </p: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74CA2A58-0350-AFC8-6DAB-7EBCD7909392}"/>
                </a:ext>
              </a:extLst>
            </p:cNvPr>
            <p:cNvCxnSpPr>
              <a:cxnSpLocks/>
            </p:cNvCxnSpPr>
            <p:nvPr/>
          </p:nvCxnSpPr>
          <p:spPr>
            <a:xfrm>
              <a:off x="4334743" y="2222017"/>
              <a:ext cx="27524" cy="1673166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CBEBB317-B525-9F67-1E80-8D29B33AF201}"/>
                </a:ext>
              </a:extLst>
            </p:cNvPr>
            <p:cNvSpPr txBox="1"/>
            <p:nvPr/>
          </p:nvSpPr>
          <p:spPr>
            <a:xfrm rot="5400000">
              <a:off x="4125363" y="2102273"/>
              <a:ext cx="760164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3.3V</a:t>
              </a:r>
              <a:endParaRPr lang="LID4096" sz="1000" b="1" dirty="0"/>
            </a:p>
          </p:txBody>
        </p: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FE4758A6-BC08-C08C-F471-D83ADB5E2CB1}"/>
                </a:ext>
              </a:extLst>
            </p:cNvPr>
            <p:cNvCxnSpPr>
              <a:cxnSpLocks/>
            </p:cNvCxnSpPr>
            <p:nvPr/>
          </p:nvCxnSpPr>
          <p:spPr>
            <a:xfrm>
              <a:off x="2399207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9FAD03F1-36B6-9F79-55B8-A5DD1025722C}"/>
                </a:ext>
              </a:extLst>
            </p:cNvPr>
            <p:cNvSpPr txBox="1"/>
            <p:nvPr/>
          </p:nvSpPr>
          <p:spPr>
            <a:xfrm rot="5400000">
              <a:off x="2162151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bit0</a:t>
              </a:r>
              <a:endParaRPr lang="LID4096" sz="1000" b="1" dirty="0"/>
            </a:p>
          </p:txBody>
        </p: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795829BD-2315-BF1F-2812-839944C20C53}"/>
                </a:ext>
              </a:extLst>
            </p:cNvPr>
            <p:cNvCxnSpPr>
              <a:cxnSpLocks/>
            </p:cNvCxnSpPr>
            <p:nvPr/>
          </p:nvCxnSpPr>
          <p:spPr>
            <a:xfrm>
              <a:off x="2934442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07B126E9-A9C9-AD70-DA3E-8A5B02FAF165}"/>
                </a:ext>
              </a:extLst>
            </p:cNvPr>
            <p:cNvSpPr txBox="1"/>
            <p:nvPr/>
          </p:nvSpPr>
          <p:spPr>
            <a:xfrm rot="5400000">
              <a:off x="2764068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bit2</a:t>
              </a:r>
              <a:endParaRPr lang="LID4096" sz="1000" b="1" dirty="0"/>
            </a:p>
          </p:txBody>
        </p: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6B436E71-81B3-D651-46DF-B48DE311EFFF}"/>
                </a:ext>
              </a:extLst>
            </p:cNvPr>
            <p:cNvCxnSpPr>
              <a:cxnSpLocks/>
            </p:cNvCxnSpPr>
            <p:nvPr/>
          </p:nvCxnSpPr>
          <p:spPr>
            <a:xfrm>
              <a:off x="3453714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815E4267-FF32-6375-B65B-B70C4460A613}"/>
                </a:ext>
              </a:extLst>
            </p:cNvPr>
            <p:cNvSpPr txBox="1"/>
            <p:nvPr/>
          </p:nvSpPr>
          <p:spPr>
            <a:xfrm rot="5400000">
              <a:off x="3213817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bit4</a:t>
              </a:r>
              <a:endParaRPr lang="LID4096" sz="1000" b="1" dirty="0"/>
            </a:p>
          </p:txBody>
        </p: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57B1EF1E-E518-7F96-6B4A-43AE0614F86A}"/>
                </a:ext>
              </a:extLst>
            </p:cNvPr>
            <p:cNvCxnSpPr>
              <a:cxnSpLocks/>
            </p:cNvCxnSpPr>
            <p:nvPr/>
          </p:nvCxnSpPr>
          <p:spPr>
            <a:xfrm>
              <a:off x="3907991" y="2335991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968DF63C-0BEA-C337-A5E0-96AA79A04AC9}"/>
                </a:ext>
              </a:extLst>
            </p:cNvPr>
            <p:cNvSpPr txBox="1"/>
            <p:nvPr/>
          </p:nvSpPr>
          <p:spPr>
            <a:xfrm rot="5400000">
              <a:off x="3664934" y="206730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bit6</a:t>
              </a:r>
              <a:endParaRPr lang="LID4096" sz="1000" b="1" dirty="0"/>
            </a:p>
          </p:txBody>
        </p: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E6F54A4F-9EBE-D580-4D13-07F1F233C1E7}"/>
                </a:ext>
              </a:extLst>
            </p:cNvPr>
            <p:cNvCxnSpPr>
              <a:cxnSpLocks/>
            </p:cNvCxnSpPr>
            <p:nvPr/>
          </p:nvCxnSpPr>
          <p:spPr>
            <a:xfrm>
              <a:off x="2920379" y="4745914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ADEEA1F2-1713-051A-421C-7B4E1B31B261}"/>
                </a:ext>
              </a:extLst>
            </p:cNvPr>
            <p:cNvSpPr txBox="1"/>
            <p:nvPr/>
          </p:nvSpPr>
          <p:spPr>
            <a:xfrm rot="5400000">
              <a:off x="2684413" y="559553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bit1</a:t>
              </a:r>
              <a:endParaRPr lang="LID4096" sz="1000" b="1" dirty="0"/>
            </a:p>
          </p:txBody>
        </p: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C1C4787A-E2C2-E58C-CB0A-B5117995C3F7}"/>
                </a:ext>
              </a:extLst>
            </p:cNvPr>
            <p:cNvCxnSpPr>
              <a:cxnSpLocks/>
            </p:cNvCxnSpPr>
            <p:nvPr/>
          </p:nvCxnSpPr>
          <p:spPr>
            <a:xfrm>
              <a:off x="3436440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10DF1042-FA4B-12DD-C5E3-F6306A65ACC6}"/>
                </a:ext>
              </a:extLst>
            </p:cNvPr>
            <p:cNvSpPr txBox="1"/>
            <p:nvPr/>
          </p:nvSpPr>
          <p:spPr>
            <a:xfrm rot="5400000">
              <a:off x="3200473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bit3</a:t>
              </a:r>
              <a:endParaRPr lang="LID4096" sz="1000" b="1" dirty="0"/>
            </a:p>
          </p:txBody>
        </p: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C7C33EC6-E970-DF53-A29D-57331ED39EB5}"/>
                </a:ext>
              </a:extLst>
            </p:cNvPr>
            <p:cNvCxnSpPr>
              <a:cxnSpLocks/>
            </p:cNvCxnSpPr>
            <p:nvPr/>
          </p:nvCxnSpPr>
          <p:spPr>
            <a:xfrm>
              <a:off x="3918887" y="4744900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02C472B3-3C72-CD19-5FDE-492E8FF58272}"/>
                </a:ext>
              </a:extLst>
            </p:cNvPr>
            <p:cNvSpPr txBox="1"/>
            <p:nvPr/>
          </p:nvSpPr>
          <p:spPr>
            <a:xfrm rot="5400000">
              <a:off x="3682921" y="5594528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bit5</a:t>
              </a:r>
              <a:endParaRPr lang="LID4096" sz="1000" b="1" dirty="0"/>
            </a:p>
          </p:txBody>
        </p: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DC0D9DF3-D5BE-9791-4582-D5517C2C875F}"/>
                </a:ext>
              </a:extLst>
            </p:cNvPr>
            <p:cNvCxnSpPr>
              <a:cxnSpLocks/>
            </p:cNvCxnSpPr>
            <p:nvPr/>
          </p:nvCxnSpPr>
          <p:spPr>
            <a:xfrm>
              <a:off x="4372042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423FAB08-1054-A717-5828-1E63F7F3BD30}"/>
                </a:ext>
              </a:extLst>
            </p:cNvPr>
            <p:cNvSpPr txBox="1"/>
            <p:nvPr/>
          </p:nvSpPr>
          <p:spPr>
            <a:xfrm rot="5400000">
              <a:off x="4136075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bit7</a:t>
              </a:r>
              <a:endParaRPr lang="LID4096" sz="1000" b="1" dirty="0"/>
            </a:p>
          </p:txBody>
        </p:sp>
      </p:grpSp>
      <p:sp>
        <p:nvSpPr>
          <p:cNvPr id="74" name="Freeform: Shape 73">
            <a:extLst>
              <a:ext uri="{FF2B5EF4-FFF2-40B4-BE49-F238E27FC236}">
                <a16:creationId xmlns:a16="http://schemas.microsoft.com/office/drawing/2014/main" id="{7ABBAE1B-1551-E134-AE12-7A8ADD6CEAF2}"/>
              </a:ext>
            </a:extLst>
          </p:cNvPr>
          <p:cNvSpPr/>
          <p:nvPr/>
        </p:nvSpPr>
        <p:spPr>
          <a:xfrm>
            <a:off x="2998272" y="4338004"/>
            <a:ext cx="5553847" cy="1202803"/>
          </a:xfrm>
          <a:custGeom>
            <a:avLst/>
            <a:gdLst>
              <a:gd name="connsiteX0" fmla="*/ 0 w 5180202"/>
              <a:gd name="connsiteY0" fmla="*/ 0 h 850096"/>
              <a:gd name="connsiteX1" fmla="*/ 1249960 w 5180202"/>
              <a:gd name="connsiteY1" fmla="*/ 826315 h 850096"/>
              <a:gd name="connsiteX2" fmla="*/ 5180202 w 5180202"/>
              <a:gd name="connsiteY2" fmla="*/ 545284 h 850096"/>
              <a:gd name="connsiteX0" fmla="*/ 0 w 5415094"/>
              <a:gd name="connsiteY0" fmla="*/ 0 h 1936470"/>
              <a:gd name="connsiteX1" fmla="*/ 1484852 w 5415094"/>
              <a:gd name="connsiteY1" fmla="*/ 1912689 h 1936470"/>
              <a:gd name="connsiteX2" fmla="*/ 5415094 w 5415094"/>
              <a:gd name="connsiteY2" fmla="*/ 1631658 h 1936470"/>
              <a:gd name="connsiteX0" fmla="*/ 3044 w 5418138"/>
              <a:gd name="connsiteY0" fmla="*/ 0 h 1936470"/>
              <a:gd name="connsiteX1" fmla="*/ 1487896 w 5418138"/>
              <a:gd name="connsiteY1" fmla="*/ 1912689 h 1936470"/>
              <a:gd name="connsiteX2" fmla="*/ 5418138 w 5418138"/>
              <a:gd name="connsiteY2" fmla="*/ 1631658 h 1936470"/>
              <a:gd name="connsiteX0" fmla="*/ 2804 w 5480816"/>
              <a:gd name="connsiteY0" fmla="*/ 0 h 1978415"/>
              <a:gd name="connsiteX1" fmla="*/ 1550574 w 5480816"/>
              <a:gd name="connsiteY1" fmla="*/ 1954634 h 1978415"/>
              <a:gd name="connsiteX2" fmla="*/ 5480816 w 5480816"/>
              <a:gd name="connsiteY2" fmla="*/ 1673603 h 1978415"/>
              <a:gd name="csX0" fmla="*/ 685 w 7916114"/>
              <a:gd name="csY0" fmla="*/ 0 h 3612330"/>
              <a:gd name="csX1" fmla="*/ 3985872 w 7916114"/>
              <a:gd name="csY1" fmla="*/ 3588549 h 3612330"/>
              <a:gd name="csX2" fmla="*/ 7916114 w 7916114"/>
              <a:gd name="csY2" fmla="*/ 3307518 h 3612330"/>
              <a:gd name="csX0" fmla="*/ 88142 w 8003571"/>
              <a:gd name="csY0" fmla="*/ 0 h 3612330"/>
              <a:gd name="csX1" fmla="*/ 4073329 w 8003571"/>
              <a:gd name="csY1" fmla="*/ 3588549 h 3612330"/>
              <a:gd name="csX2" fmla="*/ 8003571 w 8003571"/>
              <a:gd name="csY2" fmla="*/ 3307518 h 3612330"/>
              <a:gd name="csX0" fmla="*/ 296322 w 8211751"/>
              <a:gd name="csY0" fmla="*/ 0 h 4051250"/>
              <a:gd name="csX1" fmla="*/ 1139528 w 8211751"/>
              <a:gd name="csY1" fmla="*/ 4051250 h 4051250"/>
              <a:gd name="csX2" fmla="*/ 8211751 w 8211751"/>
              <a:gd name="csY2" fmla="*/ 3307518 h 40512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211751" h="4051250">
                <a:moveTo>
                  <a:pt x="296322" y="0"/>
                </a:moveTo>
                <a:cubicBezTo>
                  <a:pt x="-417992" y="1399332"/>
                  <a:pt x="276161" y="3960369"/>
                  <a:pt x="1139528" y="4051250"/>
                </a:cubicBezTo>
                <a:lnTo>
                  <a:pt x="8211751" y="3307518"/>
                </a:lnTo>
              </a:path>
            </a:pathLst>
          </a:cu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E078139C-275E-9823-45D9-41474E3546F9}"/>
              </a:ext>
            </a:extLst>
          </p:cNvPr>
          <p:cNvGrpSpPr/>
          <p:nvPr/>
        </p:nvGrpSpPr>
        <p:grpSpPr>
          <a:xfrm rot="4290278">
            <a:off x="3183653" y="3243941"/>
            <a:ext cx="2661949" cy="1775129"/>
            <a:chOff x="3535244" y="2669588"/>
            <a:chExt cx="2661949" cy="1775129"/>
          </a:xfrm>
        </p:grpSpPr>
        <p:sp>
          <p:nvSpPr>
            <p:cNvPr id="62" name="Freeform: Shape 61">
              <a:extLst>
                <a:ext uri="{FF2B5EF4-FFF2-40B4-BE49-F238E27FC236}">
                  <a16:creationId xmlns:a16="http://schemas.microsoft.com/office/drawing/2014/main" id="{D8A74EFC-AF08-66D9-C44C-C580A5B4CDEE}"/>
                </a:ext>
              </a:extLst>
            </p:cNvPr>
            <p:cNvSpPr/>
            <p:nvPr/>
          </p:nvSpPr>
          <p:spPr>
            <a:xfrm rot="15300440">
              <a:off x="3573100" y="2631732"/>
              <a:ext cx="1775129" cy="1850841"/>
            </a:xfrm>
            <a:custGeom>
              <a:avLst/>
              <a:gdLst>
                <a:gd name="connsiteX0" fmla="*/ 666925 w 666925"/>
                <a:gd name="connsiteY0" fmla="*/ 0 h 755009"/>
                <a:gd name="connsiteX1" fmla="*/ 360727 w 666925"/>
                <a:gd name="connsiteY1" fmla="*/ 444616 h 755009"/>
                <a:gd name="connsiteX2" fmla="*/ 0 w 666925"/>
                <a:gd name="connsiteY2" fmla="*/ 755009 h 755009"/>
                <a:gd name="csX0" fmla="*/ 4848 w 1209805"/>
                <a:gd name="csY0" fmla="*/ 0 h 1740331"/>
                <a:gd name="csX1" fmla="*/ 1203546 w 1209805"/>
                <a:gd name="csY1" fmla="*/ 1429938 h 1740331"/>
                <a:gd name="csX2" fmla="*/ 842819 w 1209805"/>
                <a:gd name="csY2" fmla="*/ 1740331 h 1740331"/>
                <a:gd name="csX0" fmla="*/ 0 w 1212527"/>
                <a:gd name="csY0" fmla="*/ 53230 h 1793561"/>
                <a:gd name="csX1" fmla="*/ 1198698 w 1212527"/>
                <a:gd name="csY1" fmla="*/ 1483168 h 1793561"/>
                <a:gd name="csX2" fmla="*/ 837971 w 1212527"/>
                <a:gd name="csY2" fmla="*/ 1793561 h 1793561"/>
                <a:gd name="csX0" fmla="*/ 0 w 1781739"/>
                <a:gd name="csY0" fmla="*/ 97869 h 1838200"/>
                <a:gd name="csX1" fmla="*/ 1774236 w 1781739"/>
                <a:gd name="csY1" fmla="*/ 642308 h 1838200"/>
                <a:gd name="csX2" fmla="*/ 837971 w 1781739"/>
                <a:gd name="csY2" fmla="*/ 1838200 h 1838200"/>
                <a:gd name="csX0" fmla="*/ 0 w 1774236"/>
                <a:gd name="csY0" fmla="*/ 110510 h 1850841"/>
                <a:gd name="csX1" fmla="*/ 1774236 w 1774236"/>
                <a:gd name="csY1" fmla="*/ 654949 h 1850841"/>
                <a:gd name="csX2" fmla="*/ 837971 w 1774236"/>
                <a:gd name="csY2" fmla="*/ 1850841 h 1850841"/>
                <a:gd name="csX0" fmla="*/ 0 w 1775129"/>
                <a:gd name="csY0" fmla="*/ 110510 h 1850841"/>
                <a:gd name="csX1" fmla="*/ 1774236 w 1775129"/>
                <a:gd name="csY1" fmla="*/ 654949 h 1850841"/>
                <a:gd name="csX2" fmla="*/ 837971 w 1775129"/>
                <a:gd name="csY2" fmla="*/ 1850841 h 185084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775129" h="1850841">
                  <a:moveTo>
                    <a:pt x="0" y="110510"/>
                  </a:moveTo>
                  <a:cubicBezTo>
                    <a:pt x="736455" y="-259313"/>
                    <a:pt x="1762282" y="396194"/>
                    <a:pt x="1774236" y="654949"/>
                  </a:cubicBezTo>
                  <a:cubicBezTo>
                    <a:pt x="1806350" y="891010"/>
                    <a:pt x="962757" y="1758562"/>
                    <a:pt x="837971" y="1850841"/>
                  </a:cubicBezTo>
                </a:path>
              </a:pathLst>
            </a:cu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64" name="Group 63">
              <a:extLst>
                <a:ext uri="{FF2B5EF4-FFF2-40B4-BE49-F238E27FC236}">
                  <a16:creationId xmlns:a16="http://schemas.microsoft.com/office/drawing/2014/main" id="{534EFBFF-5397-3B64-AB9C-7C529E13DFA8}"/>
                </a:ext>
              </a:extLst>
            </p:cNvPr>
            <p:cNvGrpSpPr/>
            <p:nvPr/>
          </p:nvGrpSpPr>
          <p:grpSpPr>
            <a:xfrm rot="12438241">
              <a:off x="5290025" y="3369981"/>
              <a:ext cx="550143" cy="184758"/>
              <a:chOff x="7629989" y="5236460"/>
              <a:chExt cx="1027147" cy="344953"/>
            </a:xfrm>
          </p:grpSpPr>
          <p:sp>
            <p:nvSpPr>
              <p:cNvPr id="65" name="Oval 64">
                <a:extLst>
                  <a:ext uri="{FF2B5EF4-FFF2-40B4-BE49-F238E27FC236}">
                    <a16:creationId xmlns:a16="http://schemas.microsoft.com/office/drawing/2014/main" id="{BA436779-9998-F886-B934-E363F11F8664}"/>
                  </a:ext>
                </a:extLst>
              </p:cNvPr>
              <p:cNvSpPr/>
              <p:nvPr/>
            </p:nvSpPr>
            <p:spPr>
              <a:xfrm>
                <a:off x="7629989" y="5236460"/>
                <a:ext cx="341624" cy="341624"/>
              </a:xfrm>
              <a:prstGeom prst="ellipse">
                <a:avLst/>
              </a:prstGeom>
              <a:solidFill>
                <a:schemeClr val="accent2">
                  <a:lumMod val="60000"/>
                  <a:lumOff val="40000"/>
                </a:schemeClr>
              </a:solidFill>
              <a:ln w="25400">
                <a:solidFill>
                  <a:schemeClr val="accent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6" name="Oval 65">
                <a:extLst>
                  <a:ext uri="{FF2B5EF4-FFF2-40B4-BE49-F238E27FC236}">
                    <a16:creationId xmlns:a16="http://schemas.microsoft.com/office/drawing/2014/main" id="{E26D53E2-2F4C-ECD1-4965-1B13A8D9C02C}"/>
                  </a:ext>
                </a:extLst>
              </p:cNvPr>
              <p:cNvSpPr/>
              <p:nvPr/>
            </p:nvSpPr>
            <p:spPr>
              <a:xfrm>
                <a:off x="8315512" y="5239789"/>
                <a:ext cx="341624" cy="341624"/>
              </a:xfrm>
              <a:prstGeom prst="ellipse">
                <a:avLst/>
              </a:prstGeom>
              <a:solidFill>
                <a:schemeClr val="accent2">
                  <a:lumMod val="60000"/>
                  <a:lumOff val="40000"/>
                </a:schemeClr>
              </a:solidFill>
              <a:ln w="25400">
                <a:solidFill>
                  <a:schemeClr val="accent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7" name="Rectangle 66">
                <a:extLst>
                  <a:ext uri="{FF2B5EF4-FFF2-40B4-BE49-F238E27FC236}">
                    <a16:creationId xmlns:a16="http://schemas.microsoft.com/office/drawing/2014/main" id="{7557945D-B8C1-41C6-4242-FB38FC04E1C2}"/>
                  </a:ext>
                </a:extLst>
              </p:cNvPr>
              <p:cNvSpPr/>
              <p:nvPr/>
            </p:nvSpPr>
            <p:spPr>
              <a:xfrm>
                <a:off x="7866077" y="5260841"/>
                <a:ext cx="541140" cy="292863"/>
              </a:xfrm>
              <a:prstGeom prst="rect">
                <a:avLst/>
              </a:prstGeom>
              <a:solidFill>
                <a:schemeClr val="accent2">
                  <a:lumMod val="60000"/>
                  <a:lumOff val="40000"/>
                </a:schemeClr>
              </a:solidFill>
              <a:ln w="25400">
                <a:solidFill>
                  <a:schemeClr val="accent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cxnSp>
            <p:nvCxnSpPr>
              <p:cNvPr id="68" name="Straight Connector 67">
                <a:extLst>
                  <a:ext uri="{FF2B5EF4-FFF2-40B4-BE49-F238E27FC236}">
                    <a16:creationId xmlns:a16="http://schemas.microsoft.com/office/drawing/2014/main" id="{F6BF43BC-FADC-F044-4F8F-2E72B3936FEA}"/>
                  </a:ext>
                </a:extLst>
              </p:cNvPr>
              <p:cNvCxnSpPr/>
              <p:nvPr/>
            </p:nvCxnSpPr>
            <p:spPr>
              <a:xfrm>
                <a:off x="7953306" y="5260841"/>
                <a:ext cx="0" cy="292863"/>
              </a:xfrm>
              <a:prstGeom prst="line">
                <a:avLst/>
              </a:prstGeom>
              <a:ln w="38100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9" name="Straight Connector 68">
                <a:extLst>
                  <a:ext uri="{FF2B5EF4-FFF2-40B4-BE49-F238E27FC236}">
                    <a16:creationId xmlns:a16="http://schemas.microsoft.com/office/drawing/2014/main" id="{C5D47765-59C5-5E6D-FD55-50858DD3A9AF}"/>
                  </a:ext>
                </a:extLst>
              </p:cNvPr>
              <p:cNvCxnSpPr/>
              <p:nvPr/>
            </p:nvCxnSpPr>
            <p:spPr>
              <a:xfrm>
                <a:off x="8266751" y="5260841"/>
                <a:ext cx="0" cy="292863"/>
              </a:xfrm>
              <a:prstGeom prst="line">
                <a:avLst/>
              </a:prstGeom>
              <a:ln w="38100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0" name="Straight Connector 69">
                <a:extLst>
                  <a:ext uri="{FF2B5EF4-FFF2-40B4-BE49-F238E27FC236}">
                    <a16:creationId xmlns:a16="http://schemas.microsoft.com/office/drawing/2014/main" id="{A3544510-A3C3-6B2D-CC41-D1D64C9D720F}"/>
                  </a:ext>
                </a:extLst>
              </p:cNvPr>
              <p:cNvCxnSpPr/>
              <p:nvPr/>
            </p:nvCxnSpPr>
            <p:spPr>
              <a:xfrm>
                <a:off x="8099972" y="5260841"/>
                <a:ext cx="0" cy="292863"/>
              </a:xfrm>
              <a:prstGeom prst="line">
                <a:avLst/>
              </a:prstGeom>
              <a:ln w="5080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1" name="Straight Connector 70">
                <a:extLst>
                  <a:ext uri="{FF2B5EF4-FFF2-40B4-BE49-F238E27FC236}">
                    <a16:creationId xmlns:a16="http://schemas.microsoft.com/office/drawing/2014/main" id="{A045C1F1-B3FE-B908-23CF-AFD1AE969321}"/>
                  </a:ext>
                </a:extLst>
              </p:cNvPr>
              <p:cNvCxnSpPr/>
              <p:nvPr/>
            </p:nvCxnSpPr>
            <p:spPr>
              <a:xfrm>
                <a:off x="8196330" y="5260841"/>
                <a:ext cx="0" cy="292863"/>
              </a:xfrm>
              <a:prstGeom prst="line">
                <a:avLst/>
              </a:prstGeom>
              <a:ln w="50800"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73" name="Freeform: Shape 72">
              <a:extLst>
                <a:ext uri="{FF2B5EF4-FFF2-40B4-BE49-F238E27FC236}">
                  <a16:creationId xmlns:a16="http://schemas.microsoft.com/office/drawing/2014/main" id="{7F3080E9-3B16-E21C-9DEC-007A67F58AEA}"/>
                </a:ext>
              </a:extLst>
            </p:cNvPr>
            <p:cNvSpPr/>
            <p:nvPr/>
          </p:nvSpPr>
          <p:spPr>
            <a:xfrm rot="15300440">
              <a:off x="5888315" y="3496863"/>
              <a:ext cx="272702" cy="345054"/>
            </a:xfrm>
            <a:custGeom>
              <a:avLst/>
              <a:gdLst>
                <a:gd name="connsiteX0" fmla="*/ 666925 w 666925"/>
                <a:gd name="connsiteY0" fmla="*/ 0 h 755009"/>
                <a:gd name="connsiteX1" fmla="*/ 360727 w 666925"/>
                <a:gd name="connsiteY1" fmla="*/ 444616 h 755009"/>
                <a:gd name="connsiteX2" fmla="*/ 0 w 666925"/>
                <a:gd name="connsiteY2" fmla="*/ 755009 h 755009"/>
                <a:gd name="csX0" fmla="*/ 666925 w 666925"/>
                <a:gd name="csY0" fmla="*/ 0 h 755009"/>
                <a:gd name="csX1" fmla="*/ 0 w 666925"/>
                <a:gd name="csY1" fmla="*/ 755009 h 755009"/>
                <a:gd name="csX0" fmla="*/ 272702 w 272702"/>
                <a:gd name="csY0" fmla="*/ 0 h 345054"/>
                <a:gd name="csX1" fmla="*/ 0 w 272702"/>
                <a:gd name="csY1" fmla="*/ 345054 h 345054"/>
                <a:gd name="csX0" fmla="*/ 272702 w 272702"/>
                <a:gd name="csY0" fmla="*/ 0 h 345054"/>
                <a:gd name="csX1" fmla="*/ 0 w 272702"/>
                <a:gd name="csY1" fmla="*/ 345054 h 34505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72702" h="345054">
                  <a:moveTo>
                    <a:pt x="272702" y="0"/>
                  </a:moveTo>
                  <a:cubicBezTo>
                    <a:pt x="181801" y="115018"/>
                    <a:pt x="118747" y="308601"/>
                    <a:pt x="0" y="345054"/>
                  </a:cubicBezTo>
                </a:path>
              </a:pathLst>
            </a:cu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sp>
        <p:nvSpPr>
          <p:cNvPr id="100" name="Freeform: Shape 99">
            <a:extLst>
              <a:ext uri="{FF2B5EF4-FFF2-40B4-BE49-F238E27FC236}">
                <a16:creationId xmlns:a16="http://schemas.microsoft.com/office/drawing/2014/main" id="{DED9745B-AE90-9AC2-3865-22859A4147C9}"/>
              </a:ext>
            </a:extLst>
          </p:cNvPr>
          <p:cNvSpPr/>
          <p:nvPr/>
        </p:nvSpPr>
        <p:spPr>
          <a:xfrm>
            <a:off x="3500729" y="3953103"/>
            <a:ext cx="5199509" cy="1063830"/>
          </a:xfrm>
          <a:custGeom>
            <a:avLst/>
            <a:gdLst>
              <a:gd name="connsiteX0" fmla="*/ 0 w 5549318"/>
              <a:gd name="connsiteY0" fmla="*/ 178006 h 1556019"/>
              <a:gd name="connsiteX1" fmla="*/ 973123 w 5549318"/>
              <a:gd name="connsiteY1" fmla="*/ 6032 h 1556019"/>
              <a:gd name="connsiteX2" fmla="*/ 2063692 w 5549318"/>
              <a:gd name="connsiteY2" fmla="*/ 370953 h 1556019"/>
              <a:gd name="connsiteX3" fmla="*/ 4467138 w 5549318"/>
              <a:gd name="connsiteY3" fmla="*/ 1524439 h 1556019"/>
              <a:gd name="connsiteX4" fmla="*/ 5549318 w 5549318"/>
              <a:gd name="connsiteY4" fmla="*/ 1117573 h 1556019"/>
              <a:gd name="csX0" fmla="*/ 0 w 5549318"/>
              <a:gd name="csY0" fmla="*/ 1 h 1378014"/>
              <a:gd name="csX1" fmla="*/ 2063692 w 5549318"/>
              <a:gd name="csY1" fmla="*/ 192948 h 1378014"/>
              <a:gd name="csX2" fmla="*/ 4467138 w 5549318"/>
              <a:gd name="csY2" fmla="*/ 1346434 h 1378014"/>
              <a:gd name="csX3" fmla="*/ 5549318 w 5549318"/>
              <a:gd name="csY3" fmla="*/ 939568 h 1378014"/>
              <a:gd name="csX0" fmla="*/ 0 w 5549318"/>
              <a:gd name="csY0" fmla="*/ 1 h 939567"/>
              <a:gd name="csX1" fmla="*/ 2063692 w 5549318"/>
              <a:gd name="csY1" fmla="*/ 192948 h 939567"/>
              <a:gd name="csX2" fmla="*/ 5549318 w 5549318"/>
              <a:gd name="csY2" fmla="*/ 939568 h 939567"/>
              <a:gd name="csX0" fmla="*/ 0 w 9184032"/>
              <a:gd name="csY0" fmla="*/ 0 h 4200645"/>
              <a:gd name="csX1" fmla="*/ 5698406 w 9184032"/>
              <a:gd name="csY1" fmla="*/ 3454026 h 4200645"/>
              <a:gd name="csX2" fmla="*/ 9184032 w 9184032"/>
              <a:gd name="csY2" fmla="*/ 4200646 h 4200645"/>
              <a:gd name="csX0" fmla="*/ 0 w 9184032"/>
              <a:gd name="csY0" fmla="*/ 241115 h 4441760"/>
              <a:gd name="csX1" fmla="*/ 5698406 w 9184032"/>
              <a:gd name="csY1" fmla="*/ 3695141 h 4441760"/>
              <a:gd name="csX2" fmla="*/ 9184032 w 9184032"/>
              <a:gd name="csY2" fmla="*/ 4441761 h 4441760"/>
              <a:gd name="csX0" fmla="*/ 0 w 9184032"/>
              <a:gd name="csY0" fmla="*/ 1106090 h 5306735"/>
              <a:gd name="csX1" fmla="*/ 3578749 w 9184032"/>
              <a:gd name="csY1" fmla="*/ 423128 h 5306735"/>
              <a:gd name="csX2" fmla="*/ 9184032 w 9184032"/>
              <a:gd name="csY2" fmla="*/ 5306736 h 5306735"/>
              <a:gd name="csX0" fmla="*/ 0 w 9184032"/>
              <a:gd name="csY0" fmla="*/ 2326056 h 6526701"/>
              <a:gd name="csX1" fmla="*/ 3578749 w 9184032"/>
              <a:gd name="csY1" fmla="*/ 1643094 h 6526701"/>
              <a:gd name="csX2" fmla="*/ 9184032 w 9184032"/>
              <a:gd name="csY2" fmla="*/ 6526702 h 6526701"/>
              <a:gd name="csX0" fmla="*/ 0 w 9184032"/>
              <a:gd name="csY0" fmla="*/ 2326056 h 6920647"/>
              <a:gd name="csX1" fmla="*/ 3578749 w 9184032"/>
              <a:gd name="csY1" fmla="*/ 1643094 h 6920647"/>
              <a:gd name="csX2" fmla="*/ 9184032 w 9184032"/>
              <a:gd name="csY2" fmla="*/ 6526702 h 6920647"/>
              <a:gd name="csX0" fmla="*/ 0 w 9127130"/>
              <a:gd name="csY0" fmla="*/ 1016083 h 5623622"/>
              <a:gd name="csX1" fmla="*/ 3521847 w 9127130"/>
              <a:gd name="csY1" fmla="*/ 494825 h 5623622"/>
              <a:gd name="csX2" fmla="*/ 9127130 w 9127130"/>
              <a:gd name="csY2" fmla="*/ 5378433 h 5623622"/>
              <a:gd name="csX0" fmla="*/ 0 w 8614998"/>
              <a:gd name="csY0" fmla="*/ 4005046 h 5230226"/>
              <a:gd name="csX1" fmla="*/ 3009715 w 8614998"/>
              <a:gd name="csY1" fmla="*/ 101432 h 5230226"/>
              <a:gd name="csX2" fmla="*/ 8614998 w 8614998"/>
              <a:gd name="csY2" fmla="*/ 4985040 h 5230226"/>
              <a:gd name="csX0" fmla="*/ 0 w 8614998"/>
              <a:gd name="csY0" fmla="*/ 2001592 h 3339346"/>
              <a:gd name="csX1" fmla="*/ 4033979 w 8614998"/>
              <a:gd name="csY1" fmla="*/ 213636 h 3339346"/>
              <a:gd name="csX2" fmla="*/ 8614998 w 8614998"/>
              <a:gd name="csY2" fmla="*/ 2981586 h 333934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614998" h="3339346">
                <a:moveTo>
                  <a:pt x="0" y="2001592"/>
                </a:moveTo>
                <a:cubicBezTo>
                  <a:pt x="316129" y="748139"/>
                  <a:pt x="2512791" y="-513422"/>
                  <a:pt x="4033979" y="213636"/>
                </a:cubicBezTo>
                <a:cubicBezTo>
                  <a:pt x="5555167" y="940694"/>
                  <a:pt x="7063725" y="4456578"/>
                  <a:pt x="8614998" y="2981586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pic>
        <p:nvPicPr>
          <p:cNvPr id="104" name="Picture 103">
            <a:extLst>
              <a:ext uri="{FF2B5EF4-FFF2-40B4-BE49-F238E27FC236}">
                <a16:creationId xmlns:a16="http://schemas.microsoft.com/office/drawing/2014/main" id="{1ABFFE2E-2DB6-6EC1-A554-18EFC9D37FE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flipH="1">
            <a:off x="1522867" y="4278183"/>
            <a:ext cx="267313" cy="1140629"/>
          </a:xfrm>
          <a:prstGeom prst="rect">
            <a:avLst/>
          </a:prstGeom>
        </p:spPr>
      </p:pic>
      <p:pic>
        <p:nvPicPr>
          <p:cNvPr id="105" name="Picture 104">
            <a:extLst>
              <a:ext uri="{FF2B5EF4-FFF2-40B4-BE49-F238E27FC236}">
                <a16:creationId xmlns:a16="http://schemas.microsoft.com/office/drawing/2014/main" id="{E60F1BB0-537F-7DC1-FD4A-B7D7FFFFA92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3706" y="4278183"/>
            <a:ext cx="336160" cy="1140543"/>
          </a:xfrm>
          <a:prstGeom prst="rect">
            <a:avLst/>
          </a:prstGeom>
        </p:spPr>
      </p:pic>
      <p:sp>
        <p:nvSpPr>
          <p:cNvPr id="106" name="Rectangle 105">
            <a:extLst>
              <a:ext uri="{FF2B5EF4-FFF2-40B4-BE49-F238E27FC236}">
                <a16:creationId xmlns:a16="http://schemas.microsoft.com/office/drawing/2014/main" id="{D4D0521B-DC5B-215C-C4F7-7BFB4C971E75}"/>
              </a:ext>
            </a:extLst>
          </p:cNvPr>
          <p:cNvSpPr/>
          <p:nvPr/>
        </p:nvSpPr>
        <p:spPr>
          <a:xfrm>
            <a:off x="772732" y="4221613"/>
            <a:ext cx="673995" cy="25282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A9C8878C-A501-7C83-2804-1F3D5323D392}"/>
              </a:ext>
            </a:extLst>
          </p:cNvPr>
          <p:cNvSpPr txBox="1"/>
          <p:nvPr/>
        </p:nvSpPr>
        <p:spPr>
          <a:xfrm>
            <a:off x="845845" y="4249329"/>
            <a:ext cx="546945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700"/>
              <a:t>Many M</a:t>
            </a:r>
            <a:r>
              <a:rPr lang="el-GR" sz="700"/>
              <a:t>Ω</a:t>
            </a:r>
            <a:endParaRPr lang="LID4096" sz="700"/>
          </a:p>
        </p:txBody>
      </p:sp>
      <p:cxnSp>
        <p:nvCxnSpPr>
          <p:cNvPr id="108" name="Straight Connector 107">
            <a:extLst>
              <a:ext uri="{FF2B5EF4-FFF2-40B4-BE49-F238E27FC236}">
                <a16:creationId xmlns:a16="http://schemas.microsoft.com/office/drawing/2014/main" id="{EE1456B3-D754-1222-5DB7-4E229A3BFEA3}"/>
              </a:ext>
            </a:extLst>
          </p:cNvPr>
          <p:cNvCxnSpPr>
            <a:stCxn id="106" idx="1"/>
          </p:cNvCxnSpPr>
          <p:nvPr/>
        </p:nvCxnSpPr>
        <p:spPr>
          <a:xfrm flipH="1">
            <a:off x="493690" y="4348023"/>
            <a:ext cx="279042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8032C00C-97B9-3BC3-5DAD-156752F8496D}"/>
              </a:ext>
            </a:extLst>
          </p:cNvPr>
          <p:cNvCxnSpPr>
            <a:cxnSpLocks/>
          </p:cNvCxnSpPr>
          <p:nvPr/>
        </p:nvCxnSpPr>
        <p:spPr>
          <a:xfrm flipV="1">
            <a:off x="483913" y="4233683"/>
            <a:ext cx="9777" cy="22656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0064AB43-974E-A474-E7B3-9762D4FD62FF}"/>
              </a:ext>
            </a:extLst>
          </p:cNvPr>
          <p:cNvCxnSpPr>
            <a:cxnSpLocks/>
          </p:cNvCxnSpPr>
          <p:nvPr/>
        </p:nvCxnSpPr>
        <p:spPr>
          <a:xfrm flipV="1">
            <a:off x="457671" y="4236147"/>
            <a:ext cx="4890" cy="18764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19E6B534-84AB-9C49-9727-37803FBE2760}"/>
              </a:ext>
            </a:extLst>
          </p:cNvPr>
          <p:cNvCxnSpPr>
            <a:cxnSpLocks/>
          </p:cNvCxnSpPr>
          <p:nvPr/>
        </p:nvCxnSpPr>
        <p:spPr>
          <a:xfrm flipV="1">
            <a:off x="430576" y="4291453"/>
            <a:ext cx="0" cy="9815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4CAAABB4-E6E2-476E-0C9E-B31CBFA93385}"/>
              </a:ext>
            </a:extLst>
          </p:cNvPr>
          <p:cNvCxnSpPr>
            <a:cxnSpLocks/>
          </p:cNvCxnSpPr>
          <p:nvPr/>
        </p:nvCxnSpPr>
        <p:spPr>
          <a:xfrm flipH="1" flipV="1">
            <a:off x="1446727" y="4348544"/>
            <a:ext cx="686908" cy="988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13" name="Picture 112">
            <a:extLst>
              <a:ext uri="{FF2B5EF4-FFF2-40B4-BE49-F238E27FC236}">
                <a16:creationId xmlns:a16="http://schemas.microsoft.com/office/drawing/2014/main" id="{0273DFE3-E698-B98B-4DE2-CBBFE8C99DB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0806" y="4911892"/>
            <a:ext cx="929375" cy="1094521"/>
          </a:xfrm>
          <a:prstGeom prst="rect">
            <a:avLst/>
          </a:prstGeom>
        </p:spPr>
      </p:pic>
      <p:sp>
        <p:nvSpPr>
          <p:cNvPr id="114" name="Freeform: Shape 113">
            <a:extLst>
              <a:ext uri="{FF2B5EF4-FFF2-40B4-BE49-F238E27FC236}">
                <a16:creationId xmlns:a16="http://schemas.microsoft.com/office/drawing/2014/main" id="{D7F2D2FE-3A0B-8DE5-2934-531373A35E79}"/>
              </a:ext>
            </a:extLst>
          </p:cNvPr>
          <p:cNvSpPr/>
          <p:nvPr/>
        </p:nvSpPr>
        <p:spPr>
          <a:xfrm>
            <a:off x="1550421" y="5388677"/>
            <a:ext cx="123598" cy="45719"/>
          </a:xfrm>
          <a:custGeom>
            <a:avLst/>
            <a:gdLst>
              <a:gd name="csX0" fmla="*/ 107156 w 107156"/>
              <a:gd name="csY0" fmla="*/ 0 h 40481"/>
              <a:gd name="csX1" fmla="*/ 0 w 107156"/>
              <a:gd name="csY1" fmla="*/ 40481 h 40481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7156" h="40481">
                <a:moveTo>
                  <a:pt x="107156" y="0"/>
                </a:moveTo>
                <a:lnTo>
                  <a:pt x="0" y="40481"/>
                </a:ln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115" name="Straight Connector 114">
            <a:extLst>
              <a:ext uri="{FF2B5EF4-FFF2-40B4-BE49-F238E27FC236}">
                <a16:creationId xmlns:a16="http://schemas.microsoft.com/office/drawing/2014/main" id="{92D5DC56-D3C7-7AA0-A34C-B3C4246B096B}"/>
              </a:ext>
            </a:extLst>
          </p:cNvPr>
          <p:cNvCxnSpPr/>
          <p:nvPr/>
        </p:nvCxnSpPr>
        <p:spPr>
          <a:xfrm flipV="1">
            <a:off x="711994" y="5250656"/>
            <a:ext cx="378619" cy="9286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6" name="Freeform: Shape 115">
            <a:extLst>
              <a:ext uri="{FF2B5EF4-FFF2-40B4-BE49-F238E27FC236}">
                <a16:creationId xmlns:a16="http://schemas.microsoft.com/office/drawing/2014/main" id="{BE3F2D1E-172D-217F-0F4F-C8DF7A5D7805}"/>
              </a:ext>
            </a:extLst>
          </p:cNvPr>
          <p:cNvSpPr/>
          <p:nvPr/>
        </p:nvSpPr>
        <p:spPr>
          <a:xfrm>
            <a:off x="1197154" y="5078820"/>
            <a:ext cx="267315" cy="128974"/>
          </a:xfrm>
          <a:custGeom>
            <a:avLst/>
            <a:gdLst>
              <a:gd name="csX0" fmla="*/ 228600 w 240506"/>
              <a:gd name="csY0" fmla="*/ 107156 h 107156"/>
              <a:gd name="csX1" fmla="*/ 240506 w 240506"/>
              <a:gd name="csY1" fmla="*/ 2381 h 107156"/>
              <a:gd name="csX2" fmla="*/ 9525 w 240506"/>
              <a:gd name="csY2" fmla="*/ 0 h 107156"/>
              <a:gd name="csX3" fmla="*/ 0 w 240506"/>
              <a:gd name="csY3" fmla="*/ 95250 h 107156"/>
              <a:gd name="csX4" fmla="*/ 228600 w 240506"/>
              <a:gd name="csY4" fmla="*/ 107156 h 10715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40506" h="107156">
                <a:moveTo>
                  <a:pt x="228600" y="107156"/>
                </a:moveTo>
                <a:lnTo>
                  <a:pt x="240506" y="2381"/>
                </a:lnTo>
                <a:lnTo>
                  <a:pt x="9525" y="0"/>
                </a:lnTo>
                <a:lnTo>
                  <a:pt x="0" y="95250"/>
                </a:lnTo>
                <a:lnTo>
                  <a:pt x="228600" y="10715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425D9A00-C041-66F6-47ED-246C4E32537B}"/>
              </a:ext>
            </a:extLst>
          </p:cNvPr>
          <p:cNvSpPr txBox="1"/>
          <p:nvPr/>
        </p:nvSpPr>
        <p:spPr>
          <a:xfrm>
            <a:off x="1151300" y="5056932"/>
            <a:ext cx="394660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700"/>
              <a:t>  3.3V</a:t>
            </a:r>
            <a:endParaRPr lang="LID4096" sz="700"/>
          </a:p>
        </p:txBody>
      </p:sp>
      <p:sp>
        <p:nvSpPr>
          <p:cNvPr id="75" name="Freeform: Shape 74">
            <a:extLst>
              <a:ext uri="{FF2B5EF4-FFF2-40B4-BE49-F238E27FC236}">
                <a16:creationId xmlns:a16="http://schemas.microsoft.com/office/drawing/2014/main" id="{F4869D58-9A51-BB4B-F9E1-0E7931CBE433}"/>
              </a:ext>
            </a:extLst>
          </p:cNvPr>
          <p:cNvSpPr/>
          <p:nvPr/>
        </p:nvSpPr>
        <p:spPr>
          <a:xfrm flipH="1">
            <a:off x="8941226" y="4501306"/>
            <a:ext cx="617210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6" name="Freeform: Shape 75">
            <a:extLst>
              <a:ext uri="{FF2B5EF4-FFF2-40B4-BE49-F238E27FC236}">
                <a16:creationId xmlns:a16="http://schemas.microsoft.com/office/drawing/2014/main" id="{765463AF-A1E6-C783-97AD-1F78E86C6A10}"/>
              </a:ext>
            </a:extLst>
          </p:cNvPr>
          <p:cNvSpPr/>
          <p:nvPr/>
        </p:nvSpPr>
        <p:spPr>
          <a:xfrm>
            <a:off x="7994798" y="4503739"/>
            <a:ext cx="659869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1348E736-563F-3229-BE1F-73EE158A0B40}"/>
              </a:ext>
            </a:extLst>
          </p:cNvPr>
          <p:cNvSpPr/>
          <p:nvPr/>
        </p:nvSpPr>
        <p:spPr>
          <a:xfrm>
            <a:off x="8751023" y="4020809"/>
            <a:ext cx="93846" cy="565768"/>
          </a:xfrm>
          <a:prstGeom prst="rect">
            <a:avLst/>
          </a:prstGeom>
          <a:solidFill>
            <a:sysClr val="windowText" lastClr="000000">
              <a:lumMod val="65000"/>
              <a:lumOff val="35000"/>
            </a:sysClr>
          </a:solidFill>
          <a:ln w="38100" cap="flat" cmpd="sng" algn="ctr">
            <a:solidFill>
              <a:sysClr val="windowText" lastClr="000000">
                <a:lumMod val="75000"/>
                <a:lumOff val="25000"/>
              </a:sys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1" name="Rectangle: Rounded Corners 80">
            <a:extLst>
              <a:ext uri="{FF2B5EF4-FFF2-40B4-BE49-F238E27FC236}">
                <a16:creationId xmlns:a16="http://schemas.microsoft.com/office/drawing/2014/main" id="{68523A85-7D90-F46E-EAF7-65FE4B6FC64E}"/>
              </a:ext>
            </a:extLst>
          </p:cNvPr>
          <p:cNvSpPr/>
          <p:nvPr/>
        </p:nvSpPr>
        <p:spPr>
          <a:xfrm>
            <a:off x="8423503" y="3136431"/>
            <a:ext cx="748889" cy="891084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82" name="Group 81">
            <a:extLst>
              <a:ext uri="{FF2B5EF4-FFF2-40B4-BE49-F238E27FC236}">
                <a16:creationId xmlns:a16="http://schemas.microsoft.com/office/drawing/2014/main" id="{BF816FFA-F667-AB11-464E-AFEC64BEA6DE}"/>
              </a:ext>
            </a:extLst>
          </p:cNvPr>
          <p:cNvGrpSpPr/>
          <p:nvPr/>
        </p:nvGrpSpPr>
        <p:grpSpPr>
          <a:xfrm>
            <a:off x="8474678" y="4027515"/>
            <a:ext cx="631874" cy="503488"/>
            <a:chOff x="5198211" y="3413816"/>
            <a:chExt cx="307830" cy="260468"/>
          </a:xfrm>
        </p:grpSpPr>
        <p:sp>
          <p:nvSpPr>
            <p:cNvPr id="83" name="Freeform: Shape 82">
              <a:extLst>
                <a:ext uri="{FF2B5EF4-FFF2-40B4-BE49-F238E27FC236}">
                  <a16:creationId xmlns:a16="http://schemas.microsoft.com/office/drawing/2014/main" id="{090F4FD3-AA9F-B43B-8148-FCB1A1472F9D}"/>
                </a:ext>
              </a:extLst>
            </p:cNvPr>
            <p:cNvSpPr/>
            <p:nvPr/>
          </p:nvSpPr>
          <p:spPr>
            <a:xfrm>
              <a:off x="5198211" y="341381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84" name="Freeform: Shape 83">
              <a:extLst>
                <a:ext uri="{FF2B5EF4-FFF2-40B4-BE49-F238E27FC236}">
                  <a16:creationId xmlns:a16="http://schemas.microsoft.com/office/drawing/2014/main" id="{B423568A-FB56-3F3B-AF17-643D8F2ED7F5}"/>
                </a:ext>
              </a:extLst>
            </p:cNvPr>
            <p:cNvSpPr/>
            <p:nvPr/>
          </p:nvSpPr>
          <p:spPr>
            <a:xfrm>
              <a:off x="5205355" y="346144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85" name="Freeform: Shape 84">
              <a:extLst>
                <a:ext uri="{FF2B5EF4-FFF2-40B4-BE49-F238E27FC236}">
                  <a16:creationId xmlns:a16="http://schemas.microsoft.com/office/drawing/2014/main" id="{97CBBFEB-8662-C9DF-0085-C05C0FB24F9F}"/>
                </a:ext>
              </a:extLst>
            </p:cNvPr>
            <p:cNvSpPr/>
            <p:nvPr/>
          </p:nvSpPr>
          <p:spPr>
            <a:xfrm>
              <a:off x="5202974" y="350906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86" name="Freeform: Shape 85">
              <a:extLst>
                <a:ext uri="{FF2B5EF4-FFF2-40B4-BE49-F238E27FC236}">
                  <a16:creationId xmlns:a16="http://schemas.microsoft.com/office/drawing/2014/main" id="{9E928963-24B9-B0EA-7CF8-969C174901B9}"/>
                </a:ext>
              </a:extLst>
            </p:cNvPr>
            <p:cNvSpPr/>
            <p:nvPr/>
          </p:nvSpPr>
          <p:spPr>
            <a:xfrm>
              <a:off x="5200593" y="355669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38EA3D39-740F-E4FA-FB9F-2CD4F00FD759}"/>
              </a:ext>
            </a:extLst>
          </p:cNvPr>
          <p:cNvCxnSpPr>
            <a:cxnSpLocks/>
          </p:cNvCxnSpPr>
          <p:nvPr/>
        </p:nvCxnSpPr>
        <p:spPr>
          <a:xfrm flipH="1">
            <a:off x="8572556" y="5005100"/>
            <a:ext cx="268837" cy="112423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076A5CF9-B42D-8E91-B683-34D13D83CB46}"/>
              </a:ext>
            </a:extLst>
          </p:cNvPr>
          <p:cNvCxnSpPr>
            <a:cxnSpLocks/>
          </p:cNvCxnSpPr>
          <p:nvPr/>
        </p:nvCxnSpPr>
        <p:spPr>
          <a:xfrm flipH="1">
            <a:off x="8616604" y="5009987"/>
            <a:ext cx="381202" cy="147409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89" name="Freeform: Shape 88">
            <a:extLst>
              <a:ext uri="{FF2B5EF4-FFF2-40B4-BE49-F238E27FC236}">
                <a16:creationId xmlns:a16="http://schemas.microsoft.com/office/drawing/2014/main" id="{06B1B965-6E1D-C66D-AFDF-A3ADDAD19F67}"/>
              </a:ext>
            </a:extLst>
          </p:cNvPr>
          <p:cNvSpPr/>
          <p:nvPr/>
        </p:nvSpPr>
        <p:spPr>
          <a:xfrm>
            <a:off x="8520602" y="3222442"/>
            <a:ext cx="140598" cy="381299"/>
          </a:xfrm>
          <a:custGeom>
            <a:avLst/>
            <a:gdLst>
              <a:gd name="connsiteX0" fmla="*/ 140598 w 140598"/>
              <a:gd name="connsiteY0" fmla="*/ 3794 h 381299"/>
              <a:gd name="connsiteX1" fmla="*/ 18957 w 140598"/>
              <a:gd name="connsiteY1" fmla="*/ 54128 h 381299"/>
              <a:gd name="connsiteX2" fmla="*/ 2179 w 140598"/>
              <a:gd name="connsiteY2" fmla="*/ 381299 h 3812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0598" h="381299">
                <a:moveTo>
                  <a:pt x="140598" y="3794"/>
                </a:moveTo>
                <a:cubicBezTo>
                  <a:pt x="91312" y="-2498"/>
                  <a:pt x="42027" y="-8789"/>
                  <a:pt x="18957" y="54128"/>
                </a:cubicBezTo>
                <a:cubicBezTo>
                  <a:pt x="-4113" y="117045"/>
                  <a:pt x="-967" y="249172"/>
                  <a:pt x="2179" y="381299"/>
                </a:cubicBezTo>
              </a:path>
            </a:pathLst>
          </a:custGeom>
          <a:noFill/>
          <a:ln w="38100" cap="rnd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0" name="Rectangle: Rounded Corners 89">
            <a:extLst>
              <a:ext uri="{FF2B5EF4-FFF2-40B4-BE49-F238E27FC236}">
                <a16:creationId xmlns:a16="http://schemas.microsoft.com/office/drawing/2014/main" id="{438DEC34-EAB9-CA6F-C214-C2171ED86386}"/>
              </a:ext>
            </a:extLst>
          </p:cNvPr>
          <p:cNvSpPr/>
          <p:nvPr/>
        </p:nvSpPr>
        <p:spPr>
          <a:xfrm>
            <a:off x="8709418" y="4586577"/>
            <a:ext cx="185740" cy="325316"/>
          </a:xfrm>
          <a:prstGeom prst="roundRect">
            <a:avLst/>
          </a:pr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5E9F516D-563C-66D5-C9DE-924BF79E5BD6}"/>
              </a:ext>
            </a:extLst>
          </p:cNvPr>
          <p:cNvCxnSpPr>
            <a:cxnSpLocks/>
          </p:cNvCxnSpPr>
          <p:nvPr/>
        </p:nvCxnSpPr>
        <p:spPr>
          <a:xfrm>
            <a:off x="8758296" y="4633618"/>
            <a:ext cx="0" cy="175965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118" name="Freeform: Shape 117">
            <a:extLst>
              <a:ext uri="{FF2B5EF4-FFF2-40B4-BE49-F238E27FC236}">
                <a16:creationId xmlns:a16="http://schemas.microsoft.com/office/drawing/2014/main" id="{B503A518-7802-2C6B-3DD8-6FF686D681F5}"/>
              </a:ext>
            </a:extLst>
          </p:cNvPr>
          <p:cNvSpPr/>
          <p:nvPr/>
        </p:nvSpPr>
        <p:spPr>
          <a:xfrm>
            <a:off x="8423503" y="5071180"/>
            <a:ext cx="816282" cy="244395"/>
          </a:xfrm>
          <a:custGeom>
            <a:avLst/>
            <a:gdLst>
              <a:gd name="connsiteX0" fmla="*/ 328612 w 397668"/>
              <a:gd name="connsiteY0" fmla="*/ 2381 h 119062"/>
              <a:gd name="connsiteX1" fmla="*/ 66675 w 397668"/>
              <a:gd name="connsiteY1" fmla="*/ 0 h 119062"/>
              <a:gd name="connsiteX2" fmla="*/ 0 w 397668"/>
              <a:gd name="connsiteY2" fmla="*/ 119062 h 119062"/>
              <a:gd name="connsiteX3" fmla="*/ 397668 w 397668"/>
              <a:gd name="connsiteY3" fmla="*/ 119062 h 119062"/>
              <a:gd name="connsiteX4" fmla="*/ 328612 w 397668"/>
              <a:gd name="connsiteY4" fmla="*/ 2381 h 1190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7668" h="119062">
                <a:moveTo>
                  <a:pt x="328612" y="2381"/>
                </a:moveTo>
                <a:lnTo>
                  <a:pt x="66675" y="0"/>
                </a:lnTo>
                <a:lnTo>
                  <a:pt x="0" y="119062"/>
                </a:lnTo>
                <a:lnTo>
                  <a:pt x="397668" y="119062"/>
                </a:lnTo>
                <a:lnTo>
                  <a:pt x="328612" y="2381"/>
                </a:lnTo>
                <a:close/>
              </a:path>
            </a:pathLst>
          </a:cu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189422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4C4AC9-C2B9-A73E-DF34-71FD666D66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889CDD-A892-041E-0444-39AD1D6C9D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Koppla in en knapp – Pull Up</a:t>
            </a:r>
            <a:endParaRPr lang="LID4096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CED41CC7-4CE7-3700-70DE-51DDC360184E}"/>
              </a:ext>
            </a:extLst>
          </p:cNvPr>
          <p:cNvGrpSpPr/>
          <p:nvPr/>
        </p:nvGrpSpPr>
        <p:grpSpPr>
          <a:xfrm rot="16200000">
            <a:off x="1617178" y="3002057"/>
            <a:ext cx="3095687" cy="2470259"/>
            <a:chOff x="436296" y="1927862"/>
            <a:chExt cx="5353797" cy="4272158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6ECBD5AB-17F7-6865-1B30-715858B98F9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36296" y="2545839"/>
              <a:ext cx="5353797" cy="2772162"/>
            </a:xfrm>
            <a:prstGeom prst="rect">
              <a:avLst/>
            </a:prstGeom>
          </p:spPr>
        </p:pic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D19C2160-00C3-4D65-E451-7D2CB8EE60D1}"/>
                </a:ext>
              </a:extLst>
            </p:cNvPr>
            <p:cNvSpPr/>
            <p:nvPr/>
          </p:nvSpPr>
          <p:spPr>
            <a:xfrm>
              <a:off x="1578586" y="3558540"/>
              <a:ext cx="3381375" cy="1402080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5D76CFE7-2928-2215-1422-B61A839A31AF}"/>
                </a:ext>
              </a:extLst>
            </p:cNvPr>
            <p:cNvSpPr/>
            <p:nvPr/>
          </p:nvSpPr>
          <p:spPr>
            <a:xfrm>
              <a:off x="1436663" y="3406140"/>
              <a:ext cx="3787140" cy="259080"/>
            </a:xfrm>
            <a:custGeom>
              <a:avLst/>
              <a:gdLst>
                <a:gd name="connsiteX0" fmla="*/ 3406140 w 3825240"/>
                <a:gd name="connsiteY0" fmla="*/ 0 h 259080"/>
                <a:gd name="connsiteX1" fmla="*/ 0 w 3825240"/>
                <a:gd name="connsiteY1" fmla="*/ 68580 h 259080"/>
                <a:gd name="connsiteX2" fmla="*/ 228600 w 3825240"/>
                <a:gd name="connsiteY2" fmla="*/ 259080 h 259080"/>
                <a:gd name="connsiteX3" fmla="*/ 3825240 w 3825240"/>
                <a:gd name="connsiteY3" fmla="*/ 167640 h 259080"/>
                <a:gd name="connsiteX4" fmla="*/ 3406140 w 3825240"/>
                <a:gd name="connsiteY4" fmla="*/ 0 h 259080"/>
                <a:gd name="connsiteX0" fmla="*/ 3406140 w 3787140"/>
                <a:gd name="connsiteY0" fmla="*/ 0 h 259080"/>
                <a:gd name="connsiteX1" fmla="*/ 0 w 3787140"/>
                <a:gd name="connsiteY1" fmla="*/ 68580 h 259080"/>
                <a:gd name="connsiteX2" fmla="*/ 228600 w 3787140"/>
                <a:gd name="connsiteY2" fmla="*/ 259080 h 259080"/>
                <a:gd name="connsiteX3" fmla="*/ 3787140 w 3787140"/>
                <a:gd name="connsiteY3" fmla="*/ 153353 h 259080"/>
                <a:gd name="connsiteX4" fmla="*/ 3406140 w 3787140"/>
                <a:gd name="connsiteY4" fmla="*/ 0 h 2590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87140" h="259080">
                  <a:moveTo>
                    <a:pt x="3406140" y="0"/>
                  </a:moveTo>
                  <a:lnTo>
                    <a:pt x="0" y="68580"/>
                  </a:lnTo>
                  <a:lnTo>
                    <a:pt x="228600" y="259080"/>
                  </a:lnTo>
                  <a:lnTo>
                    <a:pt x="3787140" y="153353"/>
                  </a:lnTo>
                  <a:lnTo>
                    <a:pt x="3406140" y="0"/>
                  </a:lnTo>
                  <a:close/>
                </a:path>
              </a:pathLst>
            </a:cu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88597312-8B0A-11EF-B907-C5BE7974090E}"/>
                </a:ext>
              </a:extLst>
            </p:cNvPr>
            <p:cNvSpPr/>
            <p:nvPr/>
          </p:nvSpPr>
          <p:spPr>
            <a:xfrm>
              <a:off x="1459523" y="3482340"/>
              <a:ext cx="205740" cy="1714500"/>
            </a:xfrm>
            <a:custGeom>
              <a:avLst/>
              <a:gdLst>
                <a:gd name="connsiteX0" fmla="*/ 0 w 205740"/>
                <a:gd name="connsiteY0" fmla="*/ 0 h 1714500"/>
                <a:gd name="connsiteX1" fmla="*/ 30480 w 205740"/>
                <a:gd name="connsiteY1" fmla="*/ 1539240 h 1714500"/>
                <a:gd name="connsiteX2" fmla="*/ 205740 w 205740"/>
                <a:gd name="connsiteY2" fmla="*/ 1714500 h 1714500"/>
                <a:gd name="connsiteX3" fmla="*/ 198120 w 205740"/>
                <a:gd name="connsiteY3" fmla="*/ 167640 h 1714500"/>
                <a:gd name="connsiteX4" fmla="*/ 0 w 205740"/>
                <a:gd name="connsiteY4" fmla="*/ 0 h 1714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5740" h="1714500">
                  <a:moveTo>
                    <a:pt x="0" y="0"/>
                  </a:moveTo>
                  <a:lnTo>
                    <a:pt x="30480" y="1539240"/>
                  </a:lnTo>
                  <a:lnTo>
                    <a:pt x="205740" y="1714500"/>
                  </a:lnTo>
                  <a:lnTo>
                    <a:pt x="198120" y="1676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B81C630A-E73C-046B-D47E-7F6E60BBACAA}"/>
                </a:ext>
              </a:extLst>
            </p:cNvPr>
            <p:cNvSpPr/>
            <p:nvPr/>
          </p:nvSpPr>
          <p:spPr>
            <a:xfrm>
              <a:off x="1657643" y="3558540"/>
              <a:ext cx="3596640" cy="1653540"/>
            </a:xfrm>
            <a:custGeom>
              <a:avLst/>
              <a:gdLst>
                <a:gd name="connsiteX0" fmla="*/ 0 w 3680460"/>
                <a:gd name="connsiteY0" fmla="*/ 1653540 h 1653540"/>
                <a:gd name="connsiteX1" fmla="*/ 1463040 w 3680460"/>
                <a:gd name="connsiteY1" fmla="*/ 1592580 h 1653540"/>
                <a:gd name="connsiteX2" fmla="*/ 1463040 w 3680460"/>
                <a:gd name="connsiteY2" fmla="*/ 1417320 h 1653540"/>
                <a:gd name="connsiteX3" fmla="*/ 182880 w 3680460"/>
                <a:gd name="connsiteY3" fmla="*/ 1478280 h 1653540"/>
                <a:gd name="connsiteX4" fmla="*/ 160020 w 3680460"/>
                <a:gd name="connsiteY4" fmla="*/ 266700 h 1653540"/>
                <a:gd name="connsiteX5" fmla="*/ 3474720 w 3680460"/>
                <a:gd name="connsiteY5" fmla="*/ 160020 h 1653540"/>
                <a:gd name="connsiteX6" fmla="*/ 3467100 w 3680460"/>
                <a:gd name="connsiteY6" fmla="*/ 1424940 h 1653540"/>
                <a:gd name="connsiteX7" fmla="*/ 2278380 w 3680460"/>
                <a:gd name="connsiteY7" fmla="*/ 1432560 h 1653540"/>
                <a:gd name="connsiteX8" fmla="*/ 2263140 w 3680460"/>
                <a:gd name="connsiteY8" fmla="*/ 1584960 h 1653540"/>
                <a:gd name="connsiteX9" fmla="*/ 3680460 w 3680460"/>
                <a:gd name="connsiteY9" fmla="*/ 1546860 h 1653540"/>
                <a:gd name="connsiteX10" fmla="*/ 3589020 w 3680460"/>
                <a:gd name="connsiteY10" fmla="*/ 0 h 1653540"/>
                <a:gd name="connsiteX11" fmla="*/ 0 w 3680460"/>
                <a:gd name="connsiteY11" fmla="*/ 91440 h 1653540"/>
                <a:gd name="connsiteX12" fmla="*/ 0 w 3680460"/>
                <a:gd name="connsiteY12" fmla="*/ 1653540 h 1653540"/>
                <a:gd name="connsiteX0" fmla="*/ 0 w 3649980"/>
                <a:gd name="connsiteY0" fmla="*/ 1653540 h 1653540"/>
                <a:gd name="connsiteX1" fmla="*/ 1463040 w 3649980"/>
                <a:gd name="connsiteY1" fmla="*/ 1592580 h 1653540"/>
                <a:gd name="connsiteX2" fmla="*/ 1463040 w 3649980"/>
                <a:gd name="connsiteY2" fmla="*/ 1417320 h 1653540"/>
                <a:gd name="connsiteX3" fmla="*/ 182880 w 3649980"/>
                <a:gd name="connsiteY3" fmla="*/ 1478280 h 1653540"/>
                <a:gd name="connsiteX4" fmla="*/ 160020 w 3649980"/>
                <a:gd name="connsiteY4" fmla="*/ 266700 h 1653540"/>
                <a:gd name="connsiteX5" fmla="*/ 3474720 w 3649980"/>
                <a:gd name="connsiteY5" fmla="*/ 160020 h 1653540"/>
                <a:gd name="connsiteX6" fmla="*/ 3467100 w 3649980"/>
                <a:gd name="connsiteY6" fmla="*/ 1424940 h 1653540"/>
                <a:gd name="connsiteX7" fmla="*/ 2278380 w 3649980"/>
                <a:gd name="connsiteY7" fmla="*/ 1432560 h 1653540"/>
                <a:gd name="connsiteX8" fmla="*/ 2263140 w 3649980"/>
                <a:gd name="connsiteY8" fmla="*/ 1584960 h 1653540"/>
                <a:gd name="connsiteX9" fmla="*/ 3649980 w 3649980"/>
                <a:gd name="connsiteY9" fmla="*/ 1554480 h 1653540"/>
                <a:gd name="connsiteX10" fmla="*/ 3589020 w 3649980"/>
                <a:gd name="connsiteY10" fmla="*/ 0 h 1653540"/>
                <a:gd name="connsiteX11" fmla="*/ 0 w 3649980"/>
                <a:gd name="connsiteY11" fmla="*/ 91440 h 1653540"/>
                <a:gd name="connsiteX12" fmla="*/ 0 w 3649980"/>
                <a:gd name="connsiteY12" fmla="*/ 1653540 h 1653540"/>
                <a:gd name="connsiteX0" fmla="*/ 0 w 3596640"/>
                <a:gd name="connsiteY0" fmla="*/ 1653540 h 1653540"/>
                <a:gd name="connsiteX1" fmla="*/ 1463040 w 3596640"/>
                <a:gd name="connsiteY1" fmla="*/ 1592580 h 1653540"/>
                <a:gd name="connsiteX2" fmla="*/ 1463040 w 3596640"/>
                <a:gd name="connsiteY2" fmla="*/ 1417320 h 1653540"/>
                <a:gd name="connsiteX3" fmla="*/ 182880 w 3596640"/>
                <a:gd name="connsiteY3" fmla="*/ 1478280 h 1653540"/>
                <a:gd name="connsiteX4" fmla="*/ 160020 w 3596640"/>
                <a:gd name="connsiteY4" fmla="*/ 266700 h 1653540"/>
                <a:gd name="connsiteX5" fmla="*/ 3474720 w 3596640"/>
                <a:gd name="connsiteY5" fmla="*/ 160020 h 1653540"/>
                <a:gd name="connsiteX6" fmla="*/ 3467100 w 3596640"/>
                <a:gd name="connsiteY6" fmla="*/ 1424940 h 1653540"/>
                <a:gd name="connsiteX7" fmla="*/ 2278380 w 3596640"/>
                <a:gd name="connsiteY7" fmla="*/ 1432560 h 1653540"/>
                <a:gd name="connsiteX8" fmla="*/ 2263140 w 3596640"/>
                <a:gd name="connsiteY8" fmla="*/ 1584960 h 1653540"/>
                <a:gd name="connsiteX9" fmla="*/ 3596640 w 3596640"/>
                <a:gd name="connsiteY9" fmla="*/ 1546860 h 1653540"/>
                <a:gd name="connsiteX10" fmla="*/ 3589020 w 3596640"/>
                <a:gd name="connsiteY10" fmla="*/ 0 h 1653540"/>
                <a:gd name="connsiteX11" fmla="*/ 0 w 3596640"/>
                <a:gd name="connsiteY11" fmla="*/ 91440 h 1653540"/>
                <a:gd name="connsiteX12" fmla="*/ 0 w 3596640"/>
                <a:gd name="connsiteY12" fmla="*/ 1653540 h 165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6640" h="1653540">
                  <a:moveTo>
                    <a:pt x="0" y="1653540"/>
                  </a:moveTo>
                  <a:lnTo>
                    <a:pt x="1463040" y="1592580"/>
                  </a:lnTo>
                  <a:lnTo>
                    <a:pt x="1463040" y="1417320"/>
                  </a:lnTo>
                  <a:lnTo>
                    <a:pt x="182880" y="1478280"/>
                  </a:lnTo>
                  <a:lnTo>
                    <a:pt x="160020" y="266700"/>
                  </a:lnTo>
                  <a:lnTo>
                    <a:pt x="3474720" y="160020"/>
                  </a:lnTo>
                  <a:lnTo>
                    <a:pt x="3467100" y="1424940"/>
                  </a:lnTo>
                  <a:lnTo>
                    <a:pt x="2278380" y="1432560"/>
                  </a:lnTo>
                  <a:lnTo>
                    <a:pt x="2263140" y="1584960"/>
                  </a:lnTo>
                  <a:lnTo>
                    <a:pt x="3596640" y="1546860"/>
                  </a:lnTo>
                  <a:lnTo>
                    <a:pt x="3589020" y="0"/>
                  </a:lnTo>
                  <a:lnTo>
                    <a:pt x="0" y="91440"/>
                  </a:lnTo>
                  <a:lnTo>
                    <a:pt x="0" y="165354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3A17F6A6-0D41-28C0-EB45-D87EC5A14CA7}"/>
                </a:ext>
              </a:extLst>
            </p:cNvPr>
            <p:cNvSpPr/>
            <p:nvPr/>
          </p:nvSpPr>
          <p:spPr>
            <a:xfrm>
              <a:off x="1833379" y="3727133"/>
              <a:ext cx="3305175" cy="1312068"/>
            </a:xfrm>
            <a:custGeom>
              <a:avLst/>
              <a:gdLst>
                <a:gd name="connsiteX0" fmla="*/ 2943225 w 3305175"/>
                <a:gd name="connsiteY0" fmla="*/ 4762 h 1312068"/>
                <a:gd name="connsiteX1" fmla="*/ 2964657 w 3305175"/>
                <a:gd name="connsiteY1" fmla="*/ 1040606 h 1312068"/>
                <a:gd name="connsiteX2" fmla="*/ 0 w 3305175"/>
                <a:gd name="connsiteY2" fmla="*/ 1133475 h 1312068"/>
                <a:gd name="connsiteX3" fmla="*/ 7144 w 3305175"/>
                <a:gd name="connsiteY3" fmla="*/ 1312068 h 1312068"/>
                <a:gd name="connsiteX4" fmla="*/ 1290638 w 3305175"/>
                <a:gd name="connsiteY4" fmla="*/ 1254918 h 1312068"/>
                <a:gd name="connsiteX5" fmla="*/ 1362075 w 3305175"/>
                <a:gd name="connsiteY5" fmla="*/ 1202531 h 1312068"/>
                <a:gd name="connsiteX6" fmla="*/ 1431132 w 3305175"/>
                <a:gd name="connsiteY6" fmla="*/ 1185862 h 1312068"/>
                <a:gd name="connsiteX7" fmla="*/ 1735932 w 3305175"/>
                <a:gd name="connsiteY7" fmla="*/ 1171575 h 1312068"/>
                <a:gd name="connsiteX8" fmla="*/ 1902619 w 3305175"/>
                <a:gd name="connsiteY8" fmla="*/ 1178718 h 1312068"/>
                <a:gd name="connsiteX9" fmla="*/ 2100263 w 3305175"/>
                <a:gd name="connsiteY9" fmla="*/ 1264443 h 1312068"/>
                <a:gd name="connsiteX10" fmla="*/ 3300413 w 3305175"/>
                <a:gd name="connsiteY10" fmla="*/ 1257300 h 1312068"/>
                <a:gd name="connsiteX11" fmla="*/ 3305175 w 3305175"/>
                <a:gd name="connsiteY11" fmla="*/ 0 h 1312068"/>
                <a:gd name="connsiteX12" fmla="*/ 2943225 w 3305175"/>
                <a:gd name="connsiteY12" fmla="*/ 4762 h 1312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305175" h="1312068">
                  <a:moveTo>
                    <a:pt x="2943225" y="4762"/>
                  </a:moveTo>
                  <a:lnTo>
                    <a:pt x="2964657" y="1040606"/>
                  </a:lnTo>
                  <a:lnTo>
                    <a:pt x="0" y="1133475"/>
                  </a:lnTo>
                  <a:lnTo>
                    <a:pt x="7144" y="1312068"/>
                  </a:lnTo>
                  <a:lnTo>
                    <a:pt x="1290638" y="1254918"/>
                  </a:lnTo>
                  <a:lnTo>
                    <a:pt x="1362075" y="1202531"/>
                  </a:lnTo>
                  <a:lnTo>
                    <a:pt x="1431132" y="1185862"/>
                  </a:lnTo>
                  <a:lnTo>
                    <a:pt x="1735932" y="1171575"/>
                  </a:lnTo>
                  <a:lnTo>
                    <a:pt x="1902619" y="1178718"/>
                  </a:lnTo>
                  <a:lnTo>
                    <a:pt x="2100263" y="1264443"/>
                  </a:lnTo>
                  <a:lnTo>
                    <a:pt x="3300413" y="1257300"/>
                  </a:lnTo>
                  <a:cubicBezTo>
                    <a:pt x="3302000" y="838200"/>
                    <a:pt x="3303588" y="419100"/>
                    <a:pt x="3305175" y="0"/>
                  </a:cubicBezTo>
                  <a:lnTo>
                    <a:pt x="2943225" y="4762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9DEFBB63-F7A5-6FF4-200C-E3224AEBCD40}"/>
                </a:ext>
              </a:extLst>
            </p:cNvPr>
            <p:cNvSpPr/>
            <p:nvPr/>
          </p:nvSpPr>
          <p:spPr>
            <a:xfrm>
              <a:off x="3119254" y="4896326"/>
              <a:ext cx="819150" cy="247650"/>
            </a:xfrm>
            <a:custGeom>
              <a:avLst/>
              <a:gdLst>
                <a:gd name="connsiteX0" fmla="*/ 802482 w 819150"/>
                <a:gd name="connsiteY0" fmla="*/ 242888 h 247650"/>
                <a:gd name="connsiteX1" fmla="*/ 588169 w 819150"/>
                <a:gd name="connsiteY1" fmla="*/ 116682 h 247650"/>
                <a:gd name="connsiteX2" fmla="*/ 452438 w 819150"/>
                <a:gd name="connsiteY2" fmla="*/ 95250 h 247650"/>
                <a:gd name="connsiteX3" fmla="*/ 192882 w 819150"/>
                <a:gd name="connsiteY3" fmla="*/ 92869 h 247650"/>
                <a:gd name="connsiteX4" fmla="*/ 76200 w 819150"/>
                <a:gd name="connsiteY4" fmla="*/ 140494 h 247650"/>
                <a:gd name="connsiteX5" fmla="*/ 11907 w 819150"/>
                <a:gd name="connsiteY5" fmla="*/ 247650 h 247650"/>
                <a:gd name="connsiteX6" fmla="*/ 0 w 819150"/>
                <a:gd name="connsiteY6" fmla="*/ 85725 h 247650"/>
                <a:gd name="connsiteX7" fmla="*/ 76200 w 819150"/>
                <a:gd name="connsiteY7" fmla="*/ 33338 h 247650"/>
                <a:gd name="connsiteX8" fmla="*/ 173832 w 819150"/>
                <a:gd name="connsiteY8" fmla="*/ 14288 h 247650"/>
                <a:gd name="connsiteX9" fmla="*/ 469107 w 819150"/>
                <a:gd name="connsiteY9" fmla="*/ 0 h 247650"/>
                <a:gd name="connsiteX10" fmla="*/ 616744 w 819150"/>
                <a:gd name="connsiteY10" fmla="*/ 14288 h 247650"/>
                <a:gd name="connsiteX11" fmla="*/ 819150 w 819150"/>
                <a:gd name="connsiteY11" fmla="*/ 95250 h 247650"/>
                <a:gd name="connsiteX12" fmla="*/ 802482 w 819150"/>
                <a:gd name="connsiteY12" fmla="*/ 242888 h 247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19150" h="247650">
                  <a:moveTo>
                    <a:pt x="802482" y="242888"/>
                  </a:moveTo>
                  <a:lnTo>
                    <a:pt x="588169" y="116682"/>
                  </a:lnTo>
                  <a:lnTo>
                    <a:pt x="452438" y="95250"/>
                  </a:lnTo>
                  <a:lnTo>
                    <a:pt x="192882" y="92869"/>
                  </a:lnTo>
                  <a:lnTo>
                    <a:pt x="76200" y="140494"/>
                  </a:lnTo>
                  <a:lnTo>
                    <a:pt x="11907" y="247650"/>
                  </a:lnTo>
                  <a:lnTo>
                    <a:pt x="0" y="85725"/>
                  </a:lnTo>
                  <a:lnTo>
                    <a:pt x="76200" y="33338"/>
                  </a:lnTo>
                  <a:lnTo>
                    <a:pt x="173832" y="14288"/>
                  </a:lnTo>
                  <a:lnTo>
                    <a:pt x="469107" y="0"/>
                  </a:lnTo>
                  <a:lnTo>
                    <a:pt x="616744" y="14288"/>
                  </a:lnTo>
                  <a:lnTo>
                    <a:pt x="819150" y="95250"/>
                  </a:lnTo>
                  <a:lnTo>
                    <a:pt x="802482" y="242888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D8F9A468-4D90-BD13-6ADC-1B3D88ABC0A8}"/>
                </a:ext>
              </a:extLst>
            </p:cNvPr>
            <p:cNvGrpSpPr/>
            <p:nvPr/>
          </p:nvGrpSpPr>
          <p:grpSpPr>
            <a:xfrm>
              <a:off x="4243204" y="4020026"/>
              <a:ext cx="209550" cy="157163"/>
              <a:chOff x="6669881" y="4393406"/>
              <a:chExt cx="209550" cy="157163"/>
            </a:xfrm>
          </p:grpSpPr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946D1C75-D030-64A4-F01C-5446338A04E4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1" name="Freeform: Shape 60">
                <a:extLst>
                  <a:ext uri="{FF2B5EF4-FFF2-40B4-BE49-F238E27FC236}">
                    <a16:creationId xmlns:a16="http://schemas.microsoft.com/office/drawing/2014/main" id="{1A1DB7FE-B3F9-47E2-8A00-5C7D3BFC5B33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E1ACD3BD-57DD-164C-1A9D-7610FCFE8136}"/>
                </a:ext>
              </a:extLst>
            </p:cNvPr>
            <p:cNvGrpSpPr/>
            <p:nvPr/>
          </p:nvGrpSpPr>
          <p:grpSpPr>
            <a:xfrm>
              <a:off x="3797910" y="4050982"/>
              <a:ext cx="209550" cy="157163"/>
              <a:chOff x="6669881" y="4393406"/>
              <a:chExt cx="209550" cy="157163"/>
            </a:xfrm>
          </p:grpSpPr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159CB456-6EFD-2219-1637-F9993D516DF7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9" name="Freeform: Shape 58">
                <a:extLst>
                  <a:ext uri="{FF2B5EF4-FFF2-40B4-BE49-F238E27FC236}">
                    <a16:creationId xmlns:a16="http://schemas.microsoft.com/office/drawing/2014/main" id="{396F1998-6B20-5380-B2E1-F0D581257D41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184ABE3C-2E4D-AC2C-92A6-4404851AF2AD}"/>
                </a:ext>
              </a:extLst>
            </p:cNvPr>
            <p:cNvGrpSpPr/>
            <p:nvPr/>
          </p:nvGrpSpPr>
          <p:grpSpPr>
            <a:xfrm>
              <a:off x="3352616" y="4081938"/>
              <a:ext cx="209550" cy="157163"/>
              <a:chOff x="6669881" y="4393406"/>
              <a:chExt cx="209550" cy="157163"/>
            </a:xfrm>
          </p:grpSpPr>
          <p:sp>
            <p:nvSpPr>
              <p:cNvPr id="56" name="Rectangle 55">
                <a:extLst>
                  <a:ext uri="{FF2B5EF4-FFF2-40B4-BE49-F238E27FC236}">
                    <a16:creationId xmlns:a16="http://schemas.microsoft.com/office/drawing/2014/main" id="{15886770-A250-1C67-E49F-ACB3E26D66C1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7" name="Freeform: Shape 56">
                <a:extLst>
                  <a:ext uri="{FF2B5EF4-FFF2-40B4-BE49-F238E27FC236}">
                    <a16:creationId xmlns:a16="http://schemas.microsoft.com/office/drawing/2014/main" id="{1F3955BE-C6C8-C0AE-81DD-03C7507B397E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DECC2481-7FD4-227B-5E7E-8225D3BD11FC}"/>
                </a:ext>
              </a:extLst>
            </p:cNvPr>
            <p:cNvGrpSpPr/>
            <p:nvPr/>
          </p:nvGrpSpPr>
          <p:grpSpPr>
            <a:xfrm>
              <a:off x="2851360" y="4093844"/>
              <a:ext cx="209550" cy="157163"/>
              <a:chOff x="6669881" y="4393406"/>
              <a:chExt cx="209550" cy="157163"/>
            </a:xfrm>
          </p:grpSpPr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4A52DDE1-A1D2-D144-DA53-CB91F50F53A5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5" name="Freeform: Shape 54">
                <a:extLst>
                  <a:ext uri="{FF2B5EF4-FFF2-40B4-BE49-F238E27FC236}">
                    <a16:creationId xmlns:a16="http://schemas.microsoft.com/office/drawing/2014/main" id="{12D77B38-90CD-7CF0-B9DD-D7FDA74A9193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4F445ADB-9BC2-95E2-A4A1-83DFFCC4BE1E}"/>
                </a:ext>
              </a:extLst>
            </p:cNvPr>
            <p:cNvGrpSpPr/>
            <p:nvPr/>
          </p:nvGrpSpPr>
          <p:grpSpPr>
            <a:xfrm>
              <a:off x="2345112" y="4113567"/>
              <a:ext cx="209550" cy="157163"/>
              <a:chOff x="6669881" y="4393406"/>
              <a:chExt cx="209550" cy="157163"/>
            </a:xfrm>
          </p:grpSpPr>
          <p:sp>
            <p:nvSpPr>
              <p:cNvPr id="52" name="Rectangle 51">
                <a:extLst>
                  <a:ext uri="{FF2B5EF4-FFF2-40B4-BE49-F238E27FC236}">
                    <a16:creationId xmlns:a16="http://schemas.microsoft.com/office/drawing/2014/main" id="{62A67526-CFC3-C8C5-4678-21A1E6D6C886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3" name="Freeform: Shape 52">
                <a:extLst>
                  <a:ext uri="{FF2B5EF4-FFF2-40B4-BE49-F238E27FC236}">
                    <a16:creationId xmlns:a16="http://schemas.microsoft.com/office/drawing/2014/main" id="{1B7BB1B9-E929-34CD-5E56-FC39FC3DF3A7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863E8F5B-9C69-42BD-B9DE-825E94768D32}"/>
                </a:ext>
              </a:extLst>
            </p:cNvPr>
            <p:cNvGrpSpPr/>
            <p:nvPr/>
          </p:nvGrpSpPr>
          <p:grpSpPr>
            <a:xfrm>
              <a:off x="2333205" y="4520758"/>
              <a:ext cx="209550" cy="157163"/>
              <a:chOff x="6669881" y="4393406"/>
              <a:chExt cx="209550" cy="157163"/>
            </a:xfrm>
          </p:grpSpPr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F4C83132-EC1C-3187-7E4D-235210128BD8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1" name="Freeform: Shape 50">
                <a:extLst>
                  <a:ext uri="{FF2B5EF4-FFF2-40B4-BE49-F238E27FC236}">
                    <a16:creationId xmlns:a16="http://schemas.microsoft.com/office/drawing/2014/main" id="{89359965-7333-7534-706E-8F741AD91A9D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8C65CF63-4E01-9A70-5BE8-3EAED46C3479}"/>
                </a:ext>
              </a:extLst>
            </p:cNvPr>
            <p:cNvGrpSpPr/>
            <p:nvPr/>
          </p:nvGrpSpPr>
          <p:grpSpPr>
            <a:xfrm>
              <a:off x="2848977" y="4506471"/>
              <a:ext cx="209550" cy="157163"/>
              <a:chOff x="6669881" y="4393406"/>
              <a:chExt cx="209550" cy="157163"/>
            </a:xfrm>
          </p:grpSpPr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2DBE2739-30C5-5BBA-36E6-B17021240A2D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9" name="Freeform: Shape 48">
                <a:extLst>
                  <a:ext uri="{FF2B5EF4-FFF2-40B4-BE49-F238E27FC236}">
                    <a16:creationId xmlns:a16="http://schemas.microsoft.com/office/drawing/2014/main" id="{598D216A-BB04-4EE2-402A-8EAEA962E135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C1F2EA57-D54E-00EC-0725-169BCE147FAE}"/>
                </a:ext>
              </a:extLst>
            </p:cNvPr>
            <p:cNvGrpSpPr/>
            <p:nvPr/>
          </p:nvGrpSpPr>
          <p:grpSpPr>
            <a:xfrm>
              <a:off x="3359757" y="4500001"/>
              <a:ext cx="209550" cy="157163"/>
              <a:chOff x="6669881" y="4393406"/>
              <a:chExt cx="209550" cy="157163"/>
            </a:xfrm>
          </p:grpSpPr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1DAF8C5D-DB31-DED8-C530-85A099F38A57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7" name="Freeform: Shape 46">
                <a:extLst>
                  <a:ext uri="{FF2B5EF4-FFF2-40B4-BE49-F238E27FC236}">
                    <a16:creationId xmlns:a16="http://schemas.microsoft.com/office/drawing/2014/main" id="{A9DCD63F-5668-D5A9-5643-394A7D619A25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5FE4D26F-C40C-5081-472B-2A193056F2B3}"/>
                </a:ext>
              </a:extLst>
            </p:cNvPr>
            <p:cNvGrpSpPr/>
            <p:nvPr/>
          </p:nvGrpSpPr>
          <p:grpSpPr>
            <a:xfrm>
              <a:off x="3828863" y="4505748"/>
              <a:ext cx="209550" cy="157163"/>
              <a:chOff x="6669881" y="4393406"/>
              <a:chExt cx="209550" cy="157163"/>
            </a:xfrm>
          </p:grpSpPr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EF20780E-0A8F-38D9-0E35-DE6BD74792E8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5" name="Freeform: Shape 44">
                <a:extLst>
                  <a:ext uri="{FF2B5EF4-FFF2-40B4-BE49-F238E27FC236}">
                    <a16:creationId xmlns:a16="http://schemas.microsoft.com/office/drawing/2014/main" id="{6CC3C305-6888-E26A-39A6-97ABABFD8321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D0AC700A-83F1-ED97-6FA4-2CD48F0BCAAF}"/>
                </a:ext>
              </a:extLst>
            </p:cNvPr>
            <p:cNvGrpSpPr/>
            <p:nvPr/>
          </p:nvGrpSpPr>
          <p:grpSpPr>
            <a:xfrm>
              <a:off x="4271771" y="4495238"/>
              <a:ext cx="209550" cy="157163"/>
              <a:chOff x="6669881" y="4393406"/>
              <a:chExt cx="209550" cy="157163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FB7B2112-B382-2796-C2CA-68233E5EB3B0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3" name="Freeform: Shape 42">
                <a:extLst>
                  <a:ext uri="{FF2B5EF4-FFF2-40B4-BE49-F238E27FC236}">
                    <a16:creationId xmlns:a16="http://schemas.microsoft.com/office/drawing/2014/main" id="{6F55DA77-2E57-4561-7367-AD39F7D2714F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41F2244C-3AD8-7136-DA47-86FDAF006AC7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908657" y="5300061"/>
              <a:ext cx="1003434" cy="1889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5C4D069D-A286-9F55-E128-4AB47E398C92}"/>
                </a:ext>
              </a:extLst>
            </p:cNvPr>
            <p:cNvSpPr txBox="1"/>
            <p:nvPr/>
          </p:nvSpPr>
          <p:spPr>
            <a:xfrm rot="5400000">
              <a:off x="2135199" y="5589007"/>
              <a:ext cx="796202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GND</a:t>
              </a:r>
              <a:endParaRPr lang="LID4096" sz="1000" b="1" dirty="0"/>
            </a:p>
          </p:txBody>
        </p: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A638920A-6B0F-82B1-FC43-630F06F2A7F7}"/>
                </a:ext>
              </a:extLst>
            </p:cNvPr>
            <p:cNvCxnSpPr>
              <a:cxnSpLocks/>
            </p:cNvCxnSpPr>
            <p:nvPr/>
          </p:nvCxnSpPr>
          <p:spPr>
            <a:xfrm>
              <a:off x="4334743" y="2222017"/>
              <a:ext cx="27524" cy="1673166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FDD766FC-F30E-05E1-CA59-C00A8CBFF908}"/>
                </a:ext>
              </a:extLst>
            </p:cNvPr>
            <p:cNvSpPr txBox="1"/>
            <p:nvPr/>
          </p:nvSpPr>
          <p:spPr>
            <a:xfrm rot="5400000">
              <a:off x="4125363" y="2102273"/>
              <a:ext cx="760164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3.3V</a:t>
              </a:r>
              <a:endParaRPr lang="LID4096" sz="1000" b="1" dirty="0"/>
            </a:p>
          </p:txBody>
        </p: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FEDD3E36-2A53-CB36-BEAD-F0504AF75530}"/>
                </a:ext>
              </a:extLst>
            </p:cNvPr>
            <p:cNvCxnSpPr>
              <a:cxnSpLocks/>
            </p:cNvCxnSpPr>
            <p:nvPr/>
          </p:nvCxnSpPr>
          <p:spPr>
            <a:xfrm>
              <a:off x="2399207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6131AC4E-E0FE-FAD0-448B-F9312BD8ABD5}"/>
                </a:ext>
              </a:extLst>
            </p:cNvPr>
            <p:cNvSpPr txBox="1"/>
            <p:nvPr/>
          </p:nvSpPr>
          <p:spPr>
            <a:xfrm rot="5400000">
              <a:off x="2162151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bit0</a:t>
              </a:r>
              <a:endParaRPr lang="LID4096" sz="1000" b="1" dirty="0"/>
            </a:p>
          </p:txBody>
        </p: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4301B544-FD6E-88D2-6536-55C3B369E503}"/>
                </a:ext>
              </a:extLst>
            </p:cNvPr>
            <p:cNvCxnSpPr>
              <a:cxnSpLocks/>
            </p:cNvCxnSpPr>
            <p:nvPr/>
          </p:nvCxnSpPr>
          <p:spPr>
            <a:xfrm>
              <a:off x="2934442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37F5C618-A802-F791-F429-9ABFCCFFB282}"/>
                </a:ext>
              </a:extLst>
            </p:cNvPr>
            <p:cNvSpPr txBox="1"/>
            <p:nvPr/>
          </p:nvSpPr>
          <p:spPr>
            <a:xfrm rot="5400000">
              <a:off x="2764068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bit2</a:t>
              </a:r>
              <a:endParaRPr lang="LID4096" sz="1000" b="1" dirty="0"/>
            </a:p>
          </p:txBody>
        </p: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EF23937A-581B-BA15-C17A-A6D45701D837}"/>
                </a:ext>
              </a:extLst>
            </p:cNvPr>
            <p:cNvCxnSpPr>
              <a:cxnSpLocks/>
            </p:cNvCxnSpPr>
            <p:nvPr/>
          </p:nvCxnSpPr>
          <p:spPr>
            <a:xfrm>
              <a:off x="3453714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277CB39A-76F8-8A77-098D-308A339B4A2A}"/>
                </a:ext>
              </a:extLst>
            </p:cNvPr>
            <p:cNvSpPr txBox="1"/>
            <p:nvPr/>
          </p:nvSpPr>
          <p:spPr>
            <a:xfrm rot="5400000">
              <a:off x="3213817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bit4</a:t>
              </a:r>
              <a:endParaRPr lang="LID4096" sz="1000" b="1" dirty="0"/>
            </a:p>
          </p:txBody>
        </p: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D0C3E989-5CD7-59BF-2A93-22FFBA8A8BA9}"/>
                </a:ext>
              </a:extLst>
            </p:cNvPr>
            <p:cNvCxnSpPr>
              <a:cxnSpLocks/>
            </p:cNvCxnSpPr>
            <p:nvPr/>
          </p:nvCxnSpPr>
          <p:spPr>
            <a:xfrm>
              <a:off x="3907991" y="2335991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BF8AE268-5BF2-90D9-EE0F-59499751216B}"/>
                </a:ext>
              </a:extLst>
            </p:cNvPr>
            <p:cNvSpPr txBox="1"/>
            <p:nvPr/>
          </p:nvSpPr>
          <p:spPr>
            <a:xfrm rot="5400000">
              <a:off x="3664934" y="206730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bit6</a:t>
              </a:r>
              <a:endParaRPr lang="LID4096" sz="1000" b="1" dirty="0"/>
            </a:p>
          </p:txBody>
        </p: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7CE71C69-A2C3-B591-ED88-1008A96DDBCD}"/>
                </a:ext>
              </a:extLst>
            </p:cNvPr>
            <p:cNvCxnSpPr>
              <a:cxnSpLocks/>
            </p:cNvCxnSpPr>
            <p:nvPr/>
          </p:nvCxnSpPr>
          <p:spPr>
            <a:xfrm>
              <a:off x="2920379" y="4745914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85F13875-9649-E78E-E1CC-6A56378128F3}"/>
                </a:ext>
              </a:extLst>
            </p:cNvPr>
            <p:cNvSpPr txBox="1"/>
            <p:nvPr/>
          </p:nvSpPr>
          <p:spPr>
            <a:xfrm rot="5400000">
              <a:off x="2684413" y="559553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bit1</a:t>
              </a:r>
              <a:endParaRPr lang="LID4096" sz="1000" b="1" dirty="0"/>
            </a:p>
          </p:txBody>
        </p: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66E9D3AA-3CDC-CD98-8768-3625FD9B660B}"/>
                </a:ext>
              </a:extLst>
            </p:cNvPr>
            <p:cNvCxnSpPr>
              <a:cxnSpLocks/>
            </p:cNvCxnSpPr>
            <p:nvPr/>
          </p:nvCxnSpPr>
          <p:spPr>
            <a:xfrm>
              <a:off x="3436440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4FFD9FD5-9FCA-AB80-225B-25019034F31B}"/>
                </a:ext>
              </a:extLst>
            </p:cNvPr>
            <p:cNvSpPr txBox="1"/>
            <p:nvPr/>
          </p:nvSpPr>
          <p:spPr>
            <a:xfrm rot="5400000">
              <a:off x="3200473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bit3</a:t>
              </a:r>
              <a:endParaRPr lang="LID4096" sz="1000" b="1" dirty="0"/>
            </a:p>
          </p:txBody>
        </p: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5EBD789E-201A-A0D9-8ED6-108C8D9A73CE}"/>
                </a:ext>
              </a:extLst>
            </p:cNvPr>
            <p:cNvCxnSpPr>
              <a:cxnSpLocks/>
            </p:cNvCxnSpPr>
            <p:nvPr/>
          </p:nvCxnSpPr>
          <p:spPr>
            <a:xfrm>
              <a:off x="3918887" y="4744900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35A0A030-01A1-29BA-07C6-510EF68430FF}"/>
                </a:ext>
              </a:extLst>
            </p:cNvPr>
            <p:cNvSpPr txBox="1"/>
            <p:nvPr/>
          </p:nvSpPr>
          <p:spPr>
            <a:xfrm rot="5400000">
              <a:off x="3682921" y="5594528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bit5</a:t>
              </a:r>
              <a:endParaRPr lang="LID4096" sz="1000" b="1" dirty="0"/>
            </a:p>
          </p:txBody>
        </p: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61A32EEA-6BC9-D246-9ADD-128B3F41BD5C}"/>
                </a:ext>
              </a:extLst>
            </p:cNvPr>
            <p:cNvCxnSpPr>
              <a:cxnSpLocks/>
            </p:cNvCxnSpPr>
            <p:nvPr/>
          </p:nvCxnSpPr>
          <p:spPr>
            <a:xfrm>
              <a:off x="4372042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C8711272-DF56-1AC3-F398-3FB3D5543279}"/>
                </a:ext>
              </a:extLst>
            </p:cNvPr>
            <p:cNvSpPr txBox="1"/>
            <p:nvPr/>
          </p:nvSpPr>
          <p:spPr>
            <a:xfrm rot="5400000">
              <a:off x="4136075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bit7</a:t>
              </a:r>
              <a:endParaRPr lang="LID4096" sz="1000" b="1" dirty="0"/>
            </a:p>
          </p:txBody>
        </p:sp>
      </p:grpSp>
      <p:sp>
        <p:nvSpPr>
          <p:cNvPr id="74" name="Freeform: Shape 73">
            <a:extLst>
              <a:ext uri="{FF2B5EF4-FFF2-40B4-BE49-F238E27FC236}">
                <a16:creationId xmlns:a16="http://schemas.microsoft.com/office/drawing/2014/main" id="{CCC1BCB9-C2F7-9784-4CFE-30DC5F8C3DC2}"/>
              </a:ext>
            </a:extLst>
          </p:cNvPr>
          <p:cNvSpPr/>
          <p:nvPr/>
        </p:nvSpPr>
        <p:spPr>
          <a:xfrm>
            <a:off x="2998272" y="4338004"/>
            <a:ext cx="5553847" cy="1202803"/>
          </a:xfrm>
          <a:custGeom>
            <a:avLst/>
            <a:gdLst>
              <a:gd name="connsiteX0" fmla="*/ 0 w 5180202"/>
              <a:gd name="connsiteY0" fmla="*/ 0 h 850096"/>
              <a:gd name="connsiteX1" fmla="*/ 1249960 w 5180202"/>
              <a:gd name="connsiteY1" fmla="*/ 826315 h 850096"/>
              <a:gd name="connsiteX2" fmla="*/ 5180202 w 5180202"/>
              <a:gd name="connsiteY2" fmla="*/ 545284 h 850096"/>
              <a:gd name="connsiteX0" fmla="*/ 0 w 5415094"/>
              <a:gd name="connsiteY0" fmla="*/ 0 h 1936470"/>
              <a:gd name="connsiteX1" fmla="*/ 1484852 w 5415094"/>
              <a:gd name="connsiteY1" fmla="*/ 1912689 h 1936470"/>
              <a:gd name="connsiteX2" fmla="*/ 5415094 w 5415094"/>
              <a:gd name="connsiteY2" fmla="*/ 1631658 h 1936470"/>
              <a:gd name="connsiteX0" fmla="*/ 3044 w 5418138"/>
              <a:gd name="connsiteY0" fmla="*/ 0 h 1936470"/>
              <a:gd name="connsiteX1" fmla="*/ 1487896 w 5418138"/>
              <a:gd name="connsiteY1" fmla="*/ 1912689 h 1936470"/>
              <a:gd name="connsiteX2" fmla="*/ 5418138 w 5418138"/>
              <a:gd name="connsiteY2" fmla="*/ 1631658 h 1936470"/>
              <a:gd name="connsiteX0" fmla="*/ 2804 w 5480816"/>
              <a:gd name="connsiteY0" fmla="*/ 0 h 1978415"/>
              <a:gd name="connsiteX1" fmla="*/ 1550574 w 5480816"/>
              <a:gd name="connsiteY1" fmla="*/ 1954634 h 1978415"/>
              <a:gd name="connsiteX2" fmla="*/ 5480816 w 5480816"/>
              <a:gd name="connsiteY2" fmla="*/ 1673603 h 1978415"/>
              <a:gd name="csX0" fmla="*/ 685 w 7916114"/>
              <a:gd name="csY0" fmla="*/ 0 h 3612330"/>
              <a:gd name="csX1" fmla="*/ 3985872 w 7916114"/>
              <a:gd name="csY1" fmla="*/ 3588549 h 3612330"/>
              <a:gd name="csX2" fmla="*/ 7916114 w 7916114"/>
              <a:gd name="csY2" fmla="*/ 3307518 h 3612330"/>
              <a:gd name="csX0" fmla="*/ 88142 w 8003571"/>
              <a:gd name="csY0" fmla="*/ 0 h 3612330"/>
              <a:gd name="csX1" fmla="*/ 4073329 w 8003571"/>
              <a:gd name="csY1" fmla="*/ 3588549 h 3612330"/>
              <a:gd name="csX2" fmla="*/ 8003571 w 8003571"/>
              <a:gd name="csY2" fmla="*/ 3307518 h 3612330"/>
              <a:gd name="csX0" fmla="*/ 296322 w 8211751"/>
              <a:gd name="csY0" fmla="*/ 0 h 4051250"/>
              <a:gd name="csX1" fmla="*/ 1139528 w 8211751"/>
              <a:gd name="csY1" fmla="*/ 4051250 h 4051250"/>
              <a:gd name="csX2" fmla="*/ 8211751 w 8211751"/>
              <a:gd name="csY2" fmla="*/ 3307518 h 40512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211751" h="4051250">
                <a:moveTo>
                  <a:pt x="296322" y="0"/>
                </a:moveTo>
                <a:cubicBezTo>
                  <a:pt x="-417992" y="1399332"/>
                  <a:pt x="276161" y="3960369"/>
                  <a:pt x="1139528" y="4051250"/>
                </a:cubicBezTo>
                <a:lnTo>
                  <a:pt x="8211751" y="3307518"/>
                </a:lnTo>
              </a:path>
            </a:pathLst>
          </a:cu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2" name="Freeform: Shape 91">
            <a:extLst>
              <a:ext uri="{FF2B5EF4-FFF2-40B4-BE49-F238E27FC236}">
                <a16:creationId xmlns:a16="http://schemas.microsoft.com/office/drawing/2014/main" id="{659A0647-3D0C-0085-6723-DAD68E34F211}"/>
              </a:ext>
            </a:extLst>
          </p:cNvPr>
          <p:cNvSpPr/>
          <p:nvPr/>
        </p:nvSpPr>
        <p:spPr>
          <a:xfrm>
            <a:off x="8423503" y="5071180"/>
            <a:ext cx="816282" cy="244395"/>
          </a:xfrm>
          <a:custGeom>
            <a:avLst/>
            <a:gdLst>
              <a:gd name="connsiteX0" fmla="*/ 328612 w 397668"/>
              <a:gd name="connsiteY0" fmla="*/ 2381 h 119062"/>
              <a:gd name="connsiteX1" fmla="*/ 66675 w 397668"/>
              <a:gd name="connsiteY1" fmla="*/ 0 h 119062"/>
              <a:gd name="connsiteX2" fmla="*/ 0 w 397668"/>
              <a:gd name="connsiteY2" fmla="*/ 119062 h 119062"/>
              <a:gd name="connsiteX3" fmla="*/ 397668 w 397668"/>
              <a:gd name="connsiteY3" fmla="*/ 119062 h 119062"/>
              <a:gd name="connsiteX4" fmla="*/ 328612 w 397668"/>
              <a:gd name="connsiteY4" fmla="*/ 2381 h 1190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7668" h="119062">
                <a:moveTo>
                  <a:pt x="328612" y="2381"/>
                </a:moveTo>
                <a:lnTo>
                  <a:pt x="66675" y="0"/>
                </a:lnTo>
                <a:lnTo>
                  <a:pt x="0" y="119062"/>
                </a:lnTo>
                <a:lnTo>
                  <a:pt x="397668" y="119062"/>
                </a:lnTo>
                <a:lnTo>
                  <a:pt x="328612" y="2381"/>
                </a:lnTo>
                <a:close/>
              </a:path>
            </a:pathLst>
          </a:cu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01F39BFE-0A52-12D4-1249-DAFFFB7F9F9E}"/>
              </a:ext>
            </a:extLst>
          </p:cNvPr>
          <p:cNvSpPr/>
          <p:nvPr/>
        </p:nvSpPr>
        <p:spPr>
          <a:xfrm flipH="1">
            <a:off x="8941226" y="4501306"/>
            <a:ext cx="617210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2" name="Freeform: Shape 71">
            <a:extLst>
              <a:ext uri="{FF2B5EF4-FFF2-40B4-BE49-F238E27FC236}">
                <a16:creationId xmlns:a16="http://schemas.microsoft.com/office/drawing/2014/main" id="{633951C9-F292-33C8-6B2F-4E7953F1CD46}"/>
              </a:ext>
            </a:extLst>
          </p:cNvPr>
          <p:cNvSpPr/>
          <p:nvPr/>
        </p:nvSpPr>
        <p:spPr>
          <a:xfrm>
            <a:off x="7994798" y="4503739"/>
            <a:ext cx="659869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64CB79F7-AA87-55CD-EAB5-88CA515E0059}"/>
              </a:ext>
            </a:extLst>
          </p:cNvPr>
          <p:cNvSpPr/>
          <p:nvPr/>
        </p:nvSpPr>
        <p:spPr>
          <a:xfrm>
            <a:off x="8751023" y="4245135"/>
            <a:ext cx="93846" cy="565768"/>
          </a:xfrm>
          <a:prstGeom prst="rect">
            <a:avLst/>
          </a:prstGeom>
          <a:solidFill>
            <a:sysClr val="windowText" lastClr="000000">
              <a:lumMod val="65000"/>
              <a:lumOff val="35000"/>
            </a:sysClr>
          </a:solidFill>
          <a:ln w="38100" cap="flat" cmpd="sng" algn="ctr">
            <a:solidFill>
              <a:sysClr val="windowText" lastClr="000000">
                <a:lumMod val="75000"/>
                <a:lumOff val="25000"/>
              </a:sys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9" name="Rectangle: Rounded Corners 78">
            <a:extLst>
              <a:ext uri="{FF2B5EF4-FFF2-40B4-BE49-F238E27FC236}">
                <a16:creationId xmlns:a16="http://schemas.microsoft.com/office/drawing/2014/main" id="{4549DB7B-A318-B5A3-3501-4FD9012FA401}"/>
              </a:ext>
            </a:extLst>
          </p:cNvPr>
          <p:cNvSpPr/>
          <p:nvPr/>
        </p:nvSpPr>
        <p:spPr>
          <a:xfrm>
            <a:off x="8408838" y="3317107"/>
            <a:ext cx="748889" cy="891084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80" name="Group 79">
            <a:extLst>
              <a:ext uri="{FF2B5EF4-FFF2-40B4-BE49-F238E27FC236}">
                <a16:creationId xmlns:a16="http://schemas.microsoft.com/office/drawing/2014/main" id="{BB46762B-5956-BF07-A433-34A2D84A65D1}"/>
              </a:ext>
            </a:extLst>
          </p:cNvPr>
          <p:cNvGrpSpPr/>
          <p:nvPr/>
        </p:nvGrpSpPr>
        <p:grpSpPr>
          <a:xfrm>
            <a:off x="8474678" y="4221613"/>
            <a:ext cx="631874" cy="309390"/>
            <a:chOff x="5198211" y="3413816"/>
            <a:chExt cx="307830" cy="260468"/>
          </a:xfrm>
        </p:grpSpPr>
        <p:sp>
          <p:nvSpPr>
            <p:cNvPr id="93" name="Freeform: Shape 92">
              <a:extLst>
                <a:ext uri="{FF2B5EF4-FFF2-40B4-BE49-F238E27FC236}">
                  <a16:creationId xmlns:a16="http://schemas.microsoft.com/office/drawing/2014/main" id="{2D6BE246-FD5F-C159-19F9-7C6DBF6D2FD0}"/>
                </a:ext>
              </a:extLst>
            </p:cNvPr>
            <p:cNvSpPr/>
            <p:nvPr/>
          </p:nvSpPr>
          <p:spPr>
            <a:xfrm>
              <a:off x="5198211" y="341381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94" name="Freeform: Shape 93">
              <a:extLst>
                <a:ext uri="{FF2B5EF4-FFF2-40B4-BE49-F238E27FC236}">
                  <a16:creationId xmlns:a16="http://schemas.microsoft.com/office/drawing/2014/main" id="{4B00EAB9-7F0F-1EF1-9C81-4E1DB9238D05}"/>
                </a:ext>
              </a:extLst>
            </p:cNvPr>
            <p:cNvSpPr/>
            <p:nvPr/>
          </p:nvSpPr>
          <p:spPr>
            <a:xfrm>
              <a:off x="5205355" y="346144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95" name="Freeform: Shape 94">
              <a:extLst>
                <a:ext uri="{FF2B5EF4-FFF2-40B4-BE49-F238E27FC236}">
                  <a16:creationId xmlns:a16="http://schemas.microsoft.com/office/drawing/2014/main" id="{E5D1C14F-55C7-4B4C-DAB5-A41E488AE291}"/>
                </a:ext>
              </a:extLst>
            </p:cNvPr>
            <p:cNvSpPr/>
            <p:nvPr/>
          </p:nvSpPr>
          <p:spPr>
            <a:xfrm>
              <a:off x="5202974" y="350906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96" name="Freeform: Shape 95">
              <a:extLst>
                <a:ext uri="{FF2B5EF4-FFF2-40B4-BE49-F238E27FC236}">
                  <a16:creationId xmlns:a16="http://schemas.microsoft.com/office/drawing/2014/main" id="{9981C792-ADCE-823C-5E11-74E5CEDDAF80}"/>
                </a:ext>
              </a:extLst>
            </p:cNvPr>
            <p:cNvSpPr/>
            <p:nvPr/>
          </p:nvSpPr>
          <p:spPr>
            <a:xfrm>
              <a:off x="5200593" y="355669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F9C359F7-4003-561C-197E-F9F4369BF69C}"/>
              </a:ext>
            </a:extLst>
          </p:cNvPr>
          <p:cNvCxnSpPr>
            <a:cxnSpLocks/>
          </p:cNvCxnSpPr>
          <p:nvPr/>
        </p:nvCxnSpPr>
        <p:spPr>
          <a:xfrm flipH="1">
            <a:off x="8572556" y="5005100"/>
            <a:ext cx="268837" cy="112423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9A76EAC4-81DF-1E30-04E4-1CE3D12A2EE0}"/>
              </a:ext>
            </a:extLst>
          </p:cNvPr>
          <p:cNvCxnSpPr>
            <a:cxnSpLocks/>
          </p:cNvCxnSpPr>
          <p:nvPr/>
        </p:nvCxnSpPr>
        <p:spPr>
          <a:xfrm flipH="1">
            <a:off x="8616604" y="5009987"/>
            <a:ext cx="381202" cy="147409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99" name="Freeform: Shape 98">
            <a:extLst>
              <a:ext uri="{FF2B5EF4-FFF2-40B4-BE49-F238E27FC236}">
                <a16:creationId xmlns:a16="http://schemas.microsoft.com/office/drawing/2014/main" id="{00E2A6D4-BF40-5E44-A04C-34FD66DC5F79}"/>
              </a:ext>
            </a:extLst>
          </p:cNvPr>
          <p:cNvSpPr/>
          <p:nvPr/>
        </p:nvSpPr>
        <p:spPr>
          <a:xfrm>
            <a:off x="8520602" y="3222442"/>
            <a:ext cx="140598" cy="381299"/>
          </a:xfrm>
          <a:custGeom>
            <a:avLst/>
            <a:gdLst>
              <a:gd name="connsiteX0" fmla="*/ 140598 w 140598"/>
              <a:gd name="connsiteY0" fmla="*/ 3794 h 381299"/>
              <a:gd name="connsiteX1" fmla="*/ 18957 w 140598"/>
              <a:gd name="connsiteY1" fmla="*/ 54128 h 381299"/>
              <a:gd name="connsiteX2" fmla="*/ 2179 w 140598"/>
              <a:gd name="connsiteY2" fmla="*/ 381299 h 3812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0598" h="381299">
                <a:moveTo>
                  <a:pt x="140598" y="3794"/>
                </a:moveTo>
                <a:cubicBezTo>
                  <a:pt x="91312" y="-2498"/>
                  <a:pt x="42027" y="-8789"/>
                  <a:pt x="18957" y="54128"/>
                </a:cubicBezTo>
                <a:cubicBezTo>
                  <a:pt x="-4113" y="117045"/>
                  <a:pt x="-967" y="249172"/>
                  <a:pt x="2179" y="381299"/>
                </a:cubicBezTo>
              </a:path>
            </a:pathLst>
          </a:custGeom>
          <a:noFill/>
          <a:ln w="38100" cap="rnd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0" name="Freeform: Shape 99">
            <a:extLst>
              <a:ext uri="{FF2B5EF4-FFF2-40B4-BE49-F238E27FC236}">
                <a16:creationId xmlns:a16="http://schemas.microsoft.com/office/drawing/2014/main" id="{2DEE7769-43B5-B0BB-B245-15485AC63902}"/>
              </a:ext>
            </a:extLst>
          </p:cNvPr>
          <p:cNvSpPr/>
          <p:nvPr/>
        </p:nvSpPr>
        <p:spPr>
          <a:xfrm>
            <a:off x="3500729" y="3953103"/>
            <a:ext cx="5199509" cy="1063830"/>
          </a:xfrm>
          <a:custGeom>
            <a:avLst/>
            <a:gdLst>
              <a:gd name="connsiteX0" fmla="*/ 0 w 5549318"/>
              <a:gd name="connsiteY0" fmla="*/ 178006 h 1556019"/>
              <a:gd name="connsiteX1" fmla="*/ 973123 w 5549318"/>
              <a:gd name="connsiteY1" fmla="*/ 6032 h 1556019"/>
              <a:gd name="connsiteX2" fmla="*/ 2063692 w 5549318"/>
              <a:gd name="connsiteY2" fmla="*/ 370953 h 1556019"/>
              <a:gd name="connsiteX3" fmla="*/ 4467138 w 5549318"/>
              <a:gd name="connsiteY3" fmla="*/ 1524439 h 1556019"/>
              <a:gd name="connsiteX4" fmla="*/ 5549318 w 5549318"/>
              <a:gd name="connsiteY4" fmla="*/ 1117573 h 1556019"/>
              <a:gd name="csX0" fmla="*/ 0 w 5549318"/>
              <a:gd name="csY0" fmla="*/ 1 h 1378014"/>
              <a:gd name="csX1" fmla="*/ 2063692 w 5549318"/>
              <a:gd name="csY1" fmla="*/ 192948 h 1378014"/>
              <a:gd name="csX2" fmla="*/ 4467138 w 5549318"/>
              <a:gd name="csY2" fmla="*/ 1346434 h 1378014"/>
              <a:gd name="csX3" fmla="*/ 5549318 w 5549318"/>
              <a:gd name="csY3" fmla="*/ 939568 h 1378014"/>
              <a:gd name="csX0" fmla="*/ 0 w 5549318"/>
              <a:gd name="csY0" fmla="*/ 1 h 939567"/>
              <a:gd name="csX1" fmla="*/ 2063692 w 5549318"/>
              <a:gd name="csY1" fmla="*/ 192948 h 939567"/>
              <a:gd name="csX2" fmla="*/ 5549318 w 5549318"/>
              <a:gd name="csY2" fmla="*/ 939568 h 939567"/>
              <a:gd name="csX0" fmla="*/ 0 w 9184032"/>
              <a:gd name="csY0" fmla="*/ 0 h 4200645"/>
              <a:gd name="csX1" fmla="*/ 5698406 w 9184032"/>
              <a:gd name="csY1" fmla="*/ 3454026 h 4200645"/>
              <a:gd name="csX2" fmla="*/ 9184032 w 9184032"/>
              <a:gd name="csY2" fmla="*/ 4200646 h 4200645"/>
              <a:gd name="csX0" fmla="*/ 0 w 9184032"/>
              <a:gd name="csY0" fmla="*/ 241115 h 4441760"/>
              <a:gd name="csX1" fmla="*/ 5698406 w 9184032"/>
              <a:gd name="csY1" fmla="*/ 3695141 h 4441760"/>
              <a:gd name="csX2" fmla="*/ 9184032 w 9184032"/>
              <a:gd name="csY2" fmla="*/ 4441761 h 4441760"/>
              <a:gd name="csX0" fmla="*/ 0 w 9184032"/>
              <a:gd name="csY0" fmla="*/ 1106090 h 5306735"/>
              <a:gd name="csX1" fmla="*/ 3578749 w 9184032"/>
              <a:gd name="csY1" fmla="*/ 423128 h 5306735"/>
              <a:gd name="csX2" fmla="*/ 9184032 w 9184032"/>
              <a:gd name="csY2" fmla="*/ 5306736 h 5306735"/>
              <a:gd name="csX0" fmla="*/ 0 w 9184032"/>
              <a:gd name="csY0" fmla="*/ 2326056 h 6526701"/>
              <a:gd name="csX1" fmla="*/ 3578749 w 9184032"/>
              <a:gd name="csY1" fmla="*/ 1643094 h 6526701"/>
              <a:gd name="csX2" fmla="*/ 9184032 w 9184032"/>
              <a:gd name="csY2" fmla="*/ 6526702 h 6526701"/>
              <a:gd name="csX0" fmla="*/ 0 w 9184032"/>
              <a:gd name="csY0" fmla="*/ 2326056 h 6920647"/>
              <a:gd name="csX1" fmla="*/ 3578749 w 9184032"/>
              <a:gd name="csY1" fmla="*/ 1643094 h 6920647"/>
              <a:gd name="csX2" fmla="*/ 9184032 w 9184032"/>
              <a:gd name="csY2" fmla="*/ 6526702 h 6920647"/>
              <a:gd name="csX0" fmla="*/ 0 w 9127130"/>
              <a:gd name="csY0" fmla="*/ 1016083 h 5623622"/>
              <a:gd name="csX1" fmla="*/ 3521847 w 9127130"/>
              <a:gd name="csY1" fmla="*/ 494825 h 5623622"/>
              <a:gd name="csX2" fmla="*/ 9127130 w 9127130"/>
              <a:gd name="csY2" fmla="*/ 5378433 h 5623622"/>
              <a:gd name="csX0" fmla="*/ 0 w 8614998"/>
              <a:gd name="csY0" fmla="*/ 4005046 h 5230226"/>
              <a:gd name="csX1" fmla="*/ 3009715 w 8614998"/>
              <a:gd name="csY1" fmla="*/ 101432 h 5230226"/>
              <a:gd name="csX2" fmla="*/ 8614998 w 8614998"/>
              <a:gd name="csY2" fmla="*/ 4985040 h 5230226"/>
              <a:gd name="csX0" fmla="*/ 0 w 8614998"/>
              <a:gd name="csY0" fmla="*/ 2001592 h 3339346"/>
              <a:gd name="csX1" fmla="*/ 4033979 w 8614998"/>
              <a:gd name="csY1" fmla="*/ 213636 h 3339346"/>
              <a:gd name="csX2" fmla="*/ 8614998 w 8614998"/>
              <a:gd name="csY2" fmla="*/ 2981586 h 333934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614998" h="3339346">
                <a:moveTo>
                  <a:pt x="0" y="2001592"/>
                </a:moveTo>
                <a:cubicBezTo>
                  <a:pt x="316129" y="748139"/>
                  <a:pt x="2512791" y="-513422"/>
                  <a:pt x="4033979" y="213636"/>
                </a:cubicBezTo>
                <a:cubicBezTo>
                  <a:pt x="5555167" y="940694"/>
                  <a:pt x="7063725" y="4456578"/>
                  <a:pt x="8614998" y="2981586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1" name="Rectangle: Rounded Corners 100">
            <a:extLst>
              <a:ext uri="{FF2B5EF4-FFF2-40B4-BE49-F238E27FC236}">
                <a16:creationId xmlns:a16="http://schemas.microsoft.com/office/drawing/2014/main" id="{733FCF48-AD30-B6BB-F379-2423EA8C70FC}"/>
              </a:ext>
            </a:extLst>
          </p:cNvPr>
          <p:cNvSpPr/>
          <p:nvPr/>
        </p:nvSpPr>
        <p:spPr>
          <a:xfrm>
            <a:off x="8709418" y="4800344"/>
            <a:ext cx="185740" cy="325316"/>
          </a:xfrm>
          <a:prstGeom prst="roundRect">
            <a:avLst/>
          </a:pr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CA6A4615-571F-F091-D7C8-E9A217190B25}"/>
              </a:ext>
            </a:extLst>
          </p:cNvPr>
          <p:cNvCxnSpPr>
            <a:cxnSpLocks/>
          </p:cNvCxnSpPr>
          <p:nvPr/>
        </p:nvCxnSpPr>
        <p:spPr>
          <a:xfrm>
            <a:off x="8758296" y="4827549"/>
            <a:ext cx="0" cy="175965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grpSp>
        <p:nvGrpSpPr>
          <p:cNvPr id="103" name="Group 102">
            <a:extLst>
              <a:ext uri="{FF2B5EF4-FFF2-40B4-BE49-F238E27FC236}">
                <a16:creationId xmlns:a16="http://schemas.microsoft.com/office/drawing/2014/main" id="{800ECBAF-2174-3DA2-E580-EAC5883ADEB5}"/>
              </a:ext>
            </a:extLst>
          </p:cNvPr>
          <p:cNvGrpSpPr/>
          <p:nvPr/>
        </p:nvGrpSpPr>
        <p:grpSpPr>
          <a:xfrm>
            <a:off x="413706" y="4221613"/>
            <a:ext cx="1719929" cy="1784800"/>
            <a:chOff x="413706" y="4221613"/>
            <a:chExt cx="1719929" cy="1784800"/>
          </a:xfrm>
        </p:grpSpPr>
        <p:pic>
          <p:nvPicPr>
            <p:cNvPr id="104" name="Picture 103">
              <a:extLst>
                <a:ext uri="{FF2B5EF4-FFF2-40B4-BE49-F238E27FC236}">
                  <a16:creationId xmlns:a16="http://schemas.microsoft.com/office/drawing/2014/main" id="{A8F4C102-A177-F9E3-7070-5685D86DC8B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 flipH="1">
              <a:off x="1522867" y="4278183"/>
              <a:ext cx="267313" cy="1140629"/>
            </a:xfrm>
            <a:prstGeom prst="rect">
              <a:avLst/>
            </a:prstGeom>
          </p:spPr>
        </p:pic>
        <p:pic>
          <p:nvPicPr>
            <p:cNvPr id="105" name="Picture 104">
              <a:extLst>
                <a:ext uri="{FF2B5EF4-FFF2-40B4-BE49-F238E27FC236}">
                  <a16:creationId xmlns:a16="http://schemas.microsoft.com/office/drawing/2014/main" id="{071EB20D-22D9-E995-7928-992DEA5493B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13706" y="4278183"/>
              <a:ext cx="336160" cy="1140543"/>
            </a:xfrm>
            <a:prstGeom prst="rect">
              <a:avLst/>
            </a:prstGeom>
          </p:spPr>
        </p:pic>
        <p:sp>
          <p:nvSpPr>
            <p:cNvPr id="106" name="Rectangle 105">
              <a:extLst>
                <a:ext uri="{FF2B5EF4-FFF2-40B4-BE49-F238E27FC236}">
                  <a16:creationId xmlns:a16="http://schemas.microsoft.com/office/drawing/2014/main" id="{5BB9B26F-2F7E-9A7C-BE9D-EFB9717AFAAC}"/>
                </a:ext>
              </a:extLst>
            </p:cNvPr>
            <p:cNvSpPr/>
            <p:nvPr/>
          </p:nvSpPr>
          <p:spPr>
            <a:xfrm>
              <a:off x="772732" y="4221613"/>
              <a:ext cx="673995" cy="25282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7" name="TextBox 106">
              <a:extLst>
                <a:ext uri="{FF2B5EF4-FFF2-40B4-BE49-F238E27FC236}">
                  <a16:creationId xmlns:a16="http://schemas.microsoft.com/office/drawing/2014/main" id="{2E294AAE-4D33-EC8C-A863-5A127EAC64CE}"/>
                </a:ext>
              </a:extLst>
            </p:cNvPr>
            <p:cNvSpPr txBox="1"/>
            <p:nvPr/>
          </p:nvSpPr>
          <p:spPr>
            <a:xfrm>
              <a:off x="845845" y="4249329"/>
              <a:ext cx="546945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700"/>
                <a:t>Many M</a:t>
              </a:r>
              <a:r>
                <a:rPr lang="el-GR" sz="700"/>
                <a:t>Ω</a:t>
              </a:r>
              <a:endParaRPr lang="LID4096" sz="700"/>
            </a:p>
          </p:txBody>
        </p:sp>
        <p:cxnSp>
          <p:nvCxnSpPr>
            <p:cNvPr id="108" name="Straight Connector 107">
              <a:extLst>
                <a:ext uri="{FF2B5EF4-FFF2-40B4-BE49-F238E27FC236}">
                  <a16:creationId xmlns:a16="http://schemas.microsoft.com/office/drawing/2014/main" id="{D3828C80-5A7F-0313-2508-5765FCE2B29B}"/>
                </a:ext>
              </a:extLst>
            </p:cNvPr>
            <p:cNvCxnSpPr>
              <a:stCxn id="106" idx="1"/>
            </p:cNvCxnSpPr>
            <p:nvPr/>
          </p:nvCxnSpPr>
          <p:spPr>
            <a:xfrm flipH="1">
              <a:off x="493690" y="4348023"/>
              <a:ext cx="279042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Straight Connector 108">
              <a:extLst>
                <a:ext uri="{FF2B5EF4-FFF2-40B4-BE49-F238E27FC236}">
                  <a16:creationId xmlns:a16="http://schemas.microsoft.com/office/drawing/2014/main" id="{335ABB66-948B-67B2-0365-320DC638A57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83913" y="4233683"/>
              <a:ext cx="9777" cy="22656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" name="Straight Connector 109">
              <a:extLst>
                <a:ext uri="{FF2B5EF4-FFF2-40B4-BE49-F238E27FC236}">
                  <a16:creationId xmlns:a16="http://schemas.microsoft.com/office/drawing/2014/main" id="{C613DB20-0DDA-D543-DBA2-3A05ACBCC7E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57671" y="4236147"/>
              <a:ext cx="4890" cy="18764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Straight Connector 110">
              <a:extLst>
                <a:ext uri="{FF2B5EF4-FFF2-40B4-BE49-F238E27FC236}">
                  <a16:creationId xmlns:a16="http://schemas.microsoft.com/office/drawing/2014/main" id="{7B57504A-665E-6837-F8F1-81884CBD710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30576" y="4291453"/>
              <a:ext cx="0" cy="98158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Straight Connector 111">
              <a:extLst>
                <a:ext uri="{FF2B5EF4-FFF2-40B4-BE49-F238E27FC236}">
                  <a16:creationId xmlns:a16="http://schemas.microsoft.com/office/drawing/2014/main" id="{04FE4C68-03C7-1604-B4BE-6DCBFC315000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446727" y="4348544"/>
              <a:ext cx="686908" cy="988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113" name="Picture 112">
              <a:extLst>
                <a:ext uri="{FF2B5EF4-FFF2-40B4-BE49-F238E27FC236}">
                  <a16:creationId xmlns:a16="http://schemas.microsoft.com/office/drawing/2014/main" id="{82175833-8EEF-469C-BB91-F3CB8A6328FA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860806" y="4911892"/>
              <a:ext cx="929375" cy="1094521"/>
            </a:xfrm>
            <a:prstGeom prst="rect">
              <a:avLst/>
            </a:prstGeom>
          </p:spPr>
        </p:pic>
        <p:sp>
          <p:nvSpPr>
            <p:cNvPr id="114" name="Freeform: Shape 113">
              <a:extLst>
                <a:ext uri="{FF2B5EF4-FFF2-40B4-BE49-F238E27FC236}">
                  <a16:creationId xmlns:a16="http://schemas.microsoft.com/office/drawing/2014/main" id="{1E1ADE3A-99B0-8FB4-D700-4CD5C3D00313}"/>
                </a:ext>
              </a:extLst>
            </p:cNvPr>
            <p:cNvSpPr/>
            <p:nvPr/>
          </p:nvSpPr>
          <p:spPr>
            <a:xfrm>
              <a:off x="1550421" y="5388677"/>
              <a:ext cx="123598" cy="45719"/>
            </a:xfrm>
            <a:custGeom>
              <a:avLst/>
              <a:gdLst>
                <a:gd name="csX0" fmla="*/ 107156 w 107156"/>
                <a:gd name="csY0" fmla="*/ 0 h 40481"/>
                <a:gd name="csX1" fmla="*/ 0 w 107156"/>
                <a:gd name="csY1" fmla="*/ 40481 h 4048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07156" h="40481">
                  <a:moveTo>
                    <a:pt x="107156" y="0"/>
                  </a:moveTo>
                  <a:lnTo>
                    <a:pt x="0" y="40481"/>
                  </a:ln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115" name="Straight Connector 114">
              <a:extLst>
                <a:ext uri="{FF2B5EF4-FFF2-40B4-BE49-F238E27FC236}">
                  <a16:creationId xmlns:a16="http://schemas.microsoft.com/office/drawing/2014/main" id="{A558C545-997D-91FC-F08F-D49902454706}"/>
                </a:ext>
              </a:extLst>
            </p:cNvPr>
            <p:cNvCxnSpPr/>
            <p:nvPr/>
          </p:nvCxnSpPr>
          <p:spPr>
            <a:xfrm flipV="1">
              <a:off x="711994" y="5250656"/>
              <a:ext cx="378619" cy="92869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6" name="Freeform: Shape 115">
              <a:extLst>
                <a:ext uri="{FF2B5EF4-FFF2-40B4-BE49-F238E27FC236}">
                  <a16:creationId xmlns:a16="http://schemas.microsoft.com/office/drawing/2014/main" id="{C3878A2D-A4A1-1D7D-3FBC-5B10E03AAE51}"/>
                </a:ext>
              </a:extLst>
            </p:cNvPr>
            <p:cNvSpPr/>
            <p:nvPr/>
          </p:nvSpPr>
          <p:spPr>
            <a:xfrm>
              <a:off x="1197154" y="5078820"/>
              <a:ext cx="267315" cy="128974"/>
            </a:xfrm>
            <a:custGeom>
              <a:avLst/>
              <a:gdLst>
                <a:gd name="csX0" fmla="*/ 228600 w 240506"/>
                <a:gd name="csY0" fmla="*/ 107156 h 107156"/>
                <a:gd name="csX1" fmla="*/ 240506 w 240506"/>
                <a:gd name="csY1" fmla="*/ 2381 h 107156"/>
                <a:gd name="csX2" fmla="*/ 9525 w 240506"/>
                <a:gd name="csY2" fmla="*/ 0 h 107156"/>
                <a:gd name="csX3" fmla="*/ 0 w 240506"/>
                <a:gd name="csY3" fmla="*/ 95250 h 107156"/>
                <a:gd name="csX4" fmla="*/ 228600 w 240506"/>
                <a:gd name="csY4" fmla="*/ 107156 h 10715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0506" h="107156">
                  <a:moveTo>
                    <a:pt x="228600" y="107156"/>
                  </a:moveTo>
                  <a:lnTo>
                    <a:pt x="240506" y="2381"/>
                  </a:lnTo>
                  <a:lnTo>
                    <a:pt x="9525" y="0"/>
                  </a:lnTo>
                  <a:lnTo>
                    <a:pt x="0" y="95250"/>
                  </a:lnTo>
                  <a:lnTo>
                    <a:pt x="228600" y="107156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7" name="TextBox 116">
              <a:extLst>
                <a:ext uri="{FF2B5EF4-FFF2-40B4-BE49-F238E27FC236}">
                  <a16:creationId xmlns:a16="http://schemas.microsoft.com/office/drawing/2014/main" id="{0AA20418-21B7-87E5-0C59-67D37C5F1387}"/>
                </a:ext>
              </a:extLst>
            </p:cNvPr>
            <p:cNvSpPr txBox="1"/>
            <p:nvPr/>
          </p:nvSpPr>
          <p:spPr>
            <a:xfrm>
              <a:off x="1151300" y="5056932"/>
              <a:ext cx="320922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700"/>
                <a:t>  0V</a:t>
              </a:r>
              <a:endParaRPr lang="LID4096" sz="700"/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737AE76F-AC2F-BE5A-F998-110B889B7804}"/>
              </a:ext>
            </a:extLst>
          </p:cNvPr>
          <p:cNvGrpSpPr/>
          <p:nvPr/>
        </p:nvGrpSpPr>
        <p:grpSpPr>
          <a:xfrm rot="4290278">
            <a:off x="3183653" y="3243941"/>
            <a:ext cx="2661949" cy="1775129"/>
            <a:chOff x="3535244" y="2669588"/>
            <a:chExt cx="2661949" cy="1775129"/>
          </a:xfrm>
        </p:grpSpPr>
        <p:sp>
          <p:nvSpPr>
            <p:cNvPr id="62" name="Freeform: Shape 61">
              <a:extLst>
                <a:ext uri="{FF2B5EF4-FFF2-40B4-BE49-F238E27FC236}">
                  <a16:creationId xmlns:a16="http://schemas.microsoft.com/office/drawing/2014/main" id="{DF5A2855-6943-90FB-6888-D657B893731B}"/>
                </a:ext>
              </a:extLst>
            </p:cNvPr>
            <p:cNvSpPr/>
            <p:nvPr/>
          </p:nvSpPr>
          <p:spPr>
            <a:xfrm rot="15300440">
              <a:off x="3573100" y="2631732"/>
              <a:ext cx="1775129" cy="1850841"/>
            </a:xfrm>
            <a:custGeom>
              <a:avLst/>
              <a:gdLst>
                <a:gd name="connsiteX0" fmla="*/ 666925 w 666925"/>
                <a:gd name="connsiteY0" fmla="*/ 0 h 755009"/>
                <a:gd name="connsiteX1" fmla="*/ 360727 w 666925"/>
                <a:gd name="connsiteY1" fmla="*/ 444616 h 755009"/>
                <a:gd name="connsiteX2" fmla="*/ 0 w 666925"/>
                <a:gd name="connsiteY2" fmla="*/ 755009 h 755009"/>
                <a:gd name="csX0" fmla="*/ 4848 w 1209805"/>
                <a:gd name="csY0" fmla="*/ 0 h 1740331"/>
                <a:gd name="csX1" fmla="*/ 1203546 w 1209805"/>
                <a:gd name="csY1" fmla="*/ 1429938 h 1740331"/>
                <a:gd name="csX2" fmla="*/ 842819 w 1209805"/>
                <a:gd name="csY2" fmla="*/ 1740331 h 1740331"/>
                <a:gd name="csX0" fmla="*/ 0 w 1212527"/>
                <a:gd name="csY0" fmla="*/ 53230 h 1793561"/>
                <a:gd name="csX1" fmla="*/ 1198698 w 1212527"/>
                <a:gd name="csY1" fmla="*/ 1483168 h 1793561"/>
                <a:gd name="csX2" fmla="*/ 837971 w 1212527"/>
                <a:gd name="csY2" fmla="*/ 1793561 h 1793561"/>
                <a:gd name="csX0" fmla="*/ 0 w 1781739"/>
                <a:gd name="csY0" fmla="*/ 97869 h 1838200"/>
                <a:gd name="csX1" fmla="*/ 1774236 w 1781739"/>
                <a:gd name="csY1" fmla="*/ 642308 h 1838200"/>
                <a:gd name="csX2" fmla="*/ 837971 w 1781739"/>
                <a:gd name="csY2" fmla="*/ 1838200 h 1838200"/>
                <a:gd name="csX0" fmla="*/ 0 w 1774236"/>
                <a:gd name="csY0" fmla="*/ 110510 h 1850841"/>
                <a:gd name="csX1" fmla="*/ 1774236 w 1774236"/>
                <a:gd name="csY1" fmla="*/ 654949 h 1850841"/>
                <a:gd name="csX2" fmla="*/ 837971 w 1774236"/>
                <a:gd name="csY2" fmla="*/ 1850841 h 1850841"/>
                <a:gd name="csX0" fmla="*/ 0 w 1775129"/>
                <a:gd name="csY0" fmla="*/ 110510 h 1850841"/>
                <a:gd name="csX1" fmla="*/ 1774236 w 1775129"/>
                <a:gd name="csY1" fmla="*/ 654949 h 1850841"/>
                <a:gd name="csX2" fmla="*/ 837971 w 1775129"/>
                <a:gd name="csY2" fmla="*/ 1850841 h 185084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775129" h="1850841">
                  <a:moveTo>
                    <a:pt x="0" y="110510"/>
                  </a:moveTo>
                  <a:cubicBezTo>
                    <a:pt x="736455" y="-259313"/>
                    <a:pt x="1762282" y="396194"/>
                    <a:pt x="1774236" y="654949"/>
                  </a:cubicBezTo>
                  <a:cubicBezTo>
                    <a:pt x="1806350" y="891010"/>
                    <a:pt x="962757" y="1758562"/>
                    <a:pt x="837971" y="1850841"/>
                  </a:cubicBezTo>
                </a:path>
              </a:pathLst>
            </a:cu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64" name="Group 63">
              <a:extLst>
                <a:ext uri="{FF2B5EF4-FFF2-40B4-BE49-F238E27FC236}">
                  <a16:creationId xmlns:a16="http://schemas.microsoft.com/office/drawing/2014/main" id="{E33E9AE8-AFE6-E495-A2D7-CF3332E14CC9}"/>
                </a:ext>
              </a:extLst>
            </p:cNvPr>
            <p:cNvGrpSpPr/>
            <p:nvPr/>
          </p:nvGrpSpPr>
          <p:grpSpPr>
            <a:xfrm rot="12438241">
              <a:off x="5290025" y="3369981"/>
              <a:ext cx="550143" cy="184758"/>
              <a:chOff x="7629989" y="5236460"/>
              <a:chExt cx="1027147" cy="344953"/>
            </a:xfrm>
          </p:grpSpPr>
          <p:sp>
            <p:nvSpPr>
              <p:cNvPr id="66" name="Oval 65">
                <a:extLst>
                  <a:ext uri="{FF2B5EF4-FFF2-40B4-BE49-F238E27FC236}">
                    <a16:creationId xmlns:a16="http://schemas.microsoft.com/office/drawing/2014/main" id="{CF9408EF-4BFA-D8C8-3BCB-FEC62B2A26CA}"/>
                  </a:ext>
                </a:extLst>
              </p:cNvPr>
              <p:cNvSpPr/>
              <p:nvPr/>
            </p:nvSpPr>
            <p:spPr>
              <a:xfrm>
                <a:off x="7629989" y="5236460"/>
                <a:ext cx="341624" cy="341624"/>
              </a:xfrm>
              <a:prstGeom prst="ellipse">
                <a:avLst/>
              </a:prstGeom>
              <a:solidFill>
                <a:schemeClr val="accent2">
                  <a:lumMod val="60000"/>
                  <a:lumOff val="40000"/>
                </a:schemeClr>
              </a:solidFill>
              <a:ln w="25400">
                <a:solidFill>
                  <a:schemeClr val="accent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7" name="Oval 66">
                <a:extLst>
                  <a:ext uri="{FF2B5EF4-FFF2-40B4-BE49-F238E27FC236}">
                    <a16:creationId xmlns:a16="http://schemas.microsoft.com/office/drawing/2014/main" id="{313CBE04-E67A-6EC2-3C66-09BE5065426F}"/>
                  </a:ext>
                </a:extLst>
              </p:cNvPr>
              <p:cNvSpPr/>
              <p:nvPr/>
            </p:nvSpPr>
            <p:spPr>
              <a:xfrm>
                <a:off x="8315512" y="5239789"/>
                <a:ext cx="341624" cy="341624"/>
              </a:xfrm>
              <a:prstGeom prst="ellipse">
                <a:avLst/>
              </a:prstGeom>
              <a:solidFill>
                <a:schemeClr val="accent2">
                  <a:lumMod val="60000"/>
                  <a:lumOff val="40000"/>
                </a:schemeClr>
              </a:solidFill>
              <a:ln w="25400">
                <a:solidFill>
                  <a:schemeClr val="accent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8" name="Rectangle 67">
                <a:extLst>
                  <a:ext uri="{FF2B5EF4-FFF2-40B4-BE49-F238E27FC236}">
                    <a16:creationId xmlns:a16="http://schemas.microsoft.com/office/drawing/2014/main" id="{92CA5043-6859-7A7E-DF59-B121426D4B8B}"/>
                  </a:ext>
                </a:extLst>
              </p:cNvPr>
              <p:cNvSpPr/>
              <p:nvPr/>
            </p:nvSpPr>
            <p:spPr>
              <a:xfrm>
                <a:off x="7866077" y="5260841"/>
                <a:ext cx="541140" cy="292863"/>
              </a:xfrm>
              <a:prstGeom prst="rect">
                <a:avLst/>
              </a:prstGeom>
              <a:solidFill>
                <a:schemeClr val="accent2">
                  <a:lumMod val="60000"/>
                  <a:lumOff val="40000"/>
                </a:schemeClr>
              </a:solidFill>
              <a:ln w="25400">
                <a:solidFill>
                  <a:schemeClr val="accent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cxnSp>
            <p:nvCxnSpPr>
              <p:cNvPr id="69" name="Straight Connector 68">
                <a:extLst>
                  <a:ext uri="{FF2B5EF4-FFF2-40B4-BE49-F238E27FC236}">
                    <a16:creationId xmlns:a16="http://schemas.microsoft.com/office/drawing/2014/main" id="{A39B265B-FFAA-CD14-7A2D-F5E577C968D2}"/>
                  </a:ext>
                </a:extLst>
              </p:cNvPr>
              <p:cNvCxnSpPr/>
              <p:nvPr/>
            </p:nvCxnSpPr>
            <p:spPr>
              <a:xfrm>
                <a:off x="7953306" y="5260841"/>
                <a:ext cx="0" cy="292863"/>
              </a:xfrm>
              <a:prstGeom prst="line">
                <a:avLst/>
              </a:prstGeom>
              <a:ln w="38100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0" name="Straight Connector 69">
                <a:extLst>
                  <a:ext uri="{FF2B5EF4-FFF2-40B4-BE49-F238E27FC236}">
                    <a16:creationId xmlns:a16="http://schemas.microsoft.com/office/drawing/2014/main" id="{4CCA23CC-CDA7-CD91-0570-6E84F4F59E0F}"/>
                  </a:ext>
                </a:extLst>
              </p:cNvPr>
              <p:cNvCxnSpPr/>
              <p:nvPr/>
            </p:nvCxnSpPr>
            <p:spPr>
              <a:xfrm>
                <a:off x="8266751" y="5260841"/>
                <a:ext cx="0" cy="292863"/>
              </a:xfrm>
              <a:prstGeom prst="line">
                <a:avLst/>
              </a:prstGeom>
              <a:ln w="38100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1" name="Straight Connector 70">
                <a:extLst>
                  <a:ext uri="{FF2B5EF4-FFF2-40B4-BE49-F238E27FC236}">
                    <a16:creationId xmlns:a16="http://schemas.microsoft.com/office/drawing/2014/main" id="{B892213B-805B-A679-F02B-1F4AD20588D0}"/>
                  </a:ext>
                </a:extLst>
              </p:cNvPr>
              <p:cNvCxnSpPr/>
              <p:nvPr/>
            </p:nvCxnSpPr>
            <p:spPr>
              <a:xfrm>
                <a:off x="8099972" y="5260841"/>
                <a:ext cx="0" cy="292863"/>
              </a:xfrm>
              <a:prstGeom prst="line">
                <a:avLst/>
              </a:prstGeom>
              <a:ln w="5080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3" name="Straight Connector 72">
                <a:extLst>
                  <a:ext uri="{FF2B5EF4-FFF2-40B4-BE49-F238E27FC236}">
                    <a16:creationId xmlns:a16="http://schemas.microsoft.com/office/drawing/2014/main" id="{52F1D849-75AA-A0B8-F06A-AE794ADE78AE}"/>
                  </a:ext>
                </a:extLst>
              </p:cNvPr>
              <p:cNvCxnSpPr/>
              <p:nvPr/>
            </p:nvCxnSpPr>
            <p:spPr>
              <a:xfrm>
                <a:off x="8196330" y="5260841"/>
                <a:ext cx="0" cy="292863"/>
              </a:xfrm>
              <a:prstGeom prst="line">
                <a:avLst/>
              </a:prstGeom>
              <a:ln w="50800"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65" name="Freeform: Shape 64">
              <a:extLst>
                <a:ext uri="{FF2B5EF4-FFF2-40B4-BE49-F238E27FC236}">
                  <a16:creationId xmlns:a16="http://schemas.microsoft.com/office/drawing/2014/main" id="{B1EFDF90-7E8F-E671-E38F-460FA68A058C}"/>
                </a:ext>
              </a:extLst>
            </p:cNvPr>
            <p:cNvSpPr/>
            <p:nvPr/>
          </p:nvSpPr>
          <p:spPr>
            <a:xfrm rot="15300440">
              <a:off x="5888315" y="3496863"/>
              <a:ext cx="272702" cy="345054"/>
            </a:xfrm>
            <a:custGeom>
              <a:avLst/>
              <a:gdLst>
                <a:gd name="connsiteX0" fmla="*/ 666925 w 666925"/>
                <a:gd name="connsiteY0" fmla="*/ 0 h 755009"/>
                <a:gd name="connsiteX1" fmla="*/ 360727 w 666925"/>
                <a:gd name="connsiteY1" fmla="*/ 444616 h 755009"/>
                <a:gd name="connsiteX2" fmla="*/ 0 w 666925"/>
                <a:gd name="connsiteY2" fmla="*/ 755009 h 755009"/>
                <a:gd name="csX0" fmla="*/ 666925 w 666925"/>
                <a:gd name="csY0" fmla="*/ 0 h 755009"/>
                <a:gd name="csX1" fmla="*/ 0 w 666925"/>
                <a:gd name="csY1" fmla="*/ 755009 h 755009"/>
                <a:gd name="csX0" fmla="*/ 272702 w 272702"/>
                <a:gd name="csY0" fmla="*/ 0 h 345054"/>
                <a:gd name="csX1" fmla="*/ 0 w 272702"/>
                <a:gd name="csY1" fmla="*/ 345054 h 345054"/>
                <a:gd name="csX0" fmla="*/ 272702 w 272702"/>
                <a:gd name="csY0" fmla="*/ 0 h 345054"/>
                <a:gd name="csX1" fmla="*/ 0 w 272702"/>
                <a:gd name="csY1" fmla="*/ 345054 h 34505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72702" h="345054">
                  <a:moveTo>
                    <a:pt x="272702" y="0"/>
                  </a:moveTo>
                  <a:cubicBezTo>
                    <a:pt x="181801" y="115018"/>
                    <a:pt x="118747" y="308601"/>
                    <a:pt x="0" y="345054"/>
                  </a:cubicBezTo>
                </a:path>
              </a:pathLst>
            </a:cu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</p:spTree>
    <p:extLst>
      <p:ext uri="{BB962C8B-B14F-4D97-AF65-F5344CB8AC3E}">
        <p14:creationId xmlns:p14="http://schemas.microsoft.com/office/powerpoint/2010/main" val="59194597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2140127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5BBB50-29C8-DDA6-F296-01CE32946A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7D2517-AF05-83A6-4112-1C2AD3AA1A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LID4096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47568C2-B389-F3AD-2813-6D73922CFD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6200000">
            <a:off x="5569407" y="3321770"/>
            <a:ext cx="3095687" cy="1602927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D335C8E9-BE0F-356F-BA9E-6F559D0C6A64}"/>
              </a:ext>
            </a:extLst>
          </p:cNvPr>
          <p:cNvSpPr/>
          <p:nvPr/>
        </p:nvSpPr>
        <p:spPr>
          <a:xfrm rot="16200000">
            <a:off x="6329117" y="3627628"/>
            <a:ext cx="1955188" cy="810715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C4A7A31D-4C8D-3C3D-6F56-ACF34D173F3A}"/>
              </a:ext>
            </a:extLst>
          </p:cNvPr>
          <p:cNvSpPr/>
          <p:nvPr/>
        </p:nvSpPr>
        <p:spPr>
          <a:xfrm rot="16200000">
            <a:off x="5793231" y="3922834"/>
            <a:ext cx="2189810" cy="149806"/>
          </a:xfrm>
          <a:custGeom>
            <a:avLst/>
            <a:gdLst>
              <a:gd name="connsiteX0" fmla="*/ 3406140 w 3825240"/>
              <a:gd name="connsiteY0" fmla="*/ 0 h 259080"/>
              <a:gd name="connsiteX1" fmla="*/ 0 w 3825240"/>
              <a:gd name="connsiteY1" fmla="*/ 68580 h 259080"/>
              <a:gd name="connsiteX2" fmla="*/ 228600 w 3825240"/>
              <a:gd name="connsiteY2" fmla="*/ 259080 h 259080"/>
              <a:gd name="connsiteX3" fmla="*/ 3825240 w 3825240"/>
              <a:gd name="connsiteY3" fmla="*/ 167640 h 259080"/>
              <a:gd name="connsiteX4" fmla="*/ 3406140 w 3825240"/>
              <a:gd name="connsiteY4" fmla="*/ 0 h 259080"/>
              <a:gd name="connsiteX0" fmla="*/ 3406140 w 3787140"/>
              <a:gd name="connsiteY0" fmla="*/ 0 h 259080"/>
              <a:gd name="connsiteX1" fmla="*/ 0 w 3787140"/>
              <a:gd name="connsiteY1" fmla="*/ 68580 h 259080"/>
              <a:gd name="connsiteX2" fmla="*/ 228600 w 3787140"/>
              <a:gd name="connsiteY2" fmla="*/ 259080 h 259080"/>
              <a:gd name="connsiteX3" fmla="*/ 3787140 w 3787140"/>
              <a:gd name="connsiteY3" fmla="*/ 153353 h 259080"/>
              <a:gd name="connsiteX4" fmla="*/ 3406140 w 3787140"/>
              <a:gd name="connsiteY4" fmla="*/ 0 h 259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787140" h="259080">
                <a:moveTo>
                  <a:pt x="3406140" y="0"/>
                </a:moveTo>
                <a:lnTo>
                  <a:pt x="0" y="68580"/>
                </a:lnTo>
                <a:lnTo>
                  <a:pt x="228600" y="259080"/>
                </a:lnTo>
                <a:lnTo>
                  <a:pt x="3787140" y="153353"/>
                </a:lnTo>
                <a:lnTo>
                  <a:pt x="3406140" y="0"/>
                </a:lnTo>
                <a:close/>
              </a:path>
            </a:pathLst>
          </a:custGeom>
          <a:solidFill>
            <a:schemeClr val="bg2">
              <a:lumMod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67956FBD-E600-5B66-7CB8-424D69207342}"/>
              </a:ext>
            </a:extLst>
          </p:cNvPr>
          <p:cNvSpPr/>
          <p:nvPr/>
        </p:nvSpPr>
        <p:spPr>
          <a:xfrm rot="16200000">
            <a:off x="7293493" y="4524261"/>
            <a:ext cx="118964" cy="991363"/>
          </a:xfrm>
          <a:custGeom>
            <a:avLst/>
            <a:gdLst>
              <a:gd name="connsiteX0" fmla="*/ 0 w 205740"/>
              <a:gd name="connsiteY0" fmla="*/ 0 h 1714500"/>
              <a:gd name="connsiteX1" fmla="*/ 30480 w 205740"/>
              <a:gd name="connsiteY1" fmla="*/ 1539240 h 1714500"/>
              <a:gd name="connsiteX2" fmla="*/ 205740 w 205740"/>
              <a:gd name="connsiteY2" fmla="*/ 1714500 h 1714500"/>
              <a:gd name="connsiteX3" fmla="*/ 198120 w 205740"/>
              <a:gd name="connsiteY3" fmla="*/ 167640 h 1714500"/>
              <a:gd name="connsiteX4" fmla="*/ 0 w 205740"/>
              <a:gd name="connsiteY4" fmla="*/ 0 h 1714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5740" h="1714500">
                <a:moveTo>
                  <a:pt x="0" y="0"/>
                </a:moveTo>
                <a:lnTo>
                  <a:pt x="30480" y="1539240"/>
                </a:lnTo>
                <a:lnTo>
                  <a:pt x="205740" y="1714500"/>
                </a:lnTo>
                <a:lnTo>
                  <a:pt x="198120" y="167640"/>
                </a:lnTo>
                <a:lnTo>
                  <a:pt x="0" y="0"/>
                </a:ln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EDEAB0BA-B25F-7C58-D7E8-8C80A05DAA56}"/>
              </a:ext>
            </a:extLst>
          </p:cNvPr>
          <p:cNvSpPr/>
          <p:nvPr/>
        </p:nvSpPr>
        <p:spPr>
          <a:xfrm rot="16200000">
            <a:off x="6339582" y="3446980"/>
            <a:ext cx="2079659" cy="956115"/>
          </a:xfrm>
          <a:custGeom>
            <a:avLst/>
            <a:gdLst>
              <a:gd name="connsiteX0" fmla="*/ 0 w 3680460"/>
              <a:gd name="connsiteY0" fmla="*/ 1653540 h 1653540"/>
              <a:gd name="connsiteX1" fmla="*/ 1463040 w 3680460"/>
              <a:gd name="connsiteY1" fmla="*/ 1592580 h 1653540"/>
              <a:gd name="connsiteX2" fmla="*/ 1463040 w 3680460"/>
              <a:gd name="connsiteY2" fmla="*/ 1417320 h 1653540"/>
              <a:gd name="connsiteX3" fmla="*/ 182880 w 3680460"/>
              <a:gd name="connsiteY3" fmla="*/ 1478280 h 1653540"/>
              <a:gd name="connsiteX4" fmla="*/ 160020 w 3680460"/>
              <a:gd name="connsiteY4" fmla="*/ 266700 h 1653540"/>
              <a:gd name="connsiteX5" fmla="*/ 3474720 w 3680460"/>
              <a:gd name="connsiteY5" fmla="*/ 160020 h 1653540"/>
              <a:gd name="connsiteX6" fmla="*/ 3467100 w 3680460"/>
              <a:gd name="connsiteY6" fmla="*/ 1424940 h 1653540"/>
              <a:gd name="connsiteX7" fmla="*/ 2278380 w 3680460"/>
              <a:gd name="connsiteY7" fmla="*/ 1432560 h 1653540"/>
              <a:gd name="connsiteX8" fmla="*/ 2263140 w 3680460"/>
              <a:gd name="connsiteY8" fmla="*/ 1584960 h 1653540"/>
              <a:gd name="connsiteX9" fmla="*/ 3680460 w 3680460"/>
              <a:gd name="connsiteY9" fmla="*/ 1546860 h 1653540"/>
              <a:gd name="connsiteX10" fmla="*/ 3589020 w 3680460"/>
              <a:gd name="connsiteY10" fmla="*/ 0 h 1653540"/>
              <a:gd name="connsiteX11" fmla="*/ 0 w 3680460"/>
              <a:gd name="connsiteY11" fmla="*/ 91440 h 1653540"/>
              <a:gd name="connsiteX12" fmla="*/ 0 w 3680460"/>
              <a:gd name="connsiteY12" fmla="*/ 1653540 h 1653540"/>
              <a:gd name="connsiteX0" fmla="*/ 0 w 3649980"/>
              <a:gd name="connsiteY0" fmla="*/ 1653540 h 1653540"/>
              <a:gd name="connsiteX1" fmla="*/ 1463040 w 3649980"/>
              <a:gd name="connsiteY1" fmla="*/ 1592580 h 1653540"/>
              <a:gd name="connsiteX2" fmla="*/ 1463040 w 3649980"/>
              <a:gd name="connsiteY2" fmla="*/ 1417320 h 1653540"/>
              <a:gd name="connsiteX3" fmla="*/ 182880 w 3649980"/>
              <a:gd name="connsiteY3" fmla="*/ 1478280 h 1653540"/>
              <a:gd name="connsiteX4" fmla="*/ 160020 w 3649980"/>
              <a:gd name="connsiteY4" fmla="*/ 266700 h 1653540"/>
              <a:gd name="connsiteX5" fmla="*/ 3474720 w 3649980"/>
              <a:gd name="connsiteY5" fmla="*/ 160020 h 1653540"/>
              <a:gd name="connsiteX6" fmla="*/ 3467100 w 3649980"/>
              <a:gd name="connsiteY6" fmla="*/ 1424940 h 1653540"/>
              <a:gd name="connsiteX7" fmla="*/ 2278380 w 3649980"/>
              <a:gd name="connsiteY7" fmla="*/ 1432560 h 1653540"/>
              <a:gd name="connsiteX8" fmla="*/ 2263140 w 3649980"/>
              <a:gd name="connsiteY8" fmla="*/ 1584960 h 1653540"/>
              <a:gd name="connsiteX9" fmla="*/ 3649980 w 3649980"/>
              <a:gd name="connsiteY9" fmla="*/ 1554480 h 1653540"/>
              <a:gd name="connsiteX10" fmla="*/ 3589020 w 3649980"/>
              <a:gd name="connsiteY10" fmla="*/ 0 h 1653540"/>
              <a:gd name="connsiteX11" fmla="*/ 0 w 3649980"/>
              <a:gd name="connsiteY11" fmla="*/ 91440 h 1653540"/>
              <a:gd name="connsiteX12" fmla="*/ 0 w 3649980"/>
              <a:gd name="connsiteY12" fmla="*/ 1653540 h 1653540"/>
              <a:gd name="connsiteX0" fmla="*/ 0 w 3596640"/>
              <a:gd name="connsiteY0" fmla="*/ 1653540 h 1653540"/>
              <a:gd name="connsiteX1" fmla="*/ 1463040 w 3596640"/>
              <a:gd name="connsiteY1" fmla="*/ 1592580 h 1653540"/>
              <a:gd name="connsiteX2" fmla="*/ 1463040 w 3596640"/>
              <a:gd name="connsiteY2" fmla="*/ 1417320 h 1653540"/>
              <a:gd name="connsiteX3" fmla="*/ 182880 w 3596640"/>
              <a:gd name="connsiteY3" fmla="*/ 1478280 h 1653540"/>
              <a:gd name="connsiteX4" fmla="*/ 160020 w 3596640"/>
              <a:gd name="connsiteY4" fmla="*/ 266700 h 1653540"/>
              <a:gd name="connsiteX5" fmla="*/ 3474720 w 3596640"/>
              <a:gd name="connsiteY5" fmla="*/ 160020 h 1653540"/>
              <a:gd name="connsiteX6" fmla="*/ 3467100 w 3596640"/>
              <a:gd name="connsiteY6" fmla="*/ 1424940 h 1653540"/>
              <a:gd name="connsiteX7" fmla="*/ 2278380 w 3596640"/>
              <a:gd name="connsiteY7" fmla="*/ 1432560 h 1653540"/>
              <a:gd name="connsiteX8" fmla="*/ 2263140 w 3596640"/>
              <a:gd name="connsiteY8" fmla="*/ 1584960 h 1653540"/>
              <a:gd name="connsiteX9" fmla="*/ 3596640 w 3596640"/>
              <a:gd name="connsiteY9" fmla="*/ 1546860 h 1653540"/>
              <a:gd name="connsiteX10" fmla="*/ 3589020 w 3596640"/>
              <a:gd name="connsiteY10" fmla="*/ 0 h 1653540"/>
              <a:gd name="connsiteX11" fmla="*/ 0 w 3596640"/>
              <a:gd name="connsiteY11" fmla="*/ 91440 h 1653540"/>
              <a:gd name="connsiteX12" fmla="*/ 0 w 3596640"/>
              <a:gd name="connsiteY12" fmla="*/ 1653540 h 1653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596640" h="1653540">
                <a:moveTo>
                  <a:pt x="0" y="1653540"/>
                </a:moveTo>
                <a:lnTo>
                  <a:pt x="1463040" y="1592580"/>
                </a:lnTo>
                <a:lnTo>
                  <a:pt x="1463040" y="1417320"/>
                </a:lnTo>
                <a:lnTo>
                  <a:pt x="182880" y="1478280"/>
                </a:lnTo>
                <a:lnTo>
                  <a:pt x="160020" y="266700"/>
                </a:lnTo>
                <a:lnTo>
                  <a:pt x="3474720" y="160020"/>
                </a:lnTo>
                <a:lnTo>
                  <a:pt x="3467100" y="1424940"/>
                </a:lnTo>
                <a:lnTo>
                  <a:pt x="2278380" y="1432560"/>
                </a:lnTo>
                <a:lnTo>
                  <a:pt x="2263140" y="1584960"/>
                </a:lnTo>
                <a:lnTo>
                  <a:pt x="3596640" y="1546860"/>
                </a:lnTo>
                <a:lnTo>
                  <a:pt x="3589020" y="0"/>
                </a:lnTo>
                <a:lnTo>
                  <a:pt x="0" y="91440"/>
                </a:lnTo>
                <a:lnTo>
                  <a:pt x="0" y="1653540"/>
                </a:lnTo>
                <a:close/>
              </a:path>
            </a:pathLst>
          </a:cu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BC64F9B0-1ADC-9E91-6BDC-BDE1132C03C8}"/>
              </a:ext>
            </a:extLst>
          </p:cNvPr>
          <p:cNvSpPr/>
          <p:nvPr/>
        </p:nvSpPr>
        <p:spPr>
          <a:xfrm rot="16200000">
            <a:off x="6422609" y="3528354"/>
            <a:ext cx="1911127" cy="758668"/>
          </a:xfrm>
          <a:custGeom>
            <a:avLst/>
            <a:gdLst>
              <a:gd name="connsiteX0" fmla="*/ 2943225 w 3305175"/>
              <a:gd name="connsiteY0" fmla="*/ 4762 h 1312068"/>
              <a:gd name="connsiteX1" fmla="*/ 2964657 w 3305175"/>
              <a:gd name="connsiteY1" fmla="*/ 1040606 h 1312068"/>
              <a:gd name="connsiteX2" fmla="*/ 0 w 3305175"/>
              <a:gd name="connsiteY2" fmla="*/ 1133475 h 1312068"/>
              <a:gd name="connsiteX3" fmla="*/ 7144 w 3305175"/>
              <a:gd name="connsiteY3" fmla="*/ 1312068 h 1312068"/>
              <a:gd name="connsiteX4" fmla="*/ 1290638 w 3305175"/>
              <a:gd name="connsiteY4" fmla="*/ 1254918 h 1312068"/>
              <a:gd name="connsiteX5" fmla="*/ 1362075 w 3305175"/>
              <a:gd name="connsiteY5" fmla="*/ 1202531 h 1312068"/>
              <a:gd name="connsiteX6" fmla="*/ 1431132 w 3305175"/>
              <a:gd name="connsiteY6" fmla="*/ 1185862 h 1312068"/>
              <a:gd name="connsiteX7" fmla="*/ 1735932 w 3305175"/>
              <a:gd name="connsiteY7" fmla="*/ 1171575 h 1312068"/>
              <a:gd name="connsiteX8" fmla="*/ 1902619 w 3305175"/>
              <a:gd name="connsiteY8" fmla="*/ 1178718 h 1312068"/>
              <a:gd name="connsiteX9" fmla="*/ 2100263 w 3305175"/>
              <a:gd name="connsiteY9" fmla="*/ 1264443 h 1312068"/>
              <a:gd name="connsiteX10" fmla="*/ 3300413 w 3305175"/>
              <a:gd name="connsiteY10" fmla="*/ 1257300 h 1312068"/>
              <a:gd name="connsiteX11" fmla="*/ 3305175 w 3305175"/>
              <a:gd name="connsiteY11" fmla="*/ 0 h 1312068"/>
              <a:gd name="connsiteX12" fmla="*/ 2943225 w 3305175"/>
              <a:gd name="connsiteY12" fmla="*/ 4762 h 1312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305175" h="1312068">
                <a:moveTo>
                  <a:pt x="2943225" y="4762"/>
                </a:moveTo>
                <a:lnTo>
                  <a:pt x="2964657" y="1040606"/>
                </a:lnTo>
                <a:lnTo>
                  <a:pt x="0" y="1133475"/>
                </a:lnTo>
                <a:lnTo>
                  <a:pt x="7144" y="1312068"/>
                </a:lnTo>
                <a:lnTo>
                  <a:pt x="1290638" y="1254918"/>
                </a:lnTo>
                <a:lnTo>
                  <a:pt x="1362075" y="1202531"/>
                </a:lnTo>
                <a:lnTo>
                  <a:pt x="1431132" y="1185862"/>
                </a:lnTo>
                <a:lnTo>
                  <a:pt x="1735932" y="1171575"/>
                </a:lnTo>
                <a:lnTo>
                  <a:pt x="1902619" y="1178718"/>
                </a:lnTo>
                <a:lnTo>
                  <a:pt x="2100263" y="1264443"/>
                </a:lnTo>
                <a:lnTo>
                  <a:pt x="3300413" y="1257300"/>
                </a:lnTo>
                <a:cubicBezTo>
                  <a:pt x="3302000" y="838200"/>
                  <a:pt x="3303588" y="419100"/>
                  <a:pt x="3305175" y="0"/>
                </a:cubicBezTo>
                <a:lnTo>
                  <a:pt x="2943225" y="4762"/>
                </a:lnTo>
                <a:close/>
              </a:path>
            </a:pathLst>
          </a:cu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568E41DA-49D4-8915-73F7-D2521A8B9D3D}"/>
              </a:ext>
            </a:extLst>
          </p:cNvPr>
          <p:cNvSpPr/>
          <p:nvPr/>
        </p:nvSpPr>
        <p:spPr>
          <a:xfrm rot="16200000">
            <a:off x="7509665" y="3811306"/>
            <a:ext cx="473651" cy="143197"/>
          </a:xfrm>
          <a:custGeom>
            <a:avLst/>
            <a:gdLst>
              <a:gd name="connsiteX0" fmla="*/ 802482 w 819150"/>
              <a:gd name="connsiteY0" fmla="*/ 242888 h 247650"/>
              <a:gd name="connsiteX1" fmla="*/ 588169 w 819150"/>
              <a:gd name="connsiteY1" fmla="*/ 116682 h 247650"/>
              <a:gd name="connsiteX2" fmla="*/ 452438 w 819150"/>
              <a:gd name="connsiteY2" fmla="*/ 95250 h 247650"/>
              <a:gd name="connsiteX3" fmla="*/ 192882 w 819150"/>
              <a:gd name="connsiteY3" fmla="*/ 92869 h 247650"/>
              <a:gd name="connsiteX4" fmla="*/ 76200 w 819150"/>
              <a:gd name="connsiteY4" fmla="*/ 140494 h 247650"/>
              <a:gd name="connsiteX5" fmla="*/ 11907 w 819150"/>
              <a:gd name="connsiteY5" fmla="*/ 247650 h 247650"/>
              <a:gd name="connsiteX6" fmla="*/ 0 w 819150"/>
              <a:gd name="connsiteY6" fmla="*/ 85725 h 247650"/>
              <a:gd name="connsiteX7" fmla="*/ 76200 w 819150"/>
              <a:gd name="connsiteY7" fmla="*/ 33338 h 247650"/>
              <a:gd name="connsiteX8" fmla="*/ 173832 w 819150"/>
              <a:gd name="connsiteY8" fmla="*/ 14288 h 247650"/>
              <a:gd name="connsiteX9" fmla="*/ 469107 w 819150"/>
              <a:gd name="connsiteY9" fmla="*/ 0 h 247650"/>
              <a:gd name="connsiteX10" fmla="*/ 616744 w 819150"/>
              <a:gd name="connsiteY10" fmla="*/ 14288 h 247650"/>
              <a:gd name="connsiteX11" fmla="*/ 819150 w 819150"/>
              <a:gd name="connsiteY11" fmla="*/ 95250 h 247650"/>
              <a:gd name="connsiteX12" fmla="*/ 802482 w 819150"/>
              <a:gd name="connsiteY12" fmla="*/ 242888 h 247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819150" h="247650">
                <a:moveTo>
                  <a:pt x="802482" y="242888"/>
                </a:moveTo>
                <a:lnTo>
                  <a:pt x="588169" y="116682"/>
                </a:lnTo>
                <a:lnTo>
                  <a:pt x="452438" y="95250"/>
                </a:lnTo>
                <a:lnTo>
                  <a:pt x="192882" y="92869"/>
                </a:lnTo>
                <a:lnTo>
                  <a:pt x="76200" y="140494"/>
                </a:lnTo>
                <a:lnTo>
                  <a:pt x="11907" y="247650"/>
                </a:lnTo>
                <a:lnTo>
                  <a:pt x="0" y="85725"/>
                </a:lnTo>
                <a:lnTo>
                  <a:pt x="76200" y="33338"/>
                </a:lnTo>
                <a:lnTo>
                  <a:pt x="173832" y="14288"/>
                </a:lnTo>
                <a:lnTo>
                  <a:pt x="469107" y="0"/>
                </a:lnTo>
                <a:lnTo>
                  <a:pt x="616744" y="14288"/>
                </a:lnTo>
                <a:lnTo>
                  <a:pt x="819150" y="95250"/>
                </a:lnTo>
                <a:lnTo>
                  <a:pt x="802482" y="242888"/>
                </a:lnTo>
                <a:close/>
              </a:path>
            </a:pathLst>
          </a:cu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470AF5AB-831F-F437-075D-F02662CA6488}"/>
              </a:ext>
            </a:extLst>
          </p:cNvPr>
          <p:cNvGrpSpPr/>
          <p:nvPr/>
        </p:nvGrpSpPr>
        <p:grpSpPr>
          <a:xfrm rot="16200000">
            <a:off x="7153050" y="3363815"/>
            <a:ext cx="121167" cy="90875"/>
            <a:chOff x="6669881" y="4393406"/>
            <a:chExt cx="209550" cy="157163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8C1D18FB-E5DA-8426-A3EC-661A2F5383AE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1C6C4308-EAB5-0DBC-B744-ACB39D65CF3C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E06AE6E9-BC2E-D4FF-FDB0-33E9BE00E012}"/>
              </a:ext>
            </a:extLst>
          </p:cNvPr>
          <p:cNvGrpSpPr/>
          <p:nvPr/>
        </p:nvGrpSpPr>
        <p:grpSpPr>
          <a:xfrm rot="16200000">
            <a:off x="7170950" y="3621295"/>
            <a:ext cx="121167" cy="90875"/>
            <a:chOff x="6669881" y="4393406"/>
            <a:chExt cx="209550" cy="157163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7029F2CF-94F1-09ED-5289-BF58313C8E38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1C9D4869-5BDF-FD22-EBED-069AF944263A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8F425D54-70EB-61AC-8EC7-9F5CA23182D6}"/>
              </a:ext>
            </a:extLst>
          </p:cNvPr>
          <p:cNvGrpSpPr/>
          <p:nvPr/>
        </p:nvGrpSpPr>
        <p:grpSpPr>
          <a:xfrm rot="16200000">
            <a:off x="7188849" y="3878774"/>
            <a:ext cx="121167" cy="90875"/>
            <a:chOff x="6669881" y="4393406"/>
            <a:chExt cx="209550" cy="157163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2D11EC27-A461-6D5C-880D-B423C9F6808A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6D48F37E-8095-AC7F-633A-709E9FE7E3A5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3263B444-49D5-69B2-B0D3-D3251C8DCDC8}"/>
              </a:ext>
            </a:extLst>
          </p:cNvPr>
          <p:cNvGrpSpPr/>
          <p:nvPr/>
        </p:nvGrpSpPr>
        <p:grpSpPr>
          <a:xfrm rot="16200000">
            <a:off x="7195733" y="4168611"/>
            <a:ext cx="121167" cy="90875"/>
            <a:chOff x="6669881" y="4393406"/>
            <a:chExt cx="209550" cy="157163"/>
          </a:xfrm>
        </p:grpSpPr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14B559DE-8F47-49CC-4789-F2F0ADCE8402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8107EEBC-6C32-6FD1-9B3A-24FB59C0C9C5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A3F1B91E-2F7A-728E-0A1B-CC40AF094A2C}"/>
              </a:ext>
            </a:extLst>
          </p:cNvPr>
          <p:cNvGrpSpPr/>
          <p:nvPr/>
        </p:nvGrpSpPr>
        <p:grpSpPr>
          <a:xfrm rot="16200000">
            <a:off x="7207138" y="4461335"/>
            <a:ext cx="121167" cy="90875"/>
            <a:chOff x="6669881" y="4393406"/>
            <a:chExt cx="209550" cy="157163"/>
          </a:xfrm>
        </p:grpSpPr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839A430C-17CC-F4BB-1E8B-C7A56DF1110A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EAD449BB-22EB-875D-F614-F1FB3009B2EA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5708CE7B-4486-6E60-4451-7424C96C1C9C}"/>
              </a:ext>
            </a:extLst>
          </p:cNvPr>
          <p:cNvGrpSpPr/>
          <p:nvPr/>
        </p:nvGrpSpPr>
        <p:grpSpPr>
          <a:xfrm rot="16200000">
            <a:off x="7442585" y="4468220"/>
            <a:ext cx="121167" cy="90875"/>
            <a:chOff x="6669881" y="4393406"/>
            <a:chExt cx="209550" cy="157163"/>
          </a:xfrm>
        </p:grpSpPr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CF659A5E-F7EA-E322-1422-9FD719F1A409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8272AA7E-9F62-C0F1-D6C0-1125A965C5EC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DC29D822-C599-03D0-C522-59F85B7520BD}"/>
              </a:ext>
            </a:extLst>
          </p:cNvPr>
          <p:cNvGrpSpPr/>
          <p:nvPr/>
        </p:nvGrpSpPr>
        <p:grpSpPr>
          <a:xfrm rot="16200000">
            <a:off x="7434324" y="4169989"/>
            <a:ext cx="121167" cy="90875"/>
            <a:chOff x="6669881" y="4393406"/>
            <a:chExt cx="209550" cy="157163"/>
          </a:xfrm>
        </p:grpSpPr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D33DA4C8-206F-D308-4BF5-4179F2DA744D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DECA6F7A-26B8-2BCC-DB78-CDE4F3ABA31A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6EA850FD-3202-387C-3619-90357DBCADFC}"/>
              </a:ext>
            </a:extLst>
          </p:cNvPr>
          <p:cNvGrpSpPr/>
          <p:nvPr/>
        </p:nvGrpSpPr>
        <p:grpSpPr>
          <a:xfrm rot="16200000">
            <a:off x="7430583" y="3874645"/>
            <a:ext cx="121167" cy="90875"/>
            <a:chOff x="6669881" y="4393406"/>
            <a:chExt cx="209550" cy="157163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E8333D04-B368-5F5A-70FE-99CF60D3FA30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A9B44880-19BD-A676-FA48-B4E3EAF6BCF5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75F930F0-A56A-2203-4A67-8E3356B2DF69}"/>
              </a:ext>
            </a:extLst>
          </p:cNvPr>
          <p:cNvGrpSpPr/>
          <p:nvPr/>
        </p:nvGrpSpPr>
        <p:grpSpPr>
          <a:xfrm rot="16200000">
            <a:off x="7433906" y="3603397"/>
            <a:ext cx="121167" cy="90875"/>
            <a:chOff x="6669881" y="4393406"/>
            <a:chExt cx="209550" cy="157163"/>
          </a:xfrm>
        </p:grpSpPr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0C298F05-8A6A-6F77-3BFE-09B614642A36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5A74164C-115B-A662-A025-CCECD6CF5DAB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598F2B04-2A55-70E8-5FD1-C5AC2B8E558C}"/>
              </a:ext>
            </a:extLst>
          </p:cNvPr>
          <p:cNvGrpSpPr/>
          <p:nvPr/>
        </p:nvGrpSpPr>
        <p:grpSpPr>
          <a:xfrm rot="16200000">
            <a:off x="7427829" y="3347297"/>
            <a:ext cx="121167" cy="90875"/>
            <a:chOff x="6669881" y="4393406"/>
            <a:chExt cx="209550" cy="157163"/>
          </a:xfrm>
        </p:grpSpPr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00A11E5A-61B1-8360-8A48-4AD3BFBF5400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0" name="Freeform: Shape 39">
              <a:extLst>
                <a:ext uri="{FF2B5EF4-FFF2-40B4-BE49-F238E27FC236}">
                  <a16:creationId xmlns:a16="http://schemas.microsoft.com/office/drawing/2014/main" id="{003CB151-D574-AF2D-A60F-076289B400CF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30ADF7AD-448E-BE9B-695C-3E4A204B724B}"/>
              </a:ext>
            </a:extLst>
          </p:cNvPr>
          <p:cNvCxnSpPr>
            <a:cxnSpLocks/>
          </p:cNvCxnSpPr>
          <p:nvPr/>
        </p:nvCxnSpPr>
        <p:spPr>
          <a:xfrm flipV="1">
            <a:off x="7618783" y="4529074"/>
            <a:ext cx="580208" cy="1092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E46D01C5-0D2F-74FC-7040-06D83603BEC9}"/>
              </a:ext>
            </a:extLst>
          </p:cNvPr>
          <p:cNvSpPr txBox="1"/>
          <p:nvPr/>
        </p:nvSpPr>
        <p:spPr>
          <a:xfrm>
            <a:off x="7968336" y="4335431"/>
            <a:ext cx="46038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/>
              <a:t>GND</a:t>
            </a:r>
            <a:endParaRPr lang="LID4096" sz="1000" b="1" dirty="0"/>
          </a:p>
        </p:txBody>
      </p: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C3397D34-756A-BF1B-9679-28B40769BEB5}"/>
              </a:ext>
            </a:extLst>
          </p:cNvPr>
          <p:cNvCxnSpPr>
            <a:cxnSpLocks/>
          </p:cNvCxnSpPr>
          <p:nvPr/>
        </p:nvCxnSpPr>
        <p:spPr>
          <a:xfrm rot="16200000">
            <a:off x="6604320" y="2925218"/>
            <a:ext cx="15915" cy="967463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94F82FFE-B333-E836-A470-47763C7B256B}"/>
              </a:ext>
            </a:extLst>
          </p:cNvPr>
          <p:cNvSpPr txBox="1"/>
          <p:nvPr/>
        </p:nvSpPr>
        <p:spPr>
          <a:xfrm>
            <a:off x="6288311" y="3138252"/>
            <a:ext cx="43954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3.3V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17F476DA-38D0-9EC9-27D9-05D702F6A6A3}"/>
              </a:ext>
            </a:extLst>
          </p:cNvPr>
          <p:cNvCxnSpPr>
            <a:cxnSpLocks/>
          </p:cNvCxnSpPr>
          <p:nvPr/>
        </p:nvCxnSpPr>
        <p:spPr>
          <a:xfrm rot="16200000">
            <a:off x="6649303" y="4089372"/>
            <a:ext cx="0" cy="893411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68C23263-50A3-DB46-112C-9D53AA519633}"/>
              </a:ext>
            </a:extLst>
          </p:cNvPr>
          <p:cNvSpPr txBox="1"/>
          <p:nvPr/>
        </p:nvSpPr>
        <p:spPr>
          <a:xfrm>
            <a:off x="6284124" y="4289455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bit0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A19B3371-2881-8B68-4459-62687F40075D}"/>
              </a:ext>
            </a:extLst>
          </p:cNvPr>
          <p:cNvCxnSpPr>
            <a:cxnSpLocks/>
          </p:cNvCxnSpPr>
          <p:nvPr/>
        </p:nvCxnSpPr>
        <p:spPr>
          <a:xfrm>
            <a:off x="5573182" y="4226593"/>
            <a:ext cx="1522826" cy="0"/>
          </a:xfrm>
          <a:prstGeom prst="line">
            <a:avLst/>
          </a:prstGeom>
          <a:ln w="25400">
            <a:solidFill>
              <a:schemeClr val="bg1">
                <a:lumMod val="50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3B3A33B2-C504-3F81-66DF-47D4A5F370A0}"/>
              </a:ext>
            </a:extLst>
          </p:cNvPr>
          <p:cNvSpPr txBox="1"/>
          <p:nvPr/>
        </p:nvSpPr>
        <p:spPr>
          <a:xfrm>
            <a:off x="6284124" y="3941413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bit2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8D7EFBD4-EF3E-6FF7-2270-3EE2C75486E5}"/>
              </a:ext>
            </a:extLst>
          </p:cNvPr>
          <p:cNvCxnSpPr>
            <a:cxnSpLocks/>
          </p:cNvCxnSpPr>
          <p:nvPr/>
        </p:nvCxnSpPr>
        <p:spPr>
          <a:xfrm rot="16200000">
            <a:off x="6649303" y="3479632"/>
            <a:ext cx="0" cy="893411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6EE302BE-1E77-98DD-7942-203EAE4C2F68}"/>
              </a:ext>
            </a:extLst>
          </p:cNvPr>
          <p:cNvSpPr txBox="1"/>
          <p:nvPr/>
        </p:nvSpPr>
        <p:spPr>
          <a:xfrm>
            <a:off x="6284124" y="3681358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bit4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0D59C880-42C5-02D3-6A30-D8CA006CD2EB}"/>
              </a:ext>
            </a:extLst>
          </p:cNvPr>
          <p:cNvCxnSpPr>
            <a:cxnSpLocks/>
          </p:cNvCxnSpPr>
          <p:nvPr/>
        </p:nvCxnSpPr>
        <p:spPr>
          <a:xfrm rot="16200000">
            <a:off x="6641154" y="3216959"/>
            <a:ext cx="0" cy="893411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F58032E2-41EA-10DC-C3EB-6CD8A72065FB}"/>
              </a:ext>
            </a:extLst>
          </p:cNvPr>
          <p:cNvSpPr txBox="1"/>
          <p:nvPr/>
        </p:nvSpPr>
        <p:spPr>
          <a:xfrm>
            <a:off x="6284124" y="3420513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bit6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F6A459F7-4670-CF80-C9D8-28C76FE87814}"/>
              </a:ext>
            </a:extLst>
          </p:cNvPr>
          <p:cNvCxnSpPr>
            <a:cxnSpLocks/>
          </p:cNvCxnSpPr>
          <p:nvPr/>
        </p:nvCxnSpPr>
        <p:spPr>
          <a:xfrm rot="16200000">
            <a:off x="7822048" y="4000596"/>
            <a:ext cx="0" cy="468255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>
            <a:extLst>
              <a:ext uri="{FF2B5EF4-FFF2-40B4-BE49-F238E27FC236}">
                <a16:creationId xmlns:a16="http://schemas.microsoft.com/office/drawing/2014/main" id="{07FEC518-7840-A29B-4C97-B6EFD35D9170}"/>
              </a:ext>
            </a:extLst>
          </p:cNvPr>
          <p:cNvSpPr txBox="1"/>
          <p:nvPr/>
        </p:nvSpPr>
        <p:spPr>
          <a:xfrm>
            <a:off x="7998562" y="4044312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/>
              <a:t>bit1</a:t>
            </a:r>
            <a:endParaRPr lang="LID4096" sz="1000" b="1" dirty="0"/>
          </a:p>
        </p:txBody>
      </p: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BA324207-2A7B-B942-FE94-733FF394816E}"/>
              </a:ext>
            </a:extLst>
          </p:cNvPr>
          <p:cNvCxnSpPr>
            <a:cxnSpLocks/>
          </p:cNvCxnSpPr>
          <p:nvPr/>
        </p:nvCxnSpPr>
        <p:spPr>
          <a:xfrm rot="16200000">
            <a:off x="7820876" y="3702198"/>
            <a:ext cx="0" cy="468255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>
            <a:extLst>
              <a:ext uri="{FF2B5EF4-FFF2-40B4-BE49-F238E27FC236}">
                <a16:creationId xmlns:a16="http://schemas.microsoft.com/office/drawing/2014/main" id="{0AE5D445-BA13-7D3A-F0B5-35CEF657CB13}"/>
              </a:ext>
            </a:extLst>
          </p:cNvPr>
          <p:cNvSpPr txBox="1"/>
          <p:nvPr/>
        </p:nvSpPr>
        <p:spPr>
          <a:xfrm>
            <a:off x="7997390" y="3745915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/>
              <a:t>bit3</a:t>
            </a:r>
            <a:endParaRPr lang="LID4096" sz="1000" b="1" dirty="0"/>
          </a:p>
        </p:txBody>
      </p: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0E98CBA9-AA59-EA14-A9FB-314BFA422E35}"/>
              </a:ext>
            </a:extLst>
          </p:cNvPr>
          <p:cNvCxnSpPr>
            <a:cxnSpLocks/>
          </p:cNvCxnSpPr>
          <p:nvPr/>
        </p:nvCxnSpPr>
        <p:spPr>
          <a:xfrm rot="16200000">
            <a:off x="7821462" y="3423236"/>
            <a:ext cx="0" cy="468255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>
            <a:extLst>
              <a:ext uri="{FF2B5EF4-FFF2-40B4-BE49-F238E27FC236}">
                <a16:creationId xmlns:a16="http://schemas.microsoft.com/office/drawing/2014/main" id="{19B9DB78-DCE0-490F-F6D0-9393448F4DB9}"/>
              </a:ext>
            </a:extLst>
          </p:cNvPr>
          <p:cNvSpPr txBox="1"/>
          <p:nvPr/>
        </p:nvSpPr>
        <p:spPr>
          <a:xfrm>
            <a:off x="7997977" y="3466952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/>
              <a:t>bit5</a:t>
            </a:r>
            <a:endParaRPr lang="LID4096" sz="1000" b="1" dirty="0"/>
          </a:p>
        </p:txBody>
      </p: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A96CB7B0-3946-4F42-EF5C-B2FAA030A301}"/>
              </a:ext>
            </a:extLst>
          </p:cNvPr>
          <p:cNvCxnSpPr>
            <a:cxnSpLocks/>
          </p:cNvCxnSpPr>
          <p:nvPr/>
        </p:nvCxnSpPr>
        <p:spPr>
          <a:xfrm rot="16200000">
            <a:off x="7820876" y="3161212"/>
            <a:ext cx="0" cy="468255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3C2E0B97-5835-F164-9095-588A83AC1386}"/>
              </a:ext>
            </a:extLst>
          </p:cNvPr>
          <p:cNvSpPr txBox="1"/>
          <p:nvPr/>
        </p:nvSpPr>
        <p:spPr>
          <a:xfrm>
            <a:off x="7997390" y="3204928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/>
              <a:t>bit7</a:t>
            </a:r>
            <a:endParaRPr lang="LID4096" sz="1000" b="1" dirty="0"/>
          </a:p>
        </p:txBody>
      </p:sp>
      <p:grpSp>
        <p:nvGrpSpPr>
          <p:cNvPr id="61" name="Group 60">
            <a:extLst>
              <a:ext uri="{FF2B5EF4-FFF2-40B4-BE49-F238E27FC236}">
                <a16:creationId xmlns:a16="http://schemas.microsoft.com/office/drawing/2014/main" id="{BE293134-0495-F74D-FB99-2D29669397AD}"/>
              </a:ext>
            </a:extLst>
          </p:cNvPr>
          <p:cNvGrpSpPr/>
          <p:nvPr/>
        </p:nvGrpSpPr>
        <p:grpSpPr>
          <a:xfrm>
            <a:off x="1374661" y="2050956"/>
            <a:ext cx="1086251" cy="2080948"/>
            <a:chOff x="1688174" y="1407516"/>
            <a:chExt cx="1086251" cy="2080948"/>
          </a:xfrm>
        </p:grpSpPr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D557C04F-FAEA-5434-DC6E-9570472D79FE}"/>
                </a:ext>
              </a:extLst>
            </p:cNvPr>
            <p:cNvSpPr txBox="1"/>
            <p:nvPr/>
          </p:nvSpPr>
          <p:spPr>
            <a:xfrm>
              <a:off x="2283427" y="3242243"/>
              <a:ext cx="407484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bit0</a:t>
              </a:r>
              <a:endParaRPr lang="LID4096" sz="1000" b="1" dirty="0"/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16DB5446-996B-5ADF-D936-E28F9D0C82F8}"/>
                </a:ext>
              </a:extLst>
            </p:cNvPr>
            <p:cNvSpPr txBox="1"/>
            <p:nvPr/>
          </p:nvSpPr>
          <p:spPr>
            <a:xfrm>
              <a:off x="2285107" y="3129404"/>
              <a:ext cx="407484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/>
                <a:t>bit1</a:t>
              </a:r>
              <a:endParaRPr lang="LID4096" sz="1000" b="1" dirty="0"/>
            </a:p>
          </p:txBody>
        </p: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5BB8A56F-D759-0C91-1361-9E0F35EAB412}"/>
                </a:ext>
              </a:extLst>
            </p:cNvPr>
            <p:cNvSpPr txBox="1"/>
            <p:nvPr/>
          </p:nvSpPr>
          <p:spPr>
            <a:xfrm>
              <a:off x="2298013" y="1407516"/>
              <a:ext cx="476412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/>
                <a:t>bit15</a:t>
              </a:r>
              <a:endParaRPr lang="LID4096" sz="1000" b="1" dirty="0"/>
            </a:p>
          </p:txBody>
        </p:sp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0424A6CE-D961-E166-DE68-BF4C354AA6EC}"/>
                </a:ext>
              </a:extLst>
            </p:cNvPr>
            <p:cNvSpPr/>
            <p:nvPr/>
          </p:nvSpPr>
          <p:spPr>
            <a:xfrm rot="16200000">
              <a:off x="906454" y="2193483"/>
              <a:ext cx="2011953" cy="448513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/>
                <a:t>INDR</a:t>
              </a:r>
              <a:endParaRPr lang="LID4096"/>
            </a:p>
          </p:txBody>
        </p: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01A13F16-52C1-5AD2-2E2C-48A2D967F591}"/>
                </a:ext>
              </a:extLst>
            </p:cNvPr>
            <p:cNvCxnSpPr>
              <a:cxnSpLocks/>
            </p:cNvCxnSpPr>
            <p:nvPr/>
          </p:nvCxnSpPr>
          <p:spPr>
            <a:xfrm>
              <a:off x="2117382" y="3365355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B14F4C0A-6375-C023-BB74-644C4C396D99}"/>
                </a:ext>
              </a:extLst>
            </p:cNvPr>
            <p:cNvCxnSpPr>
              <a:cxnSpLocks/>
            </p:cNvCxnSpPr>
            <p:nvPr/>
          </p:nvCxnSpPr>
          <p:spPr>
            <a:xfrm>
              <a:off x="2117382" y="3257594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08CFEC98-1394-8527-AB60-4D1227CF6212}"/>
                </a:ext>
              </a:extLst>
            </p:cNvPr>
            <p:cNvCxnSpPr>
              <a:cxnSpLocks/>
            </p:cNvCxnSpPr>
            <p:nvPr/>
          </p:nvCxnSpPr>
          <p:spPr>
            <a:xfrm>
              <a:off x="2117382" y="3135954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410206A0-1CC7-3B33-219F-ACBF3D11ADF5}"/>
                </a:ext>
              </a:extLst>
            </p:cNvPr>
            <p:cNvSpPr txBox="1"/>
            <p:nvPr/>
          </p:nvSpPr>
          <p:spPr>
            <a:xfrm rot="16200000">
              <a:off x="1994885" y="2540320"/>
              <a:ext cx="3818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/>
                <a:t>...</a:t>
              </a:r>
              <a:endParaRPr lang="LID4096"/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E9CFC3C2-9C2E-057B-148B-90283CD08F0C}"/>
                </a:ext>
              </a:extLst>
            </p:cNvPr>
            <p:cNvSpPr txBox="1"/>
            <p:nvPr/>
          </p:nvSpPr>
          <p:spPr>
            <a:xfrm rot="16200000">
              <a:off x="1970578" y="1538423"/>
              <a:ext cx="3818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/>
                <a:t>...</a:t>
              </a:r>
              <a:endParaRPr lang="LID4096"/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77C16A1E-CD70-E537-901E-735C0B11A67C}"/>
                </a:ext>
              </a:extLst>
            </p:cNvPr>
            <p:cNvSpPr txBox="1"/>
            <p:nvPr/>
          </p:nvSpPr>
          <p:spPr>
            <a:xfrm>
              <a:off x="2283427" y="3000773"/>
              <a:ext cx="407484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/>
                <a:t>bit2</a:t>
              </a:r>
              <a:endParaRPr lang="LID4096" sz="1000" b="1" dirty="0"/>
            </a:p>
          </p:txBody>
        </p: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AA2C1C55-012A-2002-8FC2-70A5B3523F9D}"/>
                </a:ext>
              </a:extLst>
            </p:cNvPr>
            <p:cNvCxnSpPr>
              <a:cxnSpLocks/>
            </p:cNvCxnSpPr>
            <p:nvPr/>
          </p:nvCxnSpPr>
          <p:spPr>
            <a:xfrm>
              <a:off x="2119251" y="1530626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3" name="TextBox 72">
            <a:extLst>
              <a:ext uri="{FF2B5EF4-FFF2-40B4-BE49-F238E27FC236}">
                <a16:creationId xmlns:a16="http://schemas.microsoft.com/office/drawing/2014/main" id="{BF2D7A08-B0D1-40DD-FDE9-667FD2D5BF96}"/>
              </a:ext>
            </a:extLst>
          </p:cNvPr>
          <p:cNvSpPr txBox="1"/>
          <p:nvPr/>
        </p:nvSpPr>
        <p:spPr>
          <a:xfrm>
            <a:off x="1969914" y="6104986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/>
              <a:t>bit0</a:t>
            </a:r>
            <a:endParaRPr lang="LID4096" sz="1000" b="1" dirty="0"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876705DC-9955-D7BE-AD1D-9A4C1FEC7C48}"/>
              </a:ext>
            </a:extLst>
          </p:cNvPr>
          <p:cNvSpPr txBox="1"/>
          <p:nvPr/>
        </p:nvSpPr>
        <p:spPr>
          <a:xfrm>
            <a:off x="1971594" y="5992147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bit1</a:t>
            </a:r>
            <a:endParaRPr lang="LID4096" sz="1000" b="1" dirty="0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9813D82B-593F-DE86-1652-82E2A730D0B4}"/>
              </a:ext>
            </a:extLst>
          </p:cNvPr>
          <p:cNvSpPr txBox="1"/>
          <p:nvPr/>
        </p:nvSpPr>
        <p:spPr>
          <a:xfrm>
            <a:off x="1984500" y="4270259"/>
            <a:ext cx="47641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bit15</a:t>
            </a:r>
            <a:endParaRPr lang="LID4096" sz="1000" b="1" dirty="0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58B860CE-AD2D-F2DA-A827-86D857EE9C99}"/>
              </a:ext>
            </a:extLst>
          </p:cNvPr>
          <p:cNvSpPr/>
          <p:nvPr/>
        </p:nvSpPr>
        <p:spPr>
          <a:xfrm rot="16200000">
            <a:off x="592941" y="5056226"/>
            <a:ext cx="2011953" cy="44851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/>
              <a:t>OUTDR</a:t>
            </a:r>
            <a:endParaRPr lang="LID4096"/>
          </a:p>
        </p:txBody>
      </p: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9201AE47-AF54-C94A-8787-7AC71894442A}"/>
              </a:ext>
            </a:extLst>
          </p:cNvPr>
          <p:cNvCxnSpPr>
            <a:cxnSpLocks/>
          </p:cNvCxnSpPr>
          <p:nvPr/>
        </p:nvCxnSpPr>
        <p:spPr>
          <a:xfrm>
            <a:off x="1803869" y="6228098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01A0DC6D-94E7-C460-519A-AF626B9861BE}"/>
              </a:ext>
            </a:extLst>
          </p:cNvPr>
          <p:cNvCxnSpPr>
            <a:cxnSpLocks/>
          </p:cNvCxnSpPr>
          <p:nvPr/>
        </p:nvCxnSpPr>
        <p:spPr>
          <a:xfrm>
            <a:off x="1803869" y="6120337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F06803A4-49F7-2D23-A97D-744B91BDEA31}"/>
              </a:ext>
            </a:extLst>
          </p:cNvPr>
          <p:cNvCxnSpPr>
            <a:cxnSpLocks/>
          </p:cNvCxnSpPr>
          <p:nvPr/>
        </p:nvCxnSpPr>
        <p:spPr>
          <a:xfrm>
            <a:off x="1803869" y="5998697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TextBox 79">
            <a:extLst>
              <a:ext uri="{FF2B5EF4-FFF2-40B4-BE49-F238E27FC236}">
                <a16:creationId xmlns:a16="http://schemas.microsoft.com/office/drawing/2014/main" id="{6171A26F-B78A-6B72-5866-A1908B38AB29}"/>
              </a:ext>
            </a:extLst>
          </p:cNvPr>
          <p:cNvSpPr txBox="1"/>
          <p:nvPr/>
        </p:nvSpPr>
        <p:spPr>
          <a:xfrm rot="16200000">
            <a:off x="1681372" y="5403063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...</a:t>
            </a:r>
            <a:endParaRPr lang="LID4096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FEC965AF-4478-F7AD-841C-CB30D1F053B5}"/>
              </a:ext>
            </a:extLst>
          </p:cNvPr>
          <p:cNvSpPr txBox="1"/>
          <p:nvPr/>
        </p:nvSpPr>
        <p:spPr>
          <a:xfrm rot="16200000">
            <a:off x="1657065" y="4401166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...</a:t>
            </a:r>
            <a:endParaRPr lang="LID4096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CD1852A1-7A10-D709-0417-264F4869C8FA}"/>
              </a:ext>
            </a:extLst>
          </p:cNvPr>
          <p:cNvSpPr txBox="1"/>
          <p:nvPr/>
        </p:nvSpPr>
        <p:spPr>
          <a:xfrm>
            <a:off x="1969914" y="5863516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bit2</a:t>
            </a:r>
            <a:endParaRPr lang="LID4096" sz="1000" b="1" dirty="0"/>
          </a:p>
        </p:txBody>
      </p: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4A8D9C71-BDD6-61D6-5937-D6203401FB26}"/>
              </a:ext>
            </a:extLst>
          </p:cNvPr>
          <p:cNvCxnSpPr>
            <a:cxnSpLocks/>
          </p:cNvCxnSpPr>
          <p:nvPr/>
        </p:nvCxnSpPr>
        <p:spPr>
          <a:xfrm>
            <a:off x="1805738" y="4393369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Straight Connector 83">
            <a:extLst>
              <a:ext uri="{FF2B5EF4-FFF2-40B4-BE49-F238E27FC236}">
                <a16:creationId xmlns:a16="http://schemas.microsoft.com/office/drawing/2014/main" id="{D0D3869B-9923-D2B0-526A-E12D869A08FE}"/>
              </a:ext>
            </a:extLst>
          </p:cNvPr>
          <p:cNvCxnSpPr>
            <a:cxnSpLocks/>
          </p:cNvCxnSpPr>
          <p:nvPr/>
        </p:nvCxnSpPr>
        <p:spPr>
          <a:xfrm>
            <a:off x="2302013" y="5986309"/>
            <a:ext cx="2935926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1054B2CB-797B-BE81-1FC0-638216AC51AD}"/>
              </a:ext>
            </a:extLst>
          </p:cNvPr>
          <p:cNvCxnSpPr>
            <a:cxnSpLocks/>
          </p:cNvCxnSpPr>
          <p:nvPr/>
        </p:nvCxnSpPr>
        <p:spPr>
          <a:xfrm>
            <a:off x="2315222" y="3753287"/>
            <a:ext cx="2922717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A192D291-CAD7-043B-0B22-14E4564D60A3}"/>
              </a:ext>
            </a:extLst>
          </p:cNvPr>
          <p:cNvCxnSpPr>
            <a:cxnSpLocks/>
          </p:cNvCxnSpPr>
          <p:nvPr/>
        </p:nvCxnSpPr>
        <p:spPr>
          <a:xfrm>
            <a:off x="5237939" y="4465903"/>
            <a:ext cx="0" cy="1533236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Oval 86">
            <a:extLst>
              <a:ext uri="{FF2B5EF4-FFF2-40B4-BE49-F238E27FC236}">
                <a16:creationId xmlns:a16="http://schemas.microsoft.com/office/drawing/2014/main" id="{75A9037E-D7C4-9C96-F6C5-793F48E5FD74}"/>
              </a:ext>
            </a:extLst>
          </p:cNvPr>
          <p:cNvSpPr/>
          <p:nvPr/>
        </p:nvSpPr>
        <p:spPr>
          <a:xfrm>
            <a:off x="5455307" y="4179234"/>
            <a:ext cx="109057" cy="109057"/>
          </a:xfrm>
          <a:prstGeom prst="ellipse">
            <a:avLst/>
          </a:prstGeom>
          <a:noFill/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88" name="Oval 87">
            <a:extLst>
              <a:ext uri="{FF2B5EF4-FFF2-40B4-BE49-F238E27FC236}">
                <a16:creationId xmlns:a16="http://schemas.microsoft.com/office/drawing/2014/main" id="{58B08285-BFB3-A9B7-BE11-6F40E19C3BB7}"/>
              </a:ext>
            </a:extLst>
          </p:cNvPr>
          <p:cNvSpPr/>
          <p:nvPr/>
        </p:nvSpPr>
        <p:spPr>
          <a:xfrm>
            <a:off x="5189694" y="3956037"/>
            <a:ext cx="109057" cy="109057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89" name="Oval 88">
            <a:extLst>
              <a:ext uri="{FF2B5EF4-FFF2-40B4-BE49-F238E27FC236}">
                <a16:creationId xmlns:a16="http://schemas.microsoft.com/office/drawing/2014/main" id="{8CDACA6E-C377-1C2C-6CA4-D1F6A928C105}"/>
              </a:ext>
            </a:extLst>
          </p:cNvPr>
          <p:cNvSpPr/>
          <p:nvPr/>
        </p:nvSpPr>
        <p:spPr>
          <a:xfrm>
            <a:off x="5193439" y="4396335"/>
            <a:ext cx="109057" cy="109057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90" name="Straight Connector 89">
            <a:extLst>
              <a:ext uri="{FF2B5EF4-FFF2-40B4-BE49-F238E27FC236}">
                <a16:creationId xmlns:a16="http://schemas.microsoft.com/office/drawing/2014/main" id="{815B4B8D-30E7-C6F6-EC09-215DD6E12172}"/>
              </a:ext>
            </a:extLst>
          </p:cNvPr>
          <p:cNvCxnSpPr>
            <a:cxnSpLocks/>
            <a:endCxn id="88" idx="5"/>
          </p:cNvCxnSpPr>
          <p:nvPr/>
        </p:nvCxnSpPr>
        <p:spPr>
          <a:xfrm flipH="1" flipV="1">
            <a:off x="5282780" y="4049123"/>
            <a:ext cx="181705" cy="184639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C619CD69-4E9A-48EB-13D5-47D02EE4F632}"/>
              </a:ext>
            </a:extLst>
          </p:cNvPr>
          <p:cNvCxnSpPr>
            <a:cxnSpLocks/>
            <a:endCxn id="88" idx="0"/>
          </p:cNvCxnSpPr>
          <p:nvPr/>
        </p:nvCxnSpPr>
        <p:spPr>
          <a:xfrm>
            <a:off x="5243531" y="3751608"/>
            <a:ext cx="692" cy="204429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Freeform: Shape 95">
            <a:extLst>
              <a:ext uri="{FF2B5EF4-FFF2-40B4-BE49-F238E27FC236}">
                <a16:creationId xmlns:a16="http://schemas.microsoft.com/office/drawing/2014/main" id="{33829CCC-7522-81AA-47E3-88F22EDFCDB2}"/>
              </a:ext>
            </a:extLst>
          </p:cNvPr>
          <p:cNvSpPr/>
          <p:nvPr/>
        </p:nvSpPr>
        <p:spPr>
          <a:xfrm flipH="1">
            <a:off x="10200129" y="4347631"/>
            <a:ext cx="617210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7" name="Freeform: Shape 96">
            <a:extLst>
              <a:ext uri="{FF2B5EF4-FFF2-40B4-BE49-F238E27FC236}">
                <a16:creationId xmlns:a16="http://schemas.microsoft.com/office/drawing/2014/main" id="{F3882BE4-07B7-0A00-5172-BD0F806F8358}"/>
              </a:ext>
            </a:extLst>
          </p:cNvPr>
          <p:cNvSpPr/>
          <p:nvPr/>
        </p:nvSpPr>
        <p:spPr>
          <a:xfrm>
            <a:off x="9253701" y="4350064"/>
            <a:ext cx="659869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2505F60F-522D-8787-AA8D-1F5196B85890}"/>
              </a:ext>
            </a:extLst>
          </p:cNvPr>
          <p:cNvSpPr/>
          <p:nvPr/>
        </p:nvSpPr>
        <p:spPr>
          <a:xfrm>
            <a:off x="10009926" y="3867134"/>
            <a:ext cx="93846" cy="565768"/>
          </a:xfrm>
          <a:prstGeom prst="rect">
            <a:avLst/>
          </a:prstGeom>
          <a:solidFill>
            <a:sysClr val="windowText" lastClr="000000">
              <a:lumMod val="65000"/>
              <a:lumOff val="35000"/>
            </a:sysClr>
          </a:solidFill>
          <a:ln w="38100" cap="flat" cmpd="sng" algn="ctr">
            <a:solidFill>
              <a:sysClr val="windowText" lastClr="000000">
                <a:lumMod val="75000"/>
                <a:lumOff val="25000"/>
              </a:sys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9" name="Rectangle: Rounded Corners 98">
            <a:extLst>
              <a:ext uri="{FF2B5EF4-FFF2-40B4-BE49-F238E27FC236}">
                <a16:creationId xmlns:a16="http://schemas.microsoft.com/office/drawing/2014/main" id="{336DDBE8-2E5F-C521-5097-61B17DA78729}"/>
              </a:ext>
            </a:extLst>
          </p:cNvPr>
          <p:cNvSpPr/>
          <p:nvPr/>
        </p:nvSpPr>
        <p:spPr>
          <a:xfrm>
            <a:off x="9682406" y="2982756"/>
            <a:ext cx="748889" cy="891084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00" name="Group 99">
            <a:extLst>
              <a:ext uri="{FF2B5EF4-FFF2-40B4-BE49-F238E27FC236}">
                <a16:creationId xmlns:a16="http://schemas.microsoft.com/office/drawing/2014/main" id="{49CF514D-27F4-82B7-1F5F-B6A3E692AA18}"/>
              </a:ext>
            </a:extLst>
          </p:cNvPr>
          <p:cNvGrpSpPr/>
          <p:nvPr/>
        </p:nvGrpSpPr>
        <p:grpSpPr>
          <a:xfrm>
            <a:off x="9733581" y="3873840"/>
            <a:ext cx="631874" cy="503488"/>
            <a:chOff x="5198211" y="3413816"/>
            <a:chExt cx="307830" cy="260468"/>
          </a:xfrm>
        </p:grpSpPr>
        <p:sp>
          <p:nvSpPr>
            <p:cNvPr id="101" name="Freeform: Shape 100">
              <a:extLst>
                <a:ext uri="{FF2B5EF4-FFF2-40B4-BE49-F238E27FC236}">
                  <a16:creationId xmlns:a16="http://schemas.microsoft.com/office/drawing/2014/main" id="{E74510AC-CD8F-ACDC-EAFA-67A0A57AECB1}"/>
                </a:ext>
              </a:extLst>
            </p:cNvPr>
            <p:cNvSpPr/>
            <p:nvPr/>
          </p:nvSpPr>
          <p:spPr>
            <a:xfrm>
              <a:off x="5198211" y="341381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2" name="Freeform: Shape 101">
              <a:extLst>
                <a:ext uri="{FF2B5EF4-FFF2-40B4-BE49-F238E27FC236}">
                  <a16:creationId xmlns:a16="http://schemas.microsoft.com/office/drawing/2014/main" id="{A49891FF-560E-9BF0-B37E-52DC035A662B}"/>
                </a:ext>
              </a:extLst>
            </p:cNvPr>
            <p:cNvSpPr/>
            <p:nvPr/>
          </p:nvSpPr>
          <p:spPr>
            <a:xfrm>
              <a:off x="5205355" y="346144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3" name="Freeform: Shape 102">
              <a:extLst>
                <a:ext uri="{FF2B5EF4-FFF2-40B4-BE49-F238E27FC236}">
                  <a16:creationId xmlns:a16="http://schemas.microsoft.com/office/drawing/2014/main" id="{AD9AEC96-D181-B022-2BAB-2156BF0F8D5D}"/>
                </a:ext>
              </a:extLst>
            </p:cNvPr>
            <p:cNvSpPr/>
            <p:nvPr/>
          </p:nvSpPr>
          <p:spPr>
            <a:xfrm>
              <a:off x="5202974" y="350906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4" name="Freeform: Shape 103">
              <a:extLst>
                <a:ext uri="{FF2B5EF4-FFF2-40B4-BE49-F238E27FC236}">
                  <a16:creationId xmlns:a16="http://schemas.microsoft.com/office/drawing/2014/main" id="{B8736E96-2805-630C-EC62-69A26DE7FB40}"/>
                </a:ext>
              </a:extLst>
            </p:cNvPr>
            <p:cNvSpPr/>
            <p:nvPr/>
          </p:nvSpPr>
          <p:spPr>
            <a:xfrm>
              <a:off x="5200593" y="355669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E9B92A8B-7D29-5751-4079-BEE3909D356F}"/>
              </a:ext>
            </a:extLst>
          </p:cNvPr>
          <p:cNvCxnSpPr>
            <a:cxnSpLocks/>
          </p:cNvCxnSpPr>
          <p:nvPr/>
        </p:nvCxnSpPr>
        <p:spPr>
          <a:xfrm flipH="1">
            <a:off x="9831459" y="4851425"/>
            <a:ext cx="268837" cy="112423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46B3DD32-825F-8B18-FE30-5B68AC2B6F14}"/>
              </a:ext>
            </a:extLst>
          </p:cNvPr>
          <p:cNvCxnSpPr>
            <a:cxnSpLocks/>
          </p:cNvCxnSpPr>
          <p:nvPr/>
        </p:nvCxnSpPr>
        <p:spPr>
          <a:xfrm flipH="1">
            <a:off x="9875507" y="4856312"/>
            <a:ext cx="381202" cy="147409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107" name="Freeform: Shape 106">
            <a:extLst>
              <a:ext uri="{FF2B5EF4-FFF2-40B4-BE49-F238E27FC236}">
                <a16:creationId xmlns:a16="http://schemas.microsoft.com/office/drawing/2014/main" id="{A069B777-C110-8883-8E07-520BFD6D0E1D}"/>
              </a:ext>
            </a:extLst>
          </p:cNvPr>
          <p:cNvSpPr/>
          <p:nvPr/>
        </p:nvSpPr>
        <p:spPr>
          <a:xfrm>
            <a:off x="9779505" y="3068767"/>
            <a:ext cx="140598" cy="381299"/>
          </a:xfrm>
          <a:custGeom>
            <a:avLst/>
            <a:gdLst>
              <a:gd name="connsiteX0" fmla="*/ 140598 w 140598"/>
              <a:gd name="connsiteY0" fmla="*/ 3794 h 381299"/>
              <a:gd name="connsiteX1" fmla="*/ 18957 w 140598"/>
              <a:gd name="connsiteY1" fmla="*/ 54128 h 381299"/>
              <a:gd name="connsiteX2" fmla="*/ 2179 w 140598"/>
              <a:gd name="connsiteY2" fmla="*/ 381299 h 3812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0598" h="381299">
                <a:moveTo>
                  <a:pt x="140598" y="3794"/>
                </a:moveTo>
                <a:cubicBezTo>
                  <a:pt x="91312" y="-2498"/>
                  <a:pt x="42027" y="-8789"/>
                  <a:pt x="18957" y="54128"/>
                </a:cubicBezTo>
                <a:cubicBezTo>
                  <a:pt x="-4113" y="117045"/>
                  <a:pt x="-967" y="249172"/>
                  <a:pt x="2179" y="381299"/>
                </a:cubicBezTo>
              </a:path>
            </a:pathLst>
          </a:custGeom>
          <a:noFill/>
          <a:ln w="38100" cap="rnd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108" name="Straight Connector 107">
            <a:extLst>
              <a:ext uri="{FF2B5EF4-FFF2-40B4-BE49-F238E27FC236}">
                <a16:creationId xmlns:a16="http://schemas.microsoft.com/office/drawing/2014/main" id="{C1D3F404-FF7D-D3B6-47F1-8B9D1D1521BE}"/>
              </a:ext>
            </a:extLst>
          </p:cNvPr>
          <p:cNvCxnSpPr>
            <a:cxnSpLocks/>
          </p:cNvCxnSpPr>
          <p:nvPr/>
        </p:nvCxnSpPr>
        <p:spPr>
          <a:xfrm>
            <a:off x="10017199" y="4479943"/>
            <a:ext cx="0" cy="175965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109" name="Oval 108">
            <a:extLst>
              <a:ext uri="{FF2B5EF4-FFF2-40B4-BE49-F238E27FC236}">
                <a16:creationId xmlns:a16="http://schemas.microsoft.com/office/drawing/2014/main" id="{A2631450-43D4-DF50-AB1D-24A44498DD70}"/>
              </a:ext>
            </a:extLst>
          </p:cNvPr>
          <p:cNvSpPr/>
          <p:nvPr/>
        </p:nvSpPr>
        <p:spPr>
          <a:xfrm>
            <a:off x="7204804" y="4126749"/>
            <a:ext cx="125834" cy="125834"/>
          </a:xfrm>
          <a:prstGeom prst="ellipse">
            <a:avLst/>
          </a:pr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0" name="Freeform: Shape 109">
            <a:extLst>
              <a:ext uri="{FF2B5EF4-FFF2-40B4-BE49-F238E27FC236}">
                <a16:creationId xmlns:a16="http://schemas.microsoft.com/office/drawing/2014/main" id="{2EFEB66B-CE7A-7C2B-D40D-AACE73F817F4}"/>
              </a:ext>
            </a:extLst>
          </p:cNvPr>
          <p:cNvSpPr/>
          <p:nvPr/>
        </p:nvSpPr>
        <p:spPr>
          <a:xfrm>
            <a:off x="7320321" y="4099034"/>
            <a:ext cx="2662967" cy="735584"/>
          </a:xfrm>
          <a:custGeom>
            <a:avLst/>
            <a:gdLst>
              <a:gd name="connsiteX0" fmla="*/ 0 w 5549318"/>
              <a:gd name="connsiteY0" fmla="*/ 178006 h 1556019"/>
              <a:gd name="connsiteX1" fmla="*/ 973123 w 5549318"/>
              <a:gd name="connsiteY1" fmla="*/ 6032 h 1556019"/>
              <a:gd name="connsiteX2" fmla="*/ 2063692 w 5549318"/>
              <a:gd name="connsiteY2" fmla="*/ 370953 h 1556019"/>
              <a:gd name="connsiteX3" fmla="*/ 4467138 w 5549318"/>
              <a:gd name="connsiteY3" fmla="*/ 1524439 h 1556019"/>
              <a:gd name="connsiteX4" fmla="*/ 5549318 w 5549318"/>
              <a:gd name="connsiteY4" fmla="*/ 1117573 h 1556019"/>
              <a:gd name="connsiteX0" fmla="*/ 0 w 5549318"/>
              <a:gd name="connsiteY0" fmla="*/ 175046 h 1553059"/>
              <a:gd name="connsiteX1" fmla="*/ 973123 w 5549318"/>
              <a:gd name="connsiteY1" fmla="*/ 3072 h 1553059"/>
              <a:gd name="connsiteX2" fmla="*/ 3044128 w 5549318"/>
              <a:gd name="connsiteY2" fmla="*/ 301727 h 1553059"/>
              <a:gd name="connsiteX3" fmla="*/ 4467138 w 5549318"/>
              <a:gd name="connsiteY3" fmla="*/ 1521479 h 1553059"/>
              <a:gd name="connsiteX4" fmla="*/ 5549318 w 5549318"/>
              <a:gd name="connsiteY4" fmla="*/ 1114613 h 1553059"/>
              <a:gd name="connsiteX0" fmla="*/ 4465492 w 4629070"/>
              <a:gd name="connsiteY0" fmla="*/ 6513 h 2846514"/>
              <a:gd name="connsiteX1" fmla="*/ 52875 w 4629070"/>
              <a:gd name="connsiteY1" fmla="*/ 1296527 h 2846514"/>
              <a:gd name="connsiteX2" fmla="*/ 2123880 w 4629070"/>
              <a:gd name="connsiteY2" fmla="*/ 1595182 h 2846514"/>
              <a:gd name="connsiteX3" fmla="*/ 3546890 w 4629070"/>
              <a:gd name="connsiteY3" fmla="*/ 2814934 h 2846514"/>
              <a:gd name="connsiteX4" fmla="*/ 4629070 w 4629070"/>
              <a:gd name="connsiteY4" fmla="*/ 2408068 h 2846514"/>
              <a:gd name="connsiteX0" fmla="*/ 2412093 w 3812362"/>
              <a:gd name="connsiteY0" fmla="*/ 7737 h 2847738"/>
              <a:gd name="connsiteX1" fmla="*/ 3744561 w 3812362"/>
              <a:gd name="connsiteY1" fmla="*/ 1107237 h 2847738"/>
              <a:gd name="connsiteX2" fmla="*/ 70481 w 3812362"/>
              <a:gd name="connsiteY2" fmla="*/ 1596406 h 2847738"/>
              <a:gd name="connsiteX3" fmla="*/ 1493491 w 3812362"/>
              <a:gd name="connsiteY3" fmla="*/ 2816158 h 2847738"/>
              <a:gd name="connsiteX4" fmla="*/ 2575671 w 3812362"/>
              <a:gd name="connsiteY4" fmla="*/ 2409292 h 2847738"/>
              <a:gd name="connsiteX0" fmla="*/ 918602 w 2264801"/>
              <a:gd name="connsiteY0" fmla="*/ 9618 h 2849619"/>
              <a:gd name="connsiteX1" fmla="*/ 2251070 w 2264801"/>
              <a:gd name="connsiteY1" fmla="*/ 1109118 h 2849619"/>
              <a:gd name="connsiteX2" fmla="*/ 0 w 2264801"/>
              <a:gd name="connsiteY2" fmla="*/ 2818039 h 2849619"/>
              <a:gd name="connsiteX3" fmla="*/ 1082180 w 2264801"/>
              <a:gd name="connsiteY3" fmla="*/ 2411173 h 2849619"/>
              <a:gd name="connsiteX0" fmla="*/ 0 w 1333041"/>
              <a:gd name="connsiteY0" fmla="*/ 8900 h 2410455"/>
              <a:gd name="connsiteX1" fmla="*/ 1332468 w 1333041"/>
              <a:gd name="connsiteY1" fmla="*/ 1108400 h 2410455"/>
              <a:gd name="connsiteX2" fmla="*/ 163578 w 1333041"/>
              <a:gd name="connsiteY2" fmla="*/ 2410455 h 2410455"/>
              <a:gd name="connsiteX0" fmla="*/ 0 w 2569618"/>
              <a:gd name="connsiteY0" fmla="*/ 7115 h 1144669"/>
              <a:gd name="connsiteX1" fmla="*/ 1332468 w 2569618"/>
              <a:gd name="connsiteY1" fmla="*/ 1106615 h 1144669"/>
              <a:gd name="connsiteX2" fmla="*/ 2532592 w 2569618"/>
              <a:gd name="connsiteY2" fmla="*/ 1054364 h 1144669"/>
              <a:gd name="connsiteX0" fmla="*/ 0 w 2532592"/>
              <a:gd name="connsiteY0" fmla="*/ 7115 h 1207188"/>
              <a:gd name="connsiteX1" fmla="*/ 1332468 w 2532592"/>
              <a:gd name="connsiteY1" fmla="*/ 1106615 h 1207188"/>
              <a:gd name="connsiteX2" fmla="*/ 2532592 w 2532592"/>
              <a:gd name="connsiteY2" fmla="*/ 1054364 h 1207188"/>
              <a:gd name="connsiteX0" fmla="*/ 0 w 2532592"/>
              <a:gd name="connsiteY0" fmla="*/ 6958 h 1223478"/>
              <a:gd name="connsiteX1" fmla="*/ 1217123 w 2532592"/>
              <a:gd name="connsiteY1" fmla="*/ 1131308 h 1223478"/>
              <a:gd name="connsiteX2" fmla="*/ 2532592 w 2532592"/>
              <a:gd name="connsiteY2" fmla="*/ 1054207 h 1223478"/>
              <a:gd name="connsiteX0" fmla="*/ 0 w 2816518"/>
              <a:gd name="connsiteY0" fmla="*/ 11191 h 681250"/>
              <a:gd name="connsiteX1" fmla="*/ 1501049 w 2816518"/>
              <a:gd name="connsiteY1" fmla="*/ 626123 h 681250"/>
              <a:gd name="connsiteX2" fmla="*/ 2816518 w 2816518"/>
              <a:gd name="connsiteY2" fmla="*/ 549022 h 681250"/>
              <a:gd name="connsiteX0" fmla="*/ 0 w 2816518"/>
              <a:gd name="connsiteY0" fmla="*/ 56251 h 726310"/>
              <a:gd name="connsiteX1" fmla="*/ 1501049 w 2816518"/>
              <a:gd name="connsiteY1" fmla="*/ 671183 h 726310"/>
              <a:gd name="connsiteX2" fmla="*/ 2816518 w 2816518"/>
              <a:gd name="connsiteY2" fmla="*/ 594082 h 7263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816518" h="726310">
                <a:moveTo>
                  <a:pt x="0" y="56251"/>
                </a:moveTo>
                <a:cubicBezTo>
                  <a:pt x="673931" y="-215620"/>
                  <a:pt x="1031629" y="581545"/>
                  <a:pt x="1501049" y="671183"/>
                </a:cubicBezTo>
                <a:cubicBezTo>
                  <a:pt x="1970469" y="760821"/>
                  <a:pt x="2199383" y="745265"/>
                  <a:pt x="2816518" y="594082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1" name="Oval 110">
            <a:extLst>
              <a:ext uri="{FF2B5EF4-FFF2-40B4-BE49-F238E27FC236}">
                <a16:creationId xmlns:a16="http://schemas.microsoft.com/office/drawing/2014/main" id="{20DDBE0F-B6F3-2FAD-34C3-828F4DB147A8}"/>
              </a:ext>
            </a:extLst>
          </p:cNvPr>
          <p:cNvSpPr/>
          <p:nvPr/>
        </p:nvSpPr>
        <p:spPr>
          <a:xfrm>
            <a:off x="7162384" y="3307713"/>
            <a:ext cx="125834" cy="125834"/>
          </a:xfrm>
          <a:prstGeom prst="ellipse">
            <a:avLst/>
          </a:pr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2" name="Freeform: Shape 111">
            <a:extLst>
              <a:ext uri="{FF2B5EF4-FFF2-40B4-BE49-F238E27FC236}">
                <a16:creationId xmlns:a16="http://schemas.microsoft.com/office/drawing/2014/main" id="{6B859330-FAEC-E3E5-52EE-A22A7417995B}"/>
              </a:ext>
            </a:extLst>
          </p:cNvPr>
          <p:cNvSpPr/>
          <p:nvPr/>
        </p:nvSpPr>
        <p:spPr>
          <a:xfrm>
            <a:off x="7206531" y="3452144"/>
            <a:ext cx="2697062" cy="1681679"/>
          </a:xfrm>
          <a:custGeom>
            <a:avLst/>
            <a:gdLst>
              <a:gd name="connsiteX0" fmla="*/ 0 w 5180202"/>
              <a:gd name="connsiteY0" fmla="*/ 0 h 850096"/>
              <a:gd name="connsiteX1" fmla="*/ 1249960 w 5180202"/>
              <a:gd name="connsiteY1" fmla="*/ 826315 h 850096"/>
              <a:gd name="connsiteX2" fmla="*/ 5180202 w 5180202"/>
              <a:gd name="connsiteY2" fmla="*/ 545284 h 850096"/>
              <a:gd name="connsiteX0" fmla="*/ 0 w 5415094"/>
              <a:gd name="connsiteY0" fmla="*/ 0 h 1936470"/>
              <a:gd name="connsiteX1" fmla="*/ 1484852 w 5415094"/>
              <a:gd name="connsiteY1" fmla="*/ 1912689 h 1936470"/>
              <a:gd name="connsiteX2" fmla="*/ 5415094 w 5415094"/>
              <a:gd name="connsiteY2" fmla="*/ 1631658 h 1936470"/>
              <a:gd name="connsiteX0" fmla="*/ 3044 w 5418138"/>
              <a:gd name="connsiteY0" fmla="*/ 0 h 1936470"/>
              <a:gd name="connsiteX1" fmla="*/ 1487896 w 5418138"/>
              <a:gd name="connsiteY1" fmla="*/ 1912689 h 1936470"/>
              <a:gd name="connsiteX2" fmla="*/ 5418138 w 5418138"/>
              <a:gd name="connsiteY2" fmla="*/ 1631658 h 1936470"/>
              <a:gd name="connsiteX0" fmla="*/ 2804 w 5480816"/>
              <a:gd name="connsiteY0" fmla="*/ 0 h 1978415"/>
              <a:gd name="connsiteX1" fmla="*/ 1550574 w 5480816"/>
              <a:gd name="connsiteY1" fmla="*/ 1954634 h 1978415"/>
              <a:gd name="connsiteX2" fmla="*/ 5480816 w 5480816"/>
              <a:gd name="connsiteY2" fmla="*/ 1673603 h 1978415"/>
              <a:gd name="connsiteX0" fmla="*/ 0 w 5478012"/>
              <a:gd name="connsiteY0" fmla="*/ 0 h 1673603"/>
              <a:gd name="connsiteX1" fmla="*/ 5478012 w 5478012"/>
              <a:gd name="connsiteY1" fmla="*/ 1673603 h 1673603"/>
              <a:gd name="connsiteX0" fmla="*/ 0 w 411062"/>
              <a:gd name="connsiteY0" fmla="*/ 0 h 3145871"/>
              <a:gd name="connsiteX1" fmla="*/ 411062 w 411062"/>
              <a:gd name="connsiteY1" fmla="*/ 3145871 h 3145871"/>
              <a:gd name="connsiteX0" fmla="*/ 0 w 2697062"/>
              <a:gd name="connsiteY0" fmla="*/ 0 h 1661020"/>
              <a:gd name="connsiteX1" fmla="*/ 2697062 w 2697062"/>
              <a:gd name="connsiteY1" fmla="*/ 1661020 h 1661020"/>
              <a:gd name="connsiteX0" fmla="*/ 0 w 2697062"/>
              <a:gd name="connsiteY0" fmla="*/ 0 h 1669972"/>
              <a:gd name="connsiteX1" fmla="*/ 2697062 w 2697062"/>
              <a:gd name="connsiteY1" fmla="*/ 1661020 h 1669972"/>
              <a:gd name="connsiteX0" fmla="*/ 0 w 2697062"/>
              <a:gd name="connsiteY0" fmla="*/ 0 h 1681679"/>
              <a:gd name="connsiteX1" fmla="*/ 2697062 w 2697062"/>
              <a:gd name="connsiteY1" fmla="*/ 1661020 h 16816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697062" h="1681679">
                <a:moveTo>
                  <a:pt x="0" y="0"/>
                </a:moveTo>
                <a:cubicBezTo>
                  <a:pt x="123040" y="1350627"/>
                  <a:pt x="1147894" y="1786856"/>
                  <a:pt x="2697062" y="1661020"/>
                </a:cubicBezTo>
              </a:path>
            </a:pathLst>
          </a:cu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3" name="Freeform: Shape 112">
            <a:extLst>
              <a:ext uri="{FF2B5EF4-FFF2-40B4-BE49-F238E27FC236}">
                <a16:creationId xmlns:a16="http://schemas.microsoft.com/office/drawing/2014/main" id="{3BDEFA25-CABD-27FF-5CE5-D6130C452FF3}"/>
              </a:ext>
            </a:extLst>
          </p:cNvPr>
          <p:cNvSpPr/>
          <p:nvPr/>
        </p:nvSpPr>
        <p:spPr>
          <a:xfrm>
            <a:off x="9682406" y="4917505"/>
            <a:ext cx="816282" cy="244395"/>
          </a:xfrm>
          <a:custGeom>
            <a:avLst/>
            <a:gdLst>
              <a:gd name="connsiteX0" fmla="*/ 328612 w 397668"/>
              <a:gd name="connsiteY0" fmla="*/ 2381 h 119062"/>
              <a:gd name="connsiteX1" fmla="*/ 66675 w 397668"/>
              <a:gd name="connsiteY1" fmla="*/ 0 h 119062"/>
              <a:gd name="connsiteX2" fmla="*/ 0 w 397668"/>
              <a:gd name="connsiteY2" fmla="*/ 119062 h 119062"/>
              <a:gd name="connsiteX3" fmla="*/ 397668 w 397668"/>
              <a:gd name="connsiteY3" fmla="*/ 119062 h 119062"/>
              <a:gd name="connsiteX4" fmla="*/ 328612 w 397668"/>
              <a:gd name="connsiteY4" fmla="*/ 2381 h 1190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7668" h="119062">
                <a:moveTo>
                  <a:pt x="328612" y="2381"/>
                </a:moveTo>
                <a:lnTo>
                  <a:pt x="66675" y="0"/>
                </a:lnTo>
                <a:lnTo>
                  <a:pt x="0" y="119062"/>
                </a:lnTo>
                <a:lnTo>
                  <a:pt x="397668" y="119062"/>
                </a:lnTo>
                <a:lnTo>
                  <a:pt x="328612" y="2381"/>
                </a:lnTo>
                <a:close/>
              </a:path>
            </a:pathLst>
          </a:cu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4" name="Rectangle: Rounded Corners 113">
            <a:extLst>
              <a:ext uri="{FF2B5EF4-FFF2-40B4-BE49-F238E27FC236}">
                <a16:creationId xmlns:a16="http://schemas.microsoft.com/office/drawing/2014/main" id="{28A377B8-5830-DE7A-4769-8C00E446ABF0}"/>
              </a:ext>
            </a:extLst>
          </p:cNvPr>
          <p:cNvSpPr/>
          <p:nvPr/>
        </p:nvSpPr>
        <p:spPr>
          <a:xfrm>
            <a:off x="9968321" y="4432902"/>
            <a:ext cx="185740" cy="325316"/>
          </a:xfrm>
          <a:prstGeom prst="roundRect">
            <a:avLst/>
          </a:pr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96C6F7BC-0CEE-77F5-B909-D93D6A6F707A}"/>
              </a:ext>
            </a:extLst>
          </p:cNvPr>
          <p:cNvGrpSpPr/>
          <p:nvPr/>
        </p:nvGrpSpPr>
        <p:grpSpPr>
          <a:xfrm rot="16200000">
            <a:off x="2871395" y="5103641"/>
            <a:ext cx="1016151" cy="252820"/>
            <a:chOff x="2756977" y="4479943"/>
            <a:chExt cx="1016151" cy="252820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A1DD2457-E2CF-8D57-C0B8-5C000D0CE486}"/>
                </a:ext>
              </a:extLst>
            </p:cNvPr>
            <p:cNvSpPr/>
            <p:nvPr/>
          </p:nvSpPr>
          <p:spPr>
            <a:xfrm>
              <a:off x="3099133" y="4479943"/>
              <a:ext cx="673995" cy="25282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5" name="TextBox 114">
              <a:extLst>
                <a:ext uri="{FF2B5EF4-FFF2-40B4-BE49-F238E27FC236}">
                  <a16:creationId xmlns:a16="http://schemas.microsoft.com/office/drawing/2014/main" id="{3196292C-0884-ECBD-8CC6-2CD3F36F2557}"/>
                </a:ext>
              </a:extLst>
            </p:cNvPr>
            <p:cNvSpPr txBox="1"/>
            <p:nvPr/>
          </p:nvSpPr>
          <p:spPr>
            <a:xfrm>
              <a:off x="3157819" y="4507661"/>
              <a:ext cx="575799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700"/>
                <a:t>Pull Down</a:t>
              </a:r>
              <a:endParaRPr lang="LID4096" sz="700"/>
            </a:p>
          </p:txBody>
        </p:sp>
        <p:cxnSp>
          <p:nvCxnSpPr>
            <p:cNvPr id="116" name="Straight Connector 115">
              <a:extLst>
                <a:ext uri="{FF2B5EF4-FFF2-40B4-BE49-F238E27FC236}">
                  <a16:creationId xmlns:a16="http://schemas.microsoft.com/office/drawing/2014/main" id="{F8B10613-830D-E39A-80DD-079366F0543A}"/>
                </a:ext>
              </a:extLst>
            </p:cNvPr>
            <p:cNvCxnSpPr>
              <a:stCxn id="3" idx="1"/>
            </p:cNvCxnSpPr>
            <p:nvPr/>
          </p:nvCxnSpPr>
          <p:spPr>
            <a:xfrm flipH="1">
              <a:off x="2820091" y="4606353"/>
              <a:ext cx="279042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7" name="Straight Connector 116">
              <a:extLst>
                <a:ext uri="{FF2B5EF4-FFF2-40B4-BE49-F238E27FC236}">
                  <a16:creationId xmlns:a16="http://schemas.microsoft.com/office/drawing/2014/main" id="{0E5DAD5E-8DAD-8244-D72E-F1C46514C5D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810314" y="4492013"/>
              <a:ext cx="9777" cy="22656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8" name="Straight Connector 117">
              <a:extLst>
                <a:ext uri="{FF2B5EF4-FFF2-40B4-BE49-F238E27FC236}">
                  <a16:creationId xmlns:a16="http://schemas.microsoft.com/office/drawing/2014/main" id="{3C32DF96-6475-1313-B4D2-C6496A40779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784072" y="4494477"/>
              <a:ext cx="4890" cy="18764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9" name="Straight Connector 118">
              <a:extLst>
                <a:ext uri="{FF2B5EF4-FFF2-40B4-BE49-F238E27FC236}">
                  <a16:creationId xmlns:a16="http://schemas.microsoft.com/office/drawing/2014/main" id="{9A6924E7-3ED8-EB4C-1EE3-7289428C7E9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756977" y="4549783"/>
              <a:ext cx="0" cy="98158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2" name="Group 121">
            <a:extLst>
              <a:ext uri="{FF2B5EF4-FFF2-40B4-BE49-F238E27FC236}">
                <a16:creationId xmlns:a16="http://schemas.microsoft.com/office/drawing/2014/main" id="{2AB4B71E-2B11-7B25-712D-FA217516F840}"/>
              </a:ext>
            </a:extLst>
          </p:cNvPr>
          <p:cNvGrpSpPr/>
          <p:nvPr/>
        </p:nvGrpSpPr>
        <p:grpSpPr>
          <a:xfrm rot="16200000">
            <a:off x="3434767" y="5086956"/>
            <a:ext cx="953037" cy="252820"/>
            <a:chOff x="2820091" y="4479943"/>
            <a:chExt cx="953037" cy="252820"/>
          </a:xfrm>
        </p:grpSpPr>
        <p:sp>
          <p:nvSpPr>
            <p:cNvPr id="123" name="Rectangle 122">
              <a:extLst>
                <a:ext uri="{FF2B5EF4-FFF2-40B4-BE49-F238E27FC236}">
                  <a16:creationId xmlns:a16="http://schemas.microsoft.com/office/drawing/2014/main" id="{20516E26-A958-6545-2B08-39807870A7FF}"/>
                </a:ext>
              </a:extLst>
            </p:cNvPr>
            <p:cNvSpPr/>
            <p:nvPr/>
          </p:nvSpPr>
          <p:spPr>
            <a:xfrm>
              <a:off x="3099133" y="4479943"/>
              <a:ext cx="673995" cy="25282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24" name="TextBox 123">
              <a:extLst>
                <a:ext uri="{FF2B5EF4-FFF2-40B4-BE49-F238E27FC236}">
                  <a16:creationId xmlns:a16="http://schemas.microsoft.com/office/drawing/2014/main" id="{0475915A-FAD9-35D8-8835-7285494381D1}"/>
                </a:ext>
              </a:extLst>
            </p:cNvPr>
            <p:cNvSpPr txBox="1"/>
            <p:nvPr/>
          </p:nvSpPr>
          <p:spPr>
            <a:xfrm>
              <a:off x="3214725" y="4507661"/>
              <a:ext cx="461986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700"/>
                <a:t>Pull Up</a:t>
              </a:r>
              <a:endParaRPr lang="LID4096" sz="700"/>
            </a:p>
          </p:txBody>
        </p:sp>
        <p:cxnSp>
          <p:nvCxnSpPr>
            <p:cNvPr id="125" name="Straight Connector 124">
              <a:extLst>
                <a:ext uri="{FF2B5EF4-FFF2-40B4-BE49-F238E27FC236}">
                  <a16:creationId xmlns:a16="http://schemas.microsoft.com/office/drawing/2014/main" id="{06D52517-CC5C-A010-8BD5-A7482BF04DCA}"/>
                </a:ext>
              </a:extLst>
            </p:cNvPr>
            <p:cNvCxnSpPr>
              <a:stCxn id="123" idx="1"/>
            </p:cNvCxnSpPr>
            <p:nvPr/>
          </p:nvCxnSpPr>
          <p:spPr>
            <a:xfrm flipH="1">
              <a:off x="2820091" y="4606353"/>
              <a:ext cx="279042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9" name="TextBox 128">
            <a:extLst>
              <a:ext uri="{FF2B5EF4-FFF2-40B4-BE49-F238E27FC236}">
                <a16:creationId xmlns:a16="http://schemas.microsoft.com/office/drawing/2014/main" id="{7AA9ACD3-4926-F5B5-F35E-DA8AA9169276}"/>
              </a:ext>
            </a:extLst>
          </p:cNvPr>
          <p:cNvSpPr txBox="1"/>
          <p:nvPr/>
        </p:nvSpPr>
        <p:spPr>
          <a:xfrm>
            <a:off x="3691475" y="5628945"/>
            <a:ext cx="43954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/>
              <a:t>3.3V</a:t>
            </a:r>
            <a:endParaRPr lang="LID4096" sz="1000" b="1" dirty="0"/>
          </a:p>
        </p:txBody>
      </p:sp>
      <p:grpSp>
        <p:nvGrpSpPr>
          <p:cNvPr id="134" name="Group 133">
            <a:extLst>
              <a:ext uri="{FF2B5EF4-FFF2-40B4-BE49-F238E27FC236}">
                <a16:creationId xmlns:a16="http://schemas.microsoft.com/office/drawing/2014/main" id="{9B70128B-A94B-E57D-D7A7-349B18229834}"/>
              </a:ext>
            </a:extLst>
          </p:cNvPr>
          <p:cNvGrpSpPr/>
          <p:nvPr/>
        </p:nvGrpSpPr>
        <p:grpSpPr>
          <a:xfrm rot="16200000">
            <a:off x="3472472" y="4260998"/>
            <a:ext cx="374670" cy="549355"/>
            <a:chOff x="3602163" y="3971076"/>
            <a:chExt cx="374670" cy="549355"/>
          </a:xfrm>
        </p:grpSpPr>
        <p:sp>
          <p:nvSpPr>
            <p:cNvPr id="130" name="Oval 129">
              <a:extLst>
                <a:ext uri="{FF2B5EF4-FFF2-40B4-BE49-F238E27FC236}">
                  <a16:creationId xmlns:a16="http://schemas.microsoft.com/office/drawing/2014/main" id="{7E2D8058-6D80-CDDA-44B3-0F375F1C077D}"/>
                </a:ext>
              </a:extLst>
            </p:cNvPr>
            <p:cNvSpPr/>
            <p:nvPr/>
          </p:nvSpPr>
          <p:spPr>
            <a:xfrm>
              <a:off x="3867776" y="4194273"/>
              <a:ext cx="109057" cy="109057"/>
            </a:xfrm>
            <a:prstGeom prst="ellipse">
              <a:avLst/>
            </a:prstGeom>
            <a:noFill/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1" name="Oval 130">
              <a:extLst>
                <a:ext uri="{FF2B5EF4-FFF2-40B4-BE49-F238E27FC236}">
                  <a16:creationId xmlns:a16="http://schemas.microsoft.com/office/drawing/2014/main" id="{BFEC0EEC-7B97-20A5-55AD-484D65E25084}"/>
                </a:ext>
              </a:extLst>
            </p:cNvPr>
            <p:cNvSpPr/>
            <p:nvPr/>
          </p:nvSpPr>
          <p:spPr>
            <a:xfrm>
              <a:off x="3602163" y="3971076"/>
              <a:ext cx="109057" cy="109057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2" name="Oval 131">
              <a:extLst>
                <a:ext uri="{FF2B5EF4-FFF2-40B4-BE49-F238E27FC236}">
                  <a16:creationId xmlns:a16="http://schemas.microsoft.com/office/drawing/2014/main" id="{EDA17FC2-1457-6770-92D4-30AA57E5370B}"/>
                </a:ext>
              </a:extLst>
            </p:cNvPr>
            <p:cNvSpPr/>
            <p:nvPr/>
          </p:nvSpPr>
          <p:spPr>
            <a:xfrm>
              <a:off x="3605908" y="4411374"/>
              <a:ext cx="109057" cy="109057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133" name="Straight Connector 132">
              <a:extLst>
                <a:ext uri="{FF2B5EF4-FFF2-40B4-BE49-F238E27FC236}">
                  <a16:creationId xmlns:a16="http://schemas.microsoft.com/office/drawing/2014/main" id="{40AFDE35-6E90-7D7D-AC2C-394F431FD77A}"/>
                </a:ext>
              </a:extLst>
            </p:cNvPr>
            <p:cNvCxnSpPr>
              <a:cxnSpLocks/>
              <a:endCxn id="131" idx="4"/>
            </p:cNvCxnSpPr>
            <p:nvPr/>
          </p:nvCxnSpPr>
          <p:spPr>
            <a:xfrm rot="5400000" flipH="1">
              <a:off x="3682489" y="4054336"/>
              <a:ext cx="168668" cy="220263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none"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35" name="Straight Connector 134">
            <a:extLst>
              <a:ext uri="{FF2B5EF4-FFF2-40B4-BE49-F238E27FC236}">
                <a16:creationId xmlns:a16="http://schemas.microsoft.com/office/drawing/2014/main" id="{11662958-6851-E335-5BA9-F0BC128D81A9}"/>
              </a:ext>
            </a:extLst>
          </p:cNvPr>
          <p:cNvCxnSpPr>
            <a:cxnSpLocks/>
          </p:cNvCxnSpPr>
          <p:nvPr/>
        </p:nvCxnSpPr>
        <p:spPr>
          <a:xfrm>
            <a:off x="3661129" y="4064523"/>
            <a:ext cx="0" cy="289924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8" name="Oval 137">
            <a:extLst>
              <a:ext uri="{FF2B5EF4-FFF2-40B4-BE49-F238E27FC236}">
                <a16:creationId xmlns:a16="http://schemas.microsoft.com/office/drawing/2014/main" id="{8C26CBF2-5BAC-ED16-C69D-26D302F36EC5}"/>
              </a:ext>
            </a:extLst>
          </p:cNvPr>
          <p:cNvSpPr/>
          <p:nvPr/>
        </p:nvSpPr>
        <p:spPr>
          <a:xfrm>
            <a:off x="3606600" y="3997165"/>
            <a:ext cx="109057" cy="109057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139" name="Straight Connector 138">
            <a:extLst>
              <a:ext uri="{FF2B5EF4-FFF2-40B4-BE49-F238E27FC236}">
                <a16:creationId xmlns:a16="http://schemas.microsoft.com/office/drawing/2014/main" id="{9FDB57D7-D8C3-C322-47E1-01B14032672C}"/>
              </a:ext>
            </a:extLst>
          </p:cNvPr>
          <p:cNvCxnSpPr>
            <a:cxnSpLocks/>
          </p:cNvCxnSpPr>
          <p:nvPr/>
        </p:nvCxnSpPr>
        <p:spPr>
          <a:xfrm flipH="1" flipV="1">
            <a:off x="3470012" y="3804468"/>
            <a:ext cx="166628" cy="201355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1" name="Oval 140">
            <a:extLst>
              <a:ext uri="{FF2B5EF4-FFF2-40B4-BE49-F238E27FC236}">
                <a16:creationId xmlns:a16="http://schemas.microsoft.com/office/drawing/2014/main" id="{987C499B-36DB-39E8-489A-6CFD362BAFCE}"/>
              </a:ext>
            </a:extLst>
          </p:cNvPr>
          <p:cNvSpPr/>
          <p:nvPr/>
        </p:nvSpPr>
        <p:spPr>
          <a:xfrm>
            <a:off x="3621450" y="3689574"/>
            <a:ext cx="109057" cy="109057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34712428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51648B-1D83-0F70-697D-D5B4607BD0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9370F5-694B-7C66-4BA7-F071BFBA75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LID4096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ED38A3A-ABD1-78E8-2856-73B0CA9787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6200000">
            <a:off x="5569407" y="3321770"/>
            <a:ext cx="3095687" cy="1602927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A5EA57C6-0A79-9BC9-B9A5-50AB4212BDAA}"/>
              </a:ext>
            </a:extLst>
          </p:cNvPr>
          <p:cNvSpPr/>
          <p:nvPr/>
        </p:nvSpPr>
        <p:spPr>
          <a:xfrm rot="16200000">
            <a:off x="6329117" y="3627628"/>
            <a:ext cx="1955188" cy="810715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F0C9ADE7-E42F-59A0-572E-0FEE5C8E85C9}"/>
              </a:ext>
            </a:extLst>
          </p:cNvPr>
          <p:cNvSpPr/>
          <p:nvPr/>
        </p:nvSpPr>
        <p:spPr>
          <a:xfrm rot="16200000">
            <a:off x="5793231" y="3922834"/>
            <a:ext cx="2189810" cy="149806"/>
          </a:xfrm>
          <a:custGeom>
            <a:avLst/>
            <a:gdLst>
              <a:gd name="connsiteX0" fmla="*/ 3406140 w 3825240"/>
              <a:gd name="connsiteY0" fmla="*/ 0 h 259080"/>
              <a:gd name="connsiteX1" fmla="*/ 0 w 3825240"/>
              <a:gd name="connsiteY1" fmla="*/ 68580 h 259080"/>
              <a:gd name="connsiteX2" fmla="*/ 228600 w 3825240"/>
              <a:gd name="connsiteY2" fmla="*/ 259080 h 259080"/>
              <a:gd name="connsiteX3" fmla="*/ 3825240 w 3825240"/>
              <a:gd name="connsiteY3" fmla="*/ 167640 h 259080"/>
              <a:gd name="connsiteX4" fmla="*/ 3406140 w 3825240"/>
              <a:gd name="connsiteY4" fmla="*/ 0 h 259080"/>
              <a:gd name="connsiteX0" fmla="*/ 3406140 w 3787140"/>
              <a:gd name="connsiteY0" fmla="*/ 0 h 259080"/>
              <a:gd name="connsiteX1" fmla="*/ 0 w 3787140"/>
              <a:gd name="connsiteY1" fmla="*/ 68580 h 259080"/>
              <a:gd name="connsiteX2" fmla="*/ 228600 w 3787140"/>
              <a:gd name="connsiteY2" fmla="*/ 259080 h 259080"/>
              <a:gd name="connsiteX3" fmla="*/ 3787140 w 3787140"/>
              <a:gd name="connsiteY3" fmla="*/ 153353 h 259080"/>
              <a:gd name="connsiteX4" fmla="*/ 3406140 w 3787140"/>
              <a:gd name="connsiteY4" fmla="*/ 0 h 259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787140" h="259080">
                <a:moveTo>
                  <a:pt x="3406140" y="0"/>
                </a:moveTo>
                <a:lnTo>
                  <a:pt x="0" y="68580"/>
                </a:lnTo>
                <a:lnTo>
                  <a:pt x="228600" y="259080"/>
                </a:lnTo>
                <a:lnTo>
                  <a:pt x="3787140" y="153353"/>
                </a:lnTo>
                <a:lnTo>
                  <a:pt x="3406140" y="0"/>
                </a:lnTo>
                <a:close/>
              </a:path>
            </a:pathLst>
          </a:custGeom>
          <a:solidFill>
            <a:schemeClr val="bg2">
              <a:lumMod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EA5DD1F0-0503-C2CE-9F5D-C667714505B8}"/>
              </a:ext>
            </a:extLst>
          </p:cNvPr>
          <p:cNvSpPr/>
          <p:nvPr/>
        </p:nvSpPr>
        <p:spPr>
          <a:xfrm rot="16200000">
            <a:off x="7293493" y="4524261"/>
            <a:ext cx="118964" cy="991363"/>
          </a:xfrm>
          <a:custGeom>
            <a:avLst/>
            <a:gdLst>
              <a:gd name="connsiteX0" fmla="*/ 0 w 205740"/>
              <a:gd name="connsiteY0" fmla="*/ 0 h 1714500"/>
              <a:gd name="connsiteX1" fmla="*/ 30480 w 205740"/>
              <a:gd name="connsiteY1" fmla="*/ 1539240 h 1714500"/>
              <a:gd name="connsiteX2" fmla="*/ 205740 w 205740"/>
              <a:gd name="connsiteY2" fmla="*/ 1714500 h 1714500"/>
              <a:gd name="connsiteX3" fmla="*/ 198120 w 205740"/>
              <a:gd name="connsiteY3" fmla="*/ 167640 h 1714500"/>
              <a:gd name="connsiteX4" fmla="*/ 0 w 205740"/>
              <a:gd name="connsiteY4" fmla="*/ 0 h 1714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5740" h="1714500">
                <a:moveTo>
                  <a:pt x="0" y="0"/>
                </a:moveTo>
                <a:lnTo>
                  <a:pt x="30480" y="1539240"/>
                </a:lnTo>
                <a:lnTo>
                  <a:pt x="205740" y="1714500"/>
                </a:lnTo>
                <a:lnTo>
                  <a:pt x="198120" y="167640"/>
                </a:lnTo>
                <a:lnTo>
                  <a:pt x="0" y="0"/>
                </a:ln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D45F0FCA-1263-DD7A-BF0B-2C46C2A0917A}"/>
              </a:ext>
            </a:extLst>
          </p:cNvPr>
          <p:cNvSpPr/>
          <p:nvPr/>
        </p:nvSpPr>
        <p:spPr>
          <a:xfrm rot="16200000">
            <a:off x="6339582" y="3446980"/>
            <a:ext cx="2079659" cy="956115"/>
          </a:xfrm>
          <a:custGeom>
            <a:avLst/>
            <a:gdLst>
              <a:gd name="connsiteX0" fmla="*/ 0 w 3680460"/>
              <a:gd name="connsiteY0" fmla="*/ 1653540 h 1653540"/>
              <a:gd name="connsiteX1" fmla="*/ 1463040 w 3680460"/>
              <a:gd name="connsiteY1" fmla="*/ 1592580 h 1653540"/>
              <a:gd name="connsiteX2" fmla="*/ 1463040 w 3680460"/>
              <a:gd name="connsiteY2" fmla="*/ 1417320 h 1653540"/>
              <a:gd name="connsiteX3" fmla="*/ 182880 w 3680460"/>
              <a:gd name="connsiteY3" fmla="*/ 1478280 h 1653540"/>
              <a:gd name="connsiteX4" fmla="*/ 160020 w 3680460"/>
              <a:gd name="connsiteY4" fmla="*/ 266700 h 1653540"/>
              <a:gd name="connsiteX5" fmla="*/ 3474720 w 3680460"/>
              <a:gd name="connsiteY5" fmla="*/ 160020 h 1653540"/>
              <a:gd name="connsiteX6" fmla="*/ 3467100 w 3680460"/>
              <a:gd name="connsiteY6" fmla="*/ 1424940 h 1653540"/>
              <a:gd name="connsiteX7" fmla="*/ 2278380 w 3680460"/>
              <a:gd name="connsiteY7" fmla="*/ 1432560 h 1653540"/>
              <a:gd name="connsiteX8" fmla="*/ 2263140 w 3680460"/>
              <a:gd name="connsiteY8" fmla="*/ 1584960 h 1653540"/>
              <a:gd name="connsiteX9" fmla="*/ 3680460 w 3680460"/>
              <a:gd name="connsiteY9" fmla="*/ 1546860 h 1653540"/>
              <a:gd name="connsiteX10" fmla="*/ 3589020 w 3680460"/>
              <a:gd name="connsiteY10" fmla="*/ 0 h 1653540"/>
              <a:gd name="connsiteX11" fmla="*/ 0 w 3680460"/>
              <a:gd name="connsiteY11" fmla="*/ 91440 h 1653540"/>
              <a:gd name="connsiteX12" fmla="*/ 0 w 3680460"/>
              <a:gd name="connsiteY12" fmla="*/ 1653540 h 1653540"/>
              <a:gd name="connsiteX0" fmla="*/ 0 w 3649980"/>
              <a:gd name="connsiteY0" fmla="*/ 1653540 h 1653540"/>
              <a:gd name="connsiteX1" fmla="*/ 1463040 w 3649980"/>
              <a:gd name="connsiteY1" fmla="*/ 1592580 h 1653540"/>
              <a:gd name="connsiteX2" fmla="*/ 1463040 w 3649980"/>
              <a:gd name="connsiteY2" fmla="*/ 1417320 h 1653540"/>
              <a:gd name="connsiteX3" fmla="*/ 182880 w 3649980"/>
              <a:gd name="connsiteY3" fmla="*/ 1478280 h 1653540"/>
              <a:gd name="connsiteX4" fmla="*/ 160020 w 3649980"/>
              <a:gd name="connsiteY4" fmla="*/ 266700 h 1653540"/>
              <a:gd name="connsiteX5" fmla="*/ 3474720 w 3649980"/>
              <a:gd name="connsiteY5" fmla="*/ 160020 h 1653540"/>
              <a:gd name="connsiteX6" fmla="*/ 3467100 w 3649980"/>
              <a:gd name="connsiteY6" fmla="*/ 1424940 h 1653540"/>
              <a:gd name="connsiteX7" fmla="*/ 2278380 w 3649980"/>
              <a:gd name="connsiteY7" fmla="*/ 1432560 h 1653540"/>
              <a:gd name="connsiteX8" fmla="*/ 2263140 w 3649980"/>
              <a:gd name="connsiteY8" fmla="*/ 1584960 h 1653540"/>
              <a:gd name="connsiteX9" fmla="*/ 3649980 w 3649980"/>
              <a:gd name="connsiteY9" fmla="*/ 1554480 h 1653540"/>
              <a:gd name="connsiteX10" fmla="*/ 3589020 w 3649980"/>
              <a:gd name="connsiteY10" fmla="*/ 0 h 1653540"/>
              <a:gd name="connsiteX11" fmla="*/ 0 w 3649980"/>
              <a:gd name="connsiteY11" fmla="*/ 91440 h 1653540"/>
              <a:gd name="connsiteX12" fmla="*/ 0 w 3649980"/>
              <a:gd name="connsiteY12" fmla="*/ 1653540 h 1653540"/>
              <a:gd name="connsiteX0" fmla="*/ 0 w 3596640"/>
              <a:gd name="connsiteY0" fmla="*/ 1653540 h 1653540"/>
              <a:gd name="connsiteX1" fmla="*/ 1463040 w 3596640"/>
              <a:gd name="connsiteY1" fmla="*/ 1592580 h 1653540"/>
              <a:gd name="connsiteX2" fmla="*/ 1463040 w 3596640"/>
              <a:gd name="connsiteY2" fmla="*/ 1417320 h 1653540"/>
              <a:gd name="connsiteX3" fmla="*/ 182880 w 3596640"/>
              <a:gd name="connsiteY3" fmla="*/ 1478280 h 1653540"/>
              <a:gd name="connsiteX4" fmla="*/ 160020 w 3596640"/>
              <a:gd name="connsiteY4" fmla="*/ 266700 h 1653540"/>
              <a:gd name="connsiteX5" fmla="*/ 3474720 w 3596640"/>
              <a:gd name="connsiteY5" fmla="*/ 160020 h 1653540"/>
              <a:gd name="connsiteX6" fmla="*/ 3467100 w 3596640"/>
              <a:gd name="connsiteY6" fmla="*/ 1424940 h 1653540"/>
              <a:gd name="connsiteX7" fmla="*/ 2278380 w 3596640"/>
              <a:gd name="connsiteY7" fmla="*/ 1432560 h 1653540"/>
              <a:gd name="connsiteX8" fmla="*/ 2263140 w 3596640"/>
              <a:gd name="connsiteY8" fmla="*/ 1584960 h 1653540"/>
              <a:gd name="connsiteX9" fmla="*/ 3596640 w 3596640"/>
              <a:gd name="connsiteY9" fmla="*/ 1546860 h 1653540"/>
              <a:gd name="connsiteX10" fmla="*/ 3589020 w 3596640"/>
              <a:gd name="connsiteY10" fmla="*/ 0 h 1653540"/>
              <a:gd name="connsiteX11" fmla="*/ 0 w 3596640"/>
              <a:gd name="connsiteY11" fmla="*/ 91440 h 1653540"/>
              <a:gd name="connsiteX12" fmla="*/ 0 w 3596640"/>
              <a:gd name="connsiteY12" fmla="*/ 1653540 h 1653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596640" h="1653540">
                <a:moveTo>
                  <a:pt x="0" y="1653540"/>
                </a:moveTo>
                <a:lnTo>
                  <a:pt x="1463040" y="1592580"/>
                </a:lnTo>
                <a:lnTo>
                  <a:pt x="1463040" y="1417320"/>
                </a:lnTo>
                <a:lnTo>
                  <a:pt x="182880" y="1478280"/>
                </a:lnTo>
                <a:lnTo>
                  <a:pt x="160020" y="266700"/>
                </a:lnTo>
                <a:lnTo>
                  <a:pt x="3474720" y="160020"/>
                </a:lnTo>
                <a:lnTo>
                  <a:pt x="3467100" y="1424940"/>
                </a:lnTo>
                <a:lnTo>
                  <a:pt x="2278380" y="1432560"/>
                </a:lnTo>
                <a:lnTo>
                  <a:pt x="2263140" y="1584960"/>
                </a:lnTo>
                <a:lnTo>
                  <a:pt x="3596640" y="1546860"/>
                </a:lnTo>
                <a:lnTo>
                  <a:pt x="3589020" y="0"/>
                </a:lnTo>
                <a:lnTo>
                  <a:pt x="0" y="91440"/>
                </a:lnTo>
                <a:lnTo>
                  <a:pt x="0" y="1653540"/>
                </a:lnTo>
                <a:close/>
              </a:path>
            </a:pathLst>
          </a:cu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6E447CF3-65B2-AC98-01D6-E8FA788A7DAD}"/>
              </a:ext>
            </a:extLst>
          </p:cNvPr>
          <p:cNvSpPr/>
          <p:nvPr/>
        </p:nvSpPr>
        <p:spPr>
          <a:xfrm rot="16200000">
            <a:off x="6422609" y="3528354"/>
            <a:ext cx="1911127" cy="758668"/>
          </a:xfrm>
          <a:custGeom>
            <a:avLst/>
            <a:gdLst>
              <a:gd name="connsiteX0" fmla="*/ 2943225 w 3305175"/>
              <a:gd name="connsiteY0" fmla="*/ 4762 h 1312068"/>
              <a:gd name="connsiteX1" fmla="*/ 2964657 w 3305175"/>
              <a:gd name="connsiteY1" fmla="*/ 1040606 h 1312068"/>
              <a:gd name="connsiteX2" fmla="*/ 0 w 3305175"/>
              <a:gd name="connsiteY2" fmla="*/ 1133475 h 1312068"/>
              <a:gd name="connsiteX3" fmla="*/ 7144 w 3305175"/>
              <a:gd name="connsiteY3" fmla="*/ 1312068 h 1312068"/>
              <a:gd name="connsiteX4" fmla="*/ 1290638 w 3305175"/>
              <a:gd name="connsiteY4" fmla="*/ 1254918 h 1312068"/>
              <a:gd name="connsiteX5" fmla="*/ 1362075 w 3305175"/>
              <a:gd name="connsiteY5" fmla="*/ 1202531 h 1312068"/>
              <a:gd name="connsiteX6" fmla="*/ 1431132 w 3305175"/>
              <a:gd name="connsiteY6" fmla="*/ 1185862 h 1312068"/>
              <a:gd name="connsiteX7" fmla="*/ 1735932 w 3305175"/>
              <a:gd name="connsiteY7" fmla="*/ 1171575 h 1312068"/>
              <a:gd name="connsiteX8" fmla="*/ 1902619 w 3305175"/>
              <a:gd name="connsiteY8" fmla="*/ 1178718 h 1312068"/>
              <a:gd name="connsiteX9" fmla="*/ 2100263 w 3305175"/>
              <a:gd name="connsiteY9" fmla="*/ 1264443 h 1312068"/>
              <a:gd name="connsiteX10" fmla="*/ 3300413 w 3305175"/>
              <a:gd name="connsiteY10" fmla="*/ 1257300 h 1312068"/>
              <a:gd name="connsiteX11" fmla="*/ 3305175 w 3305175"/>
              <a:gd name="connsiteY11" fmla="*/ 0 h 1312068"/>
              <a:gd name="connsiteX12" fmla="*/ 2943225 w 3305175"/>
              <a:gd name="connsiteY12" fmla="*/ 4762 h 1312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305175" h="1312068">
                <a:moveTo>
                  <a:pt x="2943225" y="4762"/>
                </a:moveTo>
                <a:lnTo>
                  <a:pt x="2964657" y="1040606"/>
                </a:lnTo>
                <a:lnTo>
                  <a:pt x="0" y="1133475"/>
                </a:lnTo>
                <a:lnTo>
                  <a:pt x="7144" y="1312068"/>
                </a:lnTo>
                <a:lnTo>
                  <a:pt x="1290638" y="1254918"/>
                </a:lnTo>
                <a:lnTo>
                  <a:pt x="1362075" y="1202531"/>
                </a:lnTo>
                <a:lnTo>
                  <a:pt x="1431132" y="1185862"/>
                </a:lnTo>
                <a:lnTo>
                  <a:pt x="1735932" y="1171575"/>
                </a:lnTo>
                <a:lnTo>
                  <a:pt x="1902619" y="1178718"/>
                </a:lnTo>
                <a:lnTo>
                  <a:pt x="2100263" y="1264443"/>
                </a:lnTo>
                <a:lnTo>
                  <a:pt x="3300413" y="1257300"/>
                </a:lnTo>
                <a:cubicBezTo>
                  <a:pt x="3302000" y="838200"/>
                  <a:pt x="3303588" y="419100"/>
                  <a:pt x="3305175" y="0"/>
                </a:cubicBezTo>
                <a:lnTo>
                  <a:pt x="2943225" y="4762"/>
                </a:lnTo>
                <a:close/>
              </a:path>
            </a:pathLst>
          </a:cu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9406D703-C932-D8C7-9CEB-DCC8D5CB5881}"/>
              </a:ext>
            </a:extLst>
          </p:cNvPr>
          <p:cNvSpPr/>
          <p:nvPr/>
        </p:nvSpPr>
        <p:spPr>
          <a:xfrm rot="16200000">
            <a:off x="7509665" y="3811306"/>
            <a:ext cx="473651" cy="143197"/>
          </a:xfrm>
          <a:custGeom>
            <a:avLst/>
            <a:gdLst>
              <a:gd name="connsiteX0" fmla="*/ 802482 w 819150"/>
              <a:gd name="connsiteY0" fmla="*/ 242888 h 247650"/>
              <a:gd name="connsiteX1" fmla="*/ 588169 w 819150"/>
              <a:gd name="connsiteY1" fmla="*/ 116682 h 247650"/>
              <a:gd name="connsiteX2" fmla="*/ 452438 w 819150"/>
              <a:gd name="connsiteY2" fmla="*/ 95250 h 247650"/>
              <a:gd name="connsiteX3" fmla="*/ 192882 w 819150"/>
              <a:gd name="connsiteY3" fmla="*/ 92869 h 247650"/>
              <a:gd name="connsiteX4" fmla="*/ 76200 w 819150"/>
              <a:gd name="connsiteY4" fmla="*/ 140494 h 247650"/>
              <a:gd name="connsiteX5" fmla="*/ 11907 w 819150"/>
              <a:gd name="connsiteY5" fmla="*/ 247650 h 247650"/>
              <a:gd name="connsiteX6" fmla="*/ 0 w 819150"/>
              <a:gd name="connsiteY6" fmla="*/ 85725 h 247650"/>
              <a:gd name="connsiteX7" fmla="*/ 76200 w 819150"/>
              <a:gd name="connsiteY7" fmla="*/ 33338 h 247650"/>
              <a:gd name="connsiteX8" fmla="*/ 173832 w 819150"/>
              <a:gd name="connsiteY8" fmla="*/ 14288 h 247650"/>
              <a:gd name="connsiteX9" fmla="*/ 469107 w 819150"/>
              <a:gd name="connsiteY9" fmla="*/ 0 h 247650"/>
              <a:gd name="connsiteX10" fmla="*/ 616744 w 819150"/>
              <a:gd name="connsiteY10" fmla="*/ 14288 h 247650"/>
              <a:gd name="connsiteX11" fmla="*/ 819150 w 819150"/>
              <a:gd name="connsiteY11" fmla="*/ 95250 h 247650"/>
              <a:gd name="connsiteX12" fmla="*/ 802482 w 819150"/>
              <a:gd name="connsiteY12" fmla="*/ 242888 h 247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819150" h="247650">
                <a:moveTo>
                  <a:pt x="802482" y="242888"/>
                </a:moveTo>
                <a:lnTo>
                  <a:pt x="588169" y="116682"/>
                </a:lnTo>
                <a:lnTo>
                  <a:pt x="452438" y="95250"/>
                </a:lnTo>
                <a:lnTo>
                  <a:pt x="192882" y="92869"/>
                </a:lnTo>
                <a:lnTo>
                  <a:pt x="76200" y="140494"/>
                </a:lnTo>
                <a:lnTo>
                  <a:pt x="11907" y="247650"/>
                </a:lnTo>
                <a:lnTo>
                  <a:pt x="0" y="85725"/>
                </a:lnTo>
                <a:lnTo>
                  <a:pt x="76200" y="33338"/>
                </a:lnTo>
                <a:lnTo>
                  <a:pt x="173832" y="14288"/>
                </a:lnTo>
                <a:lnTo>
                  <a:pt x="469107" y="0"/>
                </a:lnTo>
                <a:lnTo>
                  <a:pt x="616744" y="14288"/>
                </a:lnTo>
                <a:lnTo>
                  <a:pt x="819150" y="95250"/>
                </a:lnTo>
                <a:lnTo>
                  <a:pt x="802482" y="242888"/>
                </a:lnTo>
                <a:close/>
              </a:path>
            </a:pathLst>
          </a:cu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ABEEA59B-0A07-4145-29C2-5EFB6D0410F2}"/>
              </a:ext>
            </a:extLst>
          </p:cNvPr>
          <p:cNvGrpSpPr/>
          <p:nvPr/>
        </p:nvGrpSpPr>
        <p:grpSpPr>
          <a:xfrm rot="16200000">
            <a:off x="7153050" y="3363815"/>
            <a:ext cx="121167" cy="90875"/>
            <a:chOff x="6669881" y="4393406"/>
            <a:chExt cx="209550" cy="157163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F073AB91-6AB0-9F34-0F56-8CE178715DCC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3ACB5A88-1FA0-A9D7-C2FB-F1A8F6DEBE9E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35E5828E-B0B4-B4DA-28BC-14122775E618}"/>
              </a:ext>
            </a:extLst>
          </p:cNvPr>
          <p:cNvGrpSpPr/>
          <p:nvPr/>
        </p:nvGrpSpPr>
        <p:grpSpPr>
          <a:xfrm rot="16200000">
            <a:off x="7170950" y="3621295"/>
            <a:ext cx="121167" cy="90875"/>
            <a:chOff x="6669881" y="4393406"/>
            <a:chExt cx="209550" cy="157163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9D66C69F-9713-4074-CB8A-E2806E161883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822022C2-F787-7ECF-C2E2-1A8C1BFDE4B1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F062D305-37DD-9A02-CD8D-65405A7E8C31}"/>
              </a:ext>
            </a:extLst>
          </p:cNvPr>
          <p:cNvGrpSpPr/>
          <p:nvPr/>
        </p:nvGrpSpPr>
        <p:grpSpPr>
          <a:xfrm rot="16200000">
            <a:off x="7188849" y="3878774"/>
            <a:ext cx="121167" cy="90875"/>
            <a:chOff x="6669881" y="4393406"/>
            <a:chExt cx="209550" cy="157163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CFD395B8-D9CA-ED2E-DAB8-061BE0FCC113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A8A89DA7-EE10-54B2-537C-8F5B15231DC1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DCABC6A3-100D-7B85-F655-3386DBB111DB}"/>
              </a:ext>
            </a:extLst>
          </p:cNvPr>
          <p:cNvGrpSpPr/>
          <p:nvPr/>
        </p:nvGrpSpPr>
        <p:grpSpPr>
          <a:xfrm rot="16200000">
            <a:off x="7195733" y="4168611"/>
            <a:ext cx="121167" cy="90875"/>
            <a:chOff x="6669881" y="4393406"/>
            <a:chExt cx="209550" cy="157163"/>
          </a:xfrm>
        </p:grpSpPr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16EC3C75-4F0D-0006-D07A-094340A1B36E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58191364-588E-EEA4-9318-DB14B7FC83A7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966D48F1-CDA5-EF6D-078B-31A64101299A}"/>
              </a:ext>
            </a:extLst>
          </p:cNvPr>
          <p:cNvGrpSpPr/>
          <p:nvPr/>
        </p:nvGrpSpPr>
        <p:grpSpPr>
          <a:xfrm rot="16200000">
            <a:off x="7207138" y="4461335"/>
            <a:ext cx="121167" cy="90875"/>
            <a:chOff x="6669881" y="4393406"/>
            <a:chExt cx="209550" cy="157163"/>
          </a:xfrm>
        </p:grpSpPr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F3398D4B-2D2C-A2D3-28F9-26B83FB659C6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85BE8097-160F-032C-283E-13B9B375A5D5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2EB4C8CA-297E-D159-95BD-220C24AD57CF}"/>
              </a:ext>
            </a:extLst>
          </p:cNvPr>
          <p:cNvGrpSpPr/>
          <p:nvPr/>
        </p:nvGrpSpPr>
        <p:grpSpPr>
          <a:xfrm rot="16200000">
            <a:off x="7442585" y="4468220"/>
            <a:ext cx="121167" cy="90875"/>
            <a:chOff x="6669881" y="4393406"/>
            <a:chExt cx="209550" cy="157163"/>
          </a:xfrm>
        </p:grpSpPr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8BA77AA7-2F63-C095-7C9B-3AE4F5EE5DE4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A69D1C47-0EFA-F409-BAD7-772459595209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67A94064-7241-F528-72F9-9560F516BB5C}"/>
              </a:ext>
            </a:extLst>
          </p:cNvPr>
          <p:cNvGrpSpPr/>
          <p:nvPr/>
        </p:nvGrpSpPr>
        <p:grpSpPr>
          <a:xfrm rot="16200000">
            <a:off x="7434324" y="4169989"/>
            <a:ext cx="121167" cy="90875"/>
            <a:chOff x="6669881" y="4393406"/>
            <a:chExt cx="209550" cy="157163"/>
          </a:xfrm>
        </p:grpSpPr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631FC075-C741-D386-6B17-2A128D93DD7D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B6257887-F3DF-AFF3-1AB8-FF57767F8B48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827E85DD-0B48-0B81-3680-F27BF2117B68}"/>
              </a:ext>
            </a:extLst>
          </p:cNvPr>
          <p:cNvGrpSpPr/>
          <p:nvPr/>
        </p:nvGrpSpPr>
        <p:grpSpPr>
          <a:xfrm rot="16200000">
            <a:off x="7430583" y="3874645"/>
            <a:ext cx="121167" cy="90875"/>
            <a:chOff x="6669881" y="4393406"/>
            <a:chExt cx="209550" cy="157163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43901C45-B421-C8D0-1575-F9799917AE07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1CE08360-7580-61F6-E57A-CB16591E71FB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48B2B9E3-C299-CA81-1176-CF72C5BB2A97}"/>
              </a:ext>
            </a:extLst>
          </p:cNvPr>
          <p:cNvGrpSpPr/>
          <p:nvPr/>
        </p:nvGrpSpPr>
        <p:grpSpPr>
          <a:xfrm rot="16200000">
            <a:off x="7433906" y="3603397"/>
            <a:ext cx="121167" cy="90875"/>
            <a:chOff x="6669881" y="4393406"/>
            <a:chExt cx="209550" cy="157163"/>
          </a:xfrm>
        </p:grpSpPr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DB8B53D1-18DB-70CC-3F66-4C997D0AA802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BFC77837-6474-AFB9-22AC-90C94F550EEF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82D82D78-94F3-9C51-12B0-EB1219234270}"/>
              </a:ext>
            </a:extLst>
          </p:cNvPr>
          <p:cNvGrpSpPr/>
          <p:nvPr/>
        </p:nvGrpSpPr>
        <p:grpSpPr>
          <a:xfrm rot="16200000">
            <a:off x="7427829" y="3347297"/>
            <a:ext cx="121167" cy="90875"/>
            <a:chOff x="6669881" y="4393406"/>
            <a:chExt cx="209550" cy="157163"/>
          </a:xfrm>
        </p:grpSpPr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B1D14993-1784-684C-5B7C-2BF955C6088C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0" name="Freeform: Shape 39">
              <a:extLst>
                <a:ext uri="{FF2B5EF4-FFF2-40B4-BE49-F238E27FC236}">
                  <a16:creationId xmlns:a16="http://schemas.microsoft.com/office/drawing/2014/main" id="{59EEFA61-F41C-67DA-87DE-EDCF227FF95E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A7327B5C-A540-2C46-0611-B5F2F7412424}"/>
              </a:ext>
            </a:extLst>
          </p:cNvPr>
          <p:cNvCxnSpPr>
            <a:cxnSpLocks/>
          </p:cNvCxnSpPr>
          <p:nvPr/>
        </p:nvCxnSpPr>
        <p:spPr>
          <a:xfrm flipV="1">
            <a:off x="7618783" y="4529074"/>
            <a:ext cx="580208" cy="1092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540B2089-32A6-5D5F-015A-A91864228529}"/>
              </a:ext>
            </a:extLst>
          </p:cNvPr>
          <p:cNvSpPr txBox="1"/>
          <p:nvPr/>
        </p:nvSpPr>
        <p:spPr>
          <a:xfrm>
            <a:off x="7968336" y="4335431"/>
            <a:ext cx="46038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/>
              <a:t>GND</a:t>
            </a:r>
            <a:endParaRPr lang="LID4096" sz="1000" b="1" dirty="0"/>
          </a:p>
        </p:txBody>
      </p: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2C2C4ED1-D5E9-9D99-3658-9AA29580686F}"/>
              </a:ext>
            </a:extLst>
          </p:cNvPr>
          <p:cNvCxnSpPr>
            <a:cxnSpLocks/>
          </p:cNvCxnSpPr>
          <p:nvPr/>
        </p:nvCxnSpPr>
        <p:spPr>
          <a:xfrm rot="16200000">
            <a:off x="6604320" y="2925218"/>
            <a:ext cx="15915" cy="967463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A273101D-9663-E558-E8DC-8E574453F615}"/>
              </a:ext>
            </a:extLst>
          </p:cNvPr>
          <p:cNvSpPr txBox="1"/>
          <p:nvPr/>
        </p:nvSpPr>
        <p:spPr>
          <a:xfrm>
            <a:off x="6288311" y="3138252"/>
            <a:ext cx="43954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3.3V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8345EB76-47B5-4FCD-C9DF-3D452FF244A5}"/>
              </a:ext>
            </a:extLst>
          </p:cNvPr>
          <p:cNvCxnSpPr>
            <a:cxnSpLocks/>
          </p:cNvCxnSpPr>
          <p:nvPr/>
        </p:nvCxnSpPr>
        <p:spPr>
          <a:xfrm rot="16200000">
            <a:off x="6649303" y="4089372"/>
            <a:ext cx="0" cy="893411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C18BA523-0F0E-91A9-4742-5E100A25516D}"/>
              </a:ext>
            </a:extLst>
          </p:cNvPr>
          <p:cNvSpPr txBox="1"/>
          <p:nvPr/>
        </p:nvSpPr>
        <p:spPr>
          <a:xfrm>
            <a:off x="6284124" y="4289455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bit0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06910117-D60B-DD55-59C1-E6DE9C23A201}"/>
              </a:ext>
            </a:extLst>
          </p:cNvPr>
          <p:cNvCxnSpPr>
            <a:cxnSpLocks/>
          </p:cNvCxnSpPr>
          <p:nvPr/>
        </p:nvCxnSpPr>
        <p:spPr>
          <a:xfrm>
            <a:off x="5573182" y="4226593"/>
            <a:ext cx="1522826" cy="0"/>
          </a:xfrm>
          <a:prstGeom prst="line">
            <a:avLst/>
          </a:prstGeom>
          <a:ln w="25400">
            <a:solidFill>
              <a:schemeClr val="bg1">
                <a:lumMod val="50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B41F0137-E179-A823-C1D0-0DE01720B656}"/>
              </a:ext>
            </a:extLst>
          </p:cNvPr>
          <p:cNvSpPr txBox="1"/>
          <p:nvPr/>
        </p:nvSpPr>
        <p:spPr>
          <a:xfrm>
            <a:off x="6284124" y="3941413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bit2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7ED62C6B-836C-EB9A-CE46-6739CE1E0289}"/>
              </a:ext>
            </a:extLst>
          </p:cNvPr>
          <p:cNvCxnSpPr>
            <a:cxnSpLocks/>
          </p:cNvCxnSpPr>
          <p:nvPr/>
        </p:nvCxnSpPr>
        <p:spPr>
          <a:xfrm rot="16200000">
            <a:off x="6649303" y="3479632"/>
            <a:ext cx="0" cy="893411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1055693C-32F0-C372-FA3D-2356C952892E}"/>
              </a:ext>
            </a:extLst>
          </p:cNvPr>
          <p:cNvSpPr txBox="1"/>
          <p:nvPr/>
        </p:nvSpPr>
        <p:spPr>
          <a:xfrm>
            <a:off x="6284124" y="3681358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bit4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A710791E-7FDE-043D-FF89-43403DC36C32}"/>
              </a:ext>
            </a:extLst>
          </p:cNvPr>
          <p:cNvCxnSpPr>
            <a:cxnSpLocks/>
          </p:cNvCxnSpPr>
          <p:nvPr/>
        </p:nvCxnSpPr>
        <p:spPr>
          <a:xfrm rot="16200000">
            <a:off x="6641154" y="3216959"/>
            <a:ext cx="0" cy="893411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D2317E34-312B-D53D-648E-B9B29EF99D55}"/>
              </a:ext>
            </a:extLst>
          </p:cNvPr>
          <p:cNvSpPr txBox="1"/>
          <p:nvPr/>
        </p:nvSpPr>
        <p:spPr>
          <a:xfrm>
            <a:off x="6284124" y="3420513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bit6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D66B618E-96EA-0192-FD58-2A6347BB01D0}"/>
              </a:ext>
            </a:extLst>
          </p:cNvPr>
          <p:cNvCxnSpPr>
            <a:cxnSpLocks/>
          </p:cNvCxnSpPr>
          <p:nvPr/>
        </p:nvCxnSpPr>
        <p:spPr>
          <a:xfrm rot="16200000">
            <a:off x="7822048" y="4000596"/>
            <a:ext cx="0" cy="468255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>
            <a:extLst>
              <a:ext uri="{FF2B5EF4-FFF2-40B4-BE49-F238E27FC236}">
                <a16:creationId xmlns:a16="http://schemas.microsoft.com/office/drawing/2014/main" id="{0B713D95-1E72-4A34-246E-41C84E964DDD}"/>
              </a:ext>
            </a:extLst>
          </p:cNvPr>
          <p:cNvSpPr txBox="1"/>
          <p:nvPr/>
        </p:nvSpPr>
        <p:spPr>
          <a:xfrm>
            <a:off x="7998562" y="4044312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/>
              <a:t>bit1</a:t>
            </a:r>
            <a:endParaRPr lang="LID4096" sz="1000" b="1" dirty="0"/>
          </a:p>
        </p:txBody>
      </p: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339CF211-31DA-7BEE-2573-A4B8B729EA6D}"/>
              </a:ext>
            </a:extLst>
          </p:cNvPr>
          <p:cNvCxnSpPr>
            <a:cxnSpLocks/>
          </p:cNvCxnSpPr>
          <p:nvPr/>
        </p:nvCxnSpPr>
        <p:spPr>
          <a:xfrm rot="16200000">
            <a:off x="7820876" y="3702198"/>
            <a:ext cx="0" cy="468255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>
            <a:extLst>
              <a:ext uri="{FF2B5EF4-FFF2-40B4-BE49-F238E27FC236}">
                <a16:creationId xmlns:a16="http://schemas.microsoft.com/office/drawing/2014/main" id="{397CF550-44A6-4FAA-5D80-D8762E274756}"/>
              </a:ext>
            </a:extLst>
          </p:cNvPr>
          <p:cNvSpPr txBox="1"/>
          <p:nvPr/>
        </p:nvSpPr>
        <p:spPr>
          <a:xfrm>
            <a:off x="7997390" y="3745915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/>
              <a:t>bit3</a:t>
            </a:r>
            <a:endParaRPr lang="LID4096" sz="1000" b="1" dirty="0"/>
          </a:p>
        </p:txBody>
      </p: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CB0DA37A-E49E-1956-030D-5B137B690E64}"/>
              </a:ext>
            </a:extLst>
          </p:cNvPr>
          <p:cNvCxnSpPr>
            <a:cxnSpLocks/>
          </p:cNvCxnSpPr>
          <p:nvPr/>
        </p:nvCxnSpPr>
        <p:spPr>
          <a:xfrm rot="16200000">
            <a:off x="7821462" y="3423236"/>
            <a:ext cx="0" cy="468255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>
            <a:extLst>
              <a:ext uri="{FF2B5EF4-FFF2-40B4-BE49-F238E27FC236}">
                <a16:creationId xmlns:a16="http://schemas.microsoft.com/office/drawing/2014/main" id="{57C9FCD9-E8C5-2A93-D2CE-1AA358B753AC}"/>
              </a:ext>
            </a:extLst>
          </p:cNvPr>
          <p:cNvSpPr txBox="1"/>
          <p:nvPr/>
        </p:nvSpPr>
        <p:spPr>
          <a:xfrm>
            <a:off x="7997977" y="3466952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/>
              <a:t>bit5</a:t>
            </a:r>
            <a:endParaRPr lang="LID4096" sz="1000" b="1" dirty="0"/>
          </a:p>
        </p:txBody>
      </p: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31D04D4E-D7E7-47C6-C6E9-797C0B4818E2}"/>
              </a:ext>
            </a:extLst>
          </p:cNvPr>
          <p:cNvCxnSpPr>
            <a:cxnSpLocks/>
          </p:cNvCxnSpPr>
          <p:nvPr/>
        </p:nvCxnSpPr>
        <p:spPr>
          <a:xfrm rot="16200000">
            <a:off x="7820876" y="3161212"/>
            <a:ext cx="0" cy="468255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B173E45E-F8E7-57D9-24C6-7F3F33CB66AA}"/>
              </a:ext>
            </a:extLst>
          </p:cNvPr>
          <p:cNvSpPr txBox="1"/>
          <p:nvPr/>
        </p:nvSpPr>
        <p:spPr>
          <a:xfrm>
            <a:off x="7997390" y="3204928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/>
              <a:t>bit7</a:t>
            </a:r>
            <a:endParaRPr lang="LID4096" sz="1000" b="1" dirty="0"/>
          </a:p>
        </p:txBody>
      </p:sp>
      <p:grpSp>
        <p:nvGrpSpPr>
          <p:cNvPr id="61" name="Group 60">
            <a:extLst>
              <a:ext uri="{FF2B5EF4-FFF2-40B4-BE49-F238E27FC236}">
                <a16:creationId xmlns:a16="http://schemas.microsoft.com/office/drawing/2014/main" id="{697B4EEB-3C5E-5853-1107-AFD9C383057E}"/>
              </a:ext>
            </a:extLst>
          </p:cNvPr>
          <p:cNvGrpSpPr/>
          <p:nvPr/>
        </p:nvGrpSpPr>
        <p:grpSpPr>
          <a:xfrm>
            <a:off x="1374661" y="2050956"/>
            <a:ext cx="1086251" cy="2080948"/>
            <a:chOff x="1688174" y="1407516"/>
            <a:chExt cx="1086251" cy="2080948"/>
          </a:xfrm>
        </p:grpSpPr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62F77871-D8BB-EE36-CE2C-BCEE15C660D5}"/>
                </a:ext>
              </a:extLst>
            </p:cNvPr>
            <p:cNvSpPr txBox="1"/>
            <p:nvPr/>
          </p:nvSpPr>
          <p:spPr>
            <a:xfrm>
              <a:off x="2283427" y="3242243"/>
              <a:ext cx="407484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bit0</a:t>
              </a:r>
              <a:endParaRPr lang="LID4096" sz="1000" b="1" dirty="0"/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E3917E6C-E96E-C9B4-B327-6ECC29B5041B}"/>
                </a:ext>
              </a:extLst>
            </p:cNvPr>
            <p:cNvSpPr txBox="1"/>
            <p:nvPr/>
          </p:nvSpPr>
          <p:spPr>
            <a:xfrm>
              <a:off x="2285107" y="3129404"/>
              <a:ext cx="407484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/>
                <a:t>bit1</a:t>
              </a:r>
              <a:endParaRPr lang="LID4096" sz="1000" b="1" dirty="0"/>
            </a:p>
          </p:txBody>
        </p: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10165337-AE81-C7D6-9E57-E47FBF5F867A}"/>
                </a:ext>
              </a:extLst>
            </p:cNvPr>
            <p:cNvSpPr txBox="1"/>
            <p:nvPr/>
          </p:nvSpPr>
          <p:spPr>
            <a:xfrm>
              <a:off x="2298013" y="1407516"/>
              <a:ext cx="476412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/>
                <a:t>bit15</a:t>
              </a:r>
              <a:endParaRPr lang="LID4096" sz="1000" b="1" dirty="0"/>
            </a:p>
          </p:txBody>
        </p:sp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0CEF0135-7F0B-94E0-F6A1-A210F338953C}"/>
                </a:ext>
              </a:extLst>
            </p:cNvPr>
            <p:cNvSpPr/>
            <p:nvPr/>
          </p:nvSpPr>
          <p:spPr>
            <a:xfrm rot="16200000">
              <a:off x="906454" y="2193483"/>
              <a:ext cx="2011953" cy="448513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/>
                <a:t>INDR</a:t>
              </a:r>
              <a:endParaRPr lang="LID4096"/>
            </a:p>
          </p:txBody>
        </p: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F03EF6F4-EE21-7F31-75B8-2C552BA18D6F}"/>
                </a:ext>
              </a:extLst>
            </p:cNvPr>
            <p:cNvCxnSpPr>
              <a:cxnSpLocks/>
            </p:cNvCxnSpPr>
            <p:nvPr/>
          </p:nvCxnSpPr>
          <p:spPr>
            <a:xfrm>
              <a:off x="2117382" y="3365355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590D5F03-1170-B9BB-BDD3-A78B7E64FF34}"/>
                </a:ext>
              </a:extLst>
            </p:cNvPr>
            <p:cNvCxnSpPr>
              <a:cxnSpLocks/>
            </p:cNvCxnSpPr>
            <p:nvPr/>
          </p:nvCxnSpPr>
          <p:spPr>
            <a:xfrm>
              <a:off x="2117382" y="3257594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14D17FDB-2DBC-FCDE-3842-8EBD42D7FCB0}"/>
                </a:ext>
              </a:extLst>
            </p:cNvPr>
            <p:cNvCxnSpPr>
              <a:cxnSpLocks/>
            </p:cNvCxnSpPr>
            <p:nvPr/>
          </p:nvCxnSpPr>
          <p:spPr>
            <a:xfrm>
              <a:off x="2117382" y="3135954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CF7A63E1-51B4-F478-4827-8C4F82350C5E}"/>
                </a:ext>
              </a:extLst>
            </p:cNvPr>
            <p:cNvSpPr txBox="1"/>
            <p:nvPr/>
          </p:nvSpPr>
          <p:spPr>
            <a:xfrm rot="16200000">
              <a:off x="1994885" y="2540320"/>
              <a:ext cx="3818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/>
                <a:t>...</a:t>
              </a:r>
              <a:endParaRPr lang="LID4096"/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1FAA85B0-612F-FC03-9A0C-285416D55CB5}"/>
                </a:ext>
              </a:extLst>
            </p:cNvPr>
            <p:cNvSpPr txBox="1"/>
            <p:nvPr/>
          </p:nvSpPr>
          <p:spPr>
            <a:xfrm rot="16200000">
              <a:off x="1970578" y="1538423"/>
              <a:ext cx="3818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/>
                <a:t>...</a:t>
              </a:r>
              <a:endParaRPr lang="LID4096"/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2E8DA441-CE5D-ABB7-63B4-E5F6E9510BD7}"/>
                </a:ext>
              </a:extLst>
            </p:cNvPr>
            <p:cNvSpPr txBox="1"/>
            <p:nvPr/>
          </p:nvSpPr>
          <p:spPr>
            <a:xfrm>
              <a:off x="2283427" y="3000773"/>
              <a:ext cx="407484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/>
                <a:t>bit2</a:t>
              </a:r>
              <a:endParaRPr lang="LID4096" sz="1000" b="1" dirty="0"/>
            </a:p>
          </p:txBody>
        </p: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CF1C955A-0263-B511-865E-AB6CD73EC844}"/>
                </a:ext>
              </a:extLst>
            </p:cNvPr>
            <p:cNvCxnSpPr>
              <a:cxnSpLocks/>
            </p:cNvCxnSpPr>
            <p:nvPr/>
          </p:nvCxnSpPr>
          <p:spPr>
            <a:xfrm>
              <a:off x="2119251" y="1530626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3" name="TextBox 72">
            <a:extLst>
              <a:ext uri="{FF2B5EF4-FFF2-40B4-BE49-F238E27FC236}">
                <a16:creationId xmlns:a16="http://schemas.microsoft.com/office/drawing/2014/main" id="{9098506A-1826-9EA7-AFE3-E9AB482F4AFD}"/>
              </a:ext>
            </a:extLst>
          </p:cNvPr>
          <p:cNvSpPr txBox="1"/>
          <p:nvPr/>
        </p:nvSpPr>
        <p:spPr>
          <a:xfrm>
            <a:off x="1969914" y="6104986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/>
              <a:t>bit0</a:t>
            </a:r>
            <a:endParaRPr lang="LID4096" sz="1000" b="1" dirty="0"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2A8E0C20-3104-D2A6-BCD3-76D1F5A8F810}"/>
              </a:ext>
            </a:extLst>
          </p:cNvPr>
          <p:cNvSpPr txBox="1"/>
          <p:nvPr/>
        </p:nvSpPr>
        <p:spPr>
          <a:xfrm>
            <a:off x="1971594" y="5992147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bit1</a:t>
            </a:r>
            <a:endParaRPr lang="LID4096" sz="1000" b="1" dirty="0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453C1866-7E05-1BD8-A5EC-E36012D32CC3}"/>
              </a:ext>
            </a:extLst>
          </p:cNvPr>
          <p:cNvSpPr txBox="1"/>
          <p:nvPr/>
        </p:nvSpPr>
        <p:spPr>
          <a:xfrm>
            <a:off x="1984500" y="4270259"/>
            <a:ext cx="47641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bit15</a:t>
            </a:r>
            <a:endParaRPr lang="LID4096" sz="1000" b="1" dirty="0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739CFB3C-277F-1723-4E13-B58288726648}"/>
              </a:ext>
            </a:extLst>
          </p:cNvPr>
          <p:cNvSpPr/>
          <p:nvPr/>
        </p:nvSpPr>
        <p:spPr>
          <a:xfrm rot="16200000">
            <a:off x="592941" y="5056226"/>
            <a:ext cx="2011953" cy="44851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/>
              <a:t>OUTDR</a:t>
            </a:r>
            <a:endParaRPr lang="LID4096"/>
          </a:p>
        </p:txBody>
      </p: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775EC741-CB0F-5841-6CE7-16298B3A050F}"/>
              </a:ext>
            </a:extLst>
          </p:cNvPr>
          <p:cNvCxnSpPr>
            <a:cxnSpLocks/>
          </p:cNvCxnSpPr>
          <p:nvPr/>
        </p:nvCxnSpPr>
        <p:spPr>
          <a:xfrm>
            <a:off x="1803869" y="6228098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CD414607-9720-0640-710C-DC3FB5AD4FD9}"/>
              </a:ext>
            </a:extLst>
          </p:cNvPr>
          <p:cNvCxnSpPr>
            <a:cxnSpLocks/>
          </p:cNvCxnSpPr>
          <p:nvPr/>
        </p:nvCxnSpPr>
        <p:spPr>
          <a:xfrm>
            <a:off x="1803869" y="6120337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CE9D0DA3-CE21-34C1-5A3B-5DA8E80D865F}"/>
              </a:ext>
            </a:extLst>
          </p:cNvPr>
          <p:cNvCxnSpPr>
            <a:cxnSpLocks/>
          </p:cNvCxnSpPr>
          <p:nvPr/>
        </p:nvCxnSpPr>
        <p:spPr>
          <a:xfrm>
            <a:off x="1803869" y="5998697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TextBox 79">
            <a:extLst>
              <a:ext uri="{FF2B5EF4-FFF2-40B4-BE49-F238E27FC236}">
                <a16:creationId xmlns:a16="http://schemas.microsoft.com/office/drawing/2014/main" id="{5F7B1759-25FC-207F-487E-BAEAA56FBC84}"/>
              </a:ext>
            </a:extLst>
          </p:cNvPr>
          <p:cNvSpPr txBox="1"/>
          <p:nvPr/>
        </p:nvSpPr>
        <p:spPr>
          <a:xfrm rot="16200000">
            <a:off x="1681372" y="5403063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...</a:t>
            </a:r>
            <a:endParaRPr lang="LID4096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702C0D12-6465-88DB-C4A2-F9851BAFEBE9}"/>
              </a:ext>
            </a:extLst>
          </p:cNvPr>
          <p:cNvSpPr txBox="1"/>
          <p:nvPr/>
        </p:nvSpPr>
        <p:spPr>
          <a:xfrm rot="16200000">
            <a:off x="1657065" y="4401166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...</a:t>
            </a:r>
            <a:endParaRPr lang="LID4096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1C9F76AD-F87B-C639-2262-A17E2E09384C}"/>
              </a:ext>
            </a:extLst>
          </p:cNvPr>
          <p:cNvSpPr txBox="1"/>
          <p:nvPr/>
        </p:nvSpPr>
        <p:spPr>
          <a:xfrm>
            <a:off x="1969914" y="5863516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bit2</a:t>
            </a:r>
            <a:endParaRPr lang="LID4096" sz="1000" b="1" dirty="0"/>
          </a:p>
        </p:txBody>
      </p: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AFF89C5D-3152-E051-9C04-B8AC1F2364FE}"/>
              </a:ext>
            </a:extLst>
          </p:cNvPr>
          <p:cNvCxnSpPr>
            <a:cxnSpLocks/>
          </p:cNvCxnSpPr>
          <p:nvPr/>
        </p:nvCxnSpPr>
        <p:spPr>
          <a:xfrm>
            <a:off x="1805738" y="4393369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Straight Connector 83">
            <a:extLst>
              <a:ext uri="{FF2B5EF4-FFF2-40B4-BE49-F238E27FC236}">
                <a16:creationId xmlns:a16="http://schemas.microsoft.com/office/drawing/2014/main" id="{E56BC4FF-2FAA-BD40-8780-7CA8595F481B}"/>
              </a:ext>
            </a:extLst>
          </p:cNvPr>
          <p:cNvCxnSpPr>
            <a:cxnSpLocks/>
          </p:cNvCxnSpPr>
          <p:nvPr/>
        </p:nvCxnSpPr>
        <p:spPr>
          <a:xfrm>
            <a:off x="2302013" y="5986309"/>
            <a:ext cx="2935926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676E95DB-F4B1-8568-E594-B4B2D424A4AD}"/>
              </a:ext>
            </a:extLst>
          </p:cNvPr>
          <p:cNvCxnSpPr>
            <a:cxnSpLocks/>
          </p:cNvCxnSpPr>
          <p:nvPr/>
        </p:nvCxnSpPr>
        <p:spPr>
          <a:xfrm>
            <a:off x="2315222" y="3753287"/>
            <a:ext cx="2922717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7B22A3E1-8A61-7449-FE27-FB25C26BF609}"/>
              </a:ext>
            </a:extLst>
          </p:cNvPr>
          <p:cNvCxnSpPr>
            <a:cxnSpLocks/>
          </p:cNvCxnSpPr>
          <p:nvPr/>
        </p:nvCxnSpPr>
        <p:spPr>
          <a:xfrm>
            <a:off x="5237939" y="4465903"/>
            <a:ext cx="0" cy="1533236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Oval 86">
            <a:extLst>
              <a:ext uri="{FF2B5EF4-FFF2-40B4-BE49-F238E27FC236}">
                <a16:creationId xmlns:a16="http://schemas.microsoft.com/office/drawing/2014/main" id="{B922E22F-36A3-3B38-6E17-A086E92DF3FA}"/>
              </a:ext>
            </a:extLst>
          </p:cNvPr>
          <p:cNvSpPr/>
          <p:nvPr/>
        </p:nvSpPr>
        <p:spPr>
          <a:xfrm>
            <a:off x="5455307" y="4179234"/>
            <a:ext cx="109057" cy="109057"/>
          </a:xfrm>
          <a:prstGeom prst="ellipse">
            <a:avLst/>
          </a:prstGeom>
          <a:noFill/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88" name="Oval 87">
            <a:extLst>
              <a:ext uri="{FF2B5EF4-FFF2-40B4-BE49-F238E27FC236}">
                <a16:creationId xmlns:a16="http://schemas.microsoft.com/office/drawing/2014/main" id="{D557B0C5-3D07-F53C-E550-0A146A6DF498}"/>
              </a:ext>
            </a:extLst>
          </p:cNvPr>
          <p:cNvSpPr/>
          <p:nvPr/>
        </p:nvSpPr>
        <p:spPr>
          <a:xfrm>
            <a:off x="5189694" y="3956037"/>
            <a:ext cx="109057" cy="109057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89" name="Oval 88">
            <a:extLst>
              <a:ext uri="{FF2B5EF4-FFF2-40B4-BE49-F238E27FC236}">
                <a16:creationId xmlns:a16="http://schemas.microsoft.com/office/drawing/2014/main" id="{54372CB0-8826-9B12-2EDE-CAB21333633D}"/>
              </a:ext>
            </a:extLst>
          </p:cNvPr>
          <p:cNvSpPr/>
          <p:nvPr/>
        </p:nvSpPr>
        <p:spPr>
          <a:xfrm>
            <a:off x="5193439" y="4396335"/>
            <a:ext cx="109057" cy="109057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90" name="Straight Connector 89">
            <a:extLst>
              <a:ext uri="{FF2B5EF4-FFF2-40B4-BE49-F238E27FC236}">
                <a16:creationId xmlns:a16="http://schemas.microsoft.com/office/drawing/2014/main" id="{AFDD1785-5348-1A5B-36AD-5B0EB5FD5FBA}"/>
              </a:ext>
            </a:extLst>
          </p:cNvPr>
          <p:cNvCxnSpPr>
            <a:cxnSpLocks/>
            <a:endCxn id="88" idx="5"/>
          </p:cNvCxnSpPr>
          <p:nvPr/>
        </p:nvCxnSpPr>
        <p:spPr>
          <a:xfrm flipH="1" flipV="1">
            <a:off x="5282780" y="4049123"/>
            <a:ext cx="181705" cy="184639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DE16336F-7727-BB1D-E702-2E97B48CC0A3}"/>
              </a:ext>
            </a:extLst>
          </p:cNvPr>
          <p:cNvCxnSpPr>
            <a:cxnSpLocks/>
            <a:endCxn id="88" idx="0"/>
          </p:cNvCxnSpPr>
          <p:nvPr/>
        </p:nvCxnSpPr>
        <p:spPr>
          <a:xfrm>
            <a:off x="5243531" y="3751608"/>
            <a:ext cx="692" cy="204429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Freeform: Shape 95">
            <a:extLst>
              <a:ext uri="{FF2B5EF4-FFF2-40B4-BE49-F238E27FC236}">
                <a16:creationId xmlns:a16="http://schemas.microsoft.com/office/drawing/2014/main" id="{97CDDEB6-45CC-100C-C526-6ADD285F18D9}"/>
              </a:ext>
            </a:extLst>
          </p:cNvPr>
          <p:cNvSpPr/>
          <p:nvPr/>
        </p:nvSpPr>
        <p:spPr>
          <a:xfrm flipH="1">
            <a:off x="10200129" y="4347631"/>
            <a:ext cx="617210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7" name="Freeform: Shape 96">
            <a:extLst>
              <a:ext uri="{FF2B5EF4-FFF2-40B4-BE49-F238E27FC236}">
                <a16:creationId xmlns:a16="http://schemas.microsoft.com/office/drawing/2014/main" id="{AF26A4D3-F146-637A-3AF8-2B0085FF8CD0}"/>
              </a:ext>
            </a:extLst>
          </p:cNvPr>
          <p:cNvSpPr/>
          <p:nvPr/>
        </p:nvSpPr>
        <p:spPr>
          <a:xfrm>
            <a:off x="9253701" y="4350064"/>
            <a:ext cx="659869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BE2DB629-4AC4-FC7F-98C5-86E8FDB4A05C}"/>
              </a:ext>
            </a:extLst>
          </p:cNvPr>
          <p:cNvSpPr/>
          <p:nvPr/>
        </p:nvSpPr>
        <p:spPr>
          <a:xfrm>
            <a:off x="10009926" y="3867134"/>
            <a:ext cx="93846" cy="565768"/>
          </a:xfrm>
          <a:prstGeom prst="rect">
            <a:avLst/>
          </a:prstGeom>
          <a:solidFill>
            <a:sysClr val="windowText" lastClr="000000">
              <a:lumMod val="65000"/>
              <a:lumOff val="35000"/>
            </a:sysClr>
          </a:solidFill>
          <a:ln w="38100" cap="flat" cmpd="sng" algn="ctr">
            <a:solidFill>
              <a:sysClr val="windowText" lastClr="000000">
                <a:lumMod val="75000"/>
                <a:lumOff val="25000"/>
              </a:sys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9" name="Rectangle: Rounded Corners 98">
            <a:extLst>
              <a:ext uri="{FF2B5EF4-FFF2-40B4-BE49-F238E27FC236}">
                <a16:creationId xmlns:a16="http://schemas.microsoft.com/office/drawing/2014/main" id="{18B7B96A-2766-14BE-12ED-F10A6320CC01}"/>
              </a:ext>
            </a:extLst>
          </p:cNvPr>
          <p:cNvSpPr/>
          <p:nvPr/>
        </p:nvSpPr>
        <p:spPr>
          <a:xfrm>
            <a:off x="9682406" y="2982756"/>
            <a:ext cx="748889" cy="891084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00" name="Group 99">
            <a:extLst>
              <a:ext uri="{FF2B5EF4-FFF2-40B4-BE49-F238E27FC236}">
                <a16:creationId xmlns:a16="http://schemas.microsoft.com/office/drawing/2014/main" id="{35B3ACA3-5AD9-7413-2946-658F7ADE9A69}"/>
              </a:ext>
            </a:extLst>
          </p:cNvPr>
          <p:cNvGrpSpPr/>
          <p:nvPr/>
        </p:nvGrpSpPr>
        <p:grpSpPr>
          <a:xfrm>
            <a:off x="9733581" y="3873840"/>
            <a:ext cx="631874" cy="503488"/>
            <a:chOff x="5198211" y="3413816"/>
            <a:chExt cx="307830" cy="260468"/>
          </a:xfrm>
        </p:grpSpPr>
        <p:sp>
          <p:nvSpPr>
            <p:cNvPr id="101" name="Freeform: Shape 100">
              <a:extLst>
                <a:ext uri="{FF2B5EF4-FFF2-40B4-BE49-F238E27FC236}">
                  <a16:creationId xmlns:a16="http://schemas.microsoft.com/office/drawing/2014/main" id="{22F3318C-B263-273E-2A4A-087E40DC4B19}"/>
                </a:ext>
              </a:extLst>
            </p:cNvPr>
            <p:cNvSpPr/>
            <p:nvPr/>
          </p:nvSpPr>
          <p:spPr>
            <a:xfrm>
              <a:off x="5198211" y="341381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2" name="Freeform: Shape 101">
              <a:extLst>
                <a:ext uri="{FF2B5EF4-FFF2-40B4-BE49-F238E27FC236}">
                  <a16:creationId xmlns:a16="http://schemas.microsoft.com/office/drawing/2014/main" id="{D9107CC9-0330-88FB-8BC5-21F7823AD85F}"/>
                </a:ext>
              </a:extLst>
            </p:cNvPr>
            <p:cNvSpPr/>
            <p:nvPr/>
          </p:nvSpPr>
          <p:spPr>
            <a:xfrm>
              <a:off x="5205355" y="346144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3" name="Freeform: Shape 102">
              <a:extLst>
                <a:ext uri="{FF2B5EF4-FFF2-40B4-BE49-F238E27FC236}">
                  <a16:creationId xmlns:a16="http://schemas.microsoft.com/office/drawing/2014/main" id="{AE54A85C-2CB2-B1E1-F203-C0FB239877D7}"/>
                </a:ext>
              </a:extLst>
            </p:cNvPr>
            <p:cNvSpPr/>
            <p:nvPr/>
          </p:nvSpPr>
          <p:spPr>
            <a:xfrm>
              <a:off x="5202974" y="350906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4" name="Freeform: Shape 103">
              <a:extLst>
                <a:ext uri="{FF2B5EF4-FFF2-40B4-BE49-F238E27FC236}">
                  <a16:creationId xmlns:a16="http://schemas.microsoft.com/office/drawing/2014/main" id="{A8A96637-9705-4554-1FD8-CCE780DD26AD}"/>
                </a:ext>
              </a:extLst>
            </p:cNvPr>
            <p:cNvSpPr/>
            <p:nvPr/>
          </p:nvSpPr>
          <p:spPr>
            <a:xfrm>
              <a:off x="5200593" y="355669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72847CAE-3713-3052-BB7B-C0D31F363A20}"/>
              </a:ext>
            </a:extLst>
          </p:cNvPr>
          <p:cNvCxnSpPr>
            <a:cxnSpLocks/>
          </p:cNvCxnSpPr>
          <p:nvPr/>
        </p:nvCxnSpPr>
        <p:spPr>
          <a:xfrm flipH="1">
            <a:off x="9831459" y="4851425"/>
            <a:ext cx="268837" cy="112423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9274E249-B60E-D841-1A7A-16F6D00A5D42}"/>
              </a:ext>
            </a:extLst>
          </p:cNvPr>
          <p:cNvCxnSpPr>
            <a:cxnSpLocks/>
          </p:cNvCxnSpPr>
          <p:nvPr/>
        </p:nvCxnSpPr>
        <p:spPr>
          <a:xfrm flipH="1">
            <a:off x="9875507" y="4856312"/>
            <a:ext cx="381202" cy="147409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107" name="Freeform: Shape 106">
            <a:extLst>
              <a:ext uri="{FF2B5EF4-FFF2-40B4-BE49-F238E27FC236}">
                <a16:creationId xmlns:a16="http://schemas.microsoft.com/office/drawing/2014/main" id="{AA31759E-1587-E39A-5693-9BC40980EAE0}"/>
              </a:ext>
            </a:extLst>
          </p:cNvPr>
          <p:cNvSpPr/>
          <p:nvPr/>
        </p:nvSpPr>
        <p:spPr>
          <a:xfrm>
            <a:off x="9779505" y="3068767"/>
            <a:ext cx="140598" cy="381299"/>
          </a:xfrm>
          <a:custGeom>
            <a:avLst/>
            <a:gdLst>
              <a:gd name="connsiteX0" fmla="*/ 140598 w 140598"/>
              <a:gd name="connsiteY0" fmla="*/ 3794 h 381299"/>
              <a:gd name="connsiteX1" fmla="*/ 18957 w 140598"/>
              <a:gd name="connsiteY1" fmla="*/ 54128 h 381299"/>
              <a:gd name="connsiteX2" fmla="*/ 2179 w 140598"/>
              <a:gd name="connsiteY2" fmla="*/ 381299 h 3812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0598" h="381299">
                <a:moveTo>
                  <a:pt x="140598" y="3794"/>
                </a:moveTo>
                <a:cubicBezTo>
                  <a:pt x="91312" y="-2498"/>
                  <a:pt x="42027" y="-8789"/>
                  <a:pt x="18957" y="54128"/>
                </a:cubicBezTo>
                <a:cubicBezTo>
                  <a:pt x="-4113" y="117045"/>
                  <a:pt x="-967" y="249172"/>
                  <a:pt x="2179" y="381299"/>
                </a:cubicBezTo>
              </a:path>
            </a:pathLst>
          </a:custGeom>
          <a:noFill/>
          <a:ln w="38100" cap="rnd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108" name="Straight Connector 107">
            <a:extLst>
              <a:ext uri="{FF2B5EF4-FFF2-40B4-BE49-F238E27FC236}">
                <a16:creationId xmlns:a16="http://schemas.microsoft.com/office/drawing/2014/main" id="{F5B76CAF-3383-ED46-628D-F008AC58D66B}"/>
              </a:ext>
            </a:extLst>
          </p:cNvPr>
          <p:cNvCxnSpPr>
            <a:cxnSpLocks/>
          </p:cNvCxnSpPr>
          <p:nvPr/>
        </p:nvCxnSpPr>
        <p:spPr>
          <a:xfrm>
            <a:off x="10017199" y="4479943"/>
            <a:ext cx="0" cy="175965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109" name="Oval 108">
            <a:extLst>
              <a:ext uri="{FF2B5EF4-FFF2-40B4-BE49-F238E27FC236}">
                <a16:creationId xmlns:a16="http://schemas.microsoft.com/office/drawing/2014/main" id="{A972F0A2-C59E-B963-C042-7FEB566C77A7}"/>
              </a:ext>
            </a:extLst>
          </p:cNvPr>
          <p:cNvSpPr/>
          <p:nvPr/>
        </p:nvSpPr>
        <p:spPr>
          <a:xfrm>
            <a:off x="7204804" y="4126749"/>
            <a:ext cx="125834" cy="125834"/>
          </a:xfrm>
          <a:prstGeom prst="ellipse">
            <a:avLst/>
          </a:pr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0" name="Freeform: Shape 109">
            <a:extLst>
              <a:ext uri="{FF2B5EF4-FFF2-40B4-BE49-F238E27FC236}">
                <a16:creationId xmlns:a16="http://schemas.microsoft.com/office/drawing/2014/main" id="{4DC5411D-62E3-8F1A-FBE5-6042504086A5}"/>
              </a:ext>
            </a:extLst>
          </p:cNvPr>
          <p:cNvSpPr/>
          <p:nvPr/>
        </p:nvSpPr>
        <p:spPr>
          <a:xfrm>
            <a:off x="7320321" y="4099034"/>
            <a:ext cx="2662967" cy="735584"/>
          </a:xfrm>
          <a:custGeom>
            <a:avLst/>
            <a:gdLst>
              <a:gd name="connsiteX0" fmla="*/ 0 w 5549318"/>
              <a:gd name="connsiteY0" fmla="*/ 178006 h 1556019"/>
              <a:gd name="connsiteX1" fmla="*/ 973123 w 5549318"/>
              <a:gd name="connsiteY1" fmla="*/ 6032 h 1556019"/>
              <a:gd name="connsiteX2" fmla="*/ 2063692 w 5549318"/>
              <a:gd name="connsiteY2" fmla="*/ 370953 h 1556019"/>
              <a:gd name="connsiteX3" fmla="*/ 4467138 w 5549318"/>
              <a:gd name="connsiteY3" fmla="*/ 1524439 h 1556019"/>
              <a:gd name="connsiteX4" fmla="*/ 5549318 w 5549318"/>
              <a:gd name="connsiteY4" fmla="*/ 1117573 h 1556019"/>
              <a:gd name="connsiteX0" fmla="*/ 0 w 5549318"/>
              <a:gd name="connsiteY0" fmla="*/ 175046 h 1553059"/>
              <a:gd name="connsiteX1" fmla="*/ 973123 w 5549318"/>
              <a:gd name="connsiteY1" fmla="*/ 3072 h 1553059"/>
              <a:gd name="connsiteX2" fmla="*/ 3044128 w 5549318"/>
              <a:gd name="connsiteY2" fmla="*/ 301727 h 1553059"/>
              <a:gd name="connsiteX3" fmla="*/ 4467138 w 5549318"/>
              <a:gd name="connsiteY3" fmla="*/ 1521479 h 1553059"/>
              <a:gd name="connsiteX4" fmla="*/ 5549318 w 5549318"/>
              <a:gd name="connsiteY4" fmla="*/ 1114613 h 1553059"/>
              <a:gd name="connsiteX0" fmla="*/ 4465492 w 4629070"/>
              <a:gd name="connsiteY0" fmla="*/ 6513 h 2846514"/>
              <a:gd name="connsiteX1" fmla="*/ 52875 w 4629070"/>
              <a:gd name="connsiteY1" fmla="*/ 1296527 h 2846514"/>
              <a:gd name="connsiteX2" fmla="*/ 2123880 w 4629070"/>
              <a:gd name="connsiteY2" fmla="*/ 1595182 h 2846514"/>
              <a:gd name="connsiteX3" fmla="*/ 3546890 w 4629070"/>
              <a:gd name="connsiteY3" fmla="*/ 2814934 h 2846514"/>
              <a:gd name="connsiteX4" fmla="*/ 4629070 w 4629070"/>
              <a:gd name="connsiteY4" fmla="*/ 2408068 h 2846514"/>
              <a:gd name="connsiteX0" fmla="*/ 2412093 w 3812362"/>
              <a:gd name="connsiteY0" fmla="*/ 7737 h 2847738"/>
              <a:gd name="connsiteX1" fmla="*/ 3744561 w 3812362"/>
              <a:gd name="connsiteY1" fmla="*/ 1107237 h 2847738"/>
              <a:gd name="connsiteX2" fmla="*/ 70481 w 3812362"/>
              <a:gd name="connsiteY2" fmla="*/ 1596406 h 2847738"/>
              <a:gd name="connsiteX3" fmla="*/ 1493491 w 3812362"/>
              <a:gd name="connsiteY3" fmla="*/ 2816158 h 2847738"/>
              <a:gd name="connsiteX4" fmla="*/ 2575671 w 3812362"/>
              <a:gd name="connsiteY4" fmla="*/ 2409292 h 2847738"/>
              <a:gd name="connsiteX0" fmla="*/ 918602 w 2264801"/>
              <a:gd name="connsiteY0" fmla="*/ 9618 h 2849619"/>
              <a:gd name="connsiteX1" fmla="*/ 2251070 w 2264801"/>
              <a:gd name="connsiteY1" fmla="*/ 1109118 h 2849619"/>
              <a:gd name="connsiteX2" fmla="*/ 0 w 2264801"/>
              <a:gd name="connsiteY2" fmla="*/ 2818039 h 2849619"/>
              <a:gd name="connsiteX3" fmla="*/ 1082180 w 2264801"/>
              <a:gd name="connsiteY3" fmla="*/ 2411173 h 2849619"/>
              <a:gd name="connsiteX0" fmla="*/ 0 w 1333041"/>
              <a:gd name="connsiteY0" fmla="*/ 8900 h 2410455"/>
              <a:gd name="connsiteX1" fmla="*/ 1332468 w 1333041"/>
              <a:gd name="connsiteY1" fmla="*/ 1108400 h 2410455"/>
              <a:gd name="connsiteX2" fmla="*/ 163578 w 1333041"/>
              <a:gd name="connsiteY2" fmla="*/ 2410455 h 2410455"/>
              <a:gd name="connsiteX0" fmla="*/ 0 w 2569618"/>
              <a:gd name="connsiteY0" fmla="*/ 7115 h 1144669"/>
              <a:gd name="connsiteX1" fmla="*/ 1332468 w 2569618"/>
              <a:gd name="connsiteY1" fmla="*/ 1106615 h 1144669"/>
              <a:gd name="connsiteX2" fmla="*/ 2532592 w 2569618"/>
              <a:gd name="connsiteY2" fmla="*/ 1054364 h 1144669"/>
              <a:gd name="connsiteX0" fmla="*/ 0 w 2532592"/>
              <a:gd name="connsiteY0" fmla="*/ 7115 h 1207188"/>
              <a:gd name="connsiteX1" fmla="*/ 1332468 w 2532592"/>
              <a:gd name="connsiteY1" fmla="*/ 1106615 h 1207188"/>
              <a:gd name="connsiteX2" fmla="*/ 2532592 w 2532592"/>
              <a:gd name="connsiteY2" fmla="*/ 1054364 h 1207188"/>
              <a:gd name="connsiteX0" fmla="*/ 0 w 2532592"/>
              <a:gd name="connsiteY0" fmla="*/ 6958 h 1223478"/>
              <a:gd name="connsiteX1" fmla="*/ 1217123 w 2532592"/>
              <a:gd name="connsiteY1" fmla="*/ 1131308 h 1223478"/>
              <a:gd name="connsiteX2" fmla="*/ 2532592 w 2532592"/>
              <a:gd name="connsiteY2" fmla="*/ 1054207 h 1223478"/>
              <a:gd name="connsiteX0" fmla="*/ 0 w 2816518"/>
              <a:gd name="connsiteY0" fmla="*/ 11191 h 681250"/>
              <a:gd name="connsiteX1" fmla="*/ 1501049 w 2816518"/>
              <a:gd name="connsiteY1" fmla="*/ 626123 h 681250"/>
              <a:gd name="connsiteX2" fmla="*/ 2816518 w 2816518"/>
              <a:gd name="connsiteY2" fmla="*/ 549022 h 681250"/>
              <a:gd name="connsiteX0" fmla="*/ 0 w 2816518"/>
              <a:gd name="connsiteY0" fmla="*/ 56251 h 726310"/>
              <a:gd name="connsiteX1" fmla="*/ 1501049 w 2816518"/>
              <a:gd name="connsiteY1" fmla="*/ 671183 h 726310"/>
              <a:gd name="connsiteX2" fmla="*/ 2816518 w 2816518"/>
              <a:gd name="connsiteY2" fmla="*/ 594082 h 7263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816518" h="726310">
                <a:moveTo>
                  <a:pt x="0" y="56251"/>
                </a:moveTo>
                <a:cubicBezTo>
                  <a:pt x="673931" y="-215620"/>
                  <a:pt x="1031629" y="581545"/>
                  <a:pt x="1501049" y="671183"/>
                </a:cubicBezTo>
                <a:cubicBezTo>
                  <a:pt x="1970469" y="760821"/>
                  <a:pt x="2199383" y="745265"/>
                  <a:pt x="2816518" y="594082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1" name="Oval 110">
            <a:extLst>
              <a:ext uri="{FF2B5EF4-FFF2-40B4-BE49-F238E27FC236}">
                <a16:creationId xmlns:a16="http://schemas.microsoft.com/office/drawing/2014/main" id="{36B5ACBD-B10B-4AB1-C011-3AA496BCC300}"/>
              </a:ext>
            </a:extLst>
          </p:cNvPr>
          <p:cNvSpPr/>
          <p:nvPr/>
        </p:nvSpPr>
        <p:spPr>
          <a:xfrm>
            <a:off x="7162384" y="3307713"/>
            <a:ext cx="125834" cy="125834"/>
          </a:xfrm>
          <a:prstGeom prst="ellipse">
            <a:avLst/>
          </a:pr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2" name="Freeform: Shape 111">
            <a:extLst>
              <a:ext uri="{FF2B5EF4-FFF2-40B4-BE49-F238E27FC236}">
                <a16:creationId xmlns:a16="http://schemas.microsoft.com/office/drawing/2014/main" id="{D18BA7A9-BD3A-1DC9-7F89-F1F727ECA0F9}"/>
              </a:ext>
            </a:extLst>
          </p:cNvPr>
          <p:cNvSpPr/>
          <p:nvPr/>
        </p:nvSpPr>
        <p:spPr>
          <a:xfrm>
            <a:off x="7206531" y="3452144"/>
            <a:ext cx="2697062" cy="1681679"/>
          </a:xfrm>
          <a:custGeom>
            <a:avLst/>
            <a:gdLst>
              <a:gd name="connsiteX0" fmla="*/ 0 w 5180202"/>
              <a:gd name="connsiteY0" fmla="*/ 0 h 850096"/>
              <a:gd name="connsiteX1" fmla="*/ 1249960 w 5180202"/>
              <a:gd name="connsiteY1" fmla="*/ 826315 h 850096"/>
              <a:gd name="connsiteX2" fmla="*/ 5180202 w 5180202"/>
              <a:gd name="connsiteY2" fmla="*/ 545284 h 850096"/>
              <a:gd name="connsiteX0" fmla="*/ 0 w 5415094"/>
              <a:gd name="connsiteY0" fmla="*/ 0 h 1936470"/>
              <a:gd name="connsiteX1" fmla="*/ 1484852 w 5415094"/>
              <a:gd name="connsiteY1" fmla="*/ 1912689 h 1936470"/>
              <a:gd name="connsiteX2" fmla="*/ 5415094 w 5415094"/>
              <a:gd name="connsiteY2" fmla="*/ 1631658 h 1936470"/>
              <a:gd name="connsiteX0" fmla="*/ 3044 w 5418138"/>
              <a:gd name="connsiteY0" fmla="*/ 0 h 1936470"/>
              <a:gd name="connsiteX1" fmla="*/ 1487896 w 5418138"/>
              <a:gd name="connsiteY1" fmla="*/ 1912689 h 1936470"/>
              <a:gd name="connsiteX2" fmla="*/ 5418138 w 5418138"/>
              <a:gd name="connsiteY2" fmla="*/ 1631658 h 1936470"/>
              <a:gd name="connsiteX0" fmla="*/ 2804 w 5480816"/>
              <a:gd name="connsiteY0" fmla="*/ 0 h 1978415"/>
              <a:gd name="connsiteX1" fmla="*/ 1550574 w 5480816"/>
              <a:gd name="connsiteY1" fmla="*/ 1954634 h 1978415"/>
              <a:gd name="connsiteX2" fmla="*/ 5480816 w 5480816"/>
              <a:gd name="connsiteY2" fmla="*/ 1673603 h 1978415"/>
              <a:gd name="connsiteX0" fmla="*/ 0 w 5478012"/>
              <a:gd name="connsiteY0" fmla="*/ 0 h 1673603"/>
              <a:gd name="connsiteX1" fmla="*/ 5478012 w 5478012"/>
              <a:gd name="connsiteY1" fmla="*/ 1673603 h 1673603"/>
              <a:gd name="connsiteX0" fmla="*/ 0 w 411062"/>
              <a:gd name="connsiteY0" fmla="*/ 0 h 3145871"/>
              <a:gd name="connsiteX1" fmla="*/ 411062 w 411062"/>
              <a:gd name="connsiteY1" fmla="*/ 3145871 h 3145871"/>
              <a:gd name="connsiteX0" fmla="*/ 0 w 2697062"/>
              <a:gd name="connsiteY0" fmla="*/ 0 h 1661020"/>
              <a:gd name="connsiteX1" fmla="*/ 2697062 w 2697062"/>
              <a:gd name="connsiteY1" fmla="*/ 1661020 h 1661020"/>
              <a:gd name="connsiteX0" fmla="*/ 0 w 2697062"/>
              <a:gd name="connsiteY0" fmla="*/ 0 h 1669972"/>
              <a:gd name="connsiteX1" fmla="*/ 2697062 w 2697062"/>
              <a:gd name="connsiteY1" fmla="*/ 1661020 h 1669972"/>
              <a:gd name="connsiteX0" fmla="*/ 0 w 2697062"/>
              <a:gd name="connsiteY0" fmla="*/ 0 h 1681679"/>
              <a:gd name="connsiteX1" fmla="*/ 2697062 w 2697062"/>
              <a:gd name="connsiteY1" fmla="*/ 1661020 h 16816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697062" h="1681679">
                <a:moveTo>
                  <a:pt x="0" y="0"/>
                </a:moveTo>
                <a:cubicBezTo>
                  <a:pt x="123040" y="1350627"/>
                  <a:pt x="1147894" y="1786856"/>
                  <a:pt x="2697062" y="1661020"/>
                </a:cubicBezTo>
              </a:path>
            </a:pathLst>
          </a:cu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3" name="Freeform: Shape 112">
            <a:extLst>
              <a:ext uri="{FF2B5EF4-FFF2-40B4-BE49-F238E27FC236}">
                <a16:creationId xmlns:a16="http://schemas.microsoft.com/office/drawing/2014/main" id="{734B8515-75DF-32DF-E585-D5504A48D016}"/>
              </a:ext>
            </a:extLst>
          </p:cNvPr>
          <p:cNvSpPr/>
          <p:nvPr/>
        </p:nvSpPr>
        <p:spPr>
          <a:xfrm>
            <a:off x="9682406" y="4917505"/>
            <a:ext cx="816282" cy="244395"/>
          </a:xfrm>
          <a:custGeom>
            <a:avLst/>
            <a:gdLst>
              <a:gd name="connsiteX0" fmla="*/ 328612 w 397668"/>
              <a:gd name="connsiteY0" fmla="*/ 2381 h 119062"/>
              <a:gd name="connsiteX1" fmla="*/ 66675 w 397668"/>
              <a:gd name="connsiteY1" fmla="*/ 0 h 119062"/>
              <a:gd name="connsiteX2" fmla="*/ 0 w 397668"/>
              <a:gd name="connsiteY2" fmla="*/ 119062 h 119062"/>
              <a:gd name="connsiteX3" fmla="*/ 397668 w 397668"/>
              <a:gd name="connsiteY3" fmla="*/ 119062 h 119062"/>
              <a:gd name="connsiteX4" fmla="*/ 328612 w 397668"/>
              <a:gd name="connsiteY4" fmla="*/ 2381 h 1190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7668" h="119062">
                <a:moveTo>
                  <a:pt x="328612" y="2381"/>
                </a:moveTo>
                <a:lnTo>
                  <a:pt x="66675" y="0"/>
                </a:lnTo>
                <a:lnTo>
                  <a:pt x="0" y="119062"/>
                </a:lnTo>
                <a:lnTo>
                  <a:pt x="397668" y="119062"/>
                </a:lnTo>
                <a:lnTo>
                  <a:pt x="328612" y="2381"/>
                </a:lnTo>
                <a:close/>
              </a:path>
            </a:pathLst>
          </a:cu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4" name="Rectangle: Rounded Corners 113">
            <a:extLst>
              <a:ext uri="{FF2B5EF4-FFF2-40B4-BE49-F238E27FC236}">
                <a16:creationId xmlns:a16="http://schemas.microsoft.com/office/drawing/2014/main" id="{F6D9F913-F4EE-AA35-1B81-82009D473892}"/>
              </a:ext>
            </a:extLst>
          </p:cNvPr>
          <p:cNvSpPr/>
          <p:nvPr/>
        </p:nvSpPr>
        <p:spPr>
          <a:xfrm>
            <a:off x="9968321" y="4432902"/>
            <a:ext cx="185740" cy="325316"/>
          </a:xfrm>
          <a:prstGeom prst="roundRect">
            <a:avLst/>
          </a:pr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22" name="Group 121">
            <a:extLst>
              <a:ext uri="{FF2B5EF4-FFF2-40B4-BE49-F238E27FC236}">
                <a16:creationId xmlns:a16="http://schemas.microsoft.com/office/drawing/2014/main" id="{CDC21EFD-509E-7466-5D76-1E19A010C0DB}"/>
              </a:ext>
            </a:extLst>
          </p:cNvPr>
          <p:cNvGrpSpPr/>
          <p:nvPr/>
        </p:nvGrpSpPr>
        <p:grpSpPr>
          <a:xfrm rot="16200000">
            <a:off x="2843084" y="5022688"/>
            <a:ext cx="1644243" cy="307777"/>
            <a:chOff x="2128885" y="4456533"/>
            <a:chExt cx="1644243" cy="307777"/>
          </a:xfrm>
        </p:grpSpPr>
        <p:sp>
          <p:nvSpPr>
            <p:cNvPr id="123" name="Rectangle 122">
              <a:extLst>
                <a:ext uri="{FF2B5EF4-FFF2-40B4-BE49-F238E27FC236}">
                  <a16:creationId xmlns:a16="http://schemas.microsoft.com/office/drawing/2014/main" id="{C23EBF3F-BDBC-A158-DC74-B31177E6D6C6}"/>
                </a:ext>
              </a:extLst>
            </p:cNvPr>
            <p:cNvSpPr/>
            <p:nvPr/>
          </p:nvSpPr>
          <p:spPr>
            <a:xfrm>
              <a:off x="2730771" y="4479943"/>
              <a:ext cx="1042357" cy="25282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24" name="TextBox 123">
              <a:extLst>
                <a:ext uri="{FF2B5EF4-FFF2-40B4-BE49-F238E27FC236}">
                  <a16:creationId xmlns:a16="http://schemas.microsoft.com/office/drawing/2014/main" id="{14106744-1913-B59C-3C61-69814E201DEC}"/>
                </a:ext>
              </a:extLst>
            </p:cNvPr>
            <p:cNvSpPr txBox="1"/>
            <p:nvPr/>
          </p:nvSpPr>
          <p:spPr>
            <a:xfrm>
              <a:off x="2737095" y="4456533"/>
              <a:ext cx="102944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700"/>
                <a:t>Pull Up </a:t>
              </a:r>
              <a:r>
                <a:rPr lang="sv-SE" sz="700" i="1"/>
                <a:t>or</a:t>
              </a:r>
              <a:r>
                <a:rPr lang="sv-SE" sz="700"/>
                <a:t>  Pull Down, </a:t>
              </a:r>
              <a:br>
                <a:rPr lang="sv-SE" sz="700"/>
              </a:br>
              <a:r>
                <a:rPr lang="sv-SE" sz="700"/>
                <a:t>depending on OUTDR</a:t>
              </a:r>
              <a:endParaRPr lang="LID4096" sz="700"/>
            </a:p>
          </p:txBody>
        </p:sp>
        <p:cxnSp>
          <p:nvCxnSpPr>
            <p:cNvPr id="125" name="Straight Connector 124">
              <a:extLst>
                <a:ext uri="{FF2B5EF4-FFF2-40B4-BE49-F238E27FC236}">
                  <a16:creationId xmlns:a16="http://schemas.microsoft.com/office/drawing/2014/main" id="{CC8C42B0-B583-7304-684E-2C706205070C}"/>
                </a:ext>
              </a:extLst>
            </p:cNvPr>
            <p:cNvCxnSpPr>
              <a:cxnSpLocks/>
              <a:stCxn id="123" idx="1"/>
            </p:cNvCxnSpPr>
            <p:nvPr/>
          </p:nvCxnSpPr>
          <p:spPr>
            <a:xfrm rot="5400000">
              <a:off x="2429828" y="4305411"/>
              <a:ext cx="0" cy="60188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35" name="Straight Connector 134">
            <a:extLst>
              <a:ext uri="{FF2B5EF4-FFF2-40B4-BE49-F238E27FC236}">
                <a16:creationId xmlns:a16="http://schemas.microsoft.com/office/drawing/2014/main" id="{883E4202-8363-8384-B0AB-0E9F1F0AA962}"/>
              </a:ext>
            </a:extLst>
          </p:cNvPr>
          <p:cNvCxnSpPr>
            <a:cxnSpLocks/>
          </p:cNvCxnSpPr>
          <p:nvPr/>
        </p:nvCxnSpPr>
        <p:spPr>
          <a:xfrm>
            <a:off x="3661129" y="4064523"/>
            <a:ext cx="0" cy="289924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8" name="Oval 137">
            <a:extLst>
              <a:ext uri="{FF2B5EF4-FFF2-40B4-BE49-F238E27FC236}">
                <a16:creationId xmlns:a16="http://schemas.microsoft.com/office/drawing/2014/main" id="{24EAE060-5E3C-82AC-56F0-C9479B60E3A3}"/>
              </a:ext>
            </a:extLst>
          </p:cNvPr>
          <p:cNvSpPr/>
          <p:nvPr/>
        </p:nvSpPr>
        <p:spPr>
          <a:xfrm>
            <a:off x="3606600" y="3997165"/>
            <a:ext cx="109057" cy="109057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139" name="Straight Connector 138">
            <a:extLst>
              <a:ext uri="{FF2B5EF4-FFF2-40B4-BE49-F238E27FC236}">
                <a16:creationId xmlns:a16="http://schemas.microsoft.com/office/drawing/2014/main" id="{B756EA53-E01B-51FC-FC1B-510B61F31F05}"/>
              </a:ext>
            </a:extLst>
          </p:cNvPr>
          <p:cNvCxnSpPr>
            <a:cxnSpLocks/>
          </p:cNvCxnSpPr>
          <p:nvPr/>
        </p:nvCxnSpPr>
        <p:spPr>
          <a:xfrm flipH="1" flipV="1">
            <a:off x="3470012" y="3804468"/>
            <a:ext cx="166628" cy="201355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1" name="Oval 140">
            <a:extLst>
              <a:ext uri="{FF2B5EF4-FFF2-40B4-BE49-F238E27FC236}">
                <a16:creationId xmlns:a16="http://schemas.microsoft.com/office/drawing/2014/main" id="{E6895E04-20D6-A0AC-0839-27ADBD7F6761}"/>
              </a:ext>
            </a:extLst>
          </p:cNvPr>
          <p:cNvSpPr/>
          <p:nvPr/>
        </p:nvSpPr>
        <p:spPr>
          <a:xfrm>
            <a:off x="3621450" y="3689574"/>
            <a:ext cx="109057" cy="109057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19243759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72D709-0828-C41D-9603-9017EAF8B6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1">
            <a:extLst>
              <a:ext uri="{FF2B5EF4-FFF2-40B4-BE49-F238E27FC236}">
                <a16:creationId xmlns:a16="http://schemas.microsoft.com/office/drawing/2014/main" id="{F9475A6A-753C-BDF8-6BF0-269B5170637F}"/>
              </a:ext>
            </a:extLst>
          </p:cNvPr>
          <p:cNvSpPr txBox="1">
            <a:spLocks/>
          </p:cNvSpPr>
          <p:nvPr/>
        </p:nvSpPr>
        <p:spPr>
          <a:xfrm>
            <a:off x="990600" y="5175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sv-SE"/>
              <a:t>Recap: Konfigurera som in- eller ut-pinne.</a:t>
            </a:r>
            <a:endParaRPr lang="LID4096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35BCCDE-AB10-4FE2-F743-9EAE69D0F6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Konfigurera pinnar</a:t>
            </a:r>
            <a:endParaRPr lang="LID4096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E0A90E6-8E98-96A0-CDA7-1B4858DA51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6356665" cy="685800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F55E9D33-8F98-D5B4-043F-15CF63AB603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52286" y="2561063"/>
            <a:ext cx="3900312" cy="330073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841D59F-0F4D-00F4-A4AE-DD3C784B6B59}"/>
              </a:ext>
            </a:extLst>
          </p:cNvPr>
          <p:cNvSpPr txBox="1"/>
          <p:nvPr/>
        </p:nvSpPr>
        <p:spPr>
          <a:xfrm>
            <a:off x="3462919" y="5505403"/>
            <a:ext cx="502061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50" b="1"/>
              <a:t>etc...</a:t>
            </a:r>
            <a:endParaRPr lang="LID4096" sz="1050" b="1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7F9065B0-94C2-40A3-0468-A6CE0CE84096}"/>
              </a:ext>
            </a:extLst>
          </p:cNvPr>
          <p:cNvSpPr/>
          <p:nvPr/>
        </p:nvSpPr>
        <p:spPr>
          <a:xfrm>
            <a:off x="3580069" y="1944498"/>
            <a:ext cx="1907659" cy="210355"/>
          </a:xfrm>
          <a:prstGeom prst="roundRect">
            <a:avLst/>
          </a:prstGeom>
          <a:noFill/>
          <a:ln w="2540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B2F3AA4B-517E-C9DD-9706-B22A4AB11CE7}"/>
              </a:ext>
            </a:extLst>
          </p:cNvPr>
          <p:cNvSpPr/>
          <p:nvPr/>
        </p:nvSpPr>
        <p:spPr>
          <a:xfrm>
            <a:off x="155106" y="2055813"/>
            <a:ext cx="2360567" cy="223748"/>
          </a:xfrm>
          <a:prstGeom prst="roundRect">
            <a:avLst/>
          </a:prstGeom>
          <a:noFill/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B55ED94D-4B59-E23B-B980-5446661AF60C}"/>
              </a:ext>
            </a:extLst>
          </p:cNvPr>
          <p:cNvGrpSpPr/>
          <p:nvPr/>
        </p:nvGrpSpPr>
        <p:grpSpPr>
          <a:xfrm>
            <a:off x="3953813" y="3294530"/>
            <a:ext cx="5142964" cy="1114339"/>
            <a:chOff x="3953813" y="3294530"/>
            <a:chExt cx="5142964" cy="1114339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6A0E6247-0E8B-7CFE-192B-B8C05D3DE9B1}"/>
                </a:ext>
              </a:extLst>
            </p:cNvPr>
            <p:cNvSpPr/>
            <p:nvPr/>
          </p:nvSpPr>
          <p:spPr>
            <a:xfrm>
              <a:off x="3953813" y="3966694"/>
              <a:ext cx="764147" cy="442175"/>
            </a:xfrm>
            <a:prstGeom prst="rect">
              <a:avLst/>
            </a:prstGeom>
            <a:noFill/>
            <a:ln w="25400"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08F7C6A5-6D32-8E6E-B059-4ED193880EF3}"/>
                </a:ext>
              </a:extLst>
            </p:cNvPr>
            <p:cNvSpPr/>
            <p:nvPr/>
          </p:nvSpPr>
          <p:spPr>
            <a:xfrm>
              <a:off x="4323008" y="3541690"/>
              <a:ext cx="4773769" cy="699752"/>
            </a:xfrm>
            <a:custGeom>
              <a:avLst/>
              <a:gdLst>
                <a:gd name="csX0" fmla="*/ 0 w 4773769"/>
                <a:gd name="csY0" fmla="*/ 412124 h 699752"/>
                <a:gd name="csX1" fmla="*/ 0 w 4773769"/>
                <a:gd name="csY1" fmla="*/ 0 h 699752"/>
                <a:gd name="csX2" fmla="*/ 4292958 w 4773769"/>
                <a:gd name="csY2" fmla="*/ 0 h 699752"/>
                <a:gd name="csX3" fmla="*/ 4773769 w 4773769"/>
                <a:gd name="csY3" fmla="*/ 699752 h 6997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4773769" h="699752">
                  <a:moveTo>
                    <a:pt x="0" y="412124"/>
                  </a:moveTo>
                  <a:lnTo>
                    <a:pt x="0" y="0"/>
                  </a:lnTo>
                  <a:lnTo>
                    <a:pt x="4292958" y="0"/>
                  </a:lnTo>
                  <a:lnTo>
                    <a:pt x="4773769" y="699752"/>
                  </a:lnTo>
                </a:path>
              </a:pathLst>
            </a:custGeom>
            <a:noFill/>
            <a:ln>
              <a:solidFill>
                <a:schemeClr val="accent5">
                  <a:lumMod val="60000"/>
                  <a:lumOff val="40000"/>
                </a:schemeClr>
              </a:solidFill>
              <a:tailEnd type="triangle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EDCA2362-4984-7422-41B5-0B35958AD789}"/>
                </a:ext>
              </a:extLst>
            </p:cNvPr>
            <p:cNvSpPr txBox="1"/>
            <p:nvPr/>
          </p:nvSpPr>
          <p:spPr>
            <a:xfrm>
              <a:off x="5552663" y="3294530"/>
              <a:ext cx="478016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50" b="1">
                  <a:solidFill>
                    <a:schemeClr val="accent5">
                      <a:lumMod val="75000"/>
                    </a:schemeClr>
                  </a:solidFill>
                </a:rPr>
                <a:t>pin 2</a:t>
              </a:r>
              <a:endParaRPr lang="LID4096" sz="1050" b="1">
                <a:solidFill>
                  <a:schemeClr val="accent5">
                    <a:lumMod val="75000"/>
                  </a:schemeClr>
                </a:solidFill>
              </a:endParaRPr>
            </a:p>
          </p:txBody>
        </p:sp>
      </p:grpSp>
      <p:sp>
        <p:nvSpPr>
          <p:cNvPr id="13" name="Rectangle 12">
            <a:extLst>
              <a:ext uri="{FF2B5EF4-FFF2-40B4-BE49-F238E27FC236}">
                <a16:creationId xmlns:a16="http://schemas.microsoft.com/office/drawing/2014/main" id="{5A2A4B55-48FF-F704-AF3C-80C8FE028920}"/>
              </a:ext>
            </a:extLst>
          </p:cNvPr>
          <p:cNvSpPr/>
          <p:nvPr/>
        </p:nvSpPr>
        <p:spPr>
          <a:xfrm>
            <a:off x="4009623" y="4228563"/>
            <a:ext cx="270456" cy="15454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0CD2FD8-9006-D1BA-A8FA-7B9A7C7C7BA7}"/>
              </a:ext>
            </a:extLst>
          </p:cNvPr>
          <p:cNvSpPr/>
          <p:nvPr/>
        </p:nvSpPr>
        <p:spPr>
          <a:xfrm>
            <a:off x="4372376" y="4211428"/>
            <a:ext cx="323047" cy="15454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C8CCB0A-62AA-1790-E56E-D44CE42217CD}"/>
              </a:ext>
            </a:extLst>
          </p:cNvPr>
          <p:cNvSpPr txBox="1"/>
          <p:nvPr/>
        </p:nvSpPr>
        <p:spPr>
          <a:xfrm>
            <a:off x="3987674" y="4163068"/>
            <a:ext cx="33855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10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10</a:t>
            </a:r>
            <a:endParaRPr lang="LID4096">
              <a:solidFill>
                <a:schemeClr val="accent1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5941D72-5AB3-5322-243D-16D7B962CED2}"/>
              </a:ext>
            </a:extLst>
          </p:cNvPr>
          <p:cNvSpPr txBox="1"/>
          <p:nvPr/>
        </p:nvSpPr>
        <p:spPr>
          <a:xfrm>
            <a:off x="4364622" y="4155164"/>
            <a:ext cx="33855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100">
                <a:solidFill>
                  <a:schemeClr val="accent2">
                    <a:lumMod val="75000"/>
                  </a:schemeClr>
                </a:solidFill>
                <a:latin typeface="Consolas" panose="020B0609020204030204" pitchFamily="49" charset="0"/>
              </a:rPr>
              <a:t>00</a:t>
            </a:r>
            <a:endParaRPr lang="LID4096">
              <a:solidFill>
                <a:schemeClr val="accent2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46D5F001-31EC-5791-5E2B-20B29ADE80FD}"/>
              </a:ext>
            </a:extLst>
          </p:cNvPr>
          <p:cNvGrpSpPr/>
          <p:nvPr/>
        </p:nvGrpSpPr>
        <p:grpSpPr>
          <a:xfrm>
            <a:off x="2333793" y="5056380"/>
            <a:ext cx="4406151" cy="1562594"/>
            <a:chOff x="2333793" y="3341917"/>
            <a:chExt cx="9240540" cy="3277057"/>
          </a:xfrm>
        </p:grpSpPr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8C787728-F95E-6B8F-FED0-3D620B922E3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333793" y="3341917"/>
              <a:ext cx="9240540" cy="3277057"/>
            </a:xfrm>
            <a:prstGeom prst="rect">
              <a:avLst/>
            </a:prstGeom>
            <a:ln>
              <a:solidFill>
                <a:schemeClr val="accent1">
                  <a:shade val="15000"/>
                </a:schemeClr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sp>
          <p:nvSpPr>
            <p:cNvPr id="18" name="Rectangle: Rounded Corners 17">
              <a:extLst>
                <a:ext uri="{FF2B5EF4-FFF2-40B4-BE49-F238E27FC236}">
                  <a16:creationId xmlns:a16="http://schemas.microsoft.com/office/drawing/2014/main" id="{0AF4546A-A22F-ADE6-0196-476C2E8A4D8F}"/>
                </a:ext>
              </a:extLst>
            </p:cNvPr>
            <p:cNvSpPr/>
            <p:nvPr/>
          </p:nvSpPr>
          <p:spPr>
            <a:xfrm>
              <a:off x="9775065" y="5203066"/>
              <a:ext cx="201770" cy="338026"/>
            </a:xfrm>
            <a:prstGeom prst="roundRect">
              <a:avLst/>
            </a:prstGeom>
            <a:noFill/>
            <a:ln w="25400"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</p:spTree>
    <p:extLst>
      <p:ext uri="{BB962C8B-B14F-4D97-AF65-F5344CB8AC3E}">
        <p14:creationId xmlns:p14="http://schemas.microsoft.com/office/powerpoint/2010/main" val="20513364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81ED85-4613-ABAE-A669-8C18DF933F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Exempel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F84B9D-B663-C6B7-1990-C7551DC08502}"/>
              </a:ext>
            </a:extLst>
          </p:cNvPr>
          <p:cNvSpPr>
            <a:spLocks noGrp="1"/>
          </p:cNvSpPr>
          <p:nvPr>
            <p:ph idx="1"/>
          </p:nvPr>
        </p:nvSpPr>
        <p:spPr>
          <a:solidFill>
            <a:schemeClr val="tx1">
              <a:lumMod val="85000"/>
              <a:lumOff val="15000"/>
            </a:schemeClr>
          </a:solidFill>
        </p:spPr>
        <p:txBody>
          <a:bodyPr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buNone/>
            </a:pPr>
            <a:r>
              <a:rPr lang="en-GB" sz="1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GB" sz="10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equ</a:t>
            </a:r>
            <a:r>
              <a:rPr lang="en-GB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GPIO_D_CFGLR, </a:t>
            </a:r>
            <a:r>
              <a:rPr lang="en-GB" sz="10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0x40011400</a:t>
            </a:r>
            <a:endParaRPr lang="en-GB" sz="1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00000"/>
              </a:lnSpc>
              <a:spcBef>
                <a:spcPts val="0"/>
              </a:spcBef>
              <a:buNone/>
            </a:pPr>
            <a:r>
              <a:rPr lang="en-GB" sz="1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GB" sz="10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equ</a:t>
            </a:r>
            <a:r>
              <a:rPr lang="en-GB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GPIO_D_CFGHR, </a:t>
            </a:r>
            <a:r>
              <a:rPr lang="en-GB" sz="10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0x40011404</a:t>
            </a:r>
            <a:endParaRPr lang="en-GB" sz="1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00000"/>
              </a:lnSpc>
              <a:spcBef>
                <a:spcPts val="0"/>
              </a:spcBef>
              <a:buNone/>
            </a:pPr>
            <a:r>
              <a:rPr lang="en-GB" sz="1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GB" sz="10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equ</a:t>
            </a:r>
            <a:r>
              <a:rPr lang="en-GB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GPIO_D_INDR,  </a:t>
            </a:r>
            <a:r>
              <a:rPr lang="en-GB" sz="10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0x40011408</a:t>
            </a:r>
            <a:endParaRPr lang="en-GB" sz="1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00000"/>
              </a:lnSpc>
              <a:spcBef>
                <a:spcPts val="0"/>
              </a:spcBef>
              <a:buNone/>
            </a:pPr>
            <a:r>
              <a:rPr lang="en-GB" sz="1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GB" sz="10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equ</a:t>
            </a:r>
            <a:r>
              <a:rPr lang="en-GB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GPIO_D_OUTDR, </a:t>
            </a:r>
            <a:r>
              <a:rPr lang="en-GB" sz="10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0x4001140C</a:t>
            </a:r>
            <a:endParaRPr lang="en-GB" sz="1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00000"/>
              </a:lnSpc>
              <a:spcBef>
                <a:spcPts val="0"/>
              </a:spcBef>
              <a:buNone/>
            </a:pPr>
            <a:br>
              <a:rPr lang="en-GB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en-GB" sz="1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00000"/>
              </a:lnSpc>
              <a:spcBef>
                <a:spcPts val="0"/>
              </a:spcBef>
              <a:buNone/>
            </a:pPr>
            <a:r>
              <a:rPr lang="en-GB" sz="10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GB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ct val="100000"/>
              </a:lnSpc>
              <a:spcBef>
                <a:spcPts val="0"/>
              </a:spcBef>
              <a:buNone/>
            </a:pPr>
            <a:r>
              <a:rPr lang="en-GB" sz="10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la</a:t>
            </a:r>
            <a:r>
              <a:rPr lang="en-GB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0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t0</a:t>
            </a:r>
            <a:r>
              <a:rPr lang="en-GB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GPIO_D_CFGLR      </a:t>
            </a:r>
            <a:r>
              <a:rPr lang="en-GB" sz="1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Configure pin 6 as input with pull up/down active</a:t>
            </a:r>
            <a:endParaRPr lang="en-GB" sz="1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00000"/>
              </a:lnSpc>
              <a:spcBef>
                <a:spcPts val="0"/>
              </a:spcBef>
              <a:buNone/>
            </a:pPr>
            <a:r>
              <a:rPr lang="en-GB" sz="10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li</a:t>
            </a:r>
            <a:r>
              <a:rPr lang="en-GB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0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t1</a:t>
            </a:r>
            <a:r>
              <a:rPr lang="en-GB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GB" sz="10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0x08000000</a:t>
            </a:r>
            <a:r>
              <a:rPr lang="en-GB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       </a:t>
            </a:r>
            <a:r>
              <a:rPr lang="en-GB" sz="1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Binary: ... 1000 0000 0000 0000 0000 0000 0000</a:t>
            </a:r>
          </a:p>
          <a:p>
            <a:pPr>
              <a:lnSpc>
                <a:spcPct val="100000"/>
              </a:lnSpc>
              <a:spcBef>
                <a:spcPts val="0"/>
              </a:spcBef>
              <a:buNone/>
            </a:pPr>
            <a:r>
              <a:rPr lang="en-GB" sz="1000" dirty="0">
                <a:solidFill>
                  <a:srgbClr val="6A9955"/>
                </a:solidFill>
                <a:latin typeface="Consolas" panose="020B0609020204030204" pitchFamily="49" charset="0"/>
              </a:rPr>
              <a:t>		            # Hex:           8    0    0    0    0    0    0</a:t>
            </a:r>
            <a:endParaRPr lang="en-GB" sz="1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00000"/>
              </a:lnSpc>
              <a:spcBef>
                <a:spcPts val="0"/>
              </a:spcBef>
              <a:buNone/>
            </a:pPr>
            <a:r>
              <a:rPr lang="en-GB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             </a:t>
            </a:r>
            <a:r>
              <a:rPr lang="en-GB" sz="1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Pin:    ...    6    5    4    3    2    1    0</a:t>
            </a:r>
            <a:endParaRPr lang="en-GB" sz="1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00000"/>
              </a:lnSpc>
              <a:spcBef>
                <a:spcPts val="0"/>
              </a:spcBef>
              <a:buNone/>
            </a:pPr>
            <a:r>
              <a:rPr lang="en-GB" sz="10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sw</a:t>
            </a:r>
            <a:r>
              <a:rPr lang="en-GB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0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t1</a:t>
            </a:r>
            <a:r>
              <a:rPr lang="en-GB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GB" sz="10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GB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sz="10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t0</a:t>
            </a:r>
            <a:r>
              <a:rPr lang="en-GB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ct val="100000"/>
              </a:lnSpc>
              <a:spcBef>
                <a:spcPts val="0"/>
              </a:spcBef>
              <a:buNone/>
            </a:pPr>
            <a:r>
              <a:rPr lang="en-GB" sz="10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la</a:t>
            </a:r>
            <a:r>
              <a:rPr lang="en-GB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0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t0</a:t>
            </a:r>
            <a:r>
              <a:rPr lang="en-GB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GPIO_D_OUTDR      </a:t>
            </a:r>
            <a:r>
              <a:rPr lang="en-GB" sz="1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Make it pull UP</a:t>
            </a:r>
            <a:endParaRPr lang="en-GB" sz="1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00000"/>
              </a:lnSpc>
              <a:spcBef>
                <a:spcPts val="0"/>
              </a:spcBef>
              <a:buNone/>
            </a:pPr>
            <a:r>
              <a:rPr lang="en-GB" sz="10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li</a:t>
            </a:r>
            <a:r>
              <a:rPr lang="en-GB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0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t1</a:t>
            </a:r>
            <a:r>
              <a:rPr lang="en-GB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GB" sz="10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0x40</a:t>
            </a:r>
            <a:endParaRPr lang="en-GB" sz="1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00000"/>
              </a:lnSpc>
              <a:spcBef>
                <a:spcPts val="0"/>
              </a:spcBef>
              <a:buNone/>
            </a:pPr>
            <a:r>
              <a:rPr lang="en-GB" sz="10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sh</a:t>
            </a:r>
            <a:r>
              <a:rPr lang="en-GB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0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t1</a:t>
            </a:r>
            <a:r>
              <a:rPr lang="en-GB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GB" sz="10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GB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sz="10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t0</a:t>
            </a:r>
            <a:r>
              <a:rPr lang="en-GB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ct val="100000"/>
              </a:lnSpc>
              <a:spcBef>
                <a:spcPts val="0"/>
              </a:spcBef>
              <a:buNone/>
            </a:pPr>
            <a:endParaRPr lang="en-GB" sz="1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00000"/>
              </a:lnSpc>
              <a:spcBef>
                <a:spcPts val="0"/>
              </a:spcBef>
              <a:buNone/>
            </a:pPr>
            <a:r>
              <a:rPr lang="en-GB" sz="10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await_button</a:t>
            </a:r>
            <a:r>
              <a:rPr lang="en-GB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ct val="100000"/>
              </a:lnSpc>
              <a:spcBef>
                <a:spcPts val="0"/>
              </a:spcBef>
              <a:buNone/>
            </a:pPr>
            <a:r>
              <a:rPr lang="en-GB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GB" sz="10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la</a:t>
            </a:r>
            <a:r>
              <a:rPr lang="en-GB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0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t0</a:t>
            </a:r>
            <a:r>
              <a:rPr lang="en-GB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GPIO_D_INDR</a:t>
            </a:r>
          </a:p>
          <a:p>
            <a:pPr>
              <a:lnSpc>
                <a:spcPct val="100000"/>
              </a:lnSpc>
              <a:spcBef>
                <a:spcPts val="0"/>
              </a:spcBef>
              <a:buNone/>
            </a:pPr>
            <a:r>
              <a:rPr lang="en-GB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GB" sz="10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lh</a:t>
            </a:r>
            <a:r>
              <a:rPr lang="en-GB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0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t1</a:t>
            </a:r>
            <a:r>
              <a:rPr lang="en-GB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GB" sz="10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GB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sz="10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t0</a:t>
            </a:r>
            <a:r>
              <a:rPr lang="en-GB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ct val="100000"/>
              </a:lnSpc>
              <a:spcBef>
                <a:spcPts val="0"/>
              </a:spcBef>
              <a:buNone/>
            </a:pPr>
            <a:r>
              <a:rPr lang="en-GB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GB" sz="10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andi</a:t>
            </a:r>
            <a:r>
              <a:rPr lang="en-GB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0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t1</a:t>
            </a:r>
            <a:r>
              <a:rPr lang="en-GB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GB" sz="10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t1</a:t>
            </a:r>
            <a:r>
              <a:rPr lang="en-GB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GB" sz="10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0x40</a:t>
            </a:r>
            <a:r>
              <a:rPr lang="en-GB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       </a:t>
            </a:r>
            <a:r>
              <a:rPr lang="en-GB" sz="1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Mask for pin 6</a:t>
            </a:r>
            <a:endParaRPr lang="en-GB" sz="1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00000"/>
              </a:lnSpc>
              <a:spcBef>
                <a:spcPts val="0"/>
              </a:spcBef>
              <a:buNone/>
            </a:pPr>
            <a:r>
              <a:rPr lang="en-GB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GB" sz="10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bnez</a:t>
            </a:r>
            <a:r>
              <a:rPr lang="en-GB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0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t1</a:t>
            </a:r>
            <a:r>
              <a:rPr lang="en-GB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GB" sz="10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await_button</a:t>
            </a:r>
            <a:endParaRPr lang="en-GB" sz="1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00000"/>
              </a:lnSpc>
              <a:spcBef>
                <a:spcPts val="0"/>
              </a:spcBef>
              <a:buNone/>
            </a:pPr>
            <a:br>
              <a:rPr lang="en-GB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en-GB" sz="1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00000"/>
              </a:lnSpc>
              <a:spcBef>
                <a:spcPts val="0"/>
              </a:spcBef>
              <a:buNone/>
            </a:pPr>
            <a:r>
              <a:rPr lang="en-GB" sz="10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continue</a:t>
            </a:r>
            <a:r>
              <a:rPr lang="en-GB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 </a:t>
            </a:r>
          </a:p>
          <a:p>
            <a:pPr>
              <a:lnSpc>
                <a:spcPct val="100000"/>
              </a:lnSpc>
              <a:spcBef>
                <a:spcPts val="0"/>
              </a:spcBef>
              <a:buNone/>
            </a:pPr>
            <a:r>
              <a:rPr lang="en-GB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GB" sz="10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nop</a:t>
            </a:r>
            <a:endParaRPr lang="en-GB" sz="1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00000"/>
              </a:lnSpc>
              <a:spcBef>
                <a:spcPts val="0"/>
              </a:spcBef>
              <a:buNone/>
            </a:pPr>
            <a:r>
              <a:rPr lang="en-GB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GB" sz="10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j</a:t>
            </a:r>
            <a:r>
              <a:rPr lang="en-GB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continue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LID4096" sz="10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DDA9639-81CB-C18B-EEF9-1EBF9B5E2A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12890" y="2462241"/>
            <a:ext cx="7314202" cy="3078106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E08F75F-F778-3296-5A72-0E707AE22E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86045" y="5439347"/>
            <a:ext cx="2642316" cy="1111991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1239873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3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3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3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3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72E3E5-BDDB-BB9B-A958-C457EAE1C5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560647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7259C3-B3E8-AA9A-8E40-F22C5005AF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Digital Output</a:t>
            </a:r>
            <a:endParaRPr lang="LID4096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23C6E513-DD79-A478-4201-EACC69FF6A5F}"/>
              </a:ext>
            </a:extLst>
          </p:cNvPr>
          <p:cNvGrpSpPr/>
          <p:nvPr/>
        </p:nvGrpSpPr>
        <p:grpSpPr>
          <a:xfrm>
            <a:off x="8461122" y="3296317"/>
            <a:ext cx="2669370" cy="1907729"/>
            <a:chOff x="9519713" y="2988597"/>
            <a:chExt cx="1319935" cy="943323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36A918AE-6C84-94DD-3BE4-77595909223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519713" y="2988597"/>
              <a:ext cx="1319935" cy="943323"/>
            </a:xfrm>
            <a:prstGeom prst="rect">
              <a:avLst/>
            </a:prstGeom>
          </p:spPr>
        </p:pic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F849737D-EFD2-6032-0012-A913C2E7F104}"/>
                </a:ext>
              </a:extLst>
            </p:cNvPr>
            <p:cNvSpPr/>
            <p:nvPr/>
          </p:nvSpPr>
          <p:spPr>
            <a:xfrm rot="19997983">
              <a:off x="10475358" y="3191629"/>
              <a:ext cx="265922" cy="134378"/>
            </a:xfrm>
            <a:prstGeom prst="ellipse">
              <a:avLst/>
            </a:prstGeom>
            <a:noFill/>
            <a:ln w="127">
              <a:solidFill>
                <a:srgbClr val="FF0000"/>
              </a:solidFill>
            </a:ln>
            <a:effectLst>
              <a:glow rad="127000">
                <a:srgbClr val="FF0000">
                  <a:alpha val="61000"/>
                </a:srgbClr>
              </a:glo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BFFFF0C8-1D33-6353-D2EA-499D4BAE0308}"/>
              </a:ext>
            </a:extLst>
          </p:cNvPr>
          <p:cNvGrpSpPr/>
          <p:nvPr/>
        </p:nvGrpSpPr>
        <p:grpSpPr>
          <a:xfrm rot="16200000">
            <a:off x="703596" y="3609031"/>
            <a:ext cx="3095687" cy="2470259"/>
            <a:chOff x="436296" y="1927862"/>
            <a:chExt cx="5353797" cy="4272158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3D3EB111-C292-FB21-A70D-8C862C5B27E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36296" y="2545839"/>
              <a:ext cx="5353797" cy="2772162"/>
            </a:xfrm>
            <a:prstGeom prst="rect">
              <a:avLst/>
            </a:prstGeom>
          </p:spPr>
        </p:pic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00B4899A-6CC7-2750-19F8-8AA16C96D419}"/>
                </a:ext>
              </a:extLst>
            </p:cNvPr>
            <p:cNvSpPr/>
            <p:nvPr/>
          </p:nvSpPr>
          <p:spPr>
            <a:xfrm>
              <a:off x="1578586" y="3558540"/>
              <a:ext cx="3381375" cy="1402080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9E6DE320-6B1D-2D17-3544-61B3A60A7680}"/>
                </a:ext>
              </a:extLst>
            </p:cNvPr>
            <p:cNvSpPr/>
            <p:nvPr/>
          </p:nvSpPr>
          <p:spPr>
            <a:xfrm>
              <a:off x="1436663" y="3406140"/>
              <a:ext cx="3787140" cy="259080"/>
            </a:xfrm>
            <a:custGeom>
              <a:avLst/>
              <a:gdLst>
                <a:gd name="connsiteX0" fmla="*/ 3406140 w 3825240"/>
                <a:gd name="connsiteY0" fmla="*/ 0 h 259080"/>
                <a:gd name="connsiteX1" fmla="*/ 0 w 3825240"/>
                <a:gd name="connsiteY1" fmla="*/ 68580 h 259080"/>
                <a:gd name="connsiteX2" fmla="*/ 228600 w 3825240"/>
                <a:gd name="connsiteY2" fmla="*/ 259080 h 259080"/>
                <a:gd name="connsiteX3" fmla="*/ 3825240 w 3825240"/>
                <a:gd name="connsiteY3" fmla="*/ 167640 h 259080"/>
                <a:gd name="connsiteX4" fmla="*/ 3406140 w 3825240"/>
                <a:gd name="connsiteY4" fmla="*/ 0 h 259080"/>
                <a:gd name="connsiteX0" fmla="*/ 3406140 w 3787140"/>
                <a:gd name="connsiteY0" fmla="*/ 0 h 259080"/>
                <a:gd name="connsiteX1" fmla="*/ 0 w 3787140"/>
                <a:gd name="connsiteY1" fmla="*/ 68580 h 259080"/>
                <a:gd name="connsiteX2" fmla="*/ 228600 w 3787140"/>
                <a:gd name="connsiteY2" fmla="*/ 259080 h 259080"/>
                <a:gd name="connsiteX3" fmla="*/ 3787140 w 3787140"/>
                <a:gd name="connsiteY3" fmla="*/ 153353 h 259080"/>
                <a:gd name="connsiteX4" fmla="*/ 3406140 w 3787140"/>
                <a:gd name="connsiteY4" fmla="*/ 0 h 2590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87140" h="259080">
                  <a:moveTo>
                    <a:pt x="3406140" y="0"/>
                  </a:moveTo>
                  <a:lnTo>
                    <a:pt x="0" y="68580"/>
                  </a:lnTo>
                  <a:lnTo>
                    <a:pt x="228600" y="259080"/>
                  </a:lnTo>
                  <a:lnTo>
                    <a:pt x="3787140" y="153353"/>
                  </a:lnTo>
                  <a:lnTo>
                    <a:pt x="3406140" y="0"/>
                  </a:lnTo>
                  <a:close/>
                </a:path>
              </a:pathLst>
            </a:cu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9CF18C6B-693E-D6B1-8650-C965DB0117C9}"/>
                </a:ext>
              </a:extLst>
            </p:cNvPr>
            <p:cNvSpPr/>
            <p:nvPr/>
          </p:nvSpPr>
          <p:spPr>
            <a:xfrm>
              <a:off x="1459523" y="3482340"/>
              <a:ext cx="205740" cy="1714500"/>
            </a:xfrm>
            <a:custGeom>
              <a:avLst/>
              <a:gdLst>
                <a:gd name="connsiteX0" fmla="*/ 0 w 205740"/>
                <a:gd name="connsiteY0" fmla="*/ 0 h 1714500"/>
                <a:gd name="connsiteX1" fmla="*/ 30480 w 205740"/>
                <a:gd name="connsiteY1" fmla="*/ 1539240 h 1714500"/>
                <a:gd name="connsiteX2" fmla="*/ 205740 w 205740"/>
                <a:gd name="connsiteY2" fmla="*/ 1714500 h 1714500"/>
                <a:gd name="connsiteX3" fmla="*/ 198120 w 205740"/>
                <a:gd name="connsiteY3" fmla="*/ 167640 h 1714500"/>
                <a:gd name="connsiteX4" fmla="*/ 0 w 205740"/>
                <a:gd name="connsiteY4" fmla="*/ 0 h 1714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5740" h="1714500">
                  <a:moveTo>
                    <a:pt x="0" y="0"/>
                  </a:moveTo>
                  <a:lnTo>
                    <a:pt x="30480" y="1539240"/>
                  </a:lnTo>
                  <a:lnTo>
                    <a:pt x="205740" y="1714500"/>
                  </a:lnTo>
                  <a:lnTo>
                    <a:pt x="198120" y="1676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706D1222-EAA5-7FEC-9BA9-7EE37C829171}"/>
                </a:ext>
              </a:extLst>
            </p:cNvPr>
            <p:cNvSpPr/>
            <p:nvPr/>
          </p:nvSpPr>
          <p:spPr>
            <a:xfrm>
              <a:off x="1657643" y="3558540"/>
              <a:ext cx="3596640" cy="1653540"/>
            </a:xfrm>
            <a:custGeom>
              <a:avLst/>
              <a:gdLst>
                <a:gd name="connsiteX0" fmla="*/ 0 w 3680460"/>
                <a:gd name="connsiteY0" fmla="*/ 1653540 h 1653540"/>
                <a:gd name="connsiteX1" fmla="*/ 1463040 w 3680460"/>
                <a:gd name="connsiteY1" fmla="*/ 1592580 h 1653540"/>
                <a:gd name="connsiteX2" fmla="*/ 1463040 w 3680460"/>
                <a:gd name="connsiteY2" fmla="*/ 1417320 h 1653540"/>
                <a:gd name="connsiteX3" fmla="*/ 182880 w 3680460"/>
                <a:gd name="connsiteY3" fmla="*/ 1478280 h 1653540"/>
                <a:gd name="connsiteX4" fmla="*/ 160020 w 3680460"/>
                <a:gd name="connsiteY4" fmla="*/ 266700 h 1653540"/>
                <a:gd name="connsiteX5" fmla="*/ 3474720 w 3680460"/>
                <a:gd name="connsiteY5" fmla="*/ 160020 h 1653540"/>
                <a:gd name="connsiteX6" fmla="*/ 3467100 w 3680460"/>
                <a:gd name="connsiteY6" fmla="*/ 1424940 h 1653540"/>
                <a:gd name="connsiteX7" fmla="*/ 2278380 w 3680460"/>
                <a:gd name="connsiteY7" fmla="*/ 1432560 h 1653540"/>
                <a:gd name="connsiteX8" fmla="*/ 2263140 w 3680460"/>
                <a:gd name="connsiteY8" fmla="*/ 1584960 h 1653540"/>
                <a:gd name="connsiteX9" fmla="*/ 3680460 w 3680460"/>
                <a:gd name="connsiteY9" fmla="*/ 1546860 h 1653540"/>
                <a:gd name="connsiteX10" fmla="*/ 3589020 w 3680460"/>
                <a:gd name="connsiteY10" fmla="*/ 0 h 1653540"/>
                <a:gd name="connsiteX11" fmla="*/ 0 w 3680460"/>
                <a:gd name="connsiteY11" fmla="*/ 91440 h 1653540"/>
                <a:gd name="connsiteX12" fmla="*/ 0 w 3680460"/>
                <a:gd name="connsiteY12" fmla="*/ 1653540 h 1653540"/>
                <a:gd name="connsiteX0" fmla="*/ 0 w 3649980"/>
                <a:gd name="connsiteY0" fmla="*/ 1653540 h 1653540"/>
                <a:gd name="connsiteX1" fmla="*/ 1463040 w 3649980"/>
                <a:gd name="connsiteY1" fmla="*/ 1592580 h 1653540"/>
                <a:gd name="connsiteX2" fmla="*/ 1463040 w 3649980"/>
                <a:gd name="connsiteY2" fmla="*/ 1417320 h 1653540"/>
                <a:gd name="connsiteX3" fmla="*/ 182880 w 3649980"/>
                <a:gd name="connsiteY3" fmla="*/ 1478280 h 1653540"/>
                <a:gd name="connsiteX4" fmla="*/ 160020 w 3649980"/>
                <a:gd name="connsiteY4" fmla="*/ 266700 h 1653540"/>
                <a:gd name="connsiteX5" fmla="*/ 3474720 w 3649980"/>
                <a:gd name="connsiteY5" fmla="*/ 160020 h 1653540"/>
                <a:gd name="connsiteX6" fmla="*/ 3467100 w 3649980"/>
                <a:gd name="connsiteY6" fmla="*/ 1424940 h 1653540"/>
                <a:gd name="connsiteX7" fmla="*/ 2278380 w 3649980"/>
                <a:gd name="connsiteY7" fmla="*/ 1432560 h 1653540"/>
                <a:gd name="connsiteX8" fmla="*/ 2263140 w 3649980"/>
                <a:gd name="connsiteY8" fmla="*/ 1584960 h 1653540"/>
                <a:gd name="connsiteX9" fmla="*/ 3649980 w 3649980"/>
                <a:gd name="connsiteY9" fmla="*/ 1554480 h 1653540"/>
                <a:gd name="connsiteX10" fmla="*/ 3589020 w 3649980"/>
                <a:gd name="connsiteY10" fmla="*/ 0 h 1653540"/>
                <a:gd name="connsiteX11" fmla="*/ 0 w 3649980"/>
                <a:gd name="connsiteY11" fmla="*/ 91440 h 1653540"/>
                <a:gd name="connsiteX12" fmla="*/ 0 w 3649980"/>
                <a:gd name="connsiteY12" fmla="*/ 1653540 h 1653540"/>
                <a:gd name="connsiteX0" fmla="*/ 0 w 3596640"/>
                <a:gd name="connsiteY0" fmla="*/ 1653540 h 1653540"/>
                <a:gd name="connsiteX1" fmla="*/ 1463040 w 3596640"/>
                <a:gd name="connsiteY1" fmla="*/ 1592580 h 1653540"/>
                <a:gd name="connsiteX2" fmla="*/ 1463040 w 3596640"/>
                <a:gd name="connsiteY2" fmla="*/ 1417320 h 1653540"/>
                <a:gd name="connsiteX3" fmla="*/ 182880 w 3596640"/>
                <a:gd name="connsiteY3" fmla="*/ 1478280 h 1653540"/>
                <a:gd name="connsiteX4" fmla="*/ 160020 w 3596640"/>
                <a:gd name="connsiteY4" fmla="*/ 266700 h 1653540"/>
                <a:gd name="connsiteX5" fmla="*/ 3474720 w 3596640"/>
                <a:gd name="connsiteY5" fmla="*/ 160020 h 1653540"/>
                <a:gd name="connsiteX6" fmla="*/ 3467100 w 3596640"/>
                <a:gd name="connsiteY6" fmla="*/ 1424940 h 1653540"/>
                <a:gd name="connsiteX7" fmla="*/ 2278380 w 3596640"/>
                <a:gd name="connsiteY7" fmla="*/ 1432560 h 1653540"/>
                <a:gd name="connsiteX8" fmla="*/ 2263140 w 3596640"/>
                <a:gd name="connsiteY8" fmla="*/ 1584960 h 1653540"/>
                <a:gd name="connsiteX9" fmla="*/ 3596640 w 3596640"/>
                <a:gd name="connsiteY9" fmla="*/ 1546860 h 1653540"/>
                <a:gd name="connsiteX10" fmla="*/ 3589020 w 3596640"/>
                <a:gd name="connsiteY10" fmla="*/ 0 h 1653540"/>
                <a:gd name="connsiteX11" fmla="*/ 0 w 3596640"/>
                <a:gd name="connsiteY11" fmla="*/ 91440 h 1653540"/>
                <a:gd name="connsiteX12" fmla="*/ 0 w 3596640"/>
                <a:gd name="connsiteY12" fmla="*/ 1653540 h 165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6640" h="1653540">
                  <a:moveTo>
                    <a:pt x="0" y="1653540"/>
                  </a:moveTo>
                  <a:lnTo>
                    <a:pt x="1463040" y="1592580"/>
                  </a:lnTo>
                  <a:lnTo>
                    <a:pt x="1463040" y="1417320"/>
                  </a:lnTo>
                  <a:lnTo>
                    <a:pt x="182880" y="1478280"/>
                  </a:lnTo>
                  <a:lnTo>
                    <a:pt x="160020" y="266700"/>
                  </a:lnTo>
                  <a:lnTo>
                    <a:pt x="3474720" y="160020"/>
                  </a:lnTo>
                  <a:lnTo>
                    <a:pt x="3467100" y="1424940"/>
                  </a:lnTo>
                  <a:lnTo>
                    <a:pt x="2278380" y="1432560"/>
                  </a:lnTo>
                  <a:lnTo>
                    <a:pt x="2263140" y="1584960"/>
                  </a:lnTo>
                  <a:lnTo>
                    <a:pt x="3596640" y="1546860"/>
                  </a:lnTo>
                  <a:lnTo>
                    <a:pt x="3589020" y="0"/>
                  </a:lnTo>
                  <a:lnTo>
                    <a:pt x="0" y="91440"/>
                  </a:lnTo>
                  <a:lnTo>
                    <a:pt x="0" y="165354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A9A69BF5-A5A6-CF62-95C1-0FFD71ADAC49}"/>
                </a:ext>
              </a:extLst>
            </p:cNvPr>
            <p:cNvSpPr/>
            <p:nvPr/>
          </p:nvSpPr>
          <p:spPr>
            <a:xfrm>
              <a:off x="1833379" y="3727133"/>
              <a:ext cx="3305175" cy="1312068"/>
            </a:xfrm>
            <a:custGeom>
              <a:avLst/>
              <a:gdLst>
                <a:gd name="connsiteX0" fmla="*/ 2943225 w 3305175"/>
                <a:gd name="connsiteY0" fmla="*/ 4762 h 1312068"/>
                <a:gd name="connsiteX1" fmla="*/ 2964657 w 3305175"/>
                <a:gd name="connsiteY1" fmla="*/ 1040606 h 1312068"/>
                <a:gd name="connsiteX2" fmla="*/ 0 w 3305175"/>
                <a:gd name="connsiteY2" fmla="*/ 1133475 h 1312068"/>
                <a:gd name="connsiteX3" fmla="*/ 7144 w 3305175"/>
                <a:gd name="connsiteY3" fmla="*/ 1312068 h 1312068"/>
                <a:gd name="connsiteX4" fmla="*/ 1290638 w 3305175"/>
                <a:gd name="connsiteY4" fmla="*/ 1254918 h 1312068"/>
                <a:gd name="connsiteX5" fmla="*/ 1362075 w 3305175"/>
                <a:gd name="connsiteY5" fmla="*/ 1202531 h 1312068"/>
                <a:gd name="connsiteX6" fmla="*/ 1431132 w 3305175"/>
                <a:gd name="connsiteY6" fmla="*/ 1185862 h 1312068"/>
                <a:gd name="connsiteX7" fmla="*/ 1735932 w 3305175"/>
                <a:gd name="connsiteY7" fmla="*/ 1171575 h 1312068"/>
                <a:gd name="connsiteX8" fmla="*/ 1902619 w 3305175"/>
                <a:gd name="connsiteY8" fmla="*/ 1178718 h 1312068"/>
                <a:gd name="connsiteX9" fmla="*/ 2100263 w 3305175"/>
                <a:gd name="connsiteY9" fmla="*/ 1264443 h 1312068"/>
                <a:gd name="connsiteX10" fmla="*/ 3300413 w 3305175"/>
                <a:gd name="connsiteY10" fmla="*/ 1257300 h 1312068"/>
                <a:gd name="connsiteX11" fmla="*/ 3305175 w 3305175"/>
                <a:gd name="connsiteY11" fmla="*/ 0 h 1312068"/>
                <a:gd name="connsiteX12" fmla="*/ 2943225 w 3305175"/>
                <a:gd name="connsiteY12" fmla="*/ 4762 h 1312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305175" h="1312068">
                  <a:moveTo>
                    <a:pt x="2943225" y="4762"/>
                  </a:moveTo>
                  <a:lnTo>
                    <a:pt x="2964657" y="1040606"/>
                  </a:lnTo>
                  <a:lnTo>
                    <a:pt x="0" y="1133475"/>
                  </a:lnTo>
                  <a:lnTo>
                    <a:pt x="7144" y="1312068"/>
                  </a:lnTo>
                  <a:lnTo>
                    <a:pt x="1290638" y="1254918"/>
                  </a:lnTo>
                  <a:lnTo>
                    <a:pt x="1362075" y="1202531"/>
                  </a:lnTo>
                  <a:lnTo>
                    <a:pt x="1431132" y="1185862"/>
                  </a:lnTo>
                  <a:lnTo>
                    <a:pt x="1735932" y="1171575"/>
                  </a:lnTo>
                  <a:lnTo>
                    <a:pt x="1902619" y="1178718"/>
                  </a:lnTo>
                  <a:lnTo>
                    <a:pt x="2100263" y="1264443"/>
                  </a:lnTo>
                  <a:lnTo>
                    <a:pt x="3300413" y="1257300"/>
                  </a:lnTo>
                  <a:cubicBezTo>
                    <a:pt x="3302000" y="838200"/>
                    <a:pt x="3303588" y="419100"/>
                    <a:pt x="3305175" y="0"/>
                  </a:cubicBezTo>
                  <a:lnTo>
                    <a:pt x="2943225" y="4762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BB7C672B-3669-08CF-24FE-2C0500B8F902}"/>
                </a:ext>
              </a:extLst>
            </p:cNvPr>
            <p:cNvSpPr/>
            <p:nvPr/>
          </p:nvSpPr>
          <p:spPr>
            <a:xfrm>
              <a:off x="3119254" y="4896326"/>
              <a:ext cx="819150" cy="247650"/>
            </a:xfrm>
            <a:custGeom>
              <a:avLst/>
              <a:gdLst>
                <a:gd name="connsiteX0" fmla="*/ 802482 w 819150"/>
                <a:gd name="connsiteY0" fmla="*/ 242888 h 247650"/>
                <a:gd name="connsiteX1" fmla="*/ 588169 w 819150"/>
                <a:gd name="connsiteY1" fmla="*/ 116682 h 247650"/>
                <a:gd name="connsiteX2" fmla="*/ 452438 w 819150"/>
                <a:gd name="connsiteY2" fmla="*/ 95250 h 247650"/>
                <a:gd name="connsiteX3" fmla="*/ 192882 w 819150"/>
                <a:gd name="connsiteY3" fmla="*/ 92869 h 247650"/>
                <a:gd name="connsiteX4" fmla="*/ 76200 w 819150"/>
                <a:gd name="connsiteY4" fmla="*/ 140494 h 247650"/>
                <a:gd name="connsiteX5" fmla="*/ 11907 w 819150"/>
                <a:gd name="connsiteY5" fmla="*/ 247650 h 247650"/>
                <a:gd name="connsiteX6" fmla="*/ 0 w 819150"/>
                <a:gd name="connsiteY6" fmla="*/ 85725 h 247650"/>
                <a:gd name="connsiteX7" fmla="*/ 76200 w 819150"/>
                <a:gd name="connsiteY7" fmla="*/ 33338 h 247650"/>
                <a:gd name="connsiteX8" fmla="*/ 173832 w 819150"/>
                <a:gd name="connsiteY8" fmla="*/ 14288 h 247650"/>
                <a:gd name="connsiteX9" fmla="*/ 469107 w 819150"/>
                <a:gd name="connsiteY9" fmla="*/ 0 h 247650"/>
                <a:gd name="connsiteX10" fmla="*/ 616744 w 819150"/>
                <a:gd name="connsiteY10" fmla="*/ 14288 h 247650"/>
                <a:gd name="connsiteX11" fmla="*/ 819150 w 819150"/>
                <a:gd name="connsiteY11" fmla="*/ 95250 h 247650"/>
                <a:gd name="connsiteX12" fmla="*/ 802482 w 819150"/>
                <a:gd name="connsiteY12" fmla="*/ 242888 h 247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19150" h="247650">
                  <a:moveTo>
                    <a:pt x="802482" y="242888"/>
                  </a:moveTo>
                  <a:lnTo>
                    <a:pt x="588169" y="116682"/>
                  </a:lnTo>
                  <a:lnTo>
                    <a:pt x="452438" y="95250"/>
                  </a:lnTo>
                  <a:lnTo>
                    <a:pt x="192882" y="92869"/>
                  </a:lnTo>
                  <a:lnTo>
                    <a:pt x="76200" y="140494"/>
                  </a:lnTo>
                  <a:lnTo>
                    <a:pt x="11907" y="247650"/>
                  </a:lnTo>
                  <a:lnTo>
                    <a:pt x="0" y="85725"/>
                  </a:lnTo>
                  <a:lnTo>
                    <a:pt x="76200" y="33338"/>
                  </a:lnTo>
                  <a:lnTo>
                    <a:pt x="173832" y="14288"/>
                  </a:lnTo>
                  <a:lnTo>
                    <a:pt x="469107" y="0"/>
                  </a:lnTo>
                  <a:lnTo>
                    <a:pt x="616744" y="14288"/>
                  </a:lnTo>
                  <a:lnTo>
                    <a:pt x="819150" y="95250"/>
                  </a:lnTo>
                  <a:lnTo>
                    <a:pt x="802482" y="242888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4EC6EAE4-E645-77E2-72AF-C4768855C61D}"/>
                </a:ext>
              </a:extLst>
            </p:cNvPr>
            <p:cNvGrpSpPr/>
            <p:nvPr/>
          </p:nvGrpSpPr>
          <p:grpSpPr>
            <a:xfrm>
              <a:off x="4243204" y="4020026"/>
              <a:ext cx="209550" cy="157163"/>
              <a:chOff x="6669881" y="4393406"/>
              <a:chExt cx="209550" cy="157163"/>
            </a:xfrm>
          </p:grpSpPr>
          <p:sp>
            <p:nvSpPr>
              <p:cNvPr id="63" name="Rectangle 62">
                <a:extLst>
                  <a:ext uri="{FF2B5EF4-FFF2-40B4-BE49-F238E27FC236}">
                    <a16:creationId xmlns:a16="http://schemas.microsoft.com/office/drawing/2014/main" id="{15129332-464E-9910-4C7D-305B0638D3A3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4" name="Freeform: Shape 63">
                <a:extLst>
                  <a:ext uri="{FF2B5EF4-FFF2-40B4-BE49-F238E27FC236}">
                    <a16:creationId xmlns:a16="http://schemas.microsoft.com/office/drawing/2014/main" id="{8881D619-7C32-3942-1CE7-753A91EC760C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207E73D6-386E-C32F-2515-272B9F1D72D9}"/>
                </a:ext>
              </a:extLst>
            </p:cNvPr>
            <p:cNvGrpSpPr/>
            <p:nvPr/>
          </p:nvGrpSpPr>
          <p:grpSpPr>
            <a:xfrm>
              <a:off x="3797910" y="4050982"/>
              <a:ext cx="209550" cy="157163"/>
              <a:chOff x="6669881" y="4393406"/>
              <a:chExt cx="209550" cy="157163"/>
            </a:xfrm>
          </p:grpSpPr>
          <p:sp>
            <p:nvSpPr>
              <p:cNvPr id="61" name="Rectangle 60">
                <a:extLst>
                  <a:ext uri="{FF2B5EF4-FFF2-40B4-BE49-F238E27FC236}">
                    <a16:creationId xmlns:a16="http://schemas.microsoft.com/office/drawing/2014/main" id="{79278072-FFE9-C3BB-0A25-C02F9B192F84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2" name="Freeform: Shape 61">
                <a:extLst>
                  <a:ext uri="{FF2B5EF4-FFF2-40B4-BE49-F238E27FC236}">
                    <a16:creationId xmlns:a16="http://schemas.microsoft.com/office/drawing/2014/main" id="{FE0D3DDA-527E-801A-46AC-9734363513C0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19E687C7-C2A1-21F5-9BE2-BCA83AD09E75}"/>
                </a:ext>
              </a:extLst>
            </p:cNvPr>
            <p:cNvGrpSpPr/>
            <p:nvPr/>
          </p:nvGrpSpPr>
          <p:grpSpPr>
            <a:xfrm>
              <a:off x="3352616" y="4081938"/>
              <a:ext cx="209550" cy="157163"/>
              <a:chOff x="6669881" y="4393406"/>
              <a:chExt cx="209550" cy="157163"/>
            </a:xfrm>
          </p:grpSpPr>
          <p:sp>
            <p:nvSpPr>
              <p:cNvPr id="59" name="Rectangle 58">
                <a:extLst>
                  <a:ext uri="{FF2B5EF4-FFF2-40B4-BE49-F238E27FC236}">
                    <a16:creationId xmlns:a16="http://schemas.microsoft.com/office/drawing/2014/main" id="{9860EE40-FEDB-77B7-B392-E96CDD734B76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0" name="Freeform: Shape 59">
                <a:extLst>
                  <a:ext uri="{FF2B5EF4-FFF2-40B4-BE49-F238E27FC236}">
                    <a16:creationId xmlns:a16="http://schemas.microsoft.com/office/drawing/2014/main" id="{A7493EF9-ADA2-B9E9-9390-177099599ED2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B04AD06E-A910-E811-7F4E-6A488DF615FE}"/>
                </a:ext>
              </a:extLst>
            </p:cNvPr>
            <p:cNvGrpSpPr/>
            <p:nvPr/>
          </p:nvGrpSpPr>
          <p:grpSpPr>
            <a:xfrm>
              <a:off x="2851360" y="4093844"/>
              <a:ext cx="209550" cy="157163"/>
              <a:chOff x="6669881" y="4393406"/>
              <a:chExt cx="209550" cy="157163"/>
            </a:xfrm>
          </p:grpSpPr>
          <p:sp>
            <p:nvSpPr>
              <p:cNvPr id="57" name="Rectangle 56">
                <a:extLst>
                  <a:ext uri="{FF2B5EF4-FFF2-40B4-BE49-F238E27FC236}">
                    <a16:creationId xmlns:a16="http://schemas.microsoft.com/office/drawing/2014/main" id="{ABD9A61E-ECFC-EA7D-6BBB-8BA8C11BC222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8" name="Freeform: Shape 57">
                <a:extLst>
                  <a:ext uri="{FF2B5EF4-FFF2-40B4-BE49-F238E27FC236}">
                    <a16:creationId xmlns:a16="http://schemas.microsoft.com/office/drawing/2014/main" id="{E29357F6-43B4-35D9-6B11-839EB4140AA0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B80B6446-2CAC-13ED-D9F4-DE1A0C1521AD}"/>
                </a:ext>
              </a:extLst>
            </p:cNvPr>
            <p:cNvGrpSpPr/>
            <p:nvPr/>
          </p:nvGrpSpPr>
          <p:grpSpPr>
            <a:xfrm>
              <a:off x="2345112" y="4113567"/>
              <a:ext cx="209550" cy="157163"/>
              <a:chOff x="6669881" y="4393406"/>
              <a:chExt cx="209550" cy="157163"/>
            </a:xfrm>
          </p:grpSpPr>
          <p:sp>
            <p:nvSpPr>
              <p:cNvPr id="55" name="Rectangle 54">
                <a:extLst>
                  <a:ext uri="{FF2B5EF4-FFF2-40B4-BE49-F238E27FC236}">
                    <a16:creationId xmlns:a16="http://schemas.microsoft.com/office/drawing/2014/main" id="{442AE18E-A0BF-4805-D3BE-DFE86462B562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6" name="Freeform: Shape 55">
                <a:extLst>
                  <a:ext uri="{FF2B5EF4-FFF2-40B4-BE49-F238E27FC236}">
                    <a16:creationId xmlns:a16="http://schemas.microsoft.com/office/drawing/2014/main" id="{6E1185D7-B242-3234-B4AC-29919FE2A3F6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53B73FE2-8FB3-EE8E-BFF9-6544EE88D6D7}"/>
                </a:ext>
              </a:extLst>
            </p:cNvPr>
            <p:cNvGrpSpPr/>
            <p:nvPr/>
          </p:nvGrpSpPr>
          <p:grpSpPr>
            <a:xfrm>
              <a:off x="2333205" y="4520758"/>
              <a:ext cx="209550" cy="157163"/>
              <a:chOff x="6669881" y="4393406"/>
              <a:chExt cx="209550" cy="157163"/>
            </a:xfrm>
          </p:grpSpPr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13F4C64F-6B2F-FF75-784E-0E29B556E317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4" name="Freeform: Shape 53">
                <a:extLst>
                  <a:ext uri="{FF2B5EF4-FFF2-40B4-BE49-F238E27FC236}">
                    <a16:creationId xmlns:a16="http://schemas.microsoft.com/office/drawing/2014/main" id="{AD124CAD-72F7-678F-DCF5-3A8460CAFE76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0E978A6E-1FFE-5F39-C17A-F3E334B5A6B2}"/>
                </a:ext>
              </a:extLst>
            </p:cNvPr>
            <p:cNvGrpSpPr/>
            <p:nvPr/>
          </p:nvGrpSpPr>
          <p:grpSpPr>
            <a:xfrm>
              <a:off x="2848977" y="4506471"/>
              <a:ext cx="209550" cy="157163"/>
              <a:chOff x="6669881" y="4393406"/>
              <a:chExt cx="209550" cy="157163"/>
            </a:xfrm>
          </p:grpSpPr>
          <p:sp>
            <p:nvSpPr>
              <p:cNvPr id="51" name="Rectangle 50">
                <a:extLst>
                  <a:ext uri="{FF2B5EF4-FFF2-40B4-BE49-F238E27FC236}">
                    <a16:creationId xmlns:a16="http://schemas.microsoft.com/office/drawing/2014/main" id="{9608A16E-5B13-C7B6-DFA7-45FC09C6DCCF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2" name="Freeform: Shape 51">
                <a:extLst>
                  <a:ext uri="{FF2B5EF4-FFF2-40B4-BE49-F238E27FC236}">
                    <a16:creationId xmlns:a16="http://schemas.microsoft.com/office/drawing/2014/main" id="{C47F64C2-6B7E-F854-454C-15DCDDA86809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18785BE7-AE97-D77E-4DF2-720C54D7CE4A}"/>
                </a:ext>
              </a:extLst>
            </p:cNvPr>
            <p:cNvGrpSpPr/>
            <p:nvPr/>
          </p:nvGrpSpPr>
          <p:grpSpPr>
            <a:xfrm>
              <a:off x="3359757" y="4500001"/>
              <a:ext cx="209550" cy="157163"/>
              <a:chOff x="6669881" y="4393406"/>
              <a:chExt cx="209550" cy="157163"/>
            </a:xfrm>
          </p:grpSpPr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EF0B4691-1E3C-F2B5-2D15-5F59A2C1F8A5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0" name="Freeform: Shape 49">
                <a:extLst>
                  <a:ext uri="{FF2B5EF4-FFF2-40B4-BE49-F238E27FC236}">
                    <a16:creationId xmlns:a16="http://schemas.microsoft.com/office/drawing/2014/main" id="{61E2A382-B0B9-9BA9-E6C2-83A0496C4F4E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8A0C1B48-95A7-5D5B-AEEA-8C7BFED12EB5}"/>
                </a:ext>
              </a:extLst>
            </p:cNvPr>
            <p:cNvGrpSpPr/>
            <p:nvPr/>
          </p:nvGrpSpPr>
          <p:grpSpPr>
            <a:xfrm>
              <a:off x="3828863" y="4505748"/>
              <a:ext cx="209550" cy="157163"/>
              <a:chOff x="6669881" y="4393406"/>
              <a:chExt cx="209550" cy="157163"/>
            </a:xfrm>
          </p:grpSpPr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5A2091FA-A1C5-66B0-D617-1419E212C2B1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8" name="Freeform: Shape 47">
                <a:extLst>
                  <a:ext uri="{FF2B5EF4-FFF2-40B4-BE49-F238E27FC236}">
                    <a16:creationId xmlns:a16="http://schemas.microsoft.com/office/drawing/2014/main" id="{3BC99CC2-1919-5C52-F0D1-4F408B578C1B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AD7984EC-7F4B-212C-57BE-69D96B211D5C}"/>
                </a:ext>
              </a:extLst>
            </p:cNvPr>
            <p:cNvGrpSpPr/>
            <p:nvPr/>
          </p:nvGrpSpPr>
          <p:grpSpPr>
            <a:xfrm>
              <a:off x="4271771" y="4495238"/>
              <a:ext cx="209550" cy="157163"/>
              <a:chOff x="6669881" y="4393406"/>
              <a:chExt cx="209550" cy="157163"/>
            </a:xfrm>
          </p:grpSpPr>
          <p:sp>
            <p:nvSpPr>
              <p:cNvPr id="45" name="Rectangle 44">
                <a:extLst>
                  <a:ext uri="{FF2B5EF4-FFF2-40B4-BE49-F238E27FC236}">
                    <a16:creationId xmlns:a16="http://schemas.microsoft.com/office/drawing/2014/main" id="{E0943B19-E6D6-D734-C33D-C0E3A4DE786B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6" name="Freeform: Shape 45">
                <a:extLst>
                  <a:ext uri="{FF2B5EF4-FFF2-40B4-BE49-F238E27FC236}">
                    <a16:creationId xmlns:a16="http://schemas.microsoft.com/office/drawing/2014/main" id="{94AAB6E5-4BD9-CD1D-C3FF-5C5884ECED01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F255A6C9-C447-97AE-7BC0-040E11850E77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908657" y="5300061"/>
              <a:ext cx="1003434" cy="1889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E041CB48-453D-010C-AD20-162A4669B703}"/>
                </a:ext>
              </a:extLst>
            </p:cNvPr>
            <p:cNvSpPr txBox="1"/>
            <p:nvPr/>
          </p:nvSpPr>
          <p:spPr>
            <a:xfrm rot="5400000">
              <a:off x="2135199" y="5589007"/>
              <a:ext cx="796202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GND</a:t>
              </a:r>
              <a:endParaRPr lang="LID4096" sz="1000" b="1" dirty="0"/>
            </a:p>
          </p:txBody>
        </p: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9130201E-C0E8-1437-0535-6694E17567C5}"/>
                </a:ext>
              </a:extLst>
            </p:cNvPr>
            <p:cNvCxnSpPr>
              <a:cxnSpLocks/>
            </p:cNvCxnSpPr>
            <p:nvPr/>
          </p:nvCxnSpPr>
          <p:spPr>
            <a:xfrm>
              <a:off x="4334743" y="2222017"/>
              <a:ext cx="27524" cy="1673166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65132F14-BDA5-40FE-D2E1-51F411A365DE}"/>
                </a:ext>
              </a:extLst>
            </p:cNvPr>
            <p:cNvSpPr txBox="1"/>
            <p:nvPr/>
          </p:nvSpPr>
          <p:spPr>
            <a:xfrm rot="5400000">
              <a:off x="4125363" y="2102273"/>
              <a:ext cx="760164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3.3V</a:t>
              </a:r>
              <a:endParaRPr lang="LID4096" sz="1000" b="1" dirty="0"/>
            </a:p>
          </p:txBody>
        </p: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C14297AD-62DE-6065-905E-9F6C2737F5F7}"/>
                </a:ext>
              </a:extLst>
            </p:cNvPr>
            <p:cNvCxnSpPr>
              <a:cxnSpLocks/>
            </p:cNvCxnSpPr>
            <p:nvPr/>
          </p:nvCxnSpPr>
          <p:spPr>
            <a:xfrm>
              <a:off x="2399207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2D4209AC-24D8-B96C-9B76-69F4E772231A}"/>
                </a:ext>
              </a:extLst>
            </p:cNvPr>
            <p:cNvSpPr txBox="1"/>
            <p:nvPr/>
          </p:nvSpPr>
          <p:spPr>
            <a:xfrm rot="5400000">
              <a:off x="2162151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bit0</a:t>
              </a:r>
              <a:endParaRPr lang="LID4096" sz="1000" b="1" dirty="0"/>
            </a:p>
          </p:txBody>
        </p: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9EFCEB5E-16EB-E2D6-440A-8565E6FD3B4A}"/>
                </a:ext>
              </a:extLst>
            </p:cNvPr>
            <p:cNvCxnSpPr>
              <a:cxnSpLocks/>
            </p:cNvCxnSpPr>
            <p:nvPr/>
          </p:nvCxnSpPr>
          <p:spPr>
            <a:xfrm>
              <a:off x="2934442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76B7ABF6-D562-387B-2630-E1A275D5A7B0}"/>
                </a:ext>
              </a:extLst>
            </p:cNvPr>
            <p:cNvSpPr txBox="1"/>
            <p:nvPr/>
          </p:nvSpPr>
          <p:spPr>
            <a:xfrm rot="5400000">
              <a:off x="2764068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bit2</a:t>
              </a:r>
              <a:endParaRPr lang="LID4096" sz="1000" b="1" dirty="0"/>
            </a:p>
          </p:txBody>
        </p: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A0F89585-D209-E416-01EF-8FF307044443}"/>
                </a:ext>
              </a:extLst>
            </p:cNvPr>
            <p:cNvCxnSpPr>
              <a:cxnSpLocks/>
            </p:cNvCxnSpPr>
            <p:nvPr/>
          </p:nvCxnSpPr>
          <p:spPr>
            <a:xfrm>
              <a:off x="3453714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D1E1D1D7-C86D-89BB-CBA9-8AB05230FFA7}"/>
                </a:ext>
              </a:extLst>
            </p:cNvPr>
            <p:cNvSpPr txBox="1"/>
            <p:nvPr/>
          </p:nvSpPr>
          <p:spPr>
            <a:xfrm rot="5400000">
              <a:off x="3213817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bit4</a:t>
              </a:r>
              <a:endParaRPr lang="LID4096" sz="1000" b="1" dirty="0"/>
            </a:p>
          </p:txBody>
        </p: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C986D479-B4D0-6773-DAE5-3BB77102A966}"/>
                </a:ext>
              </a:extLst>
            </p:cNvPr>
            <p:cNvCxnSpPr>
              <a:cxnSpLocks/>
            </p:cNvCxnSpPr>
            <p:nvPr/>
          </p:nvCxnSpPr>
          <p:spPr>
            <a:xfrm>
              <a:off x="3907991" y="2335991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CBF81ADA-493D-D745-7C1B-E920CEE23EFF}"/>
                </a:ext>
              </a:extLst>
            </p:cNvPr>
            <p:cNvSpPr txBox="1"/>
            <p:nvPr/>
          </p:nvSpPr>
          <p:spPr>
            <a:xfrm rot="5400000">
              <a:off x="3664934" y="206730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bit6</a:t>
              </a:r>
              <a:endParaRPr lang="LID4096" sz="1000" b="1" dirty="0"/>
            </a:p>
          </p:txBody>
        </p: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2B52698D-A0C3-184E-F663-85BF552A4E69}"/>
                </a:ext>
              </a:extLst>
            </p:cNvPr>
            <p:cNvCxnSpPr>
              <a:cxnSpLocks/>
            </p:cNvCxnSpPr>
            <p:nvPr/>
          </p:nvCxnSpPr>
          <p:spPr>
            <a:xfrm>
              <a:off x="2920379" y="4745914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12C1C5B9-D677-49FA-AD6B-BCB2296642B3}"/>
                </a:ext>
              </a:extLst>
            </p:cNvPr>
            <p:cNvSpPr txBox="1"/>
            <p:nvPr/>
          </p:nvSpPr>
          <p:spPr>
            <a:xfrm rot="5400000">
              <a:off x="2684413" y="559553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bit1</a:t>
              </a:r>
              <a:endParaRPr lang="LID4096" sz="1000" b="1" dirty="0"/>
            </a:p>
          </p:txBody>
        </p: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5CE1ABC8-343E-D11C-8469-F3B61E4F346A}"/>
                </a:ext>
              </a:extLst>
            </p:cNvPr>
            <p:cNvCxnSpPr>
              <a:cxnSpLocks/>
            </p:cNvCxnSpPr>
            <p:nvPr/>
          </p:nvCxnSpPr>
          <p:spPr>
            <a:xfrm>
              <a:off x="3436440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D146A14A-A50A-755E-F594-4056810ADE1F}"/>
                </a:ext>
              </a:extLst>
            </p:cNvPr>
            <p:cNvSpPr txBox="1"/>
            <p:nvPr/>
          </p:nvSpPr>
          <p:spPr>
            <a:xfrm rot="5400000">
              <a:off x="3200473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bit3</a:t>
              </a:r>
              <a:endParaRPr lang="LID4096" sz="1000" b="1" dirty="0"/>
            </a:p>
          </p:txBody>
        </p: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F2AFB6ED-2C24-DE50-068A-A02E775CD2BA}"/>
                </a:ext>
              </a:extLst>
            </p:cNvPr>
            <p:cNvCxnSpPr>
              <a:cxnSpLocks/>
            </p:cNvCxnSpPr>
            <p:nvPr/>
          </p:nvCxnSpPr>
          <p:spPr>
            <a:xfrm>
              <a:off x="3918887" y="4744900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6A8D1366-FD0F-06A1-5BBC-5119C9E18371}"/>
                </a:ext>
              </a:extLst>
            </p:cNvPr>
            <p:cNvSpPr txBox="1"/>
            <p:nvPr/>
          </p:nvSpPr>
          <p:spPr>
            <a:xfrm rot="5400000">
              <a:off x="3682921" y="5594528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bit5</a:t>
              </a:r>
              <a:endParaRPr lang="LID4096" sz="1000" b="1" dirty="0"/>
            </a:p>
          </p:txBody>
        </p: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1481B909-2636-4878-A7CD-322C15E71CB1}"/>
                </a:ext>
              </a:extLst>
            </p:cNvPr>
            <p:cNvCxnSpPr>
              <a:cxnSpLocks/>
            </p:cNvCxnSpPr>
            <p:nvPr/>
          </p:nvCxnSpPr>
          <p:spPr>
            <a:xfrm>
              <a:off x="4372042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B4096DCE-6A49-8BF4-B743-00D2F7B26CE8}"/>
                </a:ext>
              </a:extLst>
            </p:cNvPr>
            <p:cNvSpPr txBox="1"/>
            <p:nvPr/>
          </p:nvSpPr>
          <p:spPr>
            <a:xfrm rot="5400000">
              <a:off x="4136075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bit7</a:t>
              </a:r>
              <a:endParaRPr lang="LID4096" sz="1000" b="1" dirty="0"/>
            </a:p>
          </p:txBody>
        </p:sp>
      </p:grpSp>
      <p:sp>
        <p:nvSpPr>
          <p:cNvPr id="65" name="Oval 64">
            <a:extLst>
              <a:ext uri="{FF2B5EF4-FFF2-40B4-BE49-F238E27FC236}">
                <a16:creationId xmlns:a16="http://schemas.microsoft.com/office/drawing/2014/main" id="{564D9D6C-C5B2-8FE0-199B-4212B461B7FC}"/>
              </a:ext>
            </a:extLst>
          </p:cNvPr>
          <p:cNvSpPr/>
          <p:nvPr/>
        </p:nvSpPr>
        <p:spPr>
          <a:xfrm>
            <a:off x="2238258" y="4032560"/>
            <a:ext cx="125834" cy="125834"/>
          </a:xfrm>
          <a:prstGeom prst="ellipse">
            <a:avLst/>
          </a:pr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66" name="Oval 65">
            <a:extLst>
              <a:ext uri="{FF2B5EF4-FFF2-40B4-BE49-F238E27FC236}">
                <a16:creationId xmlns:a16="http://schemas.microsoft.com/office/drawing/2014/main" id="{1AD63C6D-29CF-12FE-485B-D06DB8C25FD3}"/>
              </a:ext>
            </a:extLst>
          </p:cNvPr>
          <p:cNvSpPr/>
          <p:nvPr/>
        </p:nvSpPr>
        <p:spPr>
          <a:xfrm>
            <a:off x="2506052" y="4272263"/>
            <a:ext cx="125834" cy="125834"/>
          </a:xfrm>
          <a:prstGeom prst="ellipse">
            <a:avLst/>
          </a:pr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67" name="Oval 66">
            <a:extLst>
              <a:ext uri="{FF2B5EF4-FFF2-40B4-BE49-F238E27FC236}">
                <a16:creationId xmlns:a16="http://schemas.microsoft.com/office/drawing/2014/main" id="{AB02A3F0-11B8-C8FF-FF4A-4DAFB6443C1D}"/>
              </a:ext>
            </a:extLst>
          </p:cNvPr>
          <p:cNvSpPr/>
          <p:nvPr/>
        </p:nvSpPr>
        <p:spPr>
          <a:xfrm>
            <a:off x="2493131" y="4552583"/>
            <a:ext cx="125834" cy="125834"/>
          </a:xfrm>
          <a:prstGeom prst="ellipse">
            <a:avLst/>
          </a:pr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68" name="Freeform: Shape 67">
            <a:extLst>
              <a:ext uri="{FF2B5EF4-FFF2-40B4-BE49-F238E27FC236}">
                <a16:creationId xmlns:a16="http://schemas.microsoft.com/office/drawing/2014/main" id="{5AA6A777-A14C-5423-9CD9-473073D36921}"/>
              </a:ext>
            </a:extLst>
          </p:cNvPr>
          <p:cNvSpPr/>
          <p:nvPr/>
        </p:nvSpPr>
        <p:spPr>
          <a:xfrm>
            <a:off x="2620341" y="4273662"/>
            <a:ext cx="6210813" cy="1013986"/>
          </a:xfrm>
          <a:custGeom>
            <a:avLst/>
            <a:gdLst>
              <a:gd name="connsiteX0" fmla="*/ 0 w 5549318"/>
              <a:gd name="connsiteY0" fmla="*/ 178006 h 1556019"/>
              <a:gd name="connsiteX1" fmla="*/ 973123 w 5549318"/>
              <a:gd name="connsiteY1" fmla="*/ 6032 h 1556019"/>
              <a:gd name="connsiteX2" fmla="*/ 2063692 w 5549318"/>
              <a:gd name="connsiteY2" fmla="*/ 370953 h 1556019"/>
              <a:gd name="connsiteX3" fmla="*/ 4467138 w 5549318"/>
              <a:gd name="connsiteY3" fmla="*/ 1524439 h 1556019"/>
              <a:gd name="connsiteX4" fmla="*/ 5549318 w 5549318"/>
              <a:gd name="connsiteY4" fmla="*/ 1117573 h 1556019"/>
              <a:gd name="connsiteX0" fmla="*/ 0 w 5549318"/>
              <a:gd name="connsiteY0" fmla="*/ 175046 h 1553059"/>
              <a:gd name="connsiteX1" fmla="*/ 973123 w 5549318"/>
              <a:gd name="connsiteY1" fmla="*/ 3072 h 1553059"/>
              <a:gd name="connsiteX2" fmla="*/ 3044128 w 5549318"/>
              <a:gd name="connsiteY2" fmla="*/ 301727 h 1553059"/>
              <a:gd name="connsiteX3" fmla="*/ 4467138 w 5549318"/>
              <a:gd name="connsiteY3" fmla="*/ 1521479 h 1553059"/>
              <a:gd name="connsiteX4" fmla="*/ 5549318 w 5549318"/>
              <a:gd name="connsiteY4" fmla="*/ 1114613 h 1553059"/>
              <a:gd name="connsiteX0" fmla="*/ 0 w 5549318"/>
              <a:gd name="connsiteY0" fmla="*/ 254326 h 1632339"/>
              <a:gd name="connsiteX1" fmla="*/ 973123 w 5549318"/>
              <a:gd name="connsiteY1" fmla="*/ 82352 h 1632339"/>
              <a:gd name="connsiteX2" fmla="*/ 4467138 w 5549318"/>
              <a:gd name="connsiteY2" fmla="*/ 1600759 h 1632339"/>
              <a:gd name="connsiteX3" fmla="*/ 5549318 w 5549318"/>
              <a:gd name="connsiteY3" fmla="*/ 1193893 h 1632339"/>
              <a:gd name="connsiteX0" fmla="*/ 0 w 5549318"/>
              <a:gd name="connsiteY0" fmla="*/ 318292 h 1696305"/>
              <a:gd name="connsiteX1" fmla="*/ 2690392 w 5549318"/>
              <a:gd name="connsiteY1" fmla="*/ 71079 h 1696305"/>
              <a:gd name="connsiteX2" fmla="*/ 4467138 w 5549318"/>
              <a:gd name="connsiteY2" fmla="*/ 1664725 h 1696305"/>
              <a:gd name="connsiteX3" fmla="*/ 5549318 w 5549318"/>
              <a:gd name="connsiteY3" fmla="*/ 1257859 h 1696305"/>
              <a:gd name="connsiteX0" fmla="*/ 0 w 5549318"/>
              <a:gd name="connsiteY0" fmla="*/ 27604 h 1405617"/>
              <a:gd name="connsiteX1" fmla="*/ 3632721 w 5549318"/>
              <a:gd name="connsiteY1" fmla="*/ 347580 h 1405617"/>
              <a:gd name="connsiteX2" fmla="*/ 4467138 w 5549318"/>
              <a:gd name="connsiteY2" fmla="*/ 1374037 h 1405617"/>
              <a:gd name="connsiteX3" fmla="*/ 5549318 w 5549318"/>
              <a:gd name="connsiteY3" fmla="*/ 967171 h 1405617"/>
              <a:gd name="connsiteX0" fmla="*/ 0 w 5549318"/>
              <a:gd name="connsiteY0" fmla="*/ 22747 h 962314"/>
              <a:gd name="connsiteX1" fmla="*/ 3632721 w 5549318"/>
              <a:gd name="connsiteY1" fmla="*/ 342723 h 962314"/>
              <a:gd name="connsiteX2" fmla="*/ 5549318 w 5549318"/>
              <a:gd name="connsiteY2" fmla="*/ 962314 h 962314"/>
              <a:gd name="connsiteX0" fmla="*/ 0 w 5549318"/>
              <a:gd name="connsiteY0" fmla="*/ 37878 h 977445"/>
              <a:gd name="connsiteX1" fmla="*/ 3632721 w 5549318"/>
              <a:gd name="connsiteY1" fmla="*/ 357854 h 977445"/>
              <a:gd name="connsiteX2" fmla="*/ 5549318 w 5549318"/>
              <a:gd name="connsiteY2" fmla="*/ 977445 h 977445"/>
              <a:gd name="connsiteX0" fmla="*/ 0 w 5549318"/>
              <a:gd name="connsiteY0" fmla="*/ 60298 h 999865"/>
              <a:gd name="connsiteX1" fmla="*/ 3632721 w 5549318"/>
              <a:gd name="connsiteY1" fmla="*/ 380274 h 999865"/>
              <a:gd name="connsiteX2" fmla="*/ 5549318 w 5549318"/>
              <a:gd name="connsiteY2" fmla="*/ 999865 h 999865"/>
              <a:gd name="connsiteX0" fmla="*/ 0 w 6082478"/>
              <a:gd name="connsiteY0" fmla="*/ 20911 h 763698"/>
              <a:gd name="connsiteX1" fmla="*/ 3632721 w 6082478"/>
              <a:gd name="connsiteY1" fmla="*/ 340887 h 763698"/>
              <a:gd name="connsiteX2" fmla="*/ 6082478 w 6082478"/>
              <a:gd name="connsiteY2" fmla="*/ 763698 h 763698"/>
              <a:gd name="connsiteX0" fmla="*/ 0 w 6373857"/>
              <a:gd name="connsiteY0" fmla="*/ 19636 h 606157"/>
              <a:gd name="connsiteX1" fmla="*/ 3632721 w 6373857"/>
              <a:gd name="connsiteY1" fmla="*/ 339612 h 606157"/>
              <a:gd name="connsiteX2" fmla="*/ 6373857 w 6373857"/>
              <a:gd name="connsiteY2" fmla="*/ 606156 h 606157"/>
              <a:gd name="connsiteX0" fmla="*/ 0 w 6373857"/>
              <a:gd name="connsiteY0" fmla="*/ 19636 h 760798"/>
              <a:gd name="connsiteX1" fmla="*/ 3632721 w 6373857"/>
              <a:gd name="connsiteY1" fmla="*/ 339612 h 760798"/>
              <a:gd name="connsiteX2" fmla="*/ 6373857 w 6373857"/>
              <a:gd name="connsiteY2" fmla="*/ 606156 h 760798"/>
              <a:gd name="connsiteX0" fmla="*/ 0 w 6373857"/>
              <a:gd name="connsiteY0" fmla="*/ 19636 h 800544"/>
              <a:gd name="connsiteX1" fmla="*/ 3632721 w 6373857"/>
              <a:gd name="connsiteY1" fmla="*/ 339612 h 800544"/>
              <a:gd name="connsiteX2" fmla="*/ 6373857 w 6373857"/>
              <a:gd name="connsiteY2" fmla="*/ 606156 h 800544"/>
              <a:gd name="connsiteX0" fmla="*/ 0 w 6568943"/>
              <a:gd name="connsiteY0" fmla="*/ 19636 h 868368"/>
              <a:gd name="connsiteX1" fmla="*/ 3632721 w 6568943"/>
              <a:gd name="connsiteY1" fmla="*/ 339612 h 868368"/>
              <a:gd name="connsiteX2" fmla="*/ 6568943 w 6568943"/>
              <a:gd name="connsiteY2" fmla="*/ 687531 h 868368"/>
              <a:gd name="connsiteX0" fmla="*/ 0 w 6568943"/>
              <a:gd name="connsiteY0" fmla="*/ 19636 h 1001204"/>
              <a:gd name="connsiteX1" fmla="*/ 3632721 w 6568943"/>
              <a:gd name="connsiteY1" fmla="*/ 339612 h 1001204"/>
              <a:gd name="connsiteX2" fmla="*/ 6568943 w 6568943"/>
              <a:gd name="connsiteY2" fmla="*/ 687531 h 10012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568943" h="1001204">
                <a:moveTo>
                  <a:pt x="0" y="19636"/>
                </a:moveTo>
                <a:cubicBezTo>
                  <a:pt x="314587" y="-82430"/>
                  <a:pt x="2570412" y="241859"/>
                  <a:pt x="3632721" y="339612"/>
                </a:cubicBezTo>
                <a:cubicBezTo>
                  <a:pt x="4695030" y="437365"/>
                  <a:pt x="5026757" y="1522453"/>
                  <a:pt x="6568943" y="687531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69" name="Freeform: Shape 68">
            <a:extLst>
              <a:ext uri="{FF2B5EF4-FFF2-40B4-BE49-F238E27FC236}">
                <a16:creationId xmlns:a16="http://schemas.microsoft.com/office/drawing/2014/main" id="{B5A1F679-4A66-23B8-89D2-9ADB2FD556EB}"/>
              </a:ext>
            </a:extLst>
          </p:cNvPr>
          <p:cNvSpPr/>
          <p:nvPr/>
        </p:nvSpPr>
        <p:spPr>
          <a:xfrm>
            <a:off x="2616097" y="4551117"/>
            <a:ext cx="4505984" cy="517219"/>
          </a:xfrm>
          <a:custGeom>
            <a:avLst/>
            <a:gdLst>
              <a:gd name="connsiteX0" fmla="*/ 0 w 5549318"/>
              <a:gd name="connsiteY0" fmla="*/ 178006 h 1556019"/>
              <a:gd name="connsiteX1" fmla="*/ 973123 w 5549318"/>
              <a:gd name="connsiteY1" fmla="*/ 6032 h 1556019"/>
              <a:gd name="connsiteX2" fmla="*/ 2063692 w 5549318"/>
              <a:gd name="connsiteY2" fmla="*/ 370953 h 1556019"/>
              <a:gd name="connsiteX3" fmla="*/ 4467138 w 5549318"/>
              <a:gd name="connsiteY3" fmla="*/ 1524439 h 1556019"/>
              <a:gd name="connsiteX4" fmla="*/ 5549318 w 5549318"/>
              <a:gd name="connsiteY4" fmla="*/ 1117573 h 1556019"/>
              <a:gd name="connsiteX0" fmla="*/ 0 w 5549318"/>
              <a:gd name="connsiteY0" fmla="*/ 175046 h 1553059"/>
              <a:gd name="connsiteX1" fmla="*/ 973123 w 5549318"/>
              <a:gd name="connsiteY1" fmla="*/ 3072 h 1553059"/>
              <a:gd name="connsiteX2" fmla="*/ 3044128 w 5549318"/>
              <a:gd name="connsiteY2" fmla="*/ 301727 h 1553059"/>
              <a:gd name="connsiteX3" fmla="*/ 4467138 w 5549318"/>
              <a:gd name="connsiteY3" fmla="*/ 1521479 h 1553059"/>
              <a:gd name="connsiteX4" fmla="*/ 5549318 w 5549318"/>
              <a:gd name="connsiteY4" fmla="*/ 1114613 h 1553059"/>
              <a:gd name="connsiteX0" fmla="*/ 0 w 5549318"/>
              <a:gd name="connsiteY0" fmla="*/ 254326 h 1632339"/>
              <a:gd name="connsiteX1" fmla="*/ 973123 w 5549318"/>
              <a:gd name="connsiteY1" fmla="*/ 82352 h 1632339"/>
              <a:gd name="connsiteX2" fmla="*/ 4467138 w 5549318"/>
              <a:gd name="connsiteY2" fmla="*/ 1600759 h 1632339"/>
              <a:gd name="connsiteX3" fmla="*/ 5549318 w 5549318"/>
              <a:gd name="connsiteY3" fmla="*/ 1193893 h 1632339"/>
              <a:gd name="connsiteX0" fmla="*/ 0 w 5549318"/>
              <a:gd name="connsiteY0" fmla="*/ 318292 h 1696305"/>
              <a:gd name="connsiteX1" fmla="*/ 2690392 w 5549318"/>
              <a:gd name="connsiteY1" fmla="*/ 71079 h 1696305"/>
              <a:gd name="connsiteX2" fmla="*/ 4467138 w 5549318"/>
              <a:gd name="connsiteY2" fmla="*/ 1664725 h 1696305"/>
              <a:gd name="connsiteX3" fmla="*/ 5549318 w 5549318"/>
              <a:gd name="connsiteY3" fmla="*/ 1257859 h 1696305"/>
              <a:gd name="connsiteX0" fmla="*/ 0 w 5549318"/>
              <a:gd name="connsiteY0" fmla="*/ 27604 h 1405617"/>
              <a:gd name="connsiteX1" fmla="*/ 3632721 w 5549318"/>
              <a:gd name="connsiteY1" fmla="*/ 347580 h 1405617"/>
              <a:gd name="connsiteX2" fmla="*/ 4467138 w 5549318"/>
              <a:gd name="connsiteY2" fmla="*/ 1374037 h 1405617"/>
              <a:gd name="connsiteX3" fmla="*/ 5549318 w 5549318"/>
              <a:gd name="connsiteY3" fmla="*/ 967171 h 1405617"/>
              <a:gd name="connsiteX0" fmla="*/ 0 w 5549318"/>
              <a:gd name="connsiteY0" fmla="*/ 22747 h 962314"/>
              <a:gd name="connsiteX1" fmla="*/ 3632721 w 5549318"/>
              <a:gd name="connsiteY1" fmla="*/ 342723 h 962314"/>
              <a:gd name="connsiteX2" fmla="*/ 5549318 w 5549318"/>
              <a:gd name="connsiteY2" fmla="*/ 962314 h 962314"/>
              <a:gd name="connsiteX0" fmla="*/ 0 w 5549318"/>
              <a:gd name="connsiteY0" fmla="*/ 37878 h 977445"/>
              <a:gd name="connsiteX1" fmla="*/ 3632721 w 5549318"/>
              <a:gd name="connsiteY1" fmla="*/ 357854 h 977445"/>
              <a:gd name="connsiteX2" fmla="*/ 5549318 w 5549318"/>
              <a:gd name="connsiteY2" fmla="*/ 977445 h 977445"/>
              <a:gd name="connsiteX0" fmla="*/ 0 w 5549318"/>
              <a:gd name="connsiteY0" fmla="*/ 60298 h 999865"/>
              <a:gd name="connsiteX1" fmla="*/ 3632721 w 5549318"/>
              <a:gd name="connsiteY1" fmla="*/ 380274 h 999865"/>
              <a:gd name="connsiteX2" fmla="*/ 5549318 w 5549318"/>
              <a:gd name="connsiteY2" fmla="*/ 999865 h 999865"/>
              <a:gd name="connsiteX0" fmla="*/ 0 w 6082478"/>
              <a:gd name="connsiteY0" fmla="*/ 20911 h 763698"/>
              <a:gd name="connsiteX1" fmla="*/ 3632721 w 6082478"/>
              <a:gd name="connsiteY1" fmla="*/ 340887 h 763698"/>
              <a:gd name="connsiteX2" fmla="*/ 6082478 w 6082478"/>
              <a:gd name="connsiteY2" fmla="*/ 763698 h 763698"/>
              <a:gd name="connsiteX0" fmla="*/ 0 w 6373857"/>
              <a:gd name="connsiteY0" fmla="*/ 19636 h 606157"/>
              <a:gd name="connsiteX1" fmla="*/ 3632721 w 6373857"/>
              <a:gd name="connsiteY1" fmla="*/ 339612 h 606157"/>
              <a:gd name="connsiteX2" fmla="*/ 6373857 w 6373857"/>
              <a:gd name="connsiteY2" fmla="*/ 606156 h 606157"/>
              <a:gd name="connsiteX0" fmla="*/ 0 w 6373857"/>
              <a:gd name="connsiteY0" fmla="*/ 19636 h 760798"/>
              <a:gd name="connsiteX1" fmla="*/ 3632721 w 6373857"/>
              <a:gd name="connsiteY1" fmla="*/ 339612 h 760798"/>
              <a:gd name="connsiteX2" fmla="*/ 6373857 w 6373857"/>
              <a:gd name="connsiteY2" fmla="*/ 606156 h 760798"/>
              <a:gd name="connsiteX0" fmla="*/ 0 w 6373857"/>
              <a:gd name="connsiteY0" fmla="*/ 19636 h 800544"/>
              <a:gd name="connsiteX1" fmla="*/ 3632721 w 6373857"/>
              <a:gd name="connsiteY1" fmla="*/ 339612 h 800544"/>
              <a:gd name="connsiteX2" fmla="*/ 6373857 w 6373857"/>
              <a:gd name="connsiteY2" fmla="*/ 606156 h 800544"/>
              <a:gd name="connsiteX0" fmla="*/ 0 w 4836373"/>
              <a:gd name="connsiteY0" fmla="*/ 18030 h 614913"/>
              <a:gd name="connsiteX1" fmla="*/ 3632721 w 4836373"/>
              <a:gd name="connsiteY1" fmla="*/ 338006 h 614913"/>
              <a:gd name="connsiteX2" fmla="*/ 4836373 w 4836373"/>
              <a:gd name="connsiteY2" fmla="*/ 378831 h 614913"/>
              <a:gd name="connsiteX0" fmla="*/ 0 w 4836373"/>
              <a:gd name="connsiteY0" fmla="*/ 29772 h 588357"/>
              <a:gd name="connsiteX1" fmla="*/ 2206829 w 4836373"/>
              <a:gd name="connsiteY1" fmla="*/ 176118 h 588357"/>
              <a:gd name="connsiteX2" fmla="*/ 4836373 w 4836373"/>
              <a:gd name="connsiteY2" fmla="*/ 390573 h 588357"/>
              <a:gd name="connsiteX0" fmla="*/ 0 w 4836373"/>
              <a:gd name="connsiteY0" fmla="*/ 29772 h 390573"/>
              <a:gd name="connsiteX1" fmla="*/ 2206829 w 4836373"/>
              <a:gd name="connsiteY1" fmla="*/ 176118 h 390573"/>
              <a:gd name="connsiteX2" fmla="*/ 4836373 w 4836373"/>
              <a:gd name="connsiteY2" fmla="*/ 390573 h 390573"/>
              <a:gd name="connsiteX0" fmla="*/ 0 w 4836373"/>
              <a:gd name="connsiteY0" fmla="*/ 29772 h 390573"/>
              <a:gd name="connsiteX1" fmla="*/ 2206829 w 4836373"/>
              <a:gd name="connsiteY1" fmla="*/ 176118 h 390573"/>
              <a:gd name="connsiteX2" fmla="*/ 4836373 w 4836373"/>
              <a:gd name="connsiteY2" fmla="*/ 390573 h 390573"/>
              <a:gd name="connsiteX0" fmla="*/ 0 w 4836373"/>
              <a:gd name="connsiteY0" fmla="*/ 37814 h 398615"/>
              <a:gd name="connsiteX1" fmla="*/ 2206829 w 4836373"/>
              <a:gd name="connsiteY1" fmla="*/ 184160 h 398615"/>
              <a:gd name="connsiteX2" fmla="*/ 4836373 w 4836373"/>
              <a:gd name="connsiteY2" fmla="*/ 398615 h 398615"/>
              <a:gd name="connsiteX0" fmla="*/ 0 w 4836373"/>
              <a:gd name="connsiteY0" fmla="*/ 29773 h 390574"/>
              <a:gd name="connsiteX1" fmla="*/ 2206829 w 4836373"/>
              <a:gd name="connsiteY1" fmla="*/ 176119 h 390574"/>
              <a:gd name="connsiteX2" fmla="*/ 4836373 w 4836373"/>
              <a:gd name="connsiteY2" fmla="*/ 390574 h 390574"/>
              <a:gd name="connsiteX0" fmla="*/ 0 w 4761659"/>
              <a:gd name="connsiteY0" fmla="*/ 29773 h 518450"/>
              <a:gd name="connsiteX1" fmla="*/ 2206829 w 4761659"/>
              <a:gd name="connsiteY1" fmla="*/ 176119 h 518450"/>
              <a:gd name="connsiteX2" fmla="*/ 4761659 w 4761659"/>
              <a:gd name="connsiteY2" fmla="*/ 518450 h 518450"/>
              <a:gd name="connsiteX0" fmla="*/ 0 w 4765809"/>
              <a:gd name="connsiteY0" fmla="*/ 29773 h 510700"/>
              <a:gd name="connsiteX1" fmla="*/ 2206829 w 4765809"/>
              <a:gd name="connsiteY1" fmla="*/ 176119 h 510700"/>
              <a:gd name="connsiteX2" fmla="*/ 4765809 w 4765809"/>
              <a:gd name="connsiteY2" fmla="*/ 510700 h 5107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765809" h="510700">
                <a:moveTo>
                  <a:pt x="0" y="29773"/>
                </a:moveTo>
                <a:cubicBezTo>
                  <a:pt x="314587" y="-72293"/>
                  <a:pt x="1400767" y="115986"/>
                  <a:pt x="2206829" y="176119"/>
                </a:cubicBezTo>
                <a:cubicBezTo>
                  <a:pt x="3083344" y="247604"/>
                  <a:pt x="3542120" y="68805"/>
                  <a:pt x="4765809" y="510700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0" name="Freeform: Shape 69">
            <a:extLst>
              <a:ext uri="{FF2B5EF4-FFF2-40B4-BE49-F238E27FC236}">
                <a16:creationId xmlns:a16="http://schemas.microsoft.com/office/drawing/2014/main" id="{EE010EA7-555C-EA05-7813-A28D24391393}"/>
              </a:ext>
            </a:extLst>
          </p:cNvPr>
          <p:cNvSpPr/>
          <p:nvPr/>
        </p:nvSpPr>
        <p:spPr>
          <a:xfrm>
            <a:off x="2354400" y="3714732"/>
            <a:ext cx="6286978" cy="1289894"/>
          </a:xfrm>
          <a:custGeom>
            <a:avLst/>
            <a:gdLst>
              <a:gd name="connsiteX0" fmla="*/ 0 w 5180202"/>
              <a:gd name="connsiteY0" fmla="*/ 0 h 850096"/>
              <a:gd name="connsiteX1" fmla="*/ 1249960 w 5180202"/>
              <a:gd name="connsiteY1" fmla="*/ 826315 h 850096"/>
              <a:gd name="connsiteX2" fmla="*/ 5180202 w 5180202"/>
              <a:gd name="connsiteY2" fmla="*/ 545284 h 850096"/>
              <a:gd name="connsiteX0" fmla="*/ 0 w 5415094"/>
              <a:gd name="connsiteY0" fmla="*/ 0 h 1936470"/>
              <a:gd name="connsiteX1" fmla="*/ 1484852 w 5415094"/>
              <a:gd name="connsiteY1" fmla="*/ 1912689 h 1936470"/>
              <a:gd name="connsiteX2" fmla="*/ 5415094 w 5415094"/>
              <a:gd name="connsiteY2" fmla="*/ 1631658 h 1936470"/>
              <a:gd name="connsiteX0" fmla="*/ 3044 w 5418138"/>
              <a:gd name="connsiteY0" fmla="*/ 0 h 1936470"/>
              <a:gd name="connsiteX1" fmla="*/ 1487896 w 5418138"/>
              <a:gd name="connsiteY1" fmla="*/ 1912689 h 1936470"/>
              <a:gd name="connsiteX2" fmla="*/ 5418138 w 5418138"/>
              <a:gd name="connsiteY2" fmla="*/ 1631658 h 1936470"/>
              <a:gd name="connsiteX0" fmla="*/ 2804 w 5480816"/>
              <a:gd name="connsiteY0" fmla="*/ 0 h 1978415"/>
              <a:gd name="connsiteX1" fmla="*/ 1550574 w 5480816"/>
              <a:gd name="connsiteY1" fmla="*/ 1954634 h 1978415"/>
              <a:gd name="connsiteX2" fmla="*/ 5480816 w 5480816"/>
              <a:gd name="connsiteY2" fmla="*/ 1673603 h 1978415"/>
              <a:gd name="connsiteX0" fmla="*/ 33957 w 5511969"/>
              <a:gd name="connsiteY0" fmla="*/ 0 h 1978415"/>
              <a:gd name="connsiteX1" fmla="*/ 1581727 w 5511969"/>
              <a:gd name="connsiteY1" fmla="*/ 1954634 h 1978415"/>
              <a:gd name="connsiteX2" fmla="*/ 5511969 w 5511969"/>
              <a:gd name="connsiteY2" fmla="*/ 1673603 h 1978415"/>
              <a:gd name="connsiteX0" fmla="*/ 47966 w 5192398"/>
              <a:gd name="connsiteY0" fmla="*/ 0 h 1070303"/>
              <a:gd name="connsiteX1" fmla="*/ 1262156 w 5192398"/>
              <a:gd name="connsiteY1" fmla="*/ 812615 h 1070303"/>
              <a:gd name="connsiteX2" fmla="*/ 5192398 w 5192398"/>
              <a:gd name="connsiteY2" fmla="*/ 531584 h 1070303"/>
              <a:gd name="connsiteX0" fmla="*/ 18350 w 5162782"/>
              <a:gd name="connsiteY0" fmla="*/ 0 h 970147"/>
              <a:gd name="connsiteX1" fmla="*/ 2507991 w 5162782"/>
              <a:gd name="connsiteY1" fmla="*/ 561449 h 970147"/>
              <a:gd name="connsiteX2" fmla="*/ 5162782 w 5162782"/>
              <a:gd name="connsiteY2" fmla="*/ 531584 h 970147"/>
              <a:gd name="connsiteX0" fmla="*/ 18009 w 5162441"/>
              <a:gd name="connsiteY0" fmla="*/ 0 h 1072106"/>
              <a:gd name="connsiteX1" fmla="*/ 2507650 w 5162441"/>
              <a:gd name="connsiteY1" fmla="*/ 561449 h 1072106"/>
              <a:gd name="connsiteX2" fmla="*/ 5162441 w 5162441"/>
              <a:gd name="connsiteY2" fmla="*/ 531584 h 1072106"/>
              <a:gd name="connsiteX0" fmla="*/ 18009 w 5162441"/>
              <a:gd name="connsiteY0" fmla="*/ 0 h 1072106"/>
              <a:gd name="connsiteX1" fmla="*/ 2507650 w 5162441"/>
              <a:gd name="connsiteY1" fmla="*/ 561449 h 1072106"/>
              <a:gd name="connsiteX2" fmla="*/ 5162441 w 5162441"/>
              <a:gd name="connsiteY2" fmla="*/ 531584 h 1072106"/>
              <a:gd name="connsiteX0" fmla="*/ 17575 w 5162007"/>
              <a:gd name="connsiteY0" fmla="*/ 0 h 1149203"/>
              <a:gd name="connsiteX1" fmla="*/ 2558234 w 5162007"/>
              <a:gd name="connsiteY1" fmla="*/ 734125 h 1149203"/>
              <a:gd name="connsiteX2" fmla="*/ 5162007 w 5162007"/>
              <a:gd name="connsiteY2" fmla="*/ 531584 h 1149203"/>
              <a:gd name="connsiteX0" fmla="*/ 17169 w 5161601"/>
              <a:gd name="connsiteY0" fmla="*/ 0 h 1084185"/>
              <a:gd name="connsiteX1" fmla="*/ 2557828 w 5161601"/>
              <a:gd name="connsiteY1" fmla="*/ 734125 h 1084185"/>
              <a:gd name="connsiteX2" fmla="*/ 5161601 w 5161601"/>
              <a:gd name="connsiteY2" fmla="*/ 531584 h 1084185"/>
              <a:gd name="connsiteX0" fmla="*/ 0 w 5144432"/>
              <a:gd name="connsiteY0" fmla="*/ 0 h 756623"/>
              <a:gd name="connsiteX1" fmla="*/ 2540659 w 5144432"/>
              <a:gd name="connsiteY1" fmla="*/ 734125 h 756623"/>
              <a:gd name="connsiteX2" fmla="*/ 5144432 w 5144432"/>
              <a:gd name="connsiteY2" fmla="*/ 531584 h 756623"/>
              <a:gd name="connsiteX0" fmla="*/ 0 w 5507847"/>
              <a:gd name="connsiteY0" fmla="*/ 0 h 756623"/>
              <a:gd name="connsiteX1" fmla="*/ 2540659 w 5507847"/>
              <a:gd name="connsiteY1" fmla="*/ 734125 h 756623"/>
              <a:gd name="connsiteX2" fmla="*/ 5507847 w 5507847"/>
              <a:gd name="connsiteY2" fmla="*/ 449522 h 756623"/>
              <a:gd name="connsiteX0" fmla="*/ 0 w 5507847"/>
              <a:gd name="connsiteY0" fmla="*/ 0 h 756623"/>
              <a:gd name="connsiteX1" fmla="*/ 2540659 w 5507847"/>
              <a:gd name="connsiteY1" fmla="*/ 734125 h 756623"/>
              <a:gd name="connsiteX2" fmla="*/ 5507847 w 5507847"/>
              <a:gd name="connsiteY2" fmla="*/ 449522 h 756623"/>
              <a:gd name="connsiteX0" fmla="*/ 0 w 5478539"/>
              <a:gd name="connsiteY0" fmla="*/ 0 h 782376"/>
              <a:gd name="connsiteX1" fmla="*/ 2511351 w 5478539"/>
              <a:gd name="connsiteY1" fmla="*/ 763432 h 782376"/>
              <a:gd name="connsiteX2" fmla="*/ 5478539 w 5478539"/>
              <a:gd name="connsiteY2" fmla="*/ 478829 h 782376"/>
              <a:gd name="connsiteX0" fmla="*/ 0 w 6008341"/>
              <a:gd name="connsiteY0" fmla="*/ 957525 h 1210169"/>
              <a:gd name="connsiteX1" fmla="*/ 3041153 w 6008341"/>
              <a:gd name="connsiteY1" fmla="*/ 284603 h 1210169"/>
              <a:gd name="connsiteX2" fmla="*/ 6008341 w 6008341"/>
              <a:gd name="connsiteY2" fmla="*/ 0 h 1210169"/>
              <a:gd name="connsiteX0" fmla="*/ 0 w 6008341"/>
              <a:gd name="connsiteY0" fmla="*/ 957525 h 957525"/>
              <a:gd name="connsiteX1" fmla="*/ 3041153 w 6008341"/>
              <a:gd name="connsiteY1" fmla="*/ 284603 h 957525"/>
              <a:gd name="connsiteX2" fmla="*/ 6008341 w 6008341"/>
              <a:gd name="connsiteY2" fmla="*/ 0 h 957525"/>
              <a:gd name="connsiteX0" fmla="*/ 0 w 6008341"/>
              <a:gd name="connsiteY0" fmla="*/ 957525 h 957525"/>
              <a:gd name="connsiteX1" fmla="*/ 6008341 w 6008341"/>
              <a:gd name="connsiteY1" fmla="*/ 0 h 957525"/>
              <a:gd name="connsiteX0" fmla="*/ 0 w 6286978"/>
              <a:gd name="connsiteY0" fmla="*/ 0 h 796710"/>
              <a:gd name="connsiteX1" fmla="*/ 6286978 w 6286978"/>
              <a:gd name="connsiteY1" fmla="*/ 796710 h 796710"/>
              <a:gd name="connsiteX0" fmla="*/ 0 w 6286978"/>
              <a:gd name="connsiteY0" fmla="*/ 0 h 847330"/>
              <a:gd name="connsiteX1" fmla="*/ 6286978 w 6286978"/>
              <a:gd name="connsiteY1" fmla="*/ 796710 h 847330"/>
              <a:gd name="connsiteX0" fmla="*/ 0 w 6286978"/>
              <a:gd name="connsiteY0" fmla="*/ 419634 h 1235572"/>
              <a:gd name="connsiteX1" fmla="*/ 6286978 w 6286978"/>
              <a:gd name="connsiteY1" fmla="*/ 1216344 h 1235572"/>
              <a:gd name="connsiteX0" fmla="*/ 0 w 6286978"/>
              <a:gd name="connsiteY0" fmla="*/ 369436 h 1289894"/>
              <a:gd name="connsiteX1" fmla="*/ 6286978 w 6286978"/>
              <a:gd name="connsiteY1" fmla="*/ 1166146 h 12898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286978" h="1289894">
                <a:moveTo>
                  <a:pt x="0" y="369436"/>
                </a:moveTo>
                <a:cubicBezTo>
                  <a:pt x="1318615" y="-993646"/>
                  <a:pt x="5246999" y="1909163"/>
                  <a:pt x="6286978" y="1166146"/>
                </a:cubicBezTo>
              </a:path>
            </a:pathLst>
          </a:cu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71" name="Group 70">
            <a:extLst>
              <a:ext uri="{FF2B5EF4-FFF2-40B4-BE49-F238E27FC236}">
                <a16:creationId xmlns:a16="http://schemas.microsoft.com/office/drawing/2014/main" id="{96986889-551F-2A40-D76A-7F6568A27682}"/>
              </a:ext>
            </a:extLst>
          </p:cNvPr>
          <p:cNvGrpSpPr/>
          <p:nvPr/>
        </p:nvGrpSpPr>
        <p:grpSpPr>
          <a:xfrm rot="1056694">
            <a:off x="6947866" y="4707754"/>
            <a:ext cx="550143" cy="184758"/>
            <a:chOff x="7629989" y="5236460"/>
            <a:chExt cx="1027147" cy="344953"/>
          </a:xfrm>
        </p:grpSpPr>
        <p:sp>
          <p:nvSpPr>
            <p:cNvPr id="72" name="Oval 71">
              <a:extLst>
                <a:ext uri="{FF2B5EF4-FFF2-40B4-BE49-F238E27FC236}">
                  <a16:creationId xmlns:a16="http://schemas.microsoft.com/office/drawing/2014/main" id="{1932A217-A86B-DB1E-9B30-D4B6070E31EA}"/>
                </a:ext>
              </a:extLst>
            </p:cNvPr>
            <p:cNvSpPr/>
            <p:nvPr/>
          </p:nvSpPr>
          <p:spPr>
            <a:xfrm>
              <a:off x="7629989" y="5236460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3" name="Oval 72">
              <a:extLst>
                <a:ext uri="{FF2B5EF4-FFF2-40B4-BE49-F238E27FC236}">
                  <a16:creationId xmlns:a16="http://schemas.microsoft.com/office/drawing/2014/main" id="{53230187-A425-14CC-AF24-F01F7B2E81FC}"/>
                </a:ext>
              </a:extLst>
            </p:cNvPr>
            <p:cNvSpPr/>
            <p:nvPr/>
          </p:nvSpPr>
          <p:spPr>
            <a:xfrm>
              <a:off x="8315512" y="5239789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4" name="Rectangle 73">
              <a:extLst>
                <a:ext uri="{FF2B5EF4-FFF2-40B4-BE49-F238E27FC236}">
                  <a16:creationId xmlns:a16="http://schemas.microsoft.com/office/drawing/2014/main" id="{2940C501-97F9-E586-76A8-8D9984151F81}"/>
                </a:ext>
              </a:extLst>
            </p:cNvPr>
            <p:cNvSpPr/>
            <p:nvPr/>
          </p:nvSpPr>
          <p:spPr>
            <a:xfrm>
              <a:off x="7866077" y="5260841"/>
              <a:ext cx="541140" cy="292863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75" name="Straight Connector 74">
              <a:extLst>
                <a:ext uri="{FF2B5EF4-FFF2-40B4-BE49-F238E27FC236}">
                  <a16:creationId xmlns:a16="http://schemas.microsoft.com/office/drawing/2014/main" id="{83BEA1D0-1C1C-7F3E-CFA1-9C318B72DCC2}"/>
                </a:ext>
              </a:extLst>
            </p:cNvPr>
            <p:cNvCxnSpPr/>
            <p:nvPr/>
          </p:nvCxnSpPr>
          <p:spPr>
            <a:xfrm>
              <a:off x="7953306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Straight Connector 75">
              <a:extLst>
                <a:ext uri="{FF2B5EF4-FFF2-40B4-BE49-F238E27FC236}">
                  <a16:creationId xmlns:a16="http://schemas.microsoft.com/office/drawing/2014/main" id="{9B8C512C-62D7-3393-9669-BC7DA52C7ABB}"/>
                </a:ext>
              </a:extLst>
            </p:cNvPr>
            <p:cNvCxnSpPr/>
            <p:nvPr/>
          </p:nvCxnSpPr>
          <p:spPr>
            <a:xfrm>
              <a:off x="8266751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Straight Connector 76">
              <a:extLst>
                <a:ext uri="{FF2B5EF4-FFF2-40B4-BE49-F238E27FC236}">
                  <a16:creationId xmlns:a16="http://schemas.microsoft.com/office/drawing/2014/main" id="{9A273FD7-39F9-ACE5-B3AF-F79C9E49106D}"/>
                </a:ext>
              </a:extLst>
            </p:cNvPr>
            <p:cNvCxnSpPr/>
            <p:nvPr/>
          </p:nvCxnSpPr>
          <p:spPr>
            <a:xfrm>
              <a:off x="8099972" y="5260841"/>
              <a:ext cx="0" cy="292863"/>
            </a:xfrm>
            <a:prstGeom prst="line">
              <a:avLst/>
            </a:prstGeom>
            <a:ln w="5080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Straight Connector 77">
              <a:extLst>
                <a:ext uri="{FF2B5EF4-FFF2-40B4-BE49-F238E27FC236}">
                  <a16:creationId xmlns:a16="http://schemas.microsoft.com/office/drawing/2014/main" id="{9073C418-E2F8-A7C5-FE45-3B7649DB2FC2}"/>
                </a:ext>
              </a:extLst>
            </p:cNvPr>
            <p:cNvCxnSpPr/>
            <p:nvPr/>
          </p:nvCxnSpPr>
          <p:spPr>
            <a:xfrm>
              <a:off x="8196330" y="5260841"/>
              <a:ext cx="0" cy="292863"/>
            </a:xfrm>
            <a:prstGeom prst="line">
              <a:avLst/>
            </a:prstGeom>
            <a:ln w="50800"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9" name="TextBox 78">
            <a:extLst>
              <a:ext uri="{FF2B5EF4-FFF2-40B4-BE49-F238E27FC236}">
                <a16:creationId xmlns:a16="http://schemas.microsoft.com/office/drawing/2014/main" id="{D38733D7-B87D-5411-2C29-6B3DD6827A91}"/>
              </a:ext>
            </a:extLst>
          </p:cNvPr>
          <p:cNvSpPr txBox="1"/>
          <p:nvPr/>
        </p:nvSpPr>
        <p:spPr>
          <a:xfrm>
            <a:off x="5702060" y="2251494"/>
            <a:ext cx="4524124" cy="646331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rtlCol="0">
            <a:spAutoFit/>
          </a:bodyPr>
          <a:lstStyle/>
          <a:p>
            <a:r>
              <a:rPr lang="en-US" dirty="0" err="1"/>
              <a:t>Exempel</a:t>
            </a:r>
            <a:r>
              <a:rPr lang="en-US" dirty="0"/>
              <a:t>: </a:t>
            </a:r>
            <a:r>
              <a:rPr lang="en-US" dirty="0" err="1"/>
              <a:t>Lampan</a:t>
            </a:r>
            <a:r>
              <a:rPr lang="en-US" dirty="0"/>
              <a:t> </a:t>
            </a:r>
            <a:r>
              <a:rPr lang="en-US" dirty="0" err="1"/>
              <a:t>skall</a:t>
            </a:r>
            <a:r>
              <a:rPr lang="en-US" dirty="0"/>
              <a:t> t</a:t>
            </a:r>
            <a:r>
              <a:rPr lang="sv-SE" dirty="0"/>
              <a:t>ändas om </a:t>
            </a:r>
            <a:r>
              <a:rPr lang="sv-SE" i="1" dirty="0"/>
              <a:t>någon</a:t>
            </a:r>
            <a:r>
              <a:rPr lang="sv-SE" dirty="0"/>
              <a:t> av</a:t>
            </a:r>
          </a:p>
          <a:p>
            <a:r>
              <a:rPr lang="sv-SE" dirty="0"/>
              <a:t>pin5 eller pin6 är 0.</a:t>
            </a:r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315537361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B2CE79-BE2D-683A-6849-881BE33FED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B76275-DC65-9160-A103-0C1BBC3969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Digital Output</a:t>
            </a:r>
            <a:endParaRPr lang="LID4096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6FC8DFD1-EED4-B3E2-A14F-2A702AFAF0C1}"/>
              </a:ext>
            </a:extLst>
          </p:cNvPr>
          <p:cNvGrpSpPr/>
          <p:nvPr/>
        </p:nvGrpSpPr>
        <p:grpSpPr>
          <a:xfrm>
            <a:off x="8461122" y="3296317"/>
            <a:ext cx="2669370" cy="1907729"/>
            <a:chOff x="9519713" y="2988597"/>
            <a:chExt cx="1319935" cy="943323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29E361B6-7A1C-FDF3-C184-66C3B230EC5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519713" y="2988597"/>
              <a:ext cx="1319935" cy="943323"/>
            </a:xfrm>
            <a:prstGeom prst="rect">
              <a:avLst/>
            </a:prstGeom>
          </p:spPr>
        </p:pic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56CFEC5B-2392-D340-7AC7-D59E4DB0F508}"/>
                </a:ext>
              </a:extLst>
            </p:cNvPr>
            <p:cNvSpPr/>
            <p:nvPr/>
          </p:nvSpPr>
          <p:spPr>
            <a:xfrm rot="19997983">
              <a:off x="10475358" y="3191629"/>
              <a:ext cx="265922" cy="134378"/>
            </a:xfrm>
            <a:prstGeom prst="ellipse">
              <a:avLst/>
            </a:prstGeom>
            <a:noFill/>
            <a:ln w="127">
              <a:solidFill>
                <a:srgbClr val="FF0000"/>
              </a:solidFill>
            </a:ln>
            <a:effectLst>
              <a:glow rad="127000">
                <a:srgbClr val="FF0000">
                  <a:alpha val="61000"/>
                </a:srgbClr>
              </a:glo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2C556681-48BB-0899-FADB-25C1E627994A}"/>
              </a:ext>
            </a:extLst>
          </p:cNvPr>
          <p:cNvGrpSpPr/>
          <p:nvPr/>
        </p:nvGrpSpPr>
        <p:grpSpPr>
          <a:xfrm rot="16200000">
            <a:off x="703596" y="3609031"/>
            <a:ext cx="3095687" cy="2470259"/>
            <a:chOff x="436296" y="1927862"/>
            <a:chExt cx="5353797" cy="4272158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3ECDB943-6D00-58E7-4B60-691CDD2608D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36296" y="2545839"/>
              <a:ext cx="5353797" cy="2772162"/>
            </a:xfrm>
            <a:prstGeom prst="rect">
              <a:avLst/>
            </a:prstGeom>
          </p:spPr>
        </p:pic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C9C38476-52E9-CB96-F2F2-7A7391518D72}"/>
                </a:ext>
              </a:extLst>
            </p:cNvPr>
            <p:cNvSpPr/>
            <p:nvPr/>
          </p:nvSpPr>
          <p:spPr>
            <a:xfrm>
              <a:off x="1578586" y="3558540"/>
              <a:ext cx="3381375" cy="1402080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6F125A17-6835-F143-A9AF-D5FDF3E8E244}"/>
                </a:ext>
              </a:extLst>
            </p:cNvPr>
            <p:cNvSpPr/>
            <p:nvPr/>
          </p:nvSpPr>
          <p:spPr>
            <a:xfrm>
              <a:off x="1436663" y="3406140"/>
              <a:ext cx="3787140" cy="259080"/>
            </a:xfrm>
            <a:custGeom>
              <a:avLst/>
              <a:gdLst>
                <a:gd name="connsiteX0" fmla="*/ 3406140 w 3825240"/>
                <a:gd name="connsiteY0" fmla="*/ 0 h 259080"/>
                <a:gd name="connsiteX1" fmla="*/ 0 w 3825240"/>
                <a:gd name="connsiteY1" fmla="*/ 68580 h 259080"/>
                <a:gd name="connsiteX2" fmla="*/ 228600 w 3825240"/>
                <a:gd name="connsiteY2" fmla="*/ 259080 h 259080"/>
                <a:gd name="connsiteX3" fmla="*/ 3825240 w 3825240"/>
                <a:gd name="connsiteY3" fmla="*/ 167640 h 259080"/>
                <a:gd name="connsiteX4" fmla="*/ 3406140 w 3825240"/>
                <a:gd name="connsiteY4" fmla="*/ 0 h 259080"/>
                <a:gd name="connsiteX0" fmla="*/ 3406140 w 3787140"/>
                <a:gd name="connsiteY0" fmla="*/ 0 h 259080"/>
                <a:gd name="connsiteX1" fmla="*/ 0 w 3787140"/>
                <a:gd name="connsiteY1" fmla="*/ 68580 h 259080"/>
                <a:gd name="connsiteX2" fmla="*/ 228600 w 3787140"/>
                <a:gd name="connsiteY2" fmla="*/ 259080 h 259080"/>
                <a:gd name="connsiteX3" fmla="*/ 3787140 w 3787140"/>
                <a:gd name="connsiteY3" fmla="*/ 153353 h 259080"/>
                <a:gd name="connsiteX4" fmla="*/ 3406140 w 3787140"/>
                <a:gd name="connsiteY4" fmla="*/ 0 h 2590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87140" h="259080">
                  <a:moveTo>
                    <a:pt x="3406140" y="0"/>
                  </a:moveTo>
                  <a:lnTo>
                    <a:pt x="0" y="68580"/>
                  </a:lnTo>
                  <a:lnTo>
                    <a:pt x="228600" y="259080"/>
                  </a:lnTo>
                  <a:lnTo>
                    <a:pt x="3787140" y="153353"/>
                  </a:lnTo>
                  <a:lnTo>
                    <a:pt x="3406140" y="0"/>
                  </a:lnTo>
                  <a:close/>
                </a:path>
              </a:pathLst>
            </a:cu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9C1CFCCA-ED39-AA69-9898-D0D46319B61E}"/>
                </a:ext>
              </a:extLst>
            </p:cNvPr>
            <p:cNvSpPr/>
            <p:nvPr/>
          </p:nvSpPr>
          <p:spPr>
            <a:xfrm>
              <a:off x="1459523" y="3482340"/>
              <a:ext cx="205740" cy="1714500"/>
            </a:xfrm>
            <a:custGeom>
              <a:avLst/>
              <a:gdLst>
                <a:gd name="connsiteX0" fmla="*/ 0 w 205740"/>
                <a:gd name="connsiteY0" fmla="*/ 0 h 1714500"/>
                <a:gd name="connsiteX1" fmla="*/ 30480 w 205740"/>
                <a:gd name="connsiteY1" fmla="*/ 1539240 h 1714500"/>
                <a:gd name="connsiteX2" fmla="*/ 205740 w 205740"/>
                <a:gd name="connsiteY2" fmla="*/ 1714500 h 1714500"/>
                <a:gd name="connsiteX3" fmla="*/ 198120 w 205740"/>
                <a:gd name="connsiteY3" fmla="*/ 167640 h 1714500"/>
                <a:gd name="connsiteX4" fmla="*/ 0 w 205740"/>
                <a:gd name="connsiteY4" fmla="*/ 0 h 1714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5740" h="1714500">
                  <a:moveTo>
                    <a:pt x="0" y="0"/>
                  </a:moveTo>
                  <a:lnTo>
                    <a:pt x="30480" y="1539240"/>
                  </a:lnTo>
                  <a:lnTo>
                    <a:pt x="205740" y="1714500"/>
                  </a:lnTo>
                  <a:lnTo>
                    <a:pt x="198120" y="1676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85EDEFBB-412C-AA7D-69B6-560175D7F822}"/>
                </a:ext>
              </a:extLst>
            </p:cNvPr>
            <p:cNvSpPr/>
            <p:nvPr/>
          </p:nvSpPr>
          <p:spPr>
            <a:xfrm>
              <a:off x="1657643" y="3558540"/>
              <a:ext cx="3596640" cy="1653540"/>
            </a:xfrm>
            <a:custGeom>
              <a:avLst/>
              <a:gdLst>
                <a:gd name="connsiteX0" fmla="*/ 0 w 3680460"/>
                <a:gd name="connsiteY0" fmla="*/ 1653540 h 1653540"/>
                <a:gd name="connsiteX1" fmla="*/ 1463040 w 3680460"/>
                <a:gd name="connsiteY1" fmla="*/ 1592580 h 1653540"/>
                <a:gd name="connsiteX2" fmla="*/ 1463040 w 3680460"/>
                <a:gd name="connsiteY2" fmla="*/ 1417320 h 1653540"/>
                <a:gd name="connsiteX3" fmla="*/ 182880 w 3680460"/>
                <a:gd name="connsiteY3" fmla="*/ 1478280 h 1653540"/>
                <a:gd name="connsiteX4" fmla="*/ 160020 w 3680460"/>
                <a:gd name="connsiteY4" fmla="*/ 266700 h 1653540"/>
                <a:gd name="connsiteX5" fmla="*/ 3474720 w 3680460"/>
                <a:gd name="connsiteY5" fmla="*/ 160020 h 1653540"/>
                <a:gd name="connsiteX6" fmla="*/ 3467100 w 3680460"/>
                <a:gd name="connsiteY6" fmla="*/ 1424940 h 1653540"/>
                <a:gd name="connsiteX7" fmla="*/ 2278380 w 3680460"/>
                <a:gd name="connsiteY7" fmla="*/ 1432560 h 1653540"/>
                <a:gd name="connsiteX8" fmla="*/ 2263140 w 3680460"/>
                <a:gd name="connsiteY8" fmla="*/ 1584960 h 1653540"/>
                <a:gd name="connsiteX9" fmla="*/ 3680460 w 3680460"/>
                <a:gd name="connsiteY9" fmla="*/ 1546860 h 1653540"/>
                <a:gd name="connsiteX10" fmla="*/ 3589020 w 3680460"/>
                <a:gd name="connsiteY10" fmla="*/ 0 h 1653540"/>
                <a:gd name="connsiteX11" fmla="*/ 0 w 3680460"/>
                <a:gd name="connsiteY11" fmla="*/ 91440 h 1653540"/>
                <a:gd name="connsiteX12" fmla="*/ 0 w 3680460"/>
                <a:gd name="connsiteY12" fmla="*/ 1653540 h 1653540"/>
                <a:gd name="connsiteX0" fmla="*/ 0 w 3649980"/>
                <a:gd name="connsiteY0" fmla="*/ 1653540 h 1653540"/>
                <a:gd name="connsiteX1" fmla="*/ 1463040 w 3649980"/>
                <a:gd name="connsiteY1" fmla="*/ 1592580 h 1653540"/>
                <a:gd name="connsiteX2" fmla="*/ 1463040 w 3649980"/>
                <a:gd name="connsiteY2" fmla="*/ 1417320 h 1653540"/>
                <a:gd name="connsiteX3" fmla="*/ 182880 w 3649980"/>
                <a:gd name="connsiteY3" fmla="*/ 1478280 h 1653540"/>
                <a:gd name="connsiteX4" fmla="*/ 160020 w 3649980"/>
                <a:gd name="connsiteY4" fmla="*/ 266700 h 1653540"/>
                <a:gd name="connsiteX5" fmla="*/ 3474720 w 3649980"/>
                <a:gd name="connsiteY5" fmla="*/ 160020 h 1653540"/>
                <a:gd name="connsiteX6" fmla="*/ 3467100 w 3649980"/>
                <a:gd name="connsiteY6" fmla="*/ 1424940 h 1653540"/>
                <a:gd name="connsiteX7" fmla="*/ 2278380 w 3649980"/>
                <a:gd name="connsiteY7" fmla="*/ 1432560 h 1653540"/>
                <a:gd name="connsiteX8" fmla="*/ 2263140 w 3649980"/>
                <a:gd name="connsiteY8" fmla="*/ 1584960 h 1653540"/>
                <a:gd name="connsiteX9" fmla="*/ 3649980 w 3649980"/>
                <a:gd name="connsiteY9" fmla="*/ 1554480 h 1653540"/>
                <a:gd name="connsiteX10" fmla="*/ 3589020 w 3649980"/>
                <a:gd name="connsiteY10" fmla="*/ 0 h 1653540"/>
                <a:gd name="connsiteX11" fmla="*/ 0 w 3649980"/>
                <a:gd name="connsiteY11" fmla="*/ 91440 h 1653540"/>
                <a:gd name="connsiteX12" fmla="*/ 0 w 3649980"/>
                <a:gd name="connsiteY12" fmla="*/ 1653540 h 1653540"/>
                <a:gd name="connsiteX0" fmla="*/ 0 w 3596640"/>
                <a:gd name="connsiteY0" fmla="*/ 1653540 h 1653540"/>
                <a:gd name="connsiteX1" fmla="*/ 1463040 w 3596640"/>
                <a:gd name="connsiteY1" fmla="*/ 1592580 h 1653540"/>
                <a:gd name="connsiteX2" fmla="*/ 1463040 w 3596640"/>
                <a:gd name="connsiteY2" fmla="*/ 1417320 h 1653540"/>
                <a:gd name="connsiteX3" fmla="*/ 182880 w 3596640"/>
                <a:gd name="connsiteY3" fmla="*/ 1478280 h 1653540"/>
                <a:gd name="connsiteX4" fmla="*/ 160020 w 3596640"/>
                <a:gd name="connsiteY4" fmla="*/ 266700 h 1653540"/>
                <a:gd name="connsiteX5" fmla="*/ 3474720 w 3596640"/>
                <a:gd name="connsiteY5" fmla="*/ 160020 h 1653540"/>
                <a:gd name="connsiteX6" fmla="*/ 3467100 w 3596640"/>
                <a:gd name="connsiteY6" fmla="*/ 1424940 h 1653540"/>
                <a:gd name="connsiteX7" fmla="*/ 2278380 w 3596640"/>
                <a:gd name="connsiteY7" fmla="*/ 1432560 h 1653540"/>
                <a:gd name="connsiteX8" fmla="*/ 2263140 w 3596640"/>
                <a:gd name="connsiteY8" fmla="*/ 1584960 h 1653540"/>
                <a:gd name="connsiteX9" fmla="*/ 3596640 w 3596640"/>
                <a:gd name="connsiteY9" fmla="*/ 1546860 h 1653540"/>
                <a:gd name="connsiteX10" fmla="*/ 3589020 w 3596640"/>
                <a:gd name="connsiteY10" fmla="*/ 0 h 1653540"/>
                <a:gd name="connsiteX11" fmla="*/ 0 w 3596640"/>
                <a:gd name="connsiteY11" fmla="*/ 91440 h 1653540"/>
                <a:gd name="connsiteX12" fmla="*/ 0 w 3596640"/>
                <a:gd name="connsiteY12" fmla="*/ 1653540 h 165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6640" h="1653540">
                  <a:moveTo>
                    <a:pt x="0" y="1653540"/>
                  </a:moveTo>
                  <a:lnTo>
                    <a:pt x="1463040" y="1592580"/>
                  </a:lnTo>
                  <a:lnTo>
                    <a:pt x="1463040" y="1417320"/>
                  </a:lnTo>
                  <a:lnTo>
                    <a:pt x="182880" y="1478280"/>
                  </a:lnTo>
                  <a:lnTo>
                    <a:pt x="160020" y="266700"/>
                  </a:lnTo>
                  <a:lnTo>
                    <a:pt x="3474720" y="160020"/>
                  </a:lnTo>
                  <a:lnTo>
                    <a:pt x="3467100" y="1424940"/>
                  </a:lnTo>
                  <a:lnTo>
                    <a:pt x="2278380" y="1432560"/>
                  </a:lnTo>
                  <a:lnTo>
                    <a:pt x="2263140" y="1584960"/>
                  </a:lnTo>
                  <a:lnTo>
                    <a:pt x="3596640" y="1546860"/>
                  </a:lnTo>
                  <a:lnTo>
                    <a:pt x="3589020" y="0"/>
                  </a:lnTo>
                  <a:lnTo>
                    <a:pt x="0" y="91440"/>
                  </a:lnTo>
                  <a:lnTo>
                    <a:pt x="0" y="165354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8C4E0620-3333-4D4B-6095-98643C44A750}"/>
                </a:ext>
              </a:extLst>
            </p:cNvPr>
            <p:cNvSpPr/>
            <p:nvPr/>
          </p:nvSpPr>
          <p:spPr>
            <a:xfrm>
              <a:off x="1833379" y="3727133"/>
              <a:ext cx="3305175" cy="1312068"/>
            </a:xfrm>
            <a:custGeom>
              <a:avLst/>
              <a:gdLst>
                <a:gd name="connsiteX0" fmla="*/ 2943225 w 3305175"/>
                <a:gd name="connsiteY0" fmla="*/ 4762 h 1312068"/>
                <a:gd name="connsiteX1" fmla="*/ 2964657 w 3305175"/>
                <a:gd name="connsiteY1" fmla="*/ 1040606 h 1312068"/>
                <a:gd name="connsiteX2" fmla="*/ 0 w 3305175"/>
                <a:gd name="connsiteY2" fmla="*/ 1133475 h 1312068"/>
                <a:gd name="connsiteX3" fmla="*/ 7144 w 3305175"/>
                <a:gd name="connsiteY3" fmla="*/ 1312068 h 1312068"/>
                <a:gd name="connsiteX4" fmla="*/ 1290638 w 3305175"/>
                <a:gd name="connsiteY4" fmla="*/ 1254918 h 1312068"/>
                <a:gd name="connsiteX5" fmla="*/ 1362075 w 3305175"/>
                <a:gd name="connsiteY5" fmla="*/ 1202531 h 1312068"/>
                <a:gd name="connsiteX6" fmla="*/ 1431132 w 3305175"/>
                <a:gd name="connsiteY6" fmla="*/ 1185862 h 1312068"/>
                <a:gd name="connsiteX7" fmla="*/ 1735932 w 3305175"/>
                <a:gd name="connsiteY7" fmla="*/ 1171575 h 1312068"/>
                <a:gd name="connsiteX8" fmla="*/ 1902619 w 3305175"/>
                <a:gd name="connsiteY8" fmla="*/ 1178718 h 1312068"/>
                <a:gd name="connsiteX9" fmla="*/ 2100263 w 3305175"/>
                <a:gd name="connsiteY9" fmla="*/ 1264443 h 1312068"/>
                <a:gd name="connsiteX10" fmla="*/ 3300413 w 3305175"/>
                <a:gd name="connsiteY10" fmla="*/ 1257300 h 1312068"/>
                <a:gd name="connsiteX11" fmla="*/ 3305175 w 3305175"/>
                <a:gd name="connsiteY11" fmla="*/ 0 h 1312068"/>
                <a:gd name="connsiteX12" fmla="*/ 2943225 w 3305175"/>
                <a:gd name="connsiteY12" fmla="*/ 4762 h 1312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305175" h="1312068">
                  <a:moveTo>
                    <a:pt x="2943225" y="4762"/>
                  </a:moveTo>
                  <a:lnTo>
                    <a:pt x="2964657" y="1040606"/>
                  </a:lnTo>
                  <a:lnTo>
                    <a:pt x="0" y="1133475"/>
                  </a:lnTo>
                  <a:lnTo>
                    <a:pt x="7144" y="1312068"/>
                  </a:lnTo>
                  <a:lnTo>
                    <a:pt x="1290638" y="1254918"/>
                  </a:lnTo>
                  <a:lnTo>
                    <a:pt x="1362075" y="1202531"/>
                  </a:lnTo>
                  <a:lnTo>
                    <a:pt x="1431132" y="1185862"/>
                  </a:lnTo>
                  <a:lnTo>
                    <a:pt x="1735932" y="1171575"/>
                  </a:lnTo>
                  <a:lnTo>
                    <a:pt x="1902619" y="1178718"/>
                  </a:lnTo>
                  <a:lnTo>
                    <a:pt x="2100263" y="1264443"/>
                  </a:lnTo>
                  <a:lnTo>
                    <a:pt x="3300413" y="1257300"/>
                  </a:lnTo>
                  <a:cubicBezTo>
                    <a:pt x="3302000" y="838200"/>
                    <a:pt x="3303588" y="419100"/>
                    <a:pt x="3305175" y="0"/>
                  </a:cubicBezTo>
                  <a:lnTo>
                    <a:pt x="2943225" y="4762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96F3DF36-2C5B-03FE-216D-F461A276F23A}"/>
                </a:ext>
              </a:extLst>
            </p:cNvPr>
            <p:cNvSpPr/>
            <p:nvPr/>
          </p:nvSpPr>
          <p:spPr>
            <a:xfrm>
              <a:off x="3119254" y="4896326"/>
              <a:ext cx="819150" cy="247650"/>
            </a:xfrm>
            <a:custGeom>
              <a:avLst/>
              <a:gdLst>
                <a:gd name="connsiteX0" fmla="*/ 802482 w 819150"/>
                <a:gd name="connsiteY0" fmla="*/ 242888 h 247650"/>
                <a:gd name="connsiteX1" fmla="*/ 588169 w 819150"/>
                <a:gd name="connsiteY1" fmla="*/ 116682 h 247650"/>
                <a:gd name="connsiteX2" fmla="*/ 452438 w 819150"/>
                <a:gd name="connsiteY2" fmla="*/ 95250 h 247650"/>
                <a:gd name="connsiteX3" fmla="*/ 192882 w 819150"/>
                <a:gd name="connsiteY3" fmla="*/ 92869 h 247650"/>
                <a:gd name="connsiteX4" fmla="*/ 76200 w 819150"/>
                <a:gd name="connsiteY4" fmla="*/ 140494 h 247650"/>
                <a:gd name="connsiteX5" fmla="*/ 11907 w 819150"/>
                <a:gd name="connsiteY5" fmla="*/ 247650 h 247650"/>
                <a:gd name="connsiteX6" fmla="*/ 0 w 819150"/>
                <a:gd name="connsiteY6" fmla="*/ 85725 h 247650"/>
                <a:gd name="connsiteX7" fmla="*/ 76200 w 819150"/>
                <a:gd name="connsiteY7" fmla="*/ 33338 h 247650"/>
                <a:gd name="connsiteX8" fmla="*/ 173832 w 819150"/>
                <a:gd name="connsiteY8" fmla="*/ 14288 h 247650"/>
                <a:gd name="connsiteX9" fmla="*/ 469107 w 819150"/>
                <a:gd name="connsiteY9" fmla="*/ 0 h 247650"/>
                <a:gd name="connsiteX10" fmla="*/ 616744 w 819150"/>
                <a:gd name="connsiteY10" fmla="*/ 14288 h 247650"/>
                <a:gd name="connsiteX11" fmla="*/ 819150 w 819150"/>
                <a:gd name="connsiteY11" fmla="*/ 95250 h 247650"/>
                <a:gd name="connsiteX12" fmla="*/ 802482 w 819150"/>
                <a:gd name="connsiteY12" fmla="*/ 242888 h 247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19150" h="247650">
                  <a:moveTo>
                    <a:pt x="802482" y="242888"/>
                  </a:moveTo>
                  <a:lnTo>
                    <a:pt x="588169" y="116682"/>
                  </a:lnTo>
                  <a:lnTo>
                    <a:pt x="452438" y="95250"/>
                  </a:lnTo>
                  <a:lnTo>
                    <a:pt x="192882" y="92869"/>
                  </a:lnTo>
                  <a:lnTo>
                    <a:pt x="76200" y="140494"/>
                  </a:lnTo>
                  <a:lnTo>
                    <a:pt x="11907" y="247650"/>
                  </a:lnTo>
                  <a:lnTo>
                    <a:pt x="0" y="85725"/>
                  </a:lnTo>
                  <a:lnTo>
                    <a:pt x="76200" y="33338"/>
                  </a:lnTo>
                  <a:lnTo>
                    <a:pt x="173832" y="14288"/>
                  </a:lnTo>
                  <a:lnTo>
                    <a:pt x="469107" y="0"/>
                  </a:lnTo>
                  <a:lnTo>
                    <a:pt x="616744" y="14288"/>
                  </a:lnTo>
                  <a:lnTo>
                    <a:pt x="819150" y="95250"/>
                  </a:lnTo>
                  <a:lnTo>
                    <a:pt x="802482" y="242888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8C1E8202-02A9-15DC-046E-D2DAA683239E}"/>
                </a:ext>
              </a:extLst>
            </p:cNvPr>
            <p:cNvGrpSpPr/>
            <p:nvPr/>
          </p:nvGrpSpPr>
          <p:grpSpPr>
            <a:xfrm>
              <a:off x="4243204" y="4020026"/>
              <a:ext cx="209550" cy="157163"/>
              <a:chOff x="6669881" y="4393406"/>
              <a:chExt cx="209550" cy="157163"/>
            </a:xfrm>
          </p:grpSpPr>
          <p:sp>
            <p:nvSpPr>
              <p:cNvPr id="63" name="Rectangle 62">
                <a:extLst>
                  <a:ext uri="{FF2B5EF4-FFF2-40B4-BE49-F238E27FC236}">
                    <a16:creationId xmlns:a16="http://schemas.microsoft.com/office/drawing/2014/main" id="{B0CDE47F-C956-A703-64A4-727719306F25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4" name="Freeform: Shape 63">
                <a:extLst>
                  <a:ext uri="{FF2B5EF4-FFF2-40B4-BE49-F238E27FC236}">
                    <a16:creationId xmlns:a16="http://schemas.microsoft.com/office/drawing/2014/main" id="{E9F241FB-AC1D-4F52-EFF8-BA1F49F33D67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2067023A-7B15-793E-486D-8BE079EBACCC}"/>
                </a:ext>
              </a:extLst>
            </p:cNvPr>
            <p:cNvGrpSpPr/>
            <p:nvPr/>
          </p:nvGrpSpPr>
          <p:grpSpPr>
            <a:xfrm>
              <a:off x="3797910" y="4050982"/>
              <a:ext cx="209550" cy="157163"/>
              <a:chOff x="6669881" y="4393406"/>
              <a:chExt cx="209550" cy="157163"/>
            </a:xfrm>
          </p:grpSpPr>
          <p:sp>
            <p:nvSpPr>
              <p:cNvPr id="61" name="Rectangle 60">
                <a:extLst>
                  <a:ext uri="{FF2B5EF4-FFF2-40B4-BE49-F238E27FC236}">
                    <a16:creationId xmlns:a16="http://schemas.microsoft.com/office/drawing/2014/main" id="{794ECF6E-FC4B-7981-A624-2BE629BD048C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2" name="Freeform: Shape 61">
                <a:extLst>
                  <a:ext uri="{FF2B5EF4-FFF2-40B4-BE49-F238E27FC236}">
                    <a16:creationId xmlns:a16="http://schemas.microsoft.com/office/drawing/2014/main" id="{A36A0437-7122-D6EB-C22D-394EC1889F60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D9F9282C-BB59-FA0C-5E74-8AFAF4C885D2}"/>
                </a:ext>
              </a:extLst>
            </p:cNvPr>
            <p:cNvGrpSpPr/>
            <p:nvPr/>
          </p:nvGrpSpPr>
          <p:grpSpPr>
            <a:xfrm>
              <a:off x="3352616" y="4081938"/>
              <a:ext cx="209550" cy="157163"/>
              <a:chOff x="6669881" y="4393406"/>
              <a:chExt cx="209550" cy="157163"/>
            </a:xfrm>
          </p:grpSpPr>
          <p:sp>
            <p:nvSpPr>
              <p:cNvPr id="59" name="Rectangle 58">
                <a:extLst>
                  <a:ext uri="{FF2B5EF4-FFF2-40B4-BE49-F238E27FC236}">
                    <a16:creationId xmlns:a16="http://schemas.microsoft.com/office/drawing/2014/main" id="{2590D18F-BFB4-38FB-9F4B-1286C56FDBAB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0" name="Freeform: Shape 59">
                <a:extLst>
                  <a:ext uri="{FF2B5EF4-FFF2-40B4-BE49-F238E27FC236}">
                    <a16:creationId xmlns:a16="http://schemas.microsoft.com/office/drawing/2014/main" id="{B9AEEA22-60F6-C9A1-F18E-1889C286C556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8D6C972D-B4C8-9C5C-5995-1A80E8659317}"/>
                </a:ext>
              </a:extLst>
            </p:cNvPr>
            <p:cNvGrpSpPr/>
            <p:nvPr/>
          </p:nvGrpSpPr>
          <p:grpSpPr>
            <a:xfrm>
              <a:off x="2851360" y="4093844"/>
              <a:ext cx="209550" cy="157163"/>
              <a:chOff x="6669881" y="4393406"/>
              <a:chExt cx="209550" cy="157163"/>
            </a:xfrm>
          </p:grpSpPr>
          <p:sp>
            <p:nvSpPr>
              <p:cNvPr id="57" name="Rectangle 56">
                <a:extLst>
                  <a:ext uri="{FF2B5EF4-FFF2-40B4-BE49-F238E27FC236}">
                    <a16:creationId xmlns:a16="http://schemas.microsoft.com/office/drawing/2014/main" id="{89B5F192-F9D7-FC87-A652-819BB3387C8C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8" name="Freeform: Shape 57">
                <a:extLst>
                  <a:ext uri="{FF2B5EF4-FFF2-40B4-BE49-F238E27FC236}">
                    <a16:creationId xmlns:a16="http://schemas.microsoft.com/office/drawing/2014/main" id="{37A4661E-06E9-94D7-7C49-8904DC646CB5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03B06487-CF76-C48D-8261-9135216B223B}"/>
                </a:ext>
              </a:extLst>
            </p:cNvPr>
            <p:cNvGrpSpPr/>
            <p:nvPr/>
          </p:nvGrpSpPr>
          <p:grpSpPr>
            <a:xfrm>
              <a:off x="2345112" y="4113567"/>
              <a:ext cx="209550" cy="157163"/>
              <a:chOff x="6669881" y="4393406"/>
              <a:chExt cx="209550" cy="157163"/>
            </a:xfrm>
          </p:grpSpPr>
          <p:sp>
            <p:nvSpPr>
              <p:cNvPr id="55" name="Rectangle 54">
                <a:extLst>
                  <a:ext uri="{FF2B5EF4-FFF2-40B4-BE49-F238E27FC236}">
                    <a16:creationId xmlns:a16="http://schemas.microsoft.com/office/drawing/2014/main" id="{B0809B5F-1580-16A5-FA46-F884D7806C71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6" name="Freeform: Shape 55">
                <a:extLst>
                  <a:ext uri="{FF2B5EF4-FFF2-40B4-BE49-F238E27FC236}">
                    <a16:creationId xmlns:a16="http://schemas.microsoft.com/office/drawing/2014/main" id="{362633FA-A856-8B3E-32B0-69E91E01CA30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E8A5F4A2-9D2C-2F75-23CF-17836C4F9353}"/>
                </a:ext>
              </a:extLst>
            </p:cNvPr>
            <p:cNvGrpSpPr/>
            <p:nvPr/>
          </p:nvGrpSpPr>
          <p:grpSpPr>
            <a:xfrm>
              <a:off x="2333205" y="4520758"/>
              <a:ext cx="209550" cy="157163"/>
              <a:chOff x="6669881" y="4393406"/>
              <a:chExt cx="209550" cy="157163"/>
            </a:xfrm>
          </p:grpSpPr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94B62382-B470-9AB4-E23E-AAFD052BE79F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4" name="Freeform: Shape 53">
                <a:extLst>
                  <a:ext uri="{FF2B5EF4-FFF2-40B4-BE49-F238E27FC236}">
                    <a16:creationId xmlns:a16="http://schemas.microsoft.com/office/drawing/2014/main" id="{83EA2041-7D78-03E6-486B-A99FADDE55C3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DCDEEFBA-659A-088C-B727-B0F9957D5C1D}"/>
                </a:ext>
              </a:extLst>
            </p:cNvPr>
            <p:cNvGrpSpPr/>
            <p:nvPr/>
          </p:nvGrpSpPr>
          <p:grpSpPr>
            <a:xfrm>
              <a:off x="2848977" y="4506471"/>
              <a:ext cx="209550" cy="157163"/>
              <a:chOff x="6669881" y="4393406"/>
              <a:chExt cx="209550" cy="157163"/>
            </a:xfrm>
          </p:grpSpPr>
          <p:sp>
            <p:nvSpPr>
              <p:cNvPr id="51" name="Rectangle 50">
                <a:extLst>
                  <a:ext uri="{FF2B5EF4-FFF2-40B4-BE49-F238E27FC236}">
                    <a16:creationId xmlns:a16="http://schemas.microsoft.com/office/drawing/2014/main" id="{1A256D3F-5213-7FC9-3045-63A8862E309C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2" name="Freeform: Shape 51">
                <a:extLst>
                  <a:ext uri="{FF2B5EF4-FFF2-40B4-BE49-F238E27FC236}">
                    <a16:creationId xmlns:a16="http://schemas.microsoft.com/office/drawing/2014/main" id="{DD51CB4D-E572-ABAC-5DA8-68911A5DAC7F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FFBDBD82-6124-2399-A860-414B94BF123B}"/>
                </a:ext>
              </a:extLst>
            </p:cNvPr>
            <p:cNvGrpSpPr/>
            <p:nvPr/>
          </p:nvGrpSpPr>
          <p:grpSpPr>
            <a:xfrm>
              <a:off x="3359757" y="4500001"/>
              <a:ext cx="209550" cy="157163"/>
              <a:chOff x="6669881" y="4393406"/>
              <a:chExt cx="209550" cy="157163"/>
            </a:xfrm>
          </p:grpSpPr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77B0330E-1B5A-F318-F60C-6D90D4473B7E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0" name="Freeform: Shape 49">
                <a:extLst>
                  <a:ext uri="{FF2B5EF4-FFF2-40B4-BE49-F238E27FC236}">
                    <a16:creationId xmlns:a16="http://schemas.microsoft.com/office/drawing/2014/main" id="{AF5C6AA2-BBDB-AF7E-5351-2298511A63A4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0D78233A-391F-C35A-3351-1EE027629628}"/>
                </a:ext>
              </a:extLst>
            </p:cNvPr>
            <p:cNvGrpSpPr/>
            <p:nvPr/>
          </p:nvGrpSpPr>
          <p:grpSpPr>
            <a:xfrm>
              <a:off x="3828863" y="4505748"/>
              <a:ext cx="209550" cy="157163"/>
              <a:chOff x="6669881" y="4393406"/>
              <a:chExt cx="209550" cy="157163"/>
            </a:xfrm>
          </p:grpSpPr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114CB0F1-77DB-090D-EB9A-E9E9173707D9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8" name="Freeform: Shape 47">
                <a:extLst>
                  <a:ext uri="{FF2B5EF4-FFF2-40B4-BE49-F238E27FC236}">
                    <a16:creationId xmlns:a16="http://schemas.microsoft.com/office/drawing/2014/main" id="{575C7967-A5A3-42D5-E509-7086458417F5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2E769EC9-5C58-A653-1A61-1B2A51B22094}"/>
                </a:ext>
              </a:extLst>
            </p:cNvPr>
            <p:cNvGrpSpPr/>
            <p:nvPr/>
          </p:nvGrpSpPr>
          <p:grpSpPr>
            <a:xfrm>
              <a:off x="4271771" y="4495238"/>
              <a:ext cx="209550" cy="157163"/>
              <a:chOff x="6669881" y="4393406"/>
              <a:chExt cx="209550" cy="157163"/>
            </a:xfrm>
          </p:grpSpPr>
          <p:sp>
            <p:nvSpPr>
              <p:cNvPr id="45" name="Rectangle 44">
                <a:extLst>
                  <a:ext uri="{FF2B5EF4-FFF2-40B4-BE49-F238E27FC236}">
                    <a16:creationId xmlns:a16="http://schemas.microsoft.com/office/drawing/2014/main" id="{3DD5AC65-8B6A-8428-40DB-6E87289B3C23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6" name="Freeform: Shape 45">
                <a:extLst>
                  <a:ext uri="{FF2B5EF4-FFF2-40B4-BE49-F238E27FC236}">
                    <a16:creationId xmlns:a16="http://schemas.microsoft.com/office/drawing/2014/main" id="{97D3836C-912B-60FB-D4C7-7EC72D38E5B5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8C240B85-E884-39B7-1C35-CDD2FC2A1F95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908657" y="5300061"/>
              <a:ext cx="1003434" cy="1889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65A6752F-E1A7-0825-A3DB-7A11E8148AAA}"/>
                </a:ext>
              </a:extLst>
            </p:cNvPr>
            <p:cNvSpPr txBox="1"/>
            <p:nvPr/>
          </p:nvSpPr>
          <p:spPr>
            <a:xfrm rot="5400000">
              <a:off x="2135199" y="5589007"/>
              <a:ext cx="796202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GND</a:t>
              </a:r>
              <a:endParaRPr lang="LID4096" sz="1000" b="1" dirty="0"/>
            </a:p>
          </p:txBody>
        </p: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9BA9A1A4-BD3E-465F-DF5B-B4B5B68832BD}"/>
                </a:ext>
              </a:extLst>
            </p:cNvPr>
            <p:cNvCxnSpPr>
              <a:cxnSpLocks/>
            </p:cNvCxnSpPr>
            <p:nvPr/>
          </p:nvCxnSpPr>
          <p:spPr>
            <a:xfrm>
              <a:off x="4334743" y="2222017"/>
              <a:ext cx="27524" cy="1673166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7C893B28-DF0E-6536-E0D5-5ECB4FE31477}"/>
                </a:ext>
              </a:extLst>
            </p:cNvPr>
            <p:cNvSpPr txBox="1"/>
            <p:nvPr/>
          </p:nvSpPr>
          <p:spPr>
            <a:xfrm rot="5400000">
              <a:off x="4125363" y="2102273"/>
              <a:ext cx="760164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3.3V</a:t>
              </a:r>
              <a:endParaRPr lang="LID4096" sz="1000" b="1" dirty="0"/>
            </a:p>
          </p:txBody>
        </p: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22F0F1C2-8147-6FB1-2969-60EE32F37F5F}"/>
                </a:ext>
              </a:extLst>
            </p:cNvPr>
            <p:cNvCxnSpPr>
              <a:cxnSpLocks/>
            </p:cNvCxnSpPr>
            <p:nvPr/>
          </p:nvCxnSpPr>
          <p:spPr>
            <a:xfrm>
              <a:off x="2399207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4593C7EF-2C2C-77CC-B529-DED3FEADF57F}"/>
                </a:ext>
              </a:extLst>
            </p:cNvPr>
            <p:cNvSpPr txBox="1"/>
            <p:nvPr/>
          </p:nvSpPr>
          <p:spPr>
            <a:xfrm rot="5400000">
              <a:off x="2162151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bit0</a:t>
              </a:r>
              <a:endParaRPr lang="LID4096" sz="1000" b="1" dirty="0"/>
            </a:p>
          </p:txBody>
        </p: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F2004337-99D0-8B9F-106A-97E3BA0E741F}"/>
                </a:ext>
              </a:extLst>
            </p:cNvPr>
            <p:cNvCxnSpPr>
              <a:cxnSpLocks/>
            </p:cNvCxnSpPr>
            <p:nvPr/>
          </p:nvCxnSpPr>
          <p:spPr>
            <a:xfrm>
              <a:off x="2934442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48E76D7E-611E-E411-001B-1581BB0D8B79}"/>
                </a:ext>
              </a:extLst>
            </p:cNvPr>
            <p:cNvSpPr txBox="1"/>
            <p:nvPr/>
          </p:nvSpPr>
          <p:spPr>
            <a:xfrm rot="5400000">
              <a:off x="2764068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bit2</a:t>
              </a:r>
              <a:endParaRPr lang="LID4096" sz="1000" b="1" dirty="0"/>
            </a:p>
          </p:txBody>
        </p: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9584AC07-C5FC-CFCB-B99C-FEEBE066B104}"/>
                </a:ext>
              </a:extLst>
            </p:cNvPr>
            <p:cNvCxnSpPr>
              <a:cxnSpLocks/>
            </p:cNvCxnSpPr>
            <p:nvPr/>
          </p:nvCxnSpPr>
          <p:spPr>
            <a:xfrm>
              <a:off x="3453714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055F314E-4D83-5421-5B2E-6BCC5A13E679}"/>
                </a:ext>
              </a:extLst>
            </p:cNvPr>
            <p:cNvSpPr txBox="1"/>
            <p:nvPr/>
          </p:nvSpPr>
          <p:spPr>
            <a:xfrm rot="5400000">
              <a:off x="3213817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bit4</a:t>
              </a:r>
              <a:endParaRPr lang="LID4096" sz="1000" b="1" dirty="0"/>
            </a:p>
          </p:txBody>
        </p: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20628851-D8AA-7A1F-87C3-91C1DD63EAEC}"/>
                </a:ext>
              </a:extLst>
            </p:cNvPr>
            <p:cNvCxnSpPr>
              <a:cxnSpLocks/>
            </p:cNvCxnSpPr>
            <p:nvPr/>
          </p:nvCxnSpPr>
          <p:spPr>
            <a:xfrm>
              <a:off x="3907991" y="2335991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BAD0E9E1-5405-7207-8411-5FFB5A252CD8}"/>
                </a:ext>
              </a:extLst>
            </p:cNvPr>
            <p:cNvSpPr txBox="1"/>
            <p:nvPr/>
          </p:nvSpPr>
          <p:spPr>
            <a:xfrm rot="5400000">
              <a:off x="3664934" y="206730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bit6</a:t>
              </a:r>
              <a:endParaRPr lang="LID4096" sz="1000" b="1" dirty="0"/>
            </a:p>
          </p:txBody>
        </p: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B4AB198C-1252-3F5B-77AF-2DC69600E6C2}"/>
                </a:ext>
              </a:extLst>
            </p:cNvPr>
            <p:cNvCxnSpPr>
              <a:cxnSpLocks/>
            </p:cNvCxnSpPr>
            <p:nvPr/>
          </p:nvCxnSpPr>
          <p:spPr>
            <a:xfrm>
              <a:off x="2920379" y="4745914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2748DB0E-0D4B-9BC5-7997-7DEED10480B6}"/>
                </a:ext>
              </a:extLst>
            </p:cNvPr>
            <p:cNvSpPr txBox="1"/>
            <p:nvPr/>
          </p:nvSpPr>
          <p:spPr>
            <a:xfrm rot="5400000">
              <a:off x="2684413" y="559553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bit1</a:t>
              </a:r>
              <a:endParaRPr lang="LID4096" sz="1000" b="1" dirty="0"/>
            </a:p>
          </p:txBody>
        </p: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15C1590A-A48F-E4B4-D002-50D2C059CE44}"/>
                </a:ext>
              </a:extLst>
            </p:cNvPr>
            <p:cNvCxnSpPr>
              <a:cxnSpLocks/>
            </p:cNvCxnSpPr>
            <p:nvPr/>
          </p:nvCxnSpPr>
          <p:spPr>
            <a:xfrm>
              <a:off x="3436440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811423D6-BB97-FA52-C014-65CD1EC91491}"/>
                </a:ext>
              </a:extLst>
            </p:cNvPr>
            <p:cNvSpPr txBox="1"/>
            <p:nvPr/>
          </p:nvSpPr>
          <p:spPr>
            <a:xfrm rot="5400000">
              <a:off x="3200473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bit3</a:t>
              </a:r>
              <a:endParaRPr lang="LID4096" sz="1000" b="1" dirty="0"/>
            </a:p>
          </p:txBody>
        </p: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F64048D0-662C-E7DF-5905-DF44D57AC4C6}"/>
                </a:ext>
              </a:extLst>
            </p:cNvPr>
            <p:cNvCxnSpPr>
              <a:cxnSpLocks/>
            </p:cNvCxnSpPr>
            <p:nvPr/>
          </p:nvCxnSpPr>
          <p:spPr>
            <a:xfrm>
              <a:off x="3918887" y="4744900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92EBED02-7AE9-B987-76D1-2DDA7B83AC7A}"/>
                </a:ext>
              </a:extLst>
            </p:cNvPr>
            <p:cNvSpPr txBox="1"/>
            <p:nvPr/>
          </p:nvSpPr>
          <p:spPr>
            <a:xfrm rot="5400000">
              <a:off x="3682921" y="5594528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bit5</a:t>
              </a:r>
              <a:endParaRPr lang="LID4096" sz="1000" b="1" dirty="0"/>
            </a:p>
          </p:txBody>
        </p: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931C387A-410E-4F14-40D2-B19F290889F8}"/>
                </a:ext>
              </a:extLst>
            </p:cNvPr>
            <p:cNvCxnSpPr>
              <a:cxnSpLocks/>
            </p:cNvCxnSpPr>
            <p:nvPr/>
          </p:nvCxnSpPr>
          <p:spPr>
            <a:xfrm>
              <a:off x="4372042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A89C42BB-A527-B1C6-A0F1-A72991856EAB}"/>
                </a:ext>
              </a:extLst>
            </p:cNvPr>
            <p:cNvSpPr txBox="1"/>
            <p:nvPr/>
          </p:nvSpPr>
          <p:spPr>
            <a:xfrm rot="5400000">
              <a:off x="4136075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bit7</a:t>
              </a:r>
              <a:endParaRPr lang="LID4096" sz="1000" b="1" dirty="0"/>
            </a:p>
          </p:txBody>
        </p:sp>
      </p:grpSp>
      <p:sp>
        <p:nvSpPr>
          <p:cNvPr id="65" name="Oval 64">
            <a:extLst>
              <a:ext uri="{FF2B5EF4-FFF2-40B4-BE49-F238E27FC236}">
                <a16:creationId xmlns:a16="http://schemas.microsoft.com/office/drawing/2014/main" id="{DA1CBCA0-282E-00FC-BAE9-64AEE09D933E}"/>
              </a:ext>
            </a:extLst>
          </p:cNvPr>
          <p:cNvSpPr/>
          <p:nvPr/>
        </p:nvSpPr>
        <p:spPr>
          <a:xfrm>
            <a:off x="2238258" y="4032560"/>
            <a:ext cx="125834" cy="125834"/>
          </a:xfrm>
          <a:prstGeom prst="ellipse">
            <a:avLst/>
          </a:pr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66" name="Oval 65">
            <a:extLst>
              <a:ext uri="{FF2B5EF4-FFF2-40B4-BE49-F238E27FC236}">
                <a16:creationId xmlns:a16="http://schemas.microsoft.com/office/drawing/2014/main" id="{E788EF72-5C1A-C5BA-406C-7A8088B21505}"/>
              </a:ext>
            </a:extLst>
          </p:cNvPr>
          <p:cNvSpPr/>
          <p:nvPr/>
        </p:nvSpPr>
        <p:spPr>
          <a:xfrm>
            <a:off x="2506052" y="4272263"/>
            <a:ext cx="125834" cy="125834"/>
          </a:xfrm>
          <a:prstGeom prst="ellipse">
            <a:avLst/>
          </a:pr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67" name="Oval 66">
            <a:extLst>
              <a:ext uri="{FF2B5EF4-FFF2-40B4-BE49-F238E27FC236}">
                <a16:creationId xmlns:a16="http://schemas.microsoft.com/office/drawing/2014/main" id="{F18BAA8B-D023-7EC2-B9D3-3DCD9B840542}"/>
              </a:ext>
            </a:extLst>
          </p:cNvPr>
          <p:cNvSpPr/>
          <p:nvPr/>
        </p:nvSpPr>
        <p:spPr>
          <a:xfrm>
            <a:off x="2493131" y="4552583"/>
            <a:ext cx="125834" cy="125834"/>
          </a:xfrm>
          <a:prstGeom prst="ellipse">
            <a:avLst/>
          </a:pr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68" name="Freeform: Shape 67">
            <a:extLst>
              <a:ext uri="{FF2B5EF4-FFF2-40B4-BE49-F238E27FC236}">
                <a16:creationId xmlns:a16="http://schemas.microsoft.com/office/drawing/2014/main" id="{75FA9252-BDC6-4DB6-3405-E8AA1B1F3166}"/>
              </a:ext>
            </a:extLst>
          </p:cNvPr>
          <p:cNvSpPr/>
          <p:nvPr/>
        </p:nvSpPr>
        <p:spPr>
          <a:xfrm>
            <a:off x="2620341" y="4273662"/>
            <a:ext cx="6210813" cy="1013986"/>
          </a:xfrm>
          <a:custGeom>
            <a:avLst/>
            <a:gdLst>
              <a:gd name="connsiteX0" fmla="*/ 0 w 5549318"/>
              <a:gd name="connsiteY0" fmla="*/ 178006 h 1556019"/>
              <a:gd name="connsiteX1" fmla="*/ 973123 w 5549318"/>
              <a:gd name="connsiteY1" fmla="*/ 6032 h 1556019"/>
              <a:gd name="connsiteX2" fmla="*/ 2063692 w 5549318"/>
              <a:gd name="connsiteY2" fmla="*/ 370953 h 1556019"/>
              <a:gd name="connsiteX3" fmla="*/ 4467138 w 5549318"/>
              <a:gd name="connsiteY3" fmla="*/ 1524439 h 1556019"/>
              <a:gd name="connsiteX4" fmla="*/ 5549318 w 5549318"/>
              <a:gd name="connsiteY4" fmla="*/ 1117573 h 1556019"/>
              <a:gd name="connsiteX0" fmla="*/ 0 w 5549318"/>
              <a:gd name="connsiteY0" fmla="*/ 175046 h 1553059"/>
              <a:gd name="connsiteX1" fmla="*/ 973123 w 5549318"/>
              <a:gd name="connsiteY1" fmla="*/ 3072 h 1553059"/>
              <a:gd name="connsiteX2" fmla="*/ 3044128 w 5549318"/>
              <a:gd name="connsiteY2" fmla="*/ 301727 h 1553059"/>
              <a:gd name="connsiteX3" fmla="*/ 4467138 w 5549318"/>
              <a:gd name="connsiteY3" fmla="*/ 1521479 h 1553059"/>
              <a:gd name="connsiteX4" fmla="*/ 5549318 w 5549318"/>
              <a:gd name="connsiteY4" fmla="*/ 1114613 h 1553059"/>
              <a:gd name="connsiteX0" fmla="*/ 0 w 5549318"/>
              <a:gd name="connsiteY0" fmla="*/ 254326 h 1632339"/>
              <a:gd name="connsiteX1" fmla="*/ 973123 w 5549318"/>
              <a:gd name="connsiteY1" fmla="*/ 82352 h 1632339"/>
              <a:gd name="connsiteX2" fmla="*/ 4467138 w 5549318"/>
              <a:gd name="connsiteY2" fmla="*/ 1600759 h 1632339"/>
              <a:gd name="connsiteX3" fmla="*/ 5549318 w 5549318"/>
              <a:gd name="connsiteY3" fmla="*/ 1193893 h 1632339"/>
              <a:gd name="connsiteX0" fmla="*/ 0 w 5549318"/>
              <a:gd name="connsiteY0" fmla="*/ 318292 h 1696305"/>
              <a:gd name="connsiteX1" fmla="*/ 2690392 w 5549318"/>
              <a:gd name="connsiteY1" fmla="*/ 71079 h 1696305"/>
              <a:gd name="connsiteX2" fmla="*/ 4467138 w 5549318"/>
              <a:gd name="connsiteY2" fmla="*/ 1664725 h 1696305"/>
              <a:gd name="connsiteX3" fmla="*/ 5549318 w 5549318"/>
              <a:gd name="connsiteY3" fmla="*/ 1257859 h 1696305"/>
              <a:gd name="connsiteX0" fmla="*/ 0 w 5549318"/>
              <a:gd name="connsiteY0" fmla="*/ 27604 h 1405617"/>
              <a:gd name="connsiteX1" fmla="*/ 3632721 w 5549318"/>
              <a:gd name="connsiteY1" fmla="*/ 347580 h 1405617"/>
              <a:gd name="connsiteX2" fmla="*/ 4467138 w 5549318"/>
              <a:gd name="connsiteY2" fmla="*/ 1374037 h 1405617"/>
              <a:gd name="connsiteX3" fmla="*/ 5549318 w 5549318"/>
              <a:gd name="connsiteY3" fmla="*/ 967171 h 1405617"/>
              <a:gd name="connsiteX0" fmla="*/ 0 w 5549318"/>
              <a:gd name="connsiteY0" fmla="*/ 22747 h 962314"/>
              <a:gd name="connsiteX1" fmla="*/ 3632721 w 5549318"/>
              <a:gd name="connsiteY1" fmla="*/ 342723 h 962314"/>
              <a:gd name="connsiteX2" fmla="*/ 5549318 w 5549318"/>
              <a:gd name="connsiteY2" fmla="*/ 962314 h 962314"/>
              <a:gd name="connsiteX0" fmla="*/ 0 w 5549318"/>
              <a:gd name="connsiteY0" fmla="*/ 37878 h 977445"/>
              <a:gd name="connsiteX1" fmla="*/ 3632721 w 5549318"/>
              <a:gd name="connsiteY1" fmla="*/ 357854 h 977445"/>
              <a:gd name="connsiteX2" fmla="*/ 5549318 w 5549318"/>
              <a:gd name="connsiteY2" fmla="*/ 977445 h 977445"/>
              <a:gd name="connsiteX0" fmla="*/ 0 w 5549318"/>
              <a:gd name="connsiteY0" fmla="*/ 60298 h 999865"/>
              <a:gd name="connsiteX1" fmla="*/ 3632721 w 5549318"/>
              <a:gd name="connsiteY1" fmla="*/ 380274 h 999865"/>
              <a:gd name="connsiteX2" fmla="*/ 5549318 w 5549318"/>
              <a:gd name="connsiteY2" fmla="*/ 999865 h 999865"/>
              <a:gd name="connsiteX0" fmla="*/ 0 w 6082478"/>
              <a:gd name="connsiteY0" fmla="*/ 20911 h 763698"/>
              <a:gd name="connsiteX1" fmla="*/ 3632721 w 6082478"/>
              <a:gd name="connsiteY1" fmla="*/ 340887 h 763698"/>
              <a:gd name="connsiteX2" fmla="*/ 6082478 w 6082478"/>
              <a:gd name="connsiteY2" fmla="*/ 763698 h 763698"/>
              <a:gd name="connsiteX0" fmla="*/ 0 w 6373857"/>
              <a:gd name="connsiteY0" fmla="*/ 19636 h 606157"/>
              <a:gd name="connsiteX1" fmla="*/ 3632721 w 6373857"/>
              <a:gd name="connsiteY1" fmla="*/ 339612 h 606157"/>
              <a:gd name="connsiteX2" fmla="*/ 6373857 w 6373857"/>
              <a:gd name="connsiteY2" fmla="*/ 606156 h 606157"/>
              <a:gd name="connsiteX0" fmla="*/ 0 w 6373857"/>
              <a:gd name="connsiteY0" fmla="*/ 19636 h 760798"/>
              <a:gd name="connsiteX1" fmla="*/ 3632721 w 6373857"/>
              <a:gd name="connsiteY1" fmla="*/ 339612 h 760798"/>
              <a:gd name="connsiteX2" fmla="*/ 6373857 w 6373857"/>
              <a:gd name="connsiteY2" fmla="*/ 606156 h 760798"/>
              <a:gd name="connsiteX0" fmla="*/ 0 w 6373857"/>
              <a:gd name="connsiteY0" fmla="*/ 19636 h 800544"/>
              <a:gd name="connsiteX1" fmla="*/ 3632721 w 6373857"/>
              <a:gd name="connsiteY1" fmla="*/ 339612 h 800544"/>
              <a:gd name="connsiteX2" fmla="*/ 6373857 w 6373857"/>
              <a:gd name="connsiteY2" fmla="*/ 606156 h 800544"/>
              <a:gd name="connsiteX0" fmla="*/ 0 w 6568943"/>
              <a:gd name="connsiteY0" fmla="*/ 19636 h 868368"/>
              <a:gd name="connsiteX1" fmla="*/ 3632721 w 6568943"/>
              <a:gd name="connsiteY1" fmla="*/ 339612 h 868368"/>
              <a:gd name="connsiteX2" fmla="*/ 6568943 w 6568943"/>
              <a:gd name="connsiteY2" fmla="*/ 687531 h 868368"/>
              <a:gd name="connsiteX0" fmla="*/ 0 w 6568943"/>
              <a:gd name="connsiteY0" fmla="*/ 19636 h 1001204"/>
              <a:gd name="connsiteX1" fmla="*/ 3632721 w 6568943"/>
              <a:gd name="connsiteY1" fmla="*/ 339612 h 1001204"/>
              <a:gd name="connsiteX2" fmla="*/ 6568943 w 6568943"/>
              <a:gd name="connsiteY2" fmla="*/ 687531 h 10012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568943" h="1001204">
                <a:moveTo>
                  <a:pt x="0" y="19636"/>
                </a:moveTo>
                <a:cubicBezTo>
                  <a:pt x="314587" y="-82430"/>
                  <a:pt x="2570412" y="241859"/>
                  <a:pt x="3632721" y="339612"/>
                </a:cubicBezTo>
                <a:cubicBezTo>
                  <a:pt x="4695030" y="437365"/>
                  <a:pt x="5026757" y="1522453"/>
                  <a:pt x="6568943" y="687531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69" name="Freeform: Shape 68">
            <a:extLst>
              <a:ext uri="{FF2B5EF4-FFF2-40B4-BE49-F238E27FC236}">
                <a16:creationId xmlns:a16="http://schemas.microsoft.com/office/drawing/2014/main" id="{43310B71-6998-D8F5-9F2E-DF7C5E6918CC}"/>
              </a:ext>
            </a:extLst>
          </p:cNvPr>
          <p:cNvSpPr/>
          <p:nvPr/>
        </p:nvSpPr>
        <p:spPr>
          <a:xfrm>
            <a:off x="2616097" y="4551117"/>
            <a:ext cx="4505984" cy="517219"/>
          </a:xfrm>
          <a:custGeom>
            <a:avLst/>
            <a:gdLst>
              <a:gd name="connsiteX0" fmla="*/ 0 w 5549318"/>
              <a:gd name="connsiteY0" fmla="*/ 178006 h 1556019"/>
              <a:gd name="connsiteX1" fmla="*/ 973123 w 5549318"/>
              <a:gd name="connsiteY1" fmla="*/ 6032 h 1556019"/>
              <a:gd name="connsiteX2" fmla="*/ 2063692 w 5549318"/>
              <a:gd name="connsiteY2" fmla="*/ 370953 h 1556019"/>
              <a:gd name="connsiteX3" fmla="*/ 4467138 w 5549318"/>
              <a:gd name="connsiteY3" fmla="*/ 1524439 h 1556019"/>
              <a:gd name="connsiteX4" fmla="*/ 5549318 w 5549318"/>
              <a:gd name="connsiteY4" fmla="*/ 1117573 h 1556019"/>
              <a:gd name="connsiteX0" fmla="*/ 0 w 5549318"/>
              <a:gd name="connsiteY0" fmla="*/ 175046 h 1553059"/>
              <a:gd name="connsiteX1" fmla="*/ 973123 w 5549318"/>
              <a:gd name="connsiteY1" fmla="*/ 3072 h 1553059"/>
              <a:gd name="connsiteX2" fmla="*/ 3044128 w 5549318"/>
              <a:gd name="connsiteY2" fmla="*/ 301727 h 1553059"/>
              <a:gd name="connsiteX3" fmla="*/ 4467138 w 5549318"/>
              <a:gd name="connsiteY3" fmla="*/ 1521479 h 1553059"/>
              <a:gd name="connsiteX4" fmla="*/ 5549318 w 5549318"/>
              <a:gd name="connsiteY4" fmla="*/ 1114613 h 1553059"/>
              <a:gd name="connsiteX0" fmla="*/ 0 w 5549318"/>
              <a:gd name="connsiteY0" fmla="*/ 254326 h 1632339"/>
              <a:gd name="connsiteX1" fmla="*/ 973123 w 5549318"/>
              <a:gd name="connsiteY1" fmla="*/ 82352 h 1632339"/>
              <a:gd name="connsiteX2" fmla="*/ 4467138 w 5549318"/>
              <a:gd name="connsiteY2" fmla="*/ 1600759 h 1632339"/>
              <a:gd name="connsiteX3" fmla="*/ 5549318 w 5549318"/>
              <a:gd name="connsiteY3" fmla="*/ 1193893 h 1632339"/>
              <a:gd name="connsiteX0" fmla="*/ 0 w 5549318"/>
              <a:gd name="connsiteY0" fmla="*/ 318292 h 1696305"/>
              <a:gd name="connsiteX1" fmla="*/ 2690392 w 5549318"/>
              <a:gd name="connsiteY1" fmla="*/ 71079 h 1696305"/>
              <a:gd name="connsiteX2" fmla="*/ 4467138 w 5549318"/>
              <a:gd name="connsiteY2" fmla="*/ 1664725 h 1696305"/>
              <a:gd name="connsiteX3" fmla="*/ 5549318 w 5549318"/>
              <a:gd name="connsiteY3" fmla="*/ 1257859 h 1696305"/>
              <a:gd name="connsiteX0" fmla="*/ 0 w 5549318"/>
              <a:gd name="connsiteY0" fmla="*/ 27604 h 1405617"/>
              <a:gd name="connsiteX1" fmla="*/ 3632721 w 5549318"/>
              <a:gd name="connsiteY1" fmla="*/ 347580 h 1405617"/>
              <a:gd name="connsiteX2" fmla="*/ 4467138 w 5549318"/>
              <a:gd name="connsiteY2" fmla="*/ 1374037 h 1405617"/>
              <a:gd name="connsiteX3" fmla="*/ 5549318 w 5549318"/>
              <a:gd name="connsiteY3" fmla="*/ 967171 h 1405617"/>
              <a:gd name="connsiteX0" fmla="*/ 0 w 5549318"/>
              <a:gd name="connsiteY0" fmla="*/ 22747 h 962314"/>
              <a:gd name="connsiteX1" fmla="*/ 3632721 w 5549318"/>
              <a:gd name="connsiteY1" fmla="*/ 342723 h 962314"/>
              <a:gd name="connsiteX2" fmla="*/ 5549318 w 5549318"/>
              <a:gd name="connsiteY2" fmla="*/ 962314 h 962314"/>
              <a:gd name="connsiteX0" fmla="*/ 0 w 5549318"/>
              <a:gd name="connsiteY0" fmla="*/ 37878 h 977445"/>
              <a:gd name="connsiteX1" fmla="*/ 3632721 w 5549318"/>
              <a:gd name="connsiteY1" fmla="*/ 357854 h 977445"/>
              <a:gd name="connsiteX2" fmla="*/ 5549318 w 5549318"/>
              <a:gd name="connsiteY2" fmla="*/ 977445 h 977445"/>
              <a:gd name="connsiteX0" fmla="*/ 0 w 5549318"/>
              <a:gd name="connsiteY0" fmla="*/ 60298 h 999865"/>
              <a:gd name="connsiteX1" fmla="*/ 3632721 w 5549318"/>
              <a:gd name="connsiteY1" fmla="*/ 380274 h 999865"/>
              <a:gd name="connsiteX2" fmla="*/ 5549318 w 5549318"/>
              <a:gd name="connsiteY2" fmla="*/ 999865 h 999865"/>
              <a:gd name="connsiteX0" fmla="*/ 0 w 6082478"/>
              <a:gd name="connsiteY0" fmla="*/ 20911 h 763698"/>
              <a:gd name="connsiteX1" fmla="*/ 3632721 w 6082478"/>
              <a:gd name="connsiteY1" fmla="*/ 340887 h 763698"/>
              <a:gd name="connsiteX2" fmla="*/ 6082478 w 6082478"/>
              <a:gd name="connsiteY2" fmla="*/ 763698 h 763698"/>
              <a:gd name="connsiteX0" fmla="*/ 0 w 6373857"/>
              <a:gd name="connsiteY0" fmla="*/ 19636 h 606157"/>
              <a:gd name="connsiteX1" fmla="*/ 3632721 w 6373857"/>
              <a:gd name="connsiteY1" fmla="*/ 339612 h 606157"/>
              <a:gd name="connsiteX2" fmla="*/ 6373857 w 6373857"/>
              <a:gd name="connsiteY2" fmla="*/ 606156 h 606157"/>
              <a:gd name="connsiteX0" fmla="*/ 0 w 6373857"/>
              <a:gd name="connsiteY0" fmla="*/ 19636 h 760798"/>
              <a:gd name="connsiteX1" fmla="*/ 3632721 w 6373857"/>
              <a:gd name="connsiteY1" fmla="*/ 339612 h 760798"/>
              <a:gd name="connsiteX2" fmla="*/ 6373857 w 6373857"/>
              <a:gd name="connsiteY2" fmla="*/ 606156 h 760798"/>
              <a:gd name="connsiteX0" fmla="*/ 0 w 6373857"/>
              <a:gd name="connsiteY0" fmla="*/ 19636 h 800544"/>
              <a:gd name="connsiteX1" fmla="*/ 3632721 w 6373857"/>
              <a:gd name="connsiteY1" fmla="*/ 339612 h 800544"/>
              <a:gd name="connsiteX2" fmla="*/ 6373857 w 6373857"/>
              <a:gd name="connsiteY2" fmla="*/ 606156 h 800544"/>
              <a:gd name="connsiteX0" fmla="*/ 0 w 4836373"/>
              <a:gd name="connsiteY0" fmla="*/ 18030 h 614913"/>
              <a:gd name="connsiteX1" fmla="*/ 3632721 w 4836373"/>
              <a:gd name="connsiteY1" fmla="*/ 338006 h 614913"/>
              <a:gd name="connsiteX2" fmla="*/ 4836373 w 4836373"/>
              <a:gd name="connsiteY2" fmla="*/ 378831 h 614913"/>
              <a:gd name="connsiteX0" fmla="*/ 0 w 4836373"/>
              <a:gd name="connsiteY0" fmla="*/ 29772 h 588357"/>
              <a:gd name="connsiteX1" fmla="*/ 2206829 w 4836373"/>
              <a:gd name="connsiteY1" fmla="*/ 176118 h 588357"/>
              <a:gd name="connsiteX2" fmla="*/ 4836373 w 4836373"/>
              <a:gd name="connsiteY2" fmla="*/ 390573 h 588357"/>
              <a:gd name="connsiteX0" fmla="*/ 0 w 4836373"/>
              <a:gd name="connsiteY0" fmla="*/ 29772 h 390573"/>
              <a:gd name="connsiteX1" fmla="*/ 2206829 w 4836373"/>
              <a:gd name="connsiteY1" fmla="*/ 176118 h 390573"/>
              <a:gd name="connsiteX2" fmla="*/ 4836373 w 4836373"/>
              <a:gd name="connsiteY2" fmla="*/ 390573 h 390573"/>
              <a:gd name="connsiteX0" fmla="*/ 0 w 4836373"/>
              <a:gd name="connsiteY0" fmla="*/ 29772 h 390573"/>
              <a:gd name="connsiteX1" fmla="*/ 2206829 w 4836373"/>
              <a:gd name="connsiteY1" fmla="*/ 176118 h 390573"/>
              <a:gd name="connsiteX2" fmla="*/ 4836373 w 4836373"/>
              <a:gd name="connsiteY2" fmla="*/ 390573 h 390573"/>
              <a:gd name="connsiteX0" fmla="*/ 0 w 4836373"/>
              <a:gd name="connsiteY0" fmla="*/ 37814 h 398615"/>
              <a:gd name="connsiteX1" fmla="*/ 2206829 w 4836373"/>
              <a:gd name="connsiteY1" fmla="*/ 184160 h 398615"/>
              <a:gd name="connsiteX2" fmla="*/ 4836373 w 4836373"/>
              <a:gd name="connsiteY2" fmla="*/ 398615 h 398615"/>
              <a:gd name="connsiteX0" fmla="*/ 0 w 4836373"/>
              <a:gd name="connsiteY0" fmla="*/ 29773 h 390574"/>
              <a:gd name="connsiteX1" fmla="*/ 2206829 w 4836373"/>
              <a:gd name="connsiteY1" fmla="*/ 176119 h 390574"/>
              <a:gd name="connsiteX2" fmla="*/ 4836373 w 4836373"/>
              <a:gd name="connsiteY2" fmla="*/ 390574 h 390574"/>
              <a:gd name="connsiteX0" fmla="*/ 0 w 4761659"/>
              <a:gd name="connsiteY0" fmla="*/ 29773 h 518450"/>
              <a:gd name="connsiteX1" fmla="*/ 2206829 w 4761659"/>
              <a:gd name="connsiteY1" fmla="*/ 176119 h 518450"/>
              <a:gd name="connsiteX2" fmla="*/ 4761659 w 4761659"/>
              <a:gd name="connsiteY2" fmla="*/ 518450 h 518450"/>
              <a:gd name="connsiteX0" fmla="*/ 0 w 4765809"/>
              <a:gd name="connsiteY0" fmla="*/ 29773 h 510700"/>
              <a:gd name="connsiteX1" fmla="*/ 2206829 w 4765809"/>
              <a:gd name="connsiteY1" fmla="*/ 176119 h 510700"/>
              <a:gd name="connsiteX2" fmla="*/ 4765809 w 4765809"/>
              <a:gd name="connsiteY2" fmla="*/ 510700 h 5107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765809" h="510700">
                <a:moveTo>
                  <a:pt x="0" y="29773"/>
                </a:moveTo>
                <a:cubicBezTo>
                  <a:pt x="314587" y="-72293"/>
                  <a:pt x="1400767" y="115986"/>
                  <a:pt x="2206829" y="176119"/>
                </a:cubicBezTo>
                <a:cubicBezTo>
                  <a:pt x="3083344" y="247604"/>
                  <a:pt x="3542120" y="68805"/>
                  <a:pt x="4765809" y="510700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0" name="Freeform: Shape 69">
            <a:extLst>
              <a:ext uri="{FF2B5EF4-FFF2-40B4-BE49-F238E27FC236}">
                <a16:creationId xmlns:a16="http://schemas.microsoft.com/office/drawing/2014/main" id="{2EF7BDAC-4C32-CCA6-FA79-C9B2E96F8442}"/>
              </a:ext>
            </a:extLst>
          </p:cNvPr>
          <p:cNvSpPr/>
          <p:nvPr/>
        </p:nvSpPr>
        <p:spPr>
          <a:xfrm>
            <a:off x="2354400" y="3714732"/>
            <a:ext cx="6286978" cy="1289894"/>
          </a:xfrm>
          <a:custGeom>
            <a:avLst/>
            <a:gdLst>
              <a:gd name="connsiteX0" fmla="*/ 0 w 5180202"/>
              <a:gd name="connsiteY0" fmla="*/ 0 h 850096"/>
              <a:gd name="connsiteX1" fmla="*/ 1249960 w 5180202"/>
              <a:gd name="connsiteY1" fmla="*/ 826315 h 850096"/>
              <a:gd name="connsiteX2" fmla="*/ 5180202 w 5180202"/>
              <a:gd name="connsiteY2" fmla="*/ 545284 h 850096"/>
              <a:gd name="connsiteX0" fmla="*/ 0 w 5415094"/>
              <a:gd name="connsiteY0" fmla="*/ 0 h 1936470"/>
              <a:gd name="connsiteX1" fmla="*/ 1484852 w 5415094"/>
              <a:gd name="connsiteY1" fmla="*/ 1912689 h 1936470"/>
              <a:gd name="connsiteX2" fmla="*/ 5415094 w 5415094"/>
              <a:gd name="connsiteY2" fmla="*/ 1631658 h 1936470"/>
              <a:gd name="connsiteX0" fmla="*/ 3044 w 5418138"/>
              <a:gd name="connsiteY0" fmla="*/ 0 h 1936470"/>
              <a:gd name="connsiteX1" fmla="*/ 1487896 w 5418138"/>
              <a:gd name="connsiteY1" fmla="*/ 1912689 h 1936470"/>
              <a:gd name="connsiteX2" fmla="*/ 5418138 w 5418138"/>
              <a:gd name="connsiteY2" fmla="*/ 1631658 h 1936470"/>
              <a:gd name="connsiteX0" fmla="*/ 2804 w 5480816"/>
              <a:gd name="connsiteY0" fmla="*/ 0 h 1978415"/>
              <a:gd name="connsiteX1" fmla="*/ 1550574 w 5480816"/>
              <a:gd name="connsiteY1" fmla="*/ 1954634 h 1978415"/>
              <a:gd name="connsiteX2" fmla="*/ 5480816 w 5480816"/>
              <a:gd name="connsiteY2" fmla="*/ 1673603 h 1978415"/>
              <a:gd name="connsiteX0" fmla="*/ 33957 w 5511969"/>
              <a:gd name="connsiteY0" fmla="*/ 0 h 1978415"/>
              <a:gd name="connsiteX1" fmla="*/ 1581727 w 5511969"/>
              <a:gd name="connsiteY1" fmla="*/ 1954634 h 1978415"/>
              <a:gd name="connsiteX2" fmla="*/ 5511969 w 5511969"/>
              <a:gd name="connsiteY2" fmla="*/ 1673603 h 1978415"/>
              <a:gd name="connsiteX0" fmla="*/ 47966 w 5192398"/>
              <a:gd name="connsiteY0" fmla="*/ 0 h 1070303"/>
              <a:gd name="connsiteX1" fmla="*/ 1262156 w 5192398"/>
              <a:gd name="connsiteY1" fmla="*/ 812615 h 1070303"/>
              <a:gd name="connsiteX2" fmla="*/ 5192398 w 5192398"/>
              <a:gd name="connsiteY2" fmla="*/ 531584 h 1070303"/>
              <a:gd name="connsiteX0" fmla="*/ 18350 w 5162782"/>
              <a:gd name="connsiteY0" fmla="*/ 0 h 970147"/>
              <a:gd name="connsiteX1" fmla="*/ 2507991 w 5162782"/>
              <a:gd name="connsiteY1" fmla="*/ 561449 h 970147"/>
              <a:gd name="connsiteX2" fmla="*/ 5162782 w 5162782"/>
              <a:gd name="connsiteY2" fmla="*/ 531584 h 970147"/>
              <a:gd name="connsiteX0" fmla="*/ 18009 w 5162441"/>
              <a:gd name="connsiteY0" fmla="*/ 0 h 1072106"/>
              <a:gd name="connsiteX1" fmla="*/ 2507650 w 5162441"/>
              <a:gd name="connsiteY1" fmla="*/ 561449 h 1072106"/>
              <a:gd name="connsiteX2" fmla="*/ 5162441 w 5162441"/>
              <a:gd name="connsiteY2" fmla="*/ 531584 h 1072106"/>
              <a:gd name="connsiteX0" fmla="*/ 18009 w 5162441"/>
              <a:gd name="connsiteY0" fmla="*/ 0 h 1072106"/>
              <a:gd name="connsiteX1" fmla="*/ 2507650 w 5162441"/>
              <a:gd name="connsiteY1" fmla="*/ 561449 h 1072106"/>
              <a:gd name="connsiteX2" fmla="*/ 5162441 w 5162441"/>
              <a:gd name="connsiteY2" fmla="*/ 531584 h 1072106"/>
              <a:gd name="connsiteX0" fmla="*/ 17575 w 5162007"/>
              <a:gd name="connsiteY0" fmla="*/ 0 h 1149203"/>
              <a:gd name="connsiteX1" fmla="*/ 2558234 w 5162007"/>
              <a:gd name="connsiteY1" fmla="*/ 734125 h 1149203"/>
              <a:gd name="connsiteX2" fmla="*/ 5162007 w 5162007"/>
              <a:gd name="connsiteY2" fmla="*/ 531584 h 1149203"/>
              <a:gd name="connsiteX0" fmla="*/ 17169 w 5161601"/>
              <a:gd name="connsiteY0" fmla="*/ 0 h 1084185"/>
              <a:gd name="connsiteX1" fmla="*/ 2557828 w 5161601"/>
              <a:gd name="connsiteY1" fmla="*/ 734125 h 1084185"/>
              <a:gd name="connsiteX2" fmla="*/ 5161601 w 5161601"/>
              <a:gd name="connsiteY2" fmla="*/ 531584 h 1084185"/>
              <a:gd name="connsiteX0" fmla="*/ 0 w 5144432"/>
              <a:gd name="connsiteY0" fmla="*/ 0 h 756623"/>
              <a:gd name="connsiteX1" fmla="*/ 2540659 w 5144432"/>
              <a:gd name="connsiteY1" fmla="*/ 734125 h 756623"/>
              <a:gd name="connsiteX2" fmla="*/ 5144432 w 5144432"/>
              <a:gd name="connsiteY2" fmla="*/ 531584 h 756623"/>
              <a:gd name="connsiteX0" fmla="*/ 0 w 5507847"/>
              <a:gd name="connsiteY0" fmla="*/ 0 h 756623"/>
              <a:gd name="connsiteX1" fmla="*/ 2540659 w 5507847"/>
              <a:gd name="connsiteY1" fmla="*/ 734125 h 756623"/>
              <a:gd name="connsiteX2" fmla="*/ 5507847 w 5507847"/>
              <a:gd name="connsiteY2" fmla="*/ 449522 h 756623"/>
              <a:gd name="connsiteX0" fmla="*/ 0 w 5507847"/>
              <a:gd name="connsiteY0" fmla="*/ 0 h 756623"/>
              <a:gd name="connsiteX1" fmla="*/ 2540659 w 5507847"/>
              <a:gd name="connsiteY1" fmla="*/ 734125 h 756623"/>
              <a:gd name="connsiteX2" fmla="*/ 5507847 w 5507847"/>
              <a:gd name="connsiteY2" fmla="*/ 449522 h 756623"/>
              <a:gd name="connsiteX0" fmla="*/ 0 w 5478539"/>
              <a:gd name="connsiteY0" fmla="*/ 0 h 782376"/>
              <a:gd name="connsiteX1" fmla="*/ 2511351 w 5478539"/>
              <a:gd name="connsiteY1" fmla="*/ 763432 h 782376"/>
              <a:gd name="connsiteX2" fmla="*/ 5478539 w 5478539"/>
              <a:gd name="connsiteY2" fmla="*/ 478829 h 782376"/>
              <a:gd name="connsiteX0" fmla="*/ 0 w 6008341"/>
              <a:gd name="connsiteY0" fmla="*/ 957525 h 1210169"/>
              <a:gd name="connsiteX1" fmla="*/ 3041153 w 6008341"/>
              <a:gd name="connsiteY1" fmla="*/ 284603 h 1210169"/>
              <a:gd name="connsiteX2" fmla="*/ 6008341 w 6008341"/>
              <a:gd name="connsiteY2" fmla="*/ 0 h 1210169"/>
              <a:gd name="connsiteX0" fmla="*/ 0 w 6008341"/>
              <a:gd name="connsiteY0" fmla="*/ 957525 h 957525"/>
              <a:gd name="connsiteX1" fmla="*/ 3041153 w 6008341"/>
              <a:gd name="connsiteY1" fmla="*/ 284603 h 957525"/>
              <a:gd name="connsiteX2" fmla="*/ 6008341 w 6008341"/>
              <a:gd name="connsiteY2" fmla="*/ 0 h 957525"/>
              <a:gd name="connsiteX0" fmla="*/ 0 w 6008341"/>
              <a:gd name="connsiteY0" fmla="*/ 957525 h 957525"/>
              <a:gd name="connsiteX1" fmla="*/ 6008341 w 6008341"/>
              <a:gd name="connsiteY1" fmla="*/ 0 h 957525"/>
              <a:gd name="connsiteX0" fmla="*/ 0 w 6286978"/>
              <a:gd name="connsiteY0" fmla="*/ 0 h 796710"/>
              <a:gd name="connsiteX1" fmla="*/ 6286978 w 6286978"/>
              <a:gd name="connsiteY1" fmla="*/ 796710 h 796710"/>
              <a:gd name="connsiteX0" fmla="*/ 0 w 6286978"/>
              <a:gd name="connsiteY0" fmla="*/ 0 h 847330"/>
              <a:gd name="connsiteX1" fmla="*/ 6286978 w 6286978"/>
              <a:gd name="connsiteY1" fmla="*/ 796710 h 847330"/>
              <a:gd name="connsiteX0" fmla="*/ 0 w 6286978"/>
              <a:gd name="connsiteY0" fmla="*/ 419634 h 1235572"/>
              <a:gd name="connsiteX1" fmla="*/ 6286978 w 6286978"/>
              <a:gd name="connsiteY1" fmla="*/ 1216344 h 1235572"/>
              <a:gd name="connsiteX0" fmla="*/ 0 w 6286978"/>
              <a:gd name="connsiteY0" fmla="*/ 369436 h 1289894"/>
              <a:gd name="connsiteX1" fmla="*/ 6286978 w 6286978"/>
              <a:gd name="connsiteY1" fmla="*/ 1166146 h 12898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286978" h="1289894">
                <a:moveTo>
                  <a:pt x="0" y="369436"/>
                </a:moveTo>
                <a:cubicBezTo>
                  <a:pt x="1318615" y="-993646"/>
                  <a:pt x="5246999" y="1909163"/>
                  <a:pt x="6286978" y="1166146"/>
                </a:cubicBezTo>
              </a:path>
            </a:pathLst>
          </a:cu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71" name="Group 70">
            <a:extLst>
              <a:ext uri="{FF2B5EF4-FFF2-40B4-BE49-F238E27FC236}">
                <a16:creationId xmlns:a16="http://schemas.microsoft.com/office/drawing/2014/main" id="{9B8B5D1A-A874-5534-FE60-9BE0C19D505C}"/>
              </a:ext>
            </a:extLst>
          </p:cNvPr>
          <p:cNvGrpSpPr/>
          <p:nvPr/>
        </p:nvGrpSpPr>
        <p:grpSpPr>
          <a:xfrm rot="1056694">
            <a:off x="6947866" y="4707754"/>
            <a:ext cx="550143" cy="184758"/>
            <a:chOff x="7629989" y="5236460"/>
            <a:chExt cx="1027147" cy="344953"/>
          </a:xfrm>
        </p:grpSpPr>
        <p:sp>
          <p:nvSpPr>
            <p:cNvPr id="72" name="Oval 71">
              <a:extLst>
                <a:ext uri="{FF2B5EF4-FFF2-40B4-BE49-F238E27FC236}">
                  <a16:creationId xmlns:a16="http://schemas.microsoft.com/office/drawing/2014/main" id="{988BCB39-3695-DFC8-1B04-067788D74F1D}"/>
                </a:ext>
              </a:extLst>
            </p:cNvPr>
            <p:cNvSpPr/>
            <p:nvPr/>
          </p:nvSpPr>
          <p:spPr>
            <a:xfrm>
              <a:off x="7629989" y="5236460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3" name="Oval 72">
              <a:extLst>
                <a:ext uri="{FF2B5EF4-FFF2-40B4-BE49-F238E27FC236}">
                  <a16:creationId xmlns:a16="http://schemas.microsoft.com/office/drawing/2014/main" id="{E7594093-1D82-F3CA-C23F-C503239E48C4}"/>
                </a:ext>
              </a:extLst>
            </p:cNvPr>
            <p:cNvSpPr/>
            <p:nvPr/>
          </p:nvSpPr>
          <p:spPr>
            <a:xfrm>
              <a:off x="8315512" y="5239789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4" name="Rectangle 73">
              <a:extLst>
                <a:ext uri="{FF2B5EF4-FFF2-40B4-BE49-F238E27FC236}">
                  <a16:creationId xmlns:a16="http://schemas.microsoft.com/office/drawing/2014/main" id="{8F0D469B-DA0A-9EDA-4652-1A9751A6BEF7}"/>
                </a:ext>
              </a:extLst>
            </p:cNvPr>
            <p:cNvSpPr/>
            <p:nvPr/>
          </p:nvSpPr>
          <p:spPr>
            <a:xfrm>
              <a:off x="7866077" y="5260841"/>
              <a:ext cx="541140" cy="292863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75" name="Straight Connector 74">
              <a:extLst>
                <a:ext uri="{FF2B5EF4-FFF2-40B4-BE49-F238E27FC236}">
                  <a16:creationId xmlns:a16="http://schemas.microsoft.com/office/drawing/2014/main" id="{8EEDFF07-350D-1AF6-B72F-389B1830EEC3}"/>
                </a:ext>
              </a:extLst>
            </p:cNvPr>
            <p:cNvCxnSpPr/>
            <p:nvPr/>
          </p:nvCxnSpPr>
          <p:spPr>
            <a:xfrm>
              <a:off x="7953306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Straight Connector 75">
              <a:extLst>
                <a:ext uri="{FF2B5EF4-FFF2-40B4-BE49-F238E27FC236}">
                  <a16:creationId xmlns:a16="http://schemas.microsoft.com/office/drawing/2014/main" id="{0EA35C56-0E0B-9251-EEB7-C1C4A1385AC8}"/>
                </a:ext>
              </a:extLst>
            </p:cNvPr>
            <p:cNvCxnSpPr/>
            <p:nvPr/>
          </p:nvCxnSpPr>
          <p:spPr>
            <a:xfrm>
              <a:off x="8266751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Straight Connector 76">
              <a:extLst>
                <a:ext uri="{FF2B5EF4-FFF2-40B4-BE49-F238E27FC236}">
                  <a16:creationId xmlns:a16="http://schemas.microsoft.com/office/drawing/2014/main" id="{44092EDF-50CD-070A-5D86-309B1F6CA7E2}"/>
                </a:ext>
              </a:extLst>
            </p:cNvPr>
            <p:cNvCxnSpPr/>
            <p:nvPr/>
          </p:nvCxnSpPr>
          <p:spPr>
            <a:xfrm>
              <a:off x="8099972" y="5260841"/>
              <a:ext cx="0" cy="292863"/>
            </a:xfrm>
            <a:prstGeom prst="line">
              <a:avLst/>
            </a:prstGeom>
            <a:ln w="5080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Straight Connector 77">
              <a:extLst>
                <a:ext uri="{FF2B5EF4-FFF2-40B4-BE49-F238E27FC236}">
                  <a16:creationId xmlns:a16="http://schemas.microsoft.com/office/drawing/2014/main" id="{571B875A-A66B-2DB1-C170-FEDAE2B18108}"/>
                </a:ext>
              </a:extLst>
            </p:cNvPr>
            <p:cNvCxnSpPr/>
            <p:nvPr/>
          </p:nvCxnSpPr>
          <p:spPr>
            <a:xfrm>
              <a:off x="8196330" y="5260841"/>
              <a:ext cx="0" cy="292863"/>
            </a:xfrm>
            <a:prstGeom prst="line">
              <a:avLst/>
            </a:prstGeom>
            <a:ln w="50800"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9" name="TextBox 78">
            <a:extLst>
              <a:ext uri="{FF2B5EF4-FFF2-40B4-BE49-F238E27FC236}">
                <a16:creationId xmlns:a16="http://schemas.microsoft.com/office/drawing/2014/main" id="{581156C6-2A5C-E134-5642-707ADF50686D}"/>
              </a:ext>
            </a:extLst>
          </p:cNvPr>
          <p:cNvSpPr txBox="1"/>
          <p:nvPr/>
        </p:nvSpPr>
        <p:spPr>
          <a:xfrm>
            <a:off x="5702060" y="2251494"/>
            <a:ext cx="4524124" cy="646331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rtlCol="0">
            <a:spAutoFit/>
          </a:bodyPr>
          <a:lstStyle/>
          <a:p>
            <a:r>
              <a:rPr lang="en-US" dirty="0" err="1"/>
              <a:t>Exempel</a:t>
            </a:r>
            <a:r>
              <a:rPr lang="en-US" dirty="0"/>
              <a:t>: </a:t>
            </a:r>
            <a:r>
              <a:rPr lang="en-US" dirty="0" err="1"/>
              <a:t>Lampan</a:t>
            </a:r>
            <a:r>
              <a:rPr lang="en-US" dirty="0"/>
              <a:t> </a:t>
            </a:r>
            <a:r>
              <a:rPr lang="en-US" dirty="0" err="1"/>
              <a:t>skall</a:t>
            </a:r>
            <a:r>
              <a:rPr lang="en-US" dirty="0"/>
              <a:t> t</a:t>
            </a:r>
            <a:r>
              <a:rPr lang="sv-SE" dirty="0"/>
              <a:t>ändas om </a:t>
            </a:r>
            <a:r>
              <a:rPr lang="sv-SE" i="1" dirty="0"/>
              <a:t>någon</a:t>
            </a:r>
            <a:r>
              <a:rPr lang="sv-SE" dirty="0"/>
              <a:t> av</a:t>
            </a:r>
          </a:p>
          <a:p>
            <a:r>
              <a:rPr lang="sv-SE" dirty="0"/>
              <a:t>pin5 eller pin6 är 0.</a:t>
            </a:r>
            <a:endParaRPr lang="LID4096" dirty="0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4E05EA14-8155-F886-C695-EDDC522B3E79}"/>
              </a:ext>
            </a:extLst>
          </p:cNvPr>
          <p:cNvSpPr txBox="1"/>
          <p:nvPr/>
        </p:nvSpPr>
        <p:spPr>
          <a:xfrm>
            <a:off x="4635330" y="3035936"/>
            <a:ext cx="2294218" cy="369332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rtlCol="0">
            <a:spAutoFit/>
          </a:bodyPr>
          <a:lstStyle/>
          <a:p>
            <a:r>
              <a:rPr lang="sv-SE" dirty="0"/>
              <a:t>Om bit5 och bit 6 är </a:t>
            </a:r>
            <a:r>
              <a:rPr lang="sv-SE" b="1" dirty="0"/>
              <a:t>1</a:t>
            </a:r>
            <a:endParaRPr lang="LID4096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388BB49-92A3-DD23-3F9F-259BE4C267B2}"/>
              </a:ext>
            </a:extLst>
          </p:cNvPr>
          <p:cNvSpPr txBox="1"/>
          <p:nvPr/>
        </p:nvSpPr>
        <p:spPr>
          <a:xfrm>
            <a:off x="3143421" y="3283249"/>
            <a:ext cx="6319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dirty="0"/>
              <a:t>3.3V</a:t>
            </a:r>
            <a:endParaRPr lang="LID4096" dirty="0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A9C9948E-7C62-F380-0C91-E5627C0AFE2F}"/>
              </a:ext>
            </a:extLst>
          </p:cNvPr>
          <p:cNvSpPr txBox="1"/>
          <p:nvPr/>
        </p:nvSpPr>
        <p:spPr>
          <a:xfrm>
            <a:off x="3352585" y="4098346"/>
            <a:ext cx="6319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dirty="0"/>
              <a:t>3.3V</a:t>
            </a:r>
            <a:endParaRPr lang="LID4096" dirty="0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DA50D7E6-1534-73B7-6EE1-DF2DAECD33AB}"/>
              </a:ext>
            </a:extLst>
          </p:cNvPr>
          <p:cNvSpPr txBox="1"/>
          <p:nvPr/>
        </p:nvSpPr>
        <p:spPr>
          <a:xfrm>
            <a:off x="3387607" y="4445260"/>
            <a:ext cx="6319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dirty="0"/>
              <a:t>3.3V</a:t>
            </a:r>
            <a:endParaRPr lang="LID4096" dirty="0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4F6AD8F5-35FB-90B0-C9CE-EF5B0540E87B}"/>
              </a:ext>
            </a:extLst>
          </p:cNvPr>
          <p:cNvSpPr txBox="1"/>
          <p:nvPr/>
        </p:nvSpPr>
        <p:spPr>
          <a:xfrm>
            <a:off x="9546229" y="4645964"/>
            <a:ext cx="1720086" cy="369332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rtlCol="0">
            <a:spAutoFit/>
          </a:bodyPr>
          <a:lstStyle/>
          <a:p>
            <a:r>
              <a:rPr lang="sv-SE" dirty="0"/>
              <a:t>Lampan släckt!</a:t>
            </a:r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162176961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2DB54D-44B2-C151-3D8A-21AE038822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48F539-F540-AB27-290F-49D12F9C0E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Digital Output</a:t>
            </a:r>
            <a:endParaRPr lang="LID4096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9ECD2DB0-F1C9-61BB-0CF7-AEF34107674E}"/>
              </a:ext>
            </a:extLst>
          </p:cNvPr>
          <p:cNvGrpSpPr/>
          <p:nvPr/>
        </p:nvGrpSpPr>
        <p:grpSpPr>
          <a:xfrm>
            <a:off x="8461122" y="3296317"/>
            <a:ext cx="2669370" cy="1907729"/>
            <a:chOff x="9519713" y="2988597"/>
            <a:chExt cx="1319935" cy="943323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3CAFC6AC-0D0C-DEB0-6FFA-452A5EE7280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519713" y="2988597"/>
              <a:ext cx="1319935" cy="943323"/>
            </a:xfrm>
            <a:prstGeom prst="rect">
              <a:avLst/>
            </a:prstGeom>
          </p:spPr>
        </p:pic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61E0B08F-4D00-E1B7-F22F-2BD998F7EBF7}"/>
                </a:ext>
              </a:extLst>
            </p:cNvPr>
            <p:cNvSpPr/>
            <p:nvPr/>
          </p:nvSpPr>
          <p:spPr>
            <a:xfrm rot="19997983">
              <a:off x="10475358" y="3191629"/>
              <a:ext cx="265922" cy="134378"/>
            </a:xfrm>
            <a:prstGeom prst="ellipse">
              <a:avLst/>
            </a:prstGeom>
            <a:noFill/>
            <a:ln w="127">
              <a:solidFill>
                <a:srgbClr val="FF0000"/>
              </a:solidFill>
            </a:ln>
            <a:effectLst>
              <a:glow rad="127000">
                <a:srgbClr val="FF0000">
                  <a:alpha val="61000"/>
                </a:srgbClr>
              </a:glo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B5C91127-95B3-3D89-85B8-8F3727165C87}"/>
              </a:ext>
            </a:extLst>
          </p:cNvPr>
          <p:cNvGrpSpPr/>
          <p:nvPr/>
        </p:nvGrpSpPr>
        <p:grpSpPr>
          <a:xfrm rot="16200000">
            <a:off x="703596" y="3609031"/>
            <a:ext cx="3095687" cy="2470259"/>
            <a:chOff x="436296" y="1927862"/>
            <a:chExt cx="5353797" cy="4272158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42445B36-7E5B-8E9E-1A86-CE5A7CDCFBA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36296" y="2545839"/>
              <a:ext cx="5353797" cy="2772162"/>
            </a:xfrm>
            <a:prstGeom prst="rect">
              <a:avLst/>
            </a:prstGeom>
          </p:spPr>
        </p:pic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42DAD30-412B-9C6A-B18B-C53700F2D719}"/>
                </a:ext>
              </a:extLst>
            </p:cNvPr>
            <p:cNvSpPr/>
            <p:nvPr/>
          </p:nvSpPr>
          <p:spPr>
            <a:xfrm>
              <a:off x="1578586" y="3558540"/>
              <a:ext cx="3381375" cy="1402080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49F10377-0651-2AC1-59B5-C3DDE74B75C4}"/>
                </a:ext>
              </a:extLst>
            </p:cNvPr>
            <p:cNvSpPr/>
            <p:nvPr/>
          </p:nvSpPr>
          <p:spPr>
            <a:xfrm>
              <a:off x="1436663" y="3406140"/>
              <a:ext cx="3787140" cy="259080"/>
            </a:xfrm>
            <a:custGeom>
              <a:avLst/>
              <a:gdLst>
                <a:gd name="connsiteX0" fmla="*/ 3406140 w 3825240"/>
                <a:gd name="connsiteY0" fmla="*/ 0 h 259080"/>
                <a:gd name="connsiteX1" fmla="*/ 0 w 3825240"/>
                <a:gd name="connsiteY1" fmla="*/ 68580 h 259080"/>
                <a:gd name="connsiteX2" fmla="*/ 228600 w 3825240"/>
                <a:gd name="connsiteY2" fmla="*/ 259080 h 259080"/>
                <a:gd name="connsiteX3" fmla="*/ 3825240 w 3825240"/>
                <a:gd name="connsiteY3" fmla="*/ 167640 h 259080"/>
                <a:gd name="connsiteX4" fmla="*/ 3406140 w 3825240"/>
                <a:gd name="connsiteY4" fmla="*/ 0 h 259080"/>
                <a:gd name="connsiteX0" fmla="*/ 3406140 w 3787140"/>
                <a:gd name="connsiteY0" fmla="*/ 0 h 259080"/>
                <a:gd name="connsiteX1" fmla="*/ 0 w 3787140"/>
                <a:gd name="connsiteY1" fmla="*/ 68580 h 259080"/>
                <a:gd name="connsiteX2" fmla="*/ 228600 w 3787140"/>
                <a:gd name="connsiteY2" fmla="*/ 259080 h 259080"/>
                <a:gd name="connsiteX3" fmla="*/ 3787140 w 3787140"/>
                <a:gd name="connsiteY3" fmla="*/ 153353 h 259080"/>
                <a:gd name="connsiteX4" fmla="*/ 3406140 w 3787140"/>
                <a:gd name="connsiteY4" fmla="*/ 0 h 2590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87140" h="259080">
                  <a:moveTo>
                    <a:pt x="3406140" y="0"/>
                  </a:moveTo>
                  <a:lnTo>
                    <a:pt x="0" y="68580"/>
                  </a:lnTo>
                  <a:lnTo>
                    <a:pt x="228600" y="259080"/>
                  </a:lnTo>
                  <a:lnTo>
                    <a:pt x="3787140" y="153353"/>
                  </a:lnTo>
                  <a:lnTo>
                    <a:pt x="3406140" y="0"/>
                  </a:lnTo>
                  <a:close/>
                </a:path>
              </a:pathLst>
            </a:cu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C60B09FE-8EEE-9694-6BD1-B3353757E63D}"/>
                </a:ext>
              </a:extLst>
            </p:cNvPr>
            <p:cNvSpPr/>
            <p:nvPr/>
          </p:nvSpPr>
          <p:spPr>
            <a:xfrm>
              <a:off x="1459523" y="3482340"/>
              <a:ext cx="205740" cy="1714500"/>
            </a:xfrm>
            <a:custGeom>
              <a:avLst/>
              <a:gdLst>
                <a:gd name="connsiteX0" fmla="*/ 0 w 205740"/>
                <a:gd name="connsiteY0" fmla="*/ 0 h 1714500"/>
                <a:gd name="connsiteX1" fmla="*/ 30480 w 205740"/>
                <a:gd name="connsiteY1" fmla="*/ 1539240 h 1714500"/>
                <a:gd name="connsiteX2" fmla="*/ 205740 w 205740"/>
                <a:gd name="connsiteY2" fmla="*/ 1714500 h 1714500"/>
                <a:gd name="connsiteX3" fmla="*/ 198120 w 205740"/>
                <a:gd name="connsiteY3" fmla="*/ 167640 h 1714500"/>
                <a:gd name="connsiteX4" fmla="*/ 0 w 205740"/>
                <a:gd name="connsiteY4" fmla="*/ 0 h 1714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5740" h="1714500">
                  <a:moveTo>
                    <a:pt x="0" y="0"/>
                  </a:moveTo>
                  <a:lnTo>
                    <a:pt x="30480" y="1539240"/>
                  </a:lnTo>
                  <a:lnTo>
                    <a:pt x="205740" y="1714500"/>
                  </a:lnTo>
                  <a:lnTo>
                    <a:pt x="198120" y="1676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D51BCD89-3540-E6A8-4BC6-3286591E132F}"/>
                </a:ext>
              </a:extLst>
            </p:cNvPr>
            <p:cNvSpPr/>
            <p:nvPr/>
          </p:nvSpPr>
          <p:spPr>
            <a:xfrm>
              <a:off x="1657643" y="3558540"/>
              <a:ext cx="3596640" cy="1653540"/>
            </a:xfrm>
            <a:custGeom>
              <a:avLst/>
              <a:gdLst>
                <a:gd name="connsiteX0" fmla="*/ 0 w 3680460"/>
                <a:gd name="connsiteY0" fmla="*/ 1653540 h 1653540"/>
                <a:gd name="connsiteX1" fmla="*/ 1463040 w 3680460"/>
                <a:gd name="connsiteY1" fmla="*/ 1592580 h 1653540"/>
                <a:gd name="connsiteX2" fmla="*/ 1463040 w 3680460"/>
                <a:gd name="connsiteY2" fmla="*/ 1417320 h 1653540"/>
                <a:gd name="connsiteX3" fmla="*/ 182880 w 3680460"/>
                <a:gd name="connsiteY3" fmla="*/ 1478280 h 1653540"/>
                <a:gd name="connsiteX4" fmla="*/ 160020 w 3680460"/>
                <a:gd name="connsiteY4" fmla="*/ 266700 h 1653540"/>
                <a:gd name="connsiteX5" fmla="*/ 3474720 w 3680460"/>
                <a:gd name="connsiteY5" fmla="*/ 160020 h 1653540"/>
                <a:gd name="connsiteX6" fmla="*/ 3467100 w 3680460"/>
                <a:gd name="connsiteY6" fmla="*/ 1424940 h 1653540"/>
                <a:gd name="connsiteX7" fmla="*/ 2278380 w 3680460"/>
                <a:gd name="connsiteY7" fmla="*/ 1432560 h 1653540"/>
                <a:gd name="connsiteX8" fmla="*/ 2263140 w 3680460"/>
                <a:gd name="connsiteY8" fmla="*/ 1584960 h 1653540"/>
                <a:gd name="connsiteX9" fmla="*/ 3680460 w 3680460"/>
                <a:gd name="connsiteY9" fmla="*/ 1546860 h 1653540"/>
                <a:gd name="connsiteX10" fmla="*/ 3589020 w 3680460"/>
                <a:gd name="connsiteY10" fmla="*/ 0 h 1653540"/>
                <a:gd name="connsiteX11" fmla="*/ 0 w 3680460"/>
                <a:gd name="connsiteY11" fmla="*/ 91440 h 1653540"/>
                <a:gd name="connsiteX12" fmla="*/ 0 w 3680460"/>
                <a:gd name="connsiteY12" fmla="*/ 1653540 h 1653540"/>
                <a:gd name="connsiteX0" fmla="*/ 0 w 3649980"/>
                <a:gd name="connsiteY0" fmla="*/ 1653540 h 1653540"/>
                <a:gd name="connsiteX1" fmla="*/ 1463040 w 3649980"/>
                <a:gd name="connsiteY1" fmla="*/ 1592580 h 1653540"/>
                <a:gd name="connsiteX2" fmla="*/ 1463040 w 3649980"/>
                <a:gd name="connsiteY2" fmla="*/ 1417320 h 1653540"/>
                <a:gd name="connsiteX3" fmla="*/ 182880 w 3649980"/>
                <a:gd name="connsiteY3" fmla="*/ 1478280 h 1653540"/>
                <a:gd name="connsiteX4" fmla="*/ 160020 w 3649980"/>
                <a:gd name="connsiteY4" fmla="*/ 266700 h 1653540"/>
                <a:gd name="connsiteX5" fmla="*/ 3474720 w 3649980"/>
                <a:gd name="connsiteY5" fmla="*/ 160020 h 1653540"/>
                <a:gd name="connsiteX6" fmla="*/ 3467100 w 3649980"/>
                <a:gd name="connsiteY6" fmla="*/ 1424940 h 1653540"/>
                <a:gd name="connsiteX7" fmla="*/ 2278380 w 3649980"/>
                <a:gd name="connsiteY7" fmla="*/ 1432560 h 1653540"/>
                <a:gd name="connsiteX8" fmla="*/ 2263140 w 3649980"/>
                <a:gd name="connsiteY8" fmla="*/ 1584960 h 1653540"/>
                <a:gd name="connsiteX9" fmla="*/ 3649980 w 3649980"/>
                <a:gd name="connsiteY9" fmla="*/ 1554480 h 1653540"/>
                <a:gd name="connsiteX10" fmla="*/ 3589020 w 3649980"/>
                <a:gd name="connsiteY10" fmla="*/ 0 h 1653540"/>
                <a:gd name="connsiteX11" fmla="*/ 0 w 3649980"/>
                <a:gd name="connsiteY11" fmla="*/ 91440 h 1653540"/>
                <a:gd name="connsiteX12" fmla="*/ 0 w 3649980"/>
                <a:gd name="connsiteY12" fmla="*/ 1653540 h 1653540"/>
                <a:gd name="connsiteX0" fmla="*/ 0 w 3596640"/>
                <a:gd name="connsiteY0" fmla="*/ 1653540 h 1653540"/>
                <a:gd name="connsiteX1" fmla="*/ 1463040 w 3596640"/>
                <a:gd name="connsiteY1" fmla="*/ 1592580 h 1653540"/>
                <a:gd name="connsiteX2" fmla="*/ 1463040 w 3596640"/>
                <a:gd name="connsiteY2" fmla="*/ 1417320 h 1653540"/>
                <a:gd name="connsiteX3" fmla="*/ 182880 w 3596640"/>
                <a:gd name="connsiteY3" fmla="*/ 1478280 h 1653540"/>
                <a:gd name="connsiteX4" fmla="*/ 160020 w 3596640"/>
                <a:gd name="connsiteY4" fmla="*/ 266700 h 1653540"/>
                <a:gd name="connsiteX5" fmla="*/ 3474720 w 3596640"/>
                <a:gd name="connsiteY5" fmla="*/ 160020 h 1653540"/>
                <a:gd name="connsiteX6" fmla="*/ 3467100 w 3596640"/>
                <a:gd name="connsiteY6" fmla="*/ 1424940 h 1653540"/>
                <a:gd name="connsiteX7" fmla="*/ 2278380 w 3596640"/>
                <a:gd name="connsiteY7" fmla="*/ 1432560 h 1653540"/>
                <a:gd name="connsiteX8" fmla="*/ 2263140 w 3596640"/>
                <a:gd name="connsiteY8" fmla="*/ 1584960 h 1653540"/>
                <a:gd name="connsiteX9" fmla="*/ 3596640 w 3596640"/>
                <a:gd name="connsiteY9" fmla="*/ 1546860 h 1653540"/>
                <a:gd name="connsiteX10" fmla="*/ 3589020 w 3596640"/>
                <a:gd name="connsiteY10" fmla="*/ 0 h 1653540"/>
                <a:gd name="connsiteX11" fmla="*/ 0 w 3596640"/>
                <a:gd name="connsiteY11" fmla="*/ 91440 h 1653540"/>
                <a:gd name="connsiteX12" fmla="*/ 0 w 3596640"/>
                <a:gd name="connsiteY12" fmla="*/ 1653540 h 165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6640" h="1653540">
                  <a:moveTo>
                    <a:pt x="0" y="1653540"/>
                  </a:moveTo>
                  <a:lnTo>
                    <a:pt x="1463040" y="1592580"/>
                  </a:lnTo>
                  <a:lnTo>
                    <a:pt x="1463040" y="1417320"/>
                  </a:lnTo>
                  <a:lnTo>
                    <a:pt x="182880" y="1478280"/>
                  </a:lnTo>
                  <a:lnTo>
                    <a:pt x="160020" y="266700"/>
                  </a:lnTo>
                  <a:lnTo>
                    <a:pt x="3474720" y="160020"/>
                  </a:lnTo>
                  <a:lnTo>
                    <a:pt x="3467100" y="1424940"/>
                  </a:lnTo>
                  <a:lnTo>
                    <a:pt x="2278380" y="1432560"/>
                  </a:lnTo>
                  <a:lnTo>
                    <a:pt x="2263140" y="1584960"/>
                  </a:lnTo>
                  <a:lnTo>
                    <a:pt x="3596640" y="1546860"/>
                  </a:lnTo>
                  <a:lnTo>
                    <a:pt x="3589020" y="0"/>
                  </a:lnTo>
                  <a:lnTo>
                    <a:pt x="0" y="91440"/>
                  </a:lnTo>
                  <a:lnTo>
                    <a:pt x="0" y="165354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D232D63C-DA8D-0A59-6E51-48BA8563FF5A}"/>
                </a:ext>
              </a:extLst>
            </p:cNvPr>
            <p:cNvSpPr/>
            <p:nvPr/>
          </p:nvSpPr>
          <p:spPr>
            <a:xfrm>
              <a:off x="1833379" y="3727133"/>
              <a:ext cx="3305175" cy="1312068"/>
            </a:xfrm>
            <a:custGeom>
              <a:avLst/>
              <a:gdLst>
                <a:gd name="connsiteX0" fmla="*/ 2943225 w 3305175"/>
                <a:gd name="connsiteY0" fmla="*/ 4762 h 1312068"/>
                <a:gd name="connsiteX1" fmla="*/ 2964657 w 3305175"/>
                <a:gd name="connsiteY1" fmla="*/ 1040606 h 1312068"/>
                <a:gd name="connsiteX2" fmla="*/ 0 w 3305175"/>
                <a:gd name="connsiteY2" fmla="*/ 1133475 h 1312068"/>
                <a:gd name="connsiteX3" fmla="*/ 7144 w 3305175"/>
                <a:gd name="connsiteY3" fmla="*/ 1312068 h 1312068"/>
                <a:gd name="connsiteX4" fmla="*/ 1290638 w 3305175"/>
                <a:gd name="connsiteY4" fmla="*/ 1254918 h 1312068"/>
                <a:gd name="connsiteX5" fmla="*/ 1362075 w 3305175"/>
                <a:gd name="connsiteY5" fmla="*/ 1202531 h 1312068"/>
                <a:gd name="connsiteX6" fmla="*/ 1431132 w 3305175"/>
                <a:gd name="connsiteY6" fmla="*/ 1185862 h 1312068"/>
                <a:gd name="connsiteX7" fmla="*/ 1735932 w 3305175"/>
                <a:gd name="connsiteY7" fmla="*/ 1171575 h 1312068"/>
                <a:gd name="connsiteX8" fmla="*/ 1902619 w 3305175"/>
                <a:gd name="connsiteY8" fmla="*/ 1178718 h 1312068"/>
                <a:gd name="connsiteX9" fmla="*/ 2100263 w 3305175"/>
                <a:gd name="connsiteY9" fmla="*/ 1264443 h 1312068"/>
                <a:gd name="connsiteX10" fmla="*/ 3300413 w 3305175"/>
                <a:gd name="connsiteY10" fmla="*/ 1257300 h 1312068"/>
                <a:gd name="connsiteX11" fmla="*/ 3305175 w 3305175"/>
                <a:gd name="connsiteY11" fmla="*/ 0 h 1312068"/>
                <a:gd name="connsiteX12" fmla="*/ 2943225 w 3305175"/>
                <a:gd name="connsiteY12" fmla="*/ 4762 h 1312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305175" h="1312068">
                  <a:moveTo>
                    <a:pt x="2943225" y="4762"/>
                  </a:moveTo>
                  <a:lnTo>
                    <a:pt x="2964657" y="1040606"/>
                  </a:lnTo>
                  <a:lnTo>
                    <a:pt x="0" y="1133475"/>
                  </a:lnTo>
                  <a:lnTo>
                    <a:pt x="7144" y="1312068"/>
                  </a:lnTo>
                  <a:lnTo>
                    <a:pt x="1290638" y="1254918"/>
                  </a:lnTo>
                  <a:lnTo>
                    <a:pt x="1362075" y="1202531"/>
                  </a:lnTo>
                  <a:lnTo>
                    <a:pt x="1431132" y="1185862"/>
                  </a:lnTo>
                  <a:lnTo>
                    <a:pt x="1735932" y="1171575"/>
                  </a:lnTo>
                  <a:lnTo>
                    <a:pt x="1902619" y="1178718"/>
                  </a:lnTo>
                  <a:lnTo>
                    <a:pt x="2100263" y="1264443"/>
                  </a:lnTo>
                  <a:lnTo>
                    <a:pt x="3300413" y="1257300"/>
                  </a:lnTo>
                  <a:cubicBezTo>
                    <a:pt x="3302000" y="838200"/>
                    <a:pt x="3303588" y="419100"/>
                    <a:pt x="3305175" y="0"/>
                  </a:cubicBezTo>
                  <a:lnTo>
                    <a:pt x="2943225" y="4762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90641933-C638-B1C2-0D97-03ECF0889E0C}"/>
                </a:ext>
              </a:extLst>
            </p:cNvPr>
            <p:cNvSpPr/>
            <p:nvPr/>
          </p:nvSpPr>
          <p:spPr>
            <a:xfrm>
              <a:off x="3119254" y="4896326"/>
              <a:ext cx="819150" cy="247650"/>
            </a:xfrm>
            <a:custGeom>
              <a:avLst/>
              <a:gdLst>
                <a:gd name="connsiteX0" fmla="*/ 802482 w 819150"/>
                <a:gd name="connsiteY0" fmla="*/ 242888 h 247650"/>
                <a:gd name="connsiteX1" fmla="*/ 588169 w 819150"/>
                <a:gd name="connsiteY1" fmla="*/ 116682 h 247650"/>
                <a:gd name="connsiteX2" fmla="*/ 452438 w 819150"/>
                <a:gd name="connsiteY2" fmla="*/ 95250 h 247650"/>
                <a:gd name="connsiteX3" fmla="*/ 192882 w 819150"/>
                <a:gd name="connsiteY3" fmla="*/ 92869 h 247650"/>
                <a:gd name="connsiteX4" fmla="*/ 76200 w 819150"/>
                <a:gd name="connsiteY4" fmla="*/ 140494 h 247650"/>
                <a:gd name="connsiteX5" fmla="*/ 11907 w 819150"/>
                <a:gd name="connsiteY5" fmla="*/ 247650 h 247650"/>
                <a:gd name="connsiteX6" fmla="*/ 0 w 819150"/>
                <a:gd name="connsiteY6" fmla="*/ 85725 h 247650"/>
                <a:gd name="connsiteX7" fmla="*/ 76200 w 819150"/>
                <a:gd name="connsiteY7" fmla="*/ 33338 h 247650"/>
                <a:gd name="connsiteX8" fmla="*/ 173832 w 819150"/>
                <a:gd name="connsiteY8" fmla="*/ 14288 h 247650"/>
                <a:gd name="connsiteX9" fmla="*/ 469107 w 819150"/>
                <a:gd name="connsiteY9" fmla="*/ 0 h 247650"/>
                <a:gd name="connsiteX10" fmla="*/ 616744 w 819150"/>
                <a:gd name="connsiteY10" fmla="*/ 14288 h 247650"/>
                <a:gd name="connsiteX11" fmla="*/ 819150 w 819150"/>
                <a:gd name="connsiteY11" fmla="*/ 95250 h 247650"/>
                <a:gd name="connsiteX12" fmla="*/ 802482 w 819150"/>
                <a:gd name="connsiteY12" fmla="*/ 242888 h 247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19150" h="247650">
                  <a:moveTo>
                    <a:pt x="802482" y="242888"/>
                  </a:moveTo>
                  <a:lnTo>
                    <a:pt x="588169" y="116682"/>
                  </a:lnTo>
                  <a:lnTo>
                    <a:pt x="452438" y="95250"/>
                  </a:lnTo>
                  <a:lnTo>
                    <a:pt x="192882" y="92869"/>
                  </a:lnTo>
                  <a:lnTo>
                    <a:pt x="76200" y="140494"/>
                  </a:lnTo>
                  <a:lnTo>
                    <a:pt x="11907" y="247650"/>
                  </a:lnTo>
                  <a:lnTo>
                    <a:pt x="0" y="85725"/>
                  </a:lnTo>
                  <a:lnTo>
                    <a:pt x="76200" y="33338"/>
                  </a:lnTo>
                  <a:lnTo>
                    <a:pt x="173832" y="14288"/>
                  </a:lnTo>
                  <a:lnTo>
                    <a:pt x="469107" y="0"/>
                  </a:lnTo>
                  <a:lnTo>
                    <a:pt x="616744" y="14288"/>
                  </a:lnTo>
                  <a:lnTo>
                    <a:pt x="819150" y="95250"/>
                  </a:lnTo>
                  <a:lnTo>
                    <a:pt x="802482" y="242888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341E599A-52AF-D7C9-27EF-CFC307A3CFF8}"/>
                </a:ext>
              </a:extLst>
            </p:cNvPr>
            <p:cNvGrpSpPr/>
            <p:nvPr/>
          </p:nvGrpSpPr>
          <p:grpSpPr>
            <a:xfrm>
              <a:off x="4243204" y="4020026"/>
              <a:ext cx="209550" cy="157163"/>
              <a:chOff x="6669881" y="4393406"/>
              <a:chExt cx="209550" cy="157163"/>
            </a:xfrm>
          </p:grpSpPr>
          <p:sp>
            <p:nvSpPr>
              <p:cNvPr id="63" name="Rectangle 62">
                <a:extLst>
                  <a:ext uri="{FF2B5EF4-FFF2-40B4-BE49-F238E27FC236}">
                    <a16:creationId xmlns:a16="http://schemas.microsoft.com/office/drawing/2014/main" id="{6BC1D7BA-19D2-1A02-244D-B7D8421E8296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4" name="Freeform: Shape 63">
                <a:extLst>
                  <a:ext uri="{FF2B5EF4-FFF2-40B4-BE49-F238E27FC236}">
                    <a16:creationId xmlns:a16="http://schemas.microsoft.com/office/drawing/2014/main" id="{BDC9FC2E-A589-997D-4823-153619B43309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A01CB0F1-594D-1B93-11C2-31A3B7201F00}"/>
                </a:ext>
              </a:extLst>
            </p:cNvPr>
            <p:cNvGrpSpPr/>
            <p:nvPr/>
          </p:nvGrpSpPr>
          <p:grpSpPr>
            <a:xfrm>
              <a:off x="3797910" y="4050982"/>
              <a:ext cx="209550" cy="157163"/>
              <a:chOff x="6669881" y="4393406"/>
              <a:chExt cx="209550" cy="157163"/>
            </a:xfrm>
          </p:grpSpPr>
          <p:sp>
            <p:nvSpPr>
              <p:cNvPr id="61" name="Rectangle 60">
                <a:extLst>
                  <a:ext uri="{FF2B5EF4-FFF2-40B4-BE49-F238E27FC236}">
                    <a16:creationId xmlns:a16="http://schemas.microsoft.com/office/drawing/2014/main" id="{31BC97BE-3210-81A8-FBA3-7C9D92636C1B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2" name="Freeform: Shape 61">
                <a:extLst>
                  <a:ext uri="{FF2B5EF4-FFF2-40B4-BE49-F238E27FC236}">
                    <a16:creationId xmlns:a16="http://schemas.microsoft.com/office/drawing/2014/main" id="{D6811207-2F0A-E144-A1E4-4924DEF928F3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4D3A48E3-5B22-C1E0-4B10-3CEF84D5784A}"/>
                </a:ext>
              </a:extLst>
            </p:cNvPr>
            <p:cNvGrpSpPr/>
            <p:nvPr/>
          </p:nvGrpSpPr>
          <p:grpSpPr>
            <a:xfrm>
              <a:off x="3352616" y="4081938"/>
              <a:ext cx="209550" cy="157163"/>
              <a:chOff x="6669881" y="4393406"/>
              <a:chExt cx="209550" cy="157163"/>
            </a:xfrm>
          </p:grpSpPr>
          <p:sp>
            <p:nvSpPr>
              <p:cNvPr id="59" name="Rectangle 58">
                <a:extLst>
                  <a:ext uri="{FF2B5EF4-FFF2-40B4-BE49-F238E27FC236}">
                    <a16:creationId xmlns:a16="http://schemas.microsoft.com/office/drawing/2014/main" id="{F63839B1-1333-9F6C-20D2-294A32FF73CE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0" name="Freeform: Shape 59">
                <a:extLst>
                  <a:ext uri="{FF2B5EF4-FFF2-40B4-BE49-F238E27FC236}">
                    <a16:creationId xmlns:a16="http://schemas.microsoft.com/office/drawing/2014/main" id="{B6EEFE0F-A922-6A38-DD81-1989D6F2CC1E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D9063494-6701-DE2B-9082-31697FD2C508}"/>
                </a:ext>
              </a:extLst>
            </p:cNvPr>
            <p:cNvGrpSpPr/>
            <p:nvPr/>
          </p:nvGrpSpPr>
          <p:grpSpPr>
            <a:xfrm>
              <a:off x="2851360" y="4093844"/>
              <a:ext cx="209550" cy="157163"/>
              <a:chOff x="6669881" y="4393406"/>
              <a:chExt cx="209550" cy="157163"/>
            </a:xfrm>
          </p:grpSpPr>
          <p:sp>
            <p:nvSpPr>
              <p:cNvPr id="57" name="Rectangle 56">
                <a:extLst>
                  <a:ext uri="{FF2B5EF4-FFF2-40B4-BE49-F238E27FC236}">
                    <a16:creationId xmlns:a16="http://schemas.microsoft.com/office/drawing/2014/main" id="{72B6916E-B6A1-5E25-BE96-E93FF7DFE739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8" name="Freeform: Shape 57">
                <a:extLst>
                  <a:ext uri="{FF2B5EF4-FFF2-40B4-BE49-F238E27FC236}">
                    <a16:creationId xmlns:a16="http://schemas.microsoft.com/office/drawing/2014/main" id="{4B10FAFD-92BD-A32F-8581-33D76C460871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1AF893F5-C8FD-9266-0813-8498DECD9310}"/>
                </a:ext>
              </a:extLst>
            </p:cNvPr>
            <p:cNvGrpSpPr/>
            <p:nvPr/>
          </p:nvGrpSpPr>
          <p:grpSpPr>
            <a:xfrm>
              <a:off x="2345112" y="4113567"/>
              <a:ext cx="209550" cy="157163"/>
              <a:chOff x="6669881" y="4393406"/>
              <a:chExt cx="209550" cy="157163"/>
            </a:xfrm>
          </p:grpSpPr>
          <p:sp>
            <p:nvSpPr>
              <p:cNvPr id="55" name="Rectangle 54">
                <a:extLst>
                  <a:ext uri="{FF2B5EF4-FFF2-40B4-BE49-F238E27FC236}">
                    <a16:creationId xmlns:a16="http://schemas.microsoft.com/office/drawing/2014/main" id="{8F0D200B-3709-DCB2-9F93-931E15876858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6" name="Freeform: Shape 55">
                <a:extLst>
                  <a:ext uri="{FF2B5EF4-FFF2-40B4-BE49-F238E27FC236}">
                    <a16:creationId xmlns:a16="http://schemas.microsoft.com/office/drawing/2014/main" id="{1C0554FD-73BC-11A0-90A8-CA36E6EAAA8C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9E483577-B265-B403-FBDA-B960711FF393}"/>
                </a:ext>
              </a:extLst>
            </p:cNvPr>
            <p:cNvGrpSpPr/>
            <p:nvPr/>
          </p:nvGrpSpPr>
          <p:grpSpPr>
            <a:xfrm>
              <a:off x="2333205" y="4520758"/>
              <a:ext cx="209550" cy="157163"/>
              <a:chOff x="6669881" y="4393406"/>
              <a:chExt cx="209550" cy="157163"/>
            </a:xfrm>
          </p:grpSpPr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7340C0DB-EC84-1CC3-BDA8-6CEEE77B9643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4" name="Freeform: Shape 53">
                <a:extLst>
                  <a:ext uri="{FF2B5EF4-FFF2-40B4-BE49-F238E27FC236}">
                    <a16:creationId xmlns:a16="http://schemas.microsoft.com/office/drawing/2014/main" id="{1F936696-44A0-A7F2-C51D-A484F1367BB9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6D8AB31A-62F7-3A50-1D15-185F6B009808}"/>
                </a:ext>
              </a:extLst>
            </p:cNvPr>
            <p:cNvGrpSpPr/>
            <p:nvPr/>
          </p:nvGrpSpPr>
          <p:grpSpPr>
            <a:xfrm>
              <a:off x="2848977" y="4506471"/>
              <a:ext cx="209550" cy="157163"/>
              <a:chOff x="6669881" y="4393406"/>
              <a:chExt cx="209550" cy="157163"/>
            </a:xfrm>
          </p:grpSpPr>
          <p:sp>
            <p:nvSpPr>
              <p:cNvPr id="51" name="Rectangle 50">
                <a:extLst>
                  <a:ext uri="{FF2B5EF4-FFF2-40B4-BE49-F238E27FC236}">
                    <a16:creationId xmlns:a16="http://schemas.microsoft.com/office/drawing/2014/main" id="{6BFB263A-C3B4-7166-5A1E-045D1432F41C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2" name="Freeform: Shape 51">
                <a:extLst>
                  <a:ext uri="{FF2B5EF4-FFF2-40B4-BE49-F238E27FC236}">
                    <a16:creationId xmlns:a16="http://schemas.microsoft.com/office/drawing/2014/main" id="{CBF28215-A857-C988-E4F7-9D57A534A96F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9B976E2C-FBF3-5996-5F4E-5376F6B912B7}"/>
                </a:ext>
              </a:extLst>
            </p:cNvPr>
            <p:cNvGrpSpPr/>
            <p:nvPr/>
          </p:nvGrpSpPr>
          <p:grpSpPr>
            <a:xfrm>
              <a:off x="3359757" y="4500001"/>
              <a:ext cx="209550" cy="157163"/>
              <a:chOff x="6669881" y="4393406"/>
              <a:chExt cx="209550" cy="157163"/>
            </a:xfrm>
          </p:grpSpPr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9346A9D0-D418-E15C-D0B5-A17220A57D08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0" name="Freeform: Shape 49">
                <a:extLst>
                  <a:ext uri="{FF2B5EF4-FFF2-40B4-BE49-F238E27FC236}">
                    <a16:creationId xmlns:a16="http://schemas.microsoft.com/office/drawing/2014/main" id="{815D0B90-AC83-0E02-6CE9-E6589972BE24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7163C2DF-06F9-1A8F-4600-C1F9CBEABB91}"/>
                </a:ext>
              </a:extLst>
            </p:cNvPr>
            <p:cNvGrpSpPr/>
            <p:nvPr/>
          </p:nvGrpSpPr>
          <p:grpSpPr>
            <a:xfrm>
              <a:off x="3828863" y="4505748"/>
              <a:ext cx="209550" cy="157163"/>
              <a:chOff x="6669881" y="4393406"/>
              <a:chExt cx="209550" cy="157163"/>
            </a:xfrm>
          </p:grpSpPr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2910493C-A717-7A94-544E-2000426349C7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8" name="Freeform: Shape 47">
                <a:extLst>
                  <a:ext uri="{FF2B5EF4-FFF2-40B4-BE49-F238E27FC236}">
                    <a16:creationId xmlns:a16="http://schemas.microsoft.com/office/drawing/2014/main" id="{B8139F64-EBB5-D06A-693C-CA4C073F1ACA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224600F3-38CD-EC53-A059-4ED110A70CE9}"/>
                </a:ext>
              </a:extLst>
            </p:cNvPr>
            <p:cNvGrpSpPr/>
            <p:nvPr/>
          </p:nvGrpSpPr>
          <p:grpSpPr>
            <a:xfrm>
              <a:off x="4271771" y="4495238"/>
              <a:ext cx="209550" cy="157163"/>
              <a:chOff x="6669881" y="4393406"/>
              <a:chExt cx="209550" cy="157163"/>
            </a:xfrm>
          </p:grpSpPr>
          <p:sp>
            <p:nvSpPr>
              <p:cNvPr id="45" name="Rectangle 44">
                <a:extLst>
                  <a:ext uri="{FF2B5EF4-FFF2-40B4-BE49-F238E27FC236}">
                    <a16:creationId xmlns:a16="http://schemas.microsoft.com/office/drawing/2014/main" id="{1D98A905-3A7E-80F9-802B-D78E87A42121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6" name="Freeform: Shape 45">
                <a:extLst>
                  <a:ext uri="{FF2B5EF4-FFF2-40B4-BE49-F238E27FC236}">
                    <a16:creationId xmlns:a16="http://schemas.microsoft.com/office/drawing/2014/main" id="{1B0D1186-1E2C-F8D2-522C-65BE8F5C579C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7AC308D5-FF21-C516-FDA1-120CBD863132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908657" y="5300061"/>
              <a:ext cx="1003434" cy="1889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73E4007E-F4F2-F946-AA92-8B7E90518AC9}"/>
                </a:ext>
              </a:extLst>
            </p:cNvPr>
            <p:cNvSpPr txBox="1"/>
            <p:nvPr/>
          </p:nvSpPr>
          <p:spPr>
            <a:xfrm rot="5400000">
              <a:off x="2135199" y="5589007"/>
              <a:ext cx="796202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GND</a:t>
              </a:r>
              <a:endParaRPr lang="LID4096" sz="1000" b="1" dirty="0"/>
            </a:p>
          </p:txBody>
        </p: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5359401A-0FE2-E19B-0677-116D573E73AA}"/>
                </a:ext>
              </a:extLst>
            </p:cNvPr>
            <p:cNvCxnSpPr>
              <a:cxnSpLocks/>
            </p:cNvCxnSpPr>
            <p:nvPr/>
          </p:nvCxnSpPr>
          <p:spPr>
            <a:xfrm>
              <a:off x="4334743" y="2222017"/>
              <a:ext cx="27524" cy="1673166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629EC70C-D7C2-5036-C908-D04C475216CD}"/>
                </a:ext>
              </a:extLst>
            </p:cNvPr>
            <p:cNvSpPr txBox="1"/>
            <p:nvPr/>
          </p:nvSpPr>
          <p:spPr>
            <a:xfrm rot="5400000">
              <a:off x="4125363" y="2102273"/>
              <a:ext cx="760164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3.3V</a:t>
              </a:r>
              <a:endParaRPr lang="LID4096" sz="1000" b="1" dirty="0"/>
            </a:p>
          </p:txBody>
        </p: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FDF5FA12-5E80-2728-92E8-5F2FF1131340}"/>
                </a:ext>
              </a:extLst>
            </p:cNvPr>
            <p:cNvCxnSpPr>
              <a:cxnSpLocks/>
            </p:cNvCxnSpPr>
            <p:nvPr/>
          </p:nvCxnSpPr>
          <p:spPr>
            <a:xfrm>
              <a:off x="2399207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63DF1E69-12C5-6B5A-1780-00B280DE98EA}"/>
                </a:ext>
              </a:extLst>
            </p:cNvPr>
            <p:cNvSpPr txBox="1"/>
            <p:nvPr/>
          </p:nvSpPr>
          <p:spPr>
            <a:xfrm rot="5400000">
              <a:off x="2162151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bit0</a:t>
              </a:r>
              <a:endParaRPr lang="LID4096" sz="1000" b="1" dirty="0"/>
            </a:p>
          </p:txBody>
        </p: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114ACF7B-B92E-4F00-0477-BC3D54320E87}"/>
                </a:ext>
              </a:extLst>
            </p:cNvPr>
            <p:cNvCxnSpPr>
              <a:cxnSpLocks/>
            </p:cNvCxnSpPr>
            <p:nvPr/>
          </p:nvCxnSpPr>
          <p:spPr>
            <a:xfrm>
              <a:off x="2934442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BF925848-6EC8-7C02-D85C-61A289D74B57}"/>
                </a:ext>
              </a:extLst>
            </p:cNvPr>
            <p:cNvSpPr txBox="1"/>
            <p:nvPr/>
          </p:nvSpPr>
          <p:spPr>
            <a:xfrm rot="5400000">
              <a:off x="2764068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bit2</a:t>
              </a:r>
              <a:endParaRPr lang="LID4096" sz="1000" b="1" dirty="0"/>
            </a:p>
          </p:txBody>
        </p: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6B9E12B9-50C3-4E1D-6DB4-A1C86D8E78AE}"/>
                </a:ext>
              </a:extLst>
            </p:cNvPr>
            <p:cNvCxnSpPr>
              <a:cxnSpLocks/>
            </p:cNvCxnSpPr>
            <p:nvPr/>
          </p:nvCxnSpPr>
          <p:spPr>
            <a:xfrm>
              <a:off x="3453714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CB2647CD-C73F-A880-2B8B-C3AB8CDAD849}"/>
                </a:ext>
              </a:extLst>
            </p:cNvPr>
            <p:cNvSpPr txBox="1"/>
            <p:nvPr/>
          </p:nvSpPr>
          <p:spPr>
            <a:xfrm rot="5400000">
              <a:off x="3213817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bit4</a:t>
              </a:r>
              <a:endParaRPr lang="LID4096" sz="1000" b="1" dirty="0"/>
            </a:p>
          </p:txBody>
        </p: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2C8662C1-655A-78A8-5775-B7EE49AD1775}"/>
                </a:ext>
              </a:extLst>
            </p:cNvPr>
            <p:cNvCxnSpPr>
              <a:cxnSpLocks/>
            </p:cNvCxnSpPr>
            <p:nvPr/>
          </p:nvCxnSpPr>
          <p:spPr>
            <a:xfrm>
              <a:off x="3907991" y="2335991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712E0EDA-C3CF-B5F9-6087-B1DA05F99C43}"/>
                </a:ext>
              </a:extLst>
            </p:cNvPr>
            <p:cNvSpPr txBox="1"/>
            <p:nvPr/>
          </p:nvSpPr>
          <p:spPr>
            <a:xfrm rot="5400000">
              <a:off x="3664934" y="206730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bit6</a:t>
              </a:r>
              <a:endParaRPr lang="LID4096" sz="1000" b="1" dirty="0"/>
            </a:p>
          </p:txBody>
        </p: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76B0877B-D1DA-C637-B047-83BF32E79B41}"/>
                </a:ext>
              </a:extLst>
            </p:cNvPr>
            <p:cNvCxnSpPr>
              <a:cxnSpLocks/>
            </p:cNvCxnSpPr>
            <p:nvPr/>
          </p:nvCxnSpPr>
          <p:spPr>
            <a:xfrm>
              <a:off x="2920379" y="4745914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E24DA361-F17D-AD48-EF9C-FC15E01C2D54}"/>
                </a:ext>
              </a:extLst>
            </p:cNvPr>
            <p:cNvSpPr txBox="1"/>
            <p:nvPr/>
          </p:nvSpPr>
          <p:spPr>
            <a:xfrm rot="5400000">
              <a:off x="2684413" y="559553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bit1</a:t>
              </a:r>
              <a:endParaRPr lang="LID4096" sz="1000" b="1" dirty="0"/>
            </a:p>
          </p:txBody>
        </p: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F24085E7-F915-B001-19CB-765C38BF4D04}"/>
                </a:ext>
              </a:extLst>
            </p:cNvPr>
            <p:cNvCxnSpPr>
              <a:cxnSpLocks/>
            </p:cNvCxnSpPr>
            <p:nvPr/>
          </p:nvCxnSpPr>
          <p:spPr>
            <a:xfrm>
              <a:off x="3436440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5FFFB70F-9E4C-5225-D86D-8413655B1776}"/>
                </a:ext>
              </a:extLst>
            </p:cNvPr>
            <p:cNvSpPr txBox="1"/>
            <p:nvPr/>
          </p:nvSpPr>
          <p:spPr>
            <a:xfrm rot="5400000">
              <a:off x="3200473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bit3</a:t>
              </a:r>
              <a:endParaRPr lang="LID4096" sz="1000" b="1" dirty="0"/>
            </a:p>
          </p:txBody>
        </p: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1C844ED5-D374-2106-4D3A-41A0E91958FE}"/>
                </a:ext>
              </a:extLst>
            </p:cNvPr>
            <p:cNvCxnSpPr>
              <a:cxnSpLocks/>
            </p:cNvCxnSpPr>
            <p:nvPr/>
          </p:nvCxnSpPr>
          <p:spPr>
            <a:xfrm>
              <a:off x="3918887" y="4744900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FB8D9F8F-D681-0C52-1984-237E793FAE81}"/>
                </a:ext>
              </a:extLst>
            </p:cNvPr>
            <p:cNvSpPr txBox="1"/>
            <p:nvPr/>
          </p:nvSpPr>
          <p:spPr>
            <a:xfrm rot="5400000">
              <a:off x="3682921" y="5594528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bit5</a:t>
              </a:r>
              <a:endParaRPr lang="LID4096" sz="1000" b="1" dirty="0"/>
            </a:p>
          </p:txBody>
        </p: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5E82B192-1716-4B33-558D-47616B7BABD2}"/>
                </a:ext>
              </a:extLst>
            </p:cNvPr>
            <p:cNvCxnSpPr>
              <a:cxnSpLocks/>
            </p:cNvCxnSpPr>
            <p:nvPr/>
          </p:nvCxnSpPr>
          <p:spPr>
            <a:xfrm>
              <a:off x="4372042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D6BC8625-5F4D-F748-8E57-5D976449C423}"/>
                </a:ext>
              </a:extLst>
            </p:cNvPr>
            <p:cNvSpPr txBox="1"/>
            <p:nvPr/>
          </p:nvSpPr>
          <p:spPr>
            <a:xfrm rot="5400000">
              <a:off x="4136075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bit7</a:t>
              </a:r>
              <a:endParaRPr lang="LID4096" sz="1000" b="1" dirty="0"/>
            </a:p>
          </p:txBody>
        </p:sp>
      </p:grpSp>
      <p:sp>
        <p:nvSpPr>
          <p:cNvPr id="65" name="Oval 64">
            <a:extLst>
              <a:ext uri="{FF2B5EF4-FFF2-40B4-BE49-F238E27FC236}">
                <a16:creationId xmlns:a16="http://schemas.microsoft.com/office/drawing/2014/main" id="{2382E1AB-7C8E-06EB-520D-676CFE381977}"/>
              </a:ext>
            </a:extLst>
          </p:cNvPr>
          <p:cNvSpPr/>
          <p:nvPr/>
        </p:nvSpPr>
        <p:spPr>
          <a:xfrm>
            <a:off x="2238258" y="4032560"/>
            <a:ext cx="125834" cy="125834"/>
          </a:xfrm>
          <a:prstGeom prst="ellipse">
            <a:avLst/>
          </a:pr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66" name="Oval 65">
            <a:extLst>
              <a:ext uri="{FF2B5EF4-FFF2-40B4-BE49-F238E27FC236}">
                <a16:creationId xmlns:a16="http://schemas.microsoft.com/office/drawing/2014/main" id="{3C0AE71C-85B9-51E8-C21A-7FD1B0A3222E}"/>
              </a:ext>
            </a:extLst>
          </p:cNvPr>
          <p:cNvSpPr/>
          <p:nvPr/>
        </p:nvSpPr>
        <p:spPr>
          <a:xfrm>
            <a:off x="2506052" y="4272263"/>
            <a:ext cx="125834" cy="125834"/>
          </a:xfrm>
          <a:prstGeom prst="ellipse">
            <a:avLst/>
          </a:pr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67" name="Oval 66">
            <a:extLst>
              <a:ext uri="{FF2B5EF4-FFF2-40B4-BE49-F238E27FC236}">
                <a16:creationId xmlns:a16="http://schemas.microsoft.com/office/drawing/2014/main" id="{1A501A70-6FB6-1057-AC3E-C1FDF34CD65C}"/>
              </a:ext>
            </a:extLst>
          </p:cNvPr>
          <p:cNvSpPr/>
          <p:nvPr/>
        </p:nvSpPr>
        <p:spPr>
          <a:xfrm>
            <a:off x="2493131" y="4552583"/>
            <a:ext cx="125834" cy="125834"/>
          </a:xfrm>
          <a:prstGeom prst="ellipse">
            <a:avLst/>
          </a:pr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68" name="Freeform: Shape 67">
            <a:extLst>
              <a:ext uri="{FF2B5EF4-FFF2-40B4-BE49-F238E27FC236}">
                <a16:creationId xmlns:a16="http://schemas.microsoft.com/office/drawing/2014/main" id="{8AF6A3DD-D58E-CB18-B338-10323F67EC64}"/>
              </a:ext>
            </a:extLst>
          </p:cNvPr>
          <p:cNvSpPr/>
          <p:nvPr/>
        </p:nvSpPr>
        <p:spPr>
          <a:xfrm>
            <a:off x="2620341" y="4273662"/>
            <a:ext cx="6210813" cy="1013986"/>
          </a:xfrm>
          <a:custGeom>
            <a:avLst/>
            <a:gdLst>
              <a:gd name="connsiteX0" fmla="*/ 0 w 5549318"/>
              <a:gd name="connsiteY0" fmla="*/ 178006 h 1556019"/>
              <a:gd name="connsiteX1" fmla="*/ 973123 w 5549318"/>
              <a:gd name="connsiteY1" fmla="*/ 6032 h 1556019"/>
              <a:gd name="connsiteX2" fmla="*/ 2063692 w 5549318"/>
              <a:gd name="connsiteY2" fmla="*/ 370953 h 1556019"/>
              <a:gd name="connsiteX3" fmla="*/ 4467138 w 5549318"/>
              <a:gd name="connsiteY3" fmla="*/ 1524439 h 1556019"/>
              <a:gd name="connsiteX4" fmla="*/ 5549318 w 5549318"/>
              <a:gd name="connsiteY4" fmla="*/ 1117573 h 1556019"/>
              <a:gd name="connsiteX0" fmla="*/ 0 w 5549318"/>
              <a:gd name="connsiteY0" fmla="*/ 175046 h 1553059"/>
              <a:gd name="connsiteX1" fmla="*/ 973123 w 5549318"/>
              <a:gd name="connsiteY1" fmla="*/ 3072 h 1553059"/>
              <a:gd name="connsiteX2" fmla="*/ 3044128 w 5549318"/>
              <a:gd name="connsiteY2" fmla="*/ 301727 h 1553059"/>
              <a:gd name="connsiteX3" fmla="*/ 4467138 w 5549318"/>
              <a:gd name="connsiteY3" fmla="*/ 1521479 h 1553059"/>
              <a:gd name="connsiteX4" fmla="*/ 5549318 w 5549318"/>
              <a:gd name="connsiteY4" fmla="*/ 1114613 h 1553059"/>
              <a:gd name="connsiteX0" fmla="*/ 0 w 5549318"/>
              <a:gd name="connsiteY0" fmla="*/ 254326 h 1632339"/>
              <a:gd name="connsiteX1" fmla="*/ 973123 w 5549318"/>
              <a:gd name="connsiteY1" fmla="*/ 82352 h 1632339"/>
              <a:gd name="connsiteX2" fmla="*/ 4467138 w 5549318"/>
              <a:gd name="connsiteY2" fmla="*/ 1600759 h 1632339"/>
              <a:gd name="connsiteX3" fmla="*/ 5549318 w 5549318"/>
              <a:gd name="connsiteY3" fmla="*/ 1193893 h 1632339"/>
              <a:gd name="connsiteX0" fmla="*/ 0 w 5549318"/>
              <a:gd name="connsiteY0" fmla="*/ 318292 h 1696305"/>
              <a:gd name="connsiteX1" fmla="*/ 2690392 w 5549318"/>
              <a:gd name="connsiteY1" fmla="*/ 71079 h 1696305"/>
              <a:gd name="connsiteX2" fmla="*/ 4467138 w 5549318"/>
              <a:gd name="connsiteY2" fmla="*/ 1664725 h 1696305"/>
              <a:gd name="connsiteX3" fmla="*/ 5549318 w 5549318"/>
              <a:gd name="connsiteY3" fmla="*/ 1257859 h 1696305"/>
              <a:gd name="connsiteX0" fmla="*/ 0 w 5549318"/>
              <a:gd name="connsiteY0" fmla="*/ 27604 h 1405617"/>
              <a:gd name="connsiteX1" fmla="*/ 3632721 w 5549318"/>
              <a:gd name="connsiteY1" fmla="*/ 347580 h 1405617"/>
              <a:gd name="connsiteX2" fmla="*/ 4467138 w 5549318"/>
              <a:gd name="connsiteY2" fmla="*/ 1374037 h 1405617"/>
              <a:gd name="connsiteX3" fmla="*/ 5549318 w 5549318"/>
              <a:gd name="connsiteY3" fmla="*/ 967171 h 1405617"/>
              <a:gd name="connsiteX0" fmla="*/ 0 w 5549318"/>
              <a:gd name="connsiteY0" fmla="*/ 22747 h 962314"/>
              <a:gd name="connsiteX1" fmla="*/ 3632721 w 5549318"/>
              <a:gd name="connsiteY1" fmla="*/ 342723 h 962314"/>
              <a:gd name="connsiteX2" fmla="*/ 5549318 w 5549318"/>
              <a:gd name="connsiteY2" fmla="*/ 962314 h 962314"/>
              <a:gd name="connsiteX0" fmla="*/ 0 w 5549318"/>
              <a:gd name="connsiteY0" fmla="*/ 37878 h 977445"/>
              <a:gd name="connsiteX1" fmla="*/ 3632721 w 5549318"/>
              <a:gd name="connsiteY1" fmla="*/ 357854 h 977445"/>
              <a:gd name="connsiteX2" fmla="*/ 5549318 w 5549318"/>
              <a:gd name="connsiteY2" fmla="*/ 977445 h 977445"/>
              <a:gd name="connsiteX0" fmla="*/ 0 w 5549318"/>
              <a:gd name="connsiteY0" fmla="*/ 60298 h 999865"/>
              <a:gd name="connsiteX1" fmla="*/ 3632721 w 5549318"/>
              <a:gd name="connsiteY1" fmla="*/ 380274 h 999865"/>
              <a:gd name="connsiteX2" fmla="*/ 5549318 w 5549318"/>
              <a:gd name="connsiteY2" fmla="*/ 999865 h 999865"/>
              <a:gd name="connsiteX0" fmla="*/ 0 w 6082478"/>
              <a:gd name="connsiteY0" fmla="*/ 20911 h 763698"/>
              <a:gd name="connsiteX1" fmla="*/ 3632721 w 6082478"/>
              <a:gd name="connsiteY1" fmla="*/ 340887 h 763698"/>
              <a:gd name="connsiteX2" fmla="*/ 6082478 w 6082478"/>
              <a:gd name="connsiteY2" fmla="*/ 763698 h 763698"/>
              <a:gd name="connsiteX0" fmla="*/ 0 w 6373857"/>
              <a:gd name="connsiteY0" fmla="*/ 19636 h 606157"/>
              <a:gd name="connsiteX1" fmla="*/ 3632721 w 6373857"/>
              <a:gd name="connsiteY1" fmla="*/ 339612 h 606157"/>
              <a:gd name="connsiteX2" fmla="*/ 6373857 w 6373857"/>
              <a:gd name="connsiteY2" fmla="*/ 606156 h 606157"/>
              <a:gd name="connsiteX0" fmla="*/ 0 w 6373857"/>
              <a:gd name="connsiteY0" fmla="*/ 19636 h 760798"/>
              <a:gd name="connsiteX1" fmla="*/ 3632721 w 6373857"/>
              <a:gd name="connsiteY1" fmla="*/ 339612 h 760798"/>
              <a:gd name="connsiteX2" fmla="*/ 6373857 w 6373857"/>
              <a:gd name="connsiteY2" fmla="*/ 606156 h 760798"/>
              <a:gd name="connsiteX0" fmla="*/ 0 w 6373857"/>
              <a:gd name="connsiteY0" fmla="*/ 19636 h 800544"/>
              <a:gd name="connsiteX1" fmla="*/ 3632721 w 6373857"/>
              <a:gd name="connsiteY1" fmla="*/ 339612 h 800544"/>
              <a:gd name="connsiteX2" fmla="*/ 6373857 w 6373857"/>
              <a:gd name="connsiteY2" fmla="*/ 606156 h 800544"/>
              <a:gd name="connsiteX0" fmla="*/ 0 w 6568943"/>
              <a:gd name="connsiteY0" fmla="*/ 19636 h 868368"/>
              <a:gd name="connsiteX1" fmla="*/ 3632721 w 6568943"/>
              <a:gd name="connsiteY1" fmla="*/ 339612 h 868368"/>
              <a:gd name="connsiteX2" fmla="*/ 6568943 w 6568943"/>
              <a:gd name="connsiteY2" fmla="*/ 687531 h 868368"/>
              <a:gd name="connsiteX0" fmla="*/ 0 w 6568943"/>
              <a:gd name="connsiteY0" fmla="*/ 19636 h 1001204"/>
              <a:gd name="connsiteX1" fmla="*/ 3632721 w 6568943"/>
              <a:gd name="connsiteY1" fmla="*/ 339612 h 1001204"/>
              <a:gd name="connsiteX2" fmla="*/ 6568943 w 6568943"/>
              <a:gd name="connsiteY2" fmla="*/ 687531 h 10012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568943" h="1001204">
                <a:moveTo>
                  <a:pt x="0" y="19636"/>
                </a:moveTo>
                <a:cubicBezTo>
                  <a:pt x="314587" y="-82430"/>
                  <a:pt x="2570412" y="241859"/>
                  <a:pt x="3632721" y="339612"/>
                </a:cubicBezTo>
                <a:cubicBezTo>
                  <a:pt x="4695030" y="437365"/>
                  <a:pt x="5026757" y="1522453"/>
                  <a:pt x="6568943" y="687531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69" name="Freeform: Shape 68">
            <a:extLst>
              <a:ext uri="{FF2B5EF4-FFF2-40B4-BE49-F238E27FC236}">
                <a16:creationId xmlns:a16="http://schemas.microsoft.com/office/drawing/2014/main" id="{29D3439B-FA08-9C66-564C-DA91D18FE667}"/>
              </a:ext>
            </a:extLst>
          </p:cNvPr>
          <p:cNvSpPr/>
          <p:nvPr/>
        </p:nvSpPr>
        <p:spPr>
          <a:xfrm>
            <a:off x="2616097" y="4551117"/>
            <a:ext cx="4505984" cy="517219"/>
          </a:xfrm>
          <a:custGeom>
            <a:avLst/>
            <a:gdLst>
              <a:gd name="connsiteX0" fmla="*/ 0 w 5549318"/>
              <a:gd name="connsiteY0" fmla="*/ 178006 h 1556019"/>
              <a:gd name="connsiteX1" fmla="*/ 973123 w 5549318"/>
              <a:gd name="connsiteY1" fmla="*/ 6032 h 1556019"/>
              <a:gd name="connsiteX2" fmla="*/ 2063692 w 5549318"/>
              <a:gd name="connsiteY2" fmla="*/ 370953 h 1556019"/>
              <a:gd name="connsiteX3" fmla="*/ 4467138 w 5549318"/>
              <a:gd name="connsiteY3" fmla="*/ 1524439 h 1556019"/>
              <a:gd name="connsiteX4" fmla="*/ 5549318 w 5549318"/>
              <a:gd name="connsiteY4" fmla="*/ 1117573 h 1556019"/>
              <a:gd name="connsiteX0" fmla="*/ 0 w 5549318"/>
              <a:gd name="connsiteY0" fmla="*/ 175046 h 1553059"/>
              <a:gd name="connsiteX1" fmla="*/ 973123 w 5549318"/>
              <a:gd name="connsiteY1" fmla="*/ 3072 h 1553059"/>
              <a:gd name="connsiteX2" fmla="*/ 3044128 w 5549318"/>
              <a:gd name="connsiteY2" fmla="*/ 301727 h 1553059"/>
              <a:gd name="connsiteX3" fmla="*/ 4467138 w 5549318"/>
              <a:gd name="connsiteY3" fmla="*/ 1521479 h 1553059"/>
              <a:gd name="connsiteX4" fmla="*/ 5549318 w 5549318"/>
              <a:gd name="connsiteY4" fmla="*/ 1114613 h 1553059"/>
              <a:gd name="connsiteX0" fmla="*/ 0 w 5549318"/>
              <a:gd name="connsiteY0" fmla="*/ 254326 h 1632339"/>
              <a:gd name="connsiteX1" fmla="*/ 973123 w 5549318"/>
              <a:gd name="connsiteY1" fmla="*/ 82352 h 1632339"/>
              <a:gd name="connsiteX2" fmla="*/ 4467138 w 5549318"/>
              <a:gd name="connsiteY2" fmla="*/ 1600759 h 1632339"/>
              <a:gd name="connsiteX3" fmla="*/ 5549318 w 5549318"/>
              <a:gd name="connsiteY3" fmla="*/ 1193893 h 1632339"/>
              <a:gd name="connsiteX0" fmla="*/ 0 w 5549318"/>
              <a:gd name="connsiteY0" fmla="*/ 318292 h 1696305"/>
              <a:gd name="connsiteX1" fmla="*/ 2690392 w 5549318"/>
              <a:gd name="connsiteY1" fmla="*/ 71079 h 1696305"/>
              <a:gd name="connsiteX2" fmla="*/ 4467138 w 5549318"/>
              <a:gd name="connsiteY2" fmla="*/ 1664725 h 1696305"/>
              <a:gd name="connsiteX3" fmla="*/ 5549318 w 5549318"/>
              <a:gd name="connsiteY3" fmla="*/ 1257859 h 1696305"/>
              <a:gd name="connsiteX0" fmla="*/ 0 w 5549318"/>
              <a:gd name="connsiteY0" fmla="*/ 27604 h 1405617"/>
              <a:gd name="connsiteX1" fmla="*/ 3632721 w 5549318"/>
              <a:gd name="connsiteY1" fmla="*/ 347580 h 1405617"/>
              <a:gd name="connsiteX2" fmla="*/ 4467138 w 5549318"/>
              <a:gd name="connsiteY2" fmla="*/ 1374037 h 1405617"/>
              <a:gd name="connsiteX3" fmla="*/ 5549318 w 5549318"/>
              <a:gd name="connsiteY3" fmla="*/ 967171 h 1405617"/>
              <a:gd name="connsiteX0" fmla="*/ 0 w 5549318"/>
              <a:gd name="connsiteY0" fmla="*/ 22747 h 962314"/>
              <a:gd name="connsiteX1" fmla="*/ 3632721 w 5549318"/>
              <a:gd name="connsiteY1" fmla="*/ 342723 h 962314"/>
              <a:gd name="connsiteX2" fmla="*/ 5549318 w 5549318"/>
              <a:gd name="connsiteY2" fmla="*/ 962314 h 962314"/>
              <a:gd name="connsiteX0" fmla="*/ 0 w 5549318"/>
              <a:gd name="connsiteY0" fmla="*/ 37878 h 977445"/>
              <a:gd name="connsiteX1" fmla="*/ 3632721 w 5549318"/>
              <a:gd name="connsiteY1" fmla="*/ 357854 h 977445"/>
              <a:gd name="connsiteX2" fmla="*/ 5549318 w 5549318"/>
              <a:gd name="connsiteY2" fmla="*/ 977445 h 977445"/>
              <a:gd name="connsiteX0" fmla="*/ 0 w 5549318"/>
              <a:gd name="connsiteY0" fmla="*/ 60298 h 999865"/>
              <a:gd name="connsiteX1" fmla="*/ 3632721 w 5549318"/>
              <a:gd name="connsiteY1" fmla="*/ 380274 h 999865"/>
              <a:gd name="connsiteX2" fmla="*/ 5549318 w 5549318"/>
              <a:gd name="connsiteY2" fmla="*/ 999865 h 999865"/>
              <a:gd name="connsiteX0" fmla="*/ 0 w 6082478"/>
              <a:gd name="connsiteY0" fmla="*/ 20911 h 763698"/>
              <a:gd name="connsiteX1" fmla="*/ 3632721 w 6082478"/>
              <a:gd name="connsiteY1" fmla="*/ 340887 h 763698"/>
              <a:gd name="connsiteX2" fmla="*/ 6082478 w 6082478"/>
              <a:gd name="connsiteY2" fmla="*/ 763698 h 763698"/>
              <a:gd name="connsiteX0" fmla="*/ 0 w 6373857"/>
              <a:gd name="connsiteY0" fmla="*/ 19636 h 606157"/>
              <a:gd name="connsiteX1" fmla="*/ 3632721 w 6373857"/>
              <a:gd name="connsiteY1" fmla="*/ 339612 h 606157"/>
              <a:gd name="connsiteX2" fmla="*/ 6373857 w 6373857"/>
              <a:gd name="connsiteY2" fmla="*/ 606156 h 606157"/>
              <a:gd name="connsiteX0" fmla="*/ 0 w 6373857"/>
              <a:gd name="connsiteY0" fmla="*/ 19636 h 760798"/>
              <a:gd name="connsiteX1" fmla="*/ 3632721 w 6373857"/>
              <a:gd name="connsiteY1" fmla="*/ 339612 h 760798"/>
              <a:gd name="connsiteX2" fmla="*/ 6373857 w 6373857"/>
              <a:gd name="connsiteY2" fmla="*/ 606156 h 760798"/>
              <a:gd name="connsiteX0" fmla="*/ 0 w 6373857"/>
              <a:gd name="connsiteY0" fmla="*/ 19636 h 800544"/>
              <a:gd name="connsiteX1" fmla="*/ 3632721 w 6373857"/>
              <a:gd name="connsiteY1" fmla="*/ 339612 h 800544"/>
              <a:gd name="connsiteX2" fmla="*/ 6373857 w 6373857"/>
              <a:gd name="connsiteY2" fmla="*/ 606156 h 800544"/>
              <a:gd name="connsiteX0" fmla="*/ 0 w 4836373"/>
              <a:gd name="connsiteY0" fmla="*/ 18030 h 614913"/>
              <a:gd name="connsiteX1" fmla="*/ 3632721 w 4836373"/>
              <a:gd name="connsiteY1" fmla="*/ 338006 h 614913"/>
              <a:gd name="connsiteX2" fmla="*/ 4836373 w 4836373"/>
              <a:gd name="connsiteY2" fmla="*/ 378831 h 614913"/>
              <a:gd name="connsiteX0" fmla="*/ 0 w 4836373"/>
              <a:gd name="connsiteY0" fmla="*/ 29772 h 588357"/>
              <a:gd name="connsiteX1" fmla="*/ 2206829 w 4836373"/>
              <a:gd name="connsiteY1" fmla="*/ 176118 h 588357"/>
              <a:gd name="connsiteX2" fmla="*/ 4836373 w 4836373"/>
              <a:gd name="connsiteY2" fmla="*/ 390573 h 588357"/>
              <a:gd name="connsiteX0" fmla="*/ 0 w 4836373"/>
              <a:gd name="connsiteY0" fmla="*/ 29772 h 390573"/>
              <a:gd name="connsiteX1" fmla="*/ 2206829 w 4836373"/>
              <a:gd name="connsiteY1" fmla="*/ 176118 h 390573"/>
              <a:gd name="connsiteX2" fmla="*/ 4836373 w 4836373"/>
              <a:gd name="connsiteY2" fmla="*/ 390573 h 390573"/>
              <a:gd name="connsiteX0" fmla="*/ 0 w 4836373"/>
              <a:gd name="connsiteY0" fmla="*/ 29772 h 390573"/>
              <a:gd name="connsiteX1" fmla="*/ 2206829 w 4836373"/>
              <a:gd name="connsiteY1" fmla="*/ 176118 h 390573"/>
              <a:gd name="connsiteX2" fmla="*/ 4836373 w 4836373"/>
              <a:gd name="connsiteY2" fmla="*/ 390573 h 390573"/>
              <a:gd name="connsiteX0" fmla="*/ 0 w 4836373"/>
              <a:gd name="connsiteY0" fmla="*/ 37814 h 398615"/>
              <a:gd name="connsiteX1" fmla="*/ 2206829 w 4836373"/>
              <a:gd name="connsiteY1" fmla="*/ 184160 h 398615"/>
              <a:gd name="connsiteX2" fmla="*/ 4836373 w 4836373"/>
              <a:gd name="connsiteY2" fmla="*/ 398615 h 398615"/>
              <a:gd name="connsiteX0" fmla="*/ 0 w 4836373"/>
              <a:gd name="connsiteY0" fmla="*/ 29773 h 390574"/>
              <a:gd name="connsiteX1" fmla="*/ 2206829 w 4836373"/>
              <a:gd name="connsiteY1" fmla="*/ 176119 h 390574"/>
              <a:gd name="connsiteX2" fmla="*/ 4836373 w 4836373"/>
              <a:gd name="connsiteY2" fmla="*/ 390574 h 390574"/>
              <a:gd name="connsiteX0" fmla="*/ 0 w 4761659"/>
              <a:gd name="connsiteY0" fmla="*/ 29773 h 518450"/>
              <a:gd name="connsiteX1" fmla="*/ 2206829 w 4761659"/>
              <a:gd name="connsiteY1" fmla="*/ 176119 h 518450"/>
              <a:gd name="connsiteX2" fmla="*/ 4761659 w 4761659"/>
              <a:gd name="connsiteY2" fmla="*/ 518450 h 518450"/>
              <a:gd name="connsiteX0" fmla="*/ 0 w 4765809"/>
              <a:gd name="connsiteY0" fmla="*/ 29773 h 510700"/>
              <a:gd name="connsiteX1" fmla="*/ 2206829 w 4765809"/>
              <a:gd name="connsiteY1" fmla="*/ 176119 h 510700"/>
              <a:gd name="connsiteX2" fmla="*/ 4765809 w 4765809"/>
              <a:gd name="connsiteY2" fmla="*/ 510700 h 5107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765809" h="510700">
                <a:moveTo>
                  <a:pt x="0" y="29773"/>
                </a:moveTo>
                <a:cubicBezTo>
                  <a:pt x="314587" y="-72293"/>
                  <a:pt x="1400767" y="115986"/>
                  <a:pt x="2206829" y="176119"/>
                </a:cubicBezTo>
                <a:cubicBezTo>
                  <a:pt x="3083344" y="247604"/>
                  <a:pt x="3542120" y="68805"/>
                  <a:pt x="4765809" y="510700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0" name="Freeform: Shape 69">
            <a:extLst>
              <a:ext uri="{FF2B5EF4-FFF2-40B4-BE49-F238E27FC236}">
                <a16:creationId xmlns:a16="http://schemas.microsoft.com/office/drawing/2014/main" id="{B094864B-7261-D6BB-9800-0D019F040F0B}"/>
              </a:ext>
            </a:extLst>
          </p:cNvPr>
          <p:cNvSpPr/>
          <p:nvPr/>
        </p:nvSpPr>
        <p:spPr>
          <a:xfrm>
            <a:off x="2354400" y="3714732"/>
            <a:ext cx="6286978" cy="1289894"/>
          </a:xfrm>
          <a:custGeom>
            <a:avLst/>
            <a:gdLst>
              <a:gd name="connsiteX0" fmla="*/ 0 w 5180202"/>
              <a:gd name="connsiteY0" fmla="*/ 0 h 850096"/>
              <a:gd name="connsiteX1" fmla="*/ 1249960 w 5180202"/>
              <a:gd name="connsiteY1" fmla="*/ 826315 h 850096"/>
              <a:gd name="connsiteX2" fmla="*/ 5180202 w 5180202"/>
              <a:gd name="connsiteY2" fmla="*/ 545284 h 850096"/>
              <a:gd name="connsiteX0" fmla="*/ 0 w 5415094"/>
              <a:gd name="connsiteY0" fmla="*/ 0 h 1936470"/>
              <a:gd name="connsiteX1" fmla="*/ 1484852 w 5415094"/>
              <a:gd name="connsiteY1" fmla="*/ 1912689 h 1936470"/>
              <a:gd name="connsiteX2" fmla="*/ 5415094 w 5415094"/>
              <a:gd name="connsiteY2" fmla="*/ 1631658 h 1936470"/>
              <a:gd name="connsiteX0" fmla="*/ 3044 w 5418138"/>
              <a:gd name="connsiteY0" fmla="*/ 0 h 1936470"/>
              <a:gd name="connsiteX1" fmla="*/ 1487896 w 5418138"/>
              <a:gd name="connsiteY1" fmla="*/ 1912689 h 1936470"/>
              <a:gd name="connsiteX2" fmla="*/ 5418138 w 5418138"/>
              <a:gd name="connsiteY2" fmla="*/ 1631658 h 1936470"/>
              <a:gd name="connsiteX0" fmla="*/ 2804 w 5480816"/>
              <a:gd name="connsiteY0" fmla="*/ 0 h 1978415"/>
              <a:gd name="connsiteX1" fmla="*/ 1550574 w 5480816"/>
              <a:gd name="connsiteY1" fmla="*/ 1954634 h 1978415"/>
              <a:gd name="connsiteX2" fmla="*/ 5480816 w 5480816"/>
              <a:gd name="connsiteY2" fmla="*/ 1673603 h 1978415"/>
              <a:gd name="connsiteX0" fmla="*/ 33957 w 5511969"/>
              <a:gd name="connsiteY0" fmla="*/ 0 h 1978415"/>
              <a:gd name="connsiteX1" fmla="*/ 1581727 w 5511969"/>
              <a:gd name="connsiteY1" fmla="*/ 1954634 h 1978415"/>
              <a:gd name="connsiteX2" fmla="*/ 5511969 w 5511969"/>
              <a:gd name="connsiteY2" fmla="*/ 1673603 h 1978415"/>
              <a:gd name="connsiteX0" fmla="*/ 47966 w 5192398"/>
              <a:gd name="connsiteY0" fmla="*/ 0 h 1070303"/>
              <a:gd name="connsiteX1" fmla="*/ 1262156 w 5192398"/>
              <a:gd name="connsiteY1" fmla="*/ 812615 h 1070303"/>
              <a:gd name="connsiteX2" fmla="*/ 5192398 w 5192398"/>
              <a:gd name="connsiteY2" fmla="*/ 531584 h 1070303"/>
              <a:gd name="connsiteX0" fmla="*/ 18350 w 5162782"/>
              <a:gd name="connsiteY0" fmla="*/ 0 h 970147"/>
              <a:gd name="connsiteX1" fmla="*/ 2507991 w 5162782"/>
              <a:gd name="connsiteY1" fmla="*/ 561449 h 970147"/>
              <a:gd name="connsiteX2" fmla="*/ 5162782 w 5162782"/>
              <a:gd name="connsiteY2" fmla="*/ 531584 h 970147"/>
              <a:gd name="connsiteX0" fmla="*/ 18009 w 5162441"/>
              <a:gd name="connsiteY0" fmla="*/ 0 h 1072106"/>
              <a:gd name="connsiteX1" fmla="*/ 2507650 w 5162441"/>
              <a:gd name="connsiteY1" fmla="*/ 561449 h 1072106"/>
              <a:gd name="connsiteX2" fmla="*/ 5162441 w 5162441"/>
              <a:gd name="connsiteY2" fmla="*/ 531584 h 1072106"/>
              <a:gd name="connsiteX0" fmla="*/ 18009 w 5162441"/>
              <a:gd name="connsiteY0" fmla="*/ 0 h 1072106"/>
              <a:gd name="connsiteX1" fmla="*/ 2507650 w 5162441"/>
              <a:gd name="connsiteY1" fmla="*/ 561449 h 1072106"/>
              <a:gd name="connsiteX2" fmla="*/ 5162441 w 5162441"/>
              <a:gd name="connsiteY2" fmla="*/ 531584 h 1072106"/>
              <a:gd name="connsiteX0" fmla="*/ 17575 w 5162007"/>
              <a:gd name="connsiteY0" fmla="*/ 0 h 1149203"/>
              <a:gd name="connsiteX1" fmla="*/ 2558234 w 5162007"/>
              <a:gd name="connsiteY1" fmla="*/ 734125 h 1149203"/>
              <a:gd name="connsiteX2" fmla="*/ 5162007 w 5162007"/>
              <a:gd name="connsiteY2" fmla="*/ 531584 h 1149203"/>
              <a:gd name="connsiteX0" fmla="*/ 17169 w 5161601"/>
              <a:gd name="connsiteY0" fmla="*/ 0 h 1084185"/>
              <a:gd name="connsiteX1" fmla="*/ 2557828 w 5161601"/>
              <a:gd name="connsiteY1" fmla="*/ 734125 h 1084185"/>
              <a:gd name="connsiteX2" fmla="*/ 5161601 w 5161601"/>
              <a:gd name="connsiteY2" fmla="*/ 531584 h 1084185"/>
              <a:gd name="connsiteX0" fmla="*/ 0 w 5144432"/>
              <a:gd name="connsiteY0" fmla="*/ 0 h 756623"/>
              <a:gd name="connsiteX1" fmla="*/ 2540659 w 5144432"/>
              <a:gd name="connsiteY1" fmla="*/ 734125 h 756623"/>
              <a:gd name="connsiteX2" fmla="*/ 5144432 w 5144432"/>
              <a:gd name="connsiteY2" fmla="*/ 531584 h 756623"/>
              <a:gd name="connsiteX0" fmla="*/ 0 w 5507847"/>
              <a:gd name="connsiteY0" fmla="*/ 0 h 756623"/>
              <a:gd name="connsiteX1" fmla="*/ 2540659 w 5507847"/>
              <a:gd name="connsiteY1" fmla="*/ 734125 h 756623"/>
              <a:gd name="connsiteX2" fmla="*/ 5507847 w 5507847"/>
              <a:gd name="connsiteY2" fmla="*/ 449522 h 756623"/>
              <a:gd name="connsiteX0" fmla="*/ 0 w 5507847"/>
              <a:gd name="connsiteY0" fmla="*/ 0 h 756623"/>
              <a:gd name="connsiteX1" fmla="*/ 2540659 w 5507847"/>
              <a:gd name="connsiteY1" fmla="*/ 734125 h 756623"/>
              <a:gd name="connsiteX2" fmla="*/ 5507847 w 5507847"/>
              <a:gd name="connsiteY2" fmla="*/ 449522 h 756623"/>
              <a:gd name="connsiteX0" fmla="*/ 0 w 5478539"/>
              <a:gd name="connsiteY0" fmla="*/ 0 h 782376"/>
              <a:gd name="connsiteX1" fmla="*/ 2511351 w 5478539"/>
              <a:gd name="connsiteY1" fmla="*/ 763432 h 782376"/>
              <a:gd name="connsiteX2" fmla="*/ 5478539 w 5478539"/>
              <a:gd name="connsiteY2" fmla="*/ 478829 h 782376"/>
              <a:gd name="connsiteX0" fmla="*/ 0 w 6008341"/>
              <a:gd name="connsiteY0" fmla="*/ 957525 h 1210169"/>
              <a:gd name="connsiteX1" fmla="*/ 3041153 w 6008341"/>
              <a:gd name="connsiteY1" fmla="*/ 284603 h 1210169"/>
              <a:gd name="connsiteX2" fmla="*/ 6008341 w 6008341"/>
              <a:gd name="connsiteY2" fmla="*/ 0 h 1210169"/>
              <a:gd name="connsiteX0" fmla="*/ 0 w 6008341"/>
              <a:gd name="connsiteY0" fmla="*/ 957525 h 957525"/>
              <a:gd name="connsiteX1" fmla="*/ 3041153 w 6008341"/>
              <a:gd name="connsiteY1" fmla="*/ 284603 h 957525"/>
              <a:gd name="connsiteX2" fmla="*/ 6008341 w 6008341"/>
              <a:gd name="connsiteY2" fmla="*/ 0 h 957525"/>
              <a:gd name="connsiteX0" fmla="*/ 0 w 6008341"/>
              <a:gd name="connsiteY0" fmla="*/ 957525 h 957525"/>
              <a:gd name="connsiteX1" fmla="*/ 6008341 w 6008341"/>
              <a:gd name="connsiteY1" fmla="*/ 0 h 957525"/>
              <a:gd name="connsiteX0" fmla="*/ 0 w 6286978"/>
              <a:gd name="connsiteY0" fmla="*/ 0 h 796710"/>
              <a:gd name="connsiteX1" fmla="*/ 6286978 w 6286978"/>
              <a:gd name="connsiteY1" fmla="*/ 796710 h 796710"/>
              <a:gd name="connsiteX0" fmla="*/ 0 w 6286978"/>
              <a:gd name="connsiteY0" fmla="*/ 0 h 847330"/>
              <a:gd name="connsiteX1" fmla="*/ 6286978 w 6286978"/>
              <a:gd name="connsiteY1" fmla="*/ 796710 h 847330"/>
              <a:gd name="connsiteX0" fmla="*/ 0 w 6286978"/>
              <a:gd name="connsiteY0" fmla="*/ 419634 h 1235572"/>
              <a:gd name="connsiteX1" fmla="*/ 6286978 w 6286978"/>
              <a:gd name="connsiteY1" fmla="*/ 1216344 h 1235572"/>
              <a:gd name="connsiteX0" fmla="*/ 0 w 6286978"/>
              <a:gd name="connsiteY0" fmla="*/ 369436 h 1289894"/>
              <a:gd name="connsiteX1" fmla="*/ 6286978 w 6286978"/>
              <a:gd name="connsiteY1" fmla="*/ 1166146 h 12898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286978" h="1289894">
                <a:moveTo>
                  <a:pt x="0" y="369436"/>
                </a:moveTo>
                <a:cubicBezTo>
                  <a:pt x="1318615" y="-993646"/>
                  <a:pt x="5246999" y="1909163"/>
                  <a:pt x="6286978" y="1166146"/>
                </a:cubicBezTo>
              </a:path>
            </a:pathLst>
          </a:cu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71" name="Group 70">
            <a:extLst>
              <a:ext uri="{FF2B5EF4-FFF2-40B4-BE49-F238E27FC236}">
                <a16:creationId xmlns:a16="http://schemas.microsoft.com/office/drawing/2014/main" id="{18BBE877-EC42-3B5D-AF38-6272BAD9C701}"/>
              </a:ext>
            </a:extLst>
          </p:cNvPr>
          <p:cNvGrpSpPr/>
          <p:nvPr/>
        </p:nvGrpSpPr>
        <p:grpSpPr>
          <a:xfrm rot="1056694">
            <a:off x="6947866" y="4707754"/>
            <a:ext cx="550143" cy="184758"/>
            <a:chOff x="7629989" y="5236460"/>
            <a:chExt cx="1027147" cy="344953"/>
          </a:xfrm>
        </p:grpSpPr>
        <p:sp>
          <p:nvSpPr>
            <p:cNvPr id="72" name="Oval 71">
              <a:extLst>
                <a:ext uri="{FF2B5EF4-FFF2-40B4-BE49-F238E27FC236}">
                  <a16:creationId xmlns:a16="http://schemas.microsoft.com/office/drawing/2014/main" id="{E0B91B39-86A9-4771-766E-D06DEC2AA12D}"/>
                </a:ext>
              </a:extLst>
            </p:cNvPr>
            <p:cNvSpPr/>
            <p:nvPr/>
          </p:nvSpPr>
          <p:spPr>
            <a:xfrm>
              <a:off x="7629989" y="5236460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3" name="Oval 72">
              <a:extLst>
                <a:ext uri="{FF2B5EF4-FFF2-40B4-BE49-F238E27FC236}">
                  <a16:creationId xmlns:a16="http://schemas.microsoft.com/office/drawing/2014/main" id="{04A5E5C4-5F92-620D-785A-2CAEB608774E}"/>
                </a:ext>
              </a:extLst>
            </p:cNvPr>
            <p:cNvSpPr/>
            <p:nvPr/>
          </p:nvSpPr>
          <p:spPr>
            <a:xfrm>
              <a:off x="8315512" y="5239789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4" name="Rectangle 73">
              <a:extLst>
                <a:ext uri="{FF2B5EF4-FFF2-40B4-BE49-F238E27FC236}">
                  <a16:creationId xmlns:a16="http://schemas.microsoft.com/office/drawing/2014/main" id="{E7DB709F-AFBB-B1A2-6BE3-E535DC5F3E5A}"/>
                </a:ext>
              </a:extLst>
            </p:cNvPr>
            <p:cNvSpPr/>
            <p:nvPr/>
          </p:nvSpPr>
          <p:spPr>
            <a:xfrm>
              <a:off x="7866077" y="5260841"/>
              <a:ext cx="541140" cy="292863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75" name="Straight Connector 74">
              <a:extLst>
                <a:ext uri="{FF2B5EF4-FFF2-40B4-BE49-F238E27FC236}">
                  <a16:creationId xmlns:a16="http://schemas.microsoft.com/office/drawing/2014/main" id="{3A30BFB9-4573-80AC-320E-74DDD1E34685}"/>
                </a:ext>
              </a:extLst>
            </p:cNvPr>
            <p:cNvCxnSpPr/>
            <p:nvPr/>
          </p:nvCxnSpPr>
          <p:spPr>
            <a:xfrm>
              <a:off x="7953306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Straight Connector 75">
              <a:extLst>
                <a:ext uri="{FF2B5EF4-FFF2-40B4-BE49-F238E27FC236}">
                  <a16:creationId xmlns:a16="http://schemas.microsoft.com/office/drawing/2014/main" id="{52E87DFD-A1E2-0643-16E6-408E2F560F4B}"/>
                </a:ext>
              </a:extLst>
            </p:cNvPr>
            <p:cNvCxnSpPr/>
            <p:nvPr/>
          </p:nvCxnSpPr>
          <p:spPr>
            <a:xfrm>
              <a:off x="8266751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Straight Connector 76">
              <a:extLst>
                <a:ext uri="{FF2B5EF4-FFF2-40B4-BE49-F238E27FC236}">
                  <a16:creationId xmlns:a16="http://schemas.microsoft.com/office/drawing/2014/main" id="{E218803F-6790-716D-F226-CFED0CF06B33}"/>
                </a:ext>
              </a:extLst>
            </p:cNvPr>
            <p:cNvCxnSpPr/>
            <p:nvPr/>
          </p:nvCxnSpPr>
          <p:spPr>
            <a:xfrm>
              <a:off x="8099972" y="5260841"/>
              <a:ext cx="0" cy="292863"/>
            </a:xfrm>
            <a:prstGeom prst="line">
              <a:avLst/>
            </a:prstGeom>
            <a:ln w="5080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Straight Connector 77">
              <a:extLst>
                <a:ext uri="{FF2B5EF4-FFF2-40B4-BE49-F238E27FC236}">
                  <a16:creationId xmlns:a16="http://schemas.microsoft.com/office/drawing/2014/main" id="{5E7DB477-3B2E-E4E7-C217-21ABAF9FE197}"/>
                </a:ext>
              </a:extLst>
            </p:cNvPr>
            <p:cNvCxnSpPr/>
            <p:nvPr/>
          </p:nvCxnSpPr>
          <p:spPr>
            <a:xfrm>
              <a:off x="8196330" y="5260841"/>
              <a:ext cx="0" cy="292863"/>
            </a:xfrm>
            <a:prstGeom prst="line">
              <a:avLst/>
            </a:prstGeom>
            <a:ln w="50800"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9" name="TextBox 78">
            <a:extLst>
              <a:ext uri="{FF2B5EF4-FFF2-40B4-BE49-F238E27FC236}">
                <a16:creationId xmlns:a16="http://schemas.microsoft.com/office/drawing/2014/main" id="{91601091-3304-93AA-032E-0ECA823B8E19}"/>
              </a:ext>
            </a:extLst>
          </p:cNvPr>
          <p:cNvSpPr txBox="1"/>
          <p:nvPr/>
        </p:nvSpPr>
        <p:spPr>
          <a:xfrm>
            <a:off x="5702060" y="2251494"/>
            <a:ext cx="4524124" cy="646331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rtlCol="0">
            <a:spAutoFit/>
          </a:bodyPr>
          <a:lstStyle/>
          <a:p>
            <a:r>
              <a:rPr lang="en-US" dirty="0" err="1"/>
              <a:t>Exempel</a:t>
            </a:r>
            <a:r>
              <a:rPr lang="en-US" dirty="0"/>
              <a:t>: </a:t>
            </a:r>
            <a:r>
              <a:rPr lang="en-US" dirty="0" err="1"/>
              <a:t>Lampan</a:t>
            </a:r>
            <a:r>
              <a:rPr lang="en-US" dirty="0"/>
              <a:t> </a:t>
            </a:r>
            <a:r>
              <a:rPr lang="en-US" dirty="0" err="1"/>
              <a:t>skall</a:t>
            </a:r>
            <a:r>
              <a:rPr lang="en-US" dirty="0"/>
              <a:t> t</a:t>
            </a:r>
            <a:r>
              <a:rPr lang="sv-SE" dirty="0"/>
              <a:t>ändas om </a:t>
            </a:r>
            <a:r>
              <a:rPr lang="sv-SE" i="1" dirty="0"/>
              <a:t>någon</a:t>
            </a:r>
            <a:r>
              <a:rPr lang="sv-SE" dirty="0"/>
              <a:t> av</a:t>
            </a:r>
          </a:p>
          <a:p>
            <a:r>
              <a:rPr lang="sv-SE" dirty="0"/>
              <a:t>pin5 eller pin6 är 0.</a:t>
            </a:r>
            <a:endParaRPr lang="LID4096" dirty="0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A73E4B7F-5EB1-98B0-DFB8-254FA20B7C92}"/>
              </a:ext>
            </a:extLst>
          </p:cNvPr>
          <p:cNvSpPr txBox="1"/>
          <p:nvPr/>
        </p:nvSpPr>
        <p:spPr>
          <a:xfrm>
            <a:off x="5441900" y="3254427"/>
            <a:ext cx="2294218" cy="369332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rtlCol="0">
            <a:spAutoFit/>
          </a:bodyPr>
          <a:lstStyle/>
          <a:p>
            <a:r>
              <a:rPr lang="sv-SE" dirty="0"/>
              <a:t>Om bit5 och bit 6 är </a:t>
            </a:r>
            <a:r>
              <a:rPr lang="sv-SE" b="1" dirty="0"/>
              <a:t>0</a:t>
            </a:r>
            <a:endParaRPr lang="LID4096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67638D5-3DB2-9DC1-05CC-E02BA140900F}"/>
              </a:ext>
            </a:extLst>
          </p:cNvPr>
          <p:cNvSpPr txBox="1"/>
          <p:nvPr/>
        </p:nvSpPr>
        <p:spPr>
          <a:xfrm>
            <a:off x="3143421" y="3283249"/>
            <a:ext cx="6319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dirty="0"/>
              <a:t>3.3V</a:t>
            </a:r>
            <a:endParaRPr lang="LID4096" dirty="0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D4FFD937-CC1C-2B5A-324D-5B7B1EE6B1B3}"/>
              </a:ext>
            </a:extLst>
          </p:cNvPr>
          <p:cNvSpPr txBox="1"/>
          <p:nvPr/>
        </p:nvSpPr>
        <p:spPr>
          <a:xfrm>
            <a:off x="3352585" y="4098346"/>
            <a:ext cx="4427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dirty="0"/>
              <a:t>0V</a:t>
            </a:r>
            <a:endParaRPr lang="LID4096" dirty="0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65627D2C-CF9B-6AF9-36A5-CCC51277443F}"/>
              </a:ext>
            </a:extLst>
          </p:cNvPr>
          <p:cNvSpPr txBox="1"/>
          <p:nvPr/>
        </p:nvSpPr>
        <p:spPr>
          <a:xfrm>
            <a:off x="3387607" y="4445260"/>
            <a:ext cx="4427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dirty="0"/>
              <a:t>0V</a:t>
            </a:r>
            <a:endParaRPr lang="LID4096" dirty="0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DB44F79E-E759-B091-779A-E76DCD8AE961}"/>
              </a:ext>
            </a:extLst>
          </p:cNvPr>
          <p:cNvSpPr txBox="1"/>
          <p:nvPr/>
        </p:nvSpPr>
        <p:spPr>
          <a:xfrm>
            <a:off x="9546229" y="4645964"/>
            <a:ext cx="1639936" cy="369332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rtlCol="0">
            <a:spAutoFit/>
          </a:bodyPr>
          <a:lstStyle/>
          <a:p>
            <a:r>
              <a:rPr lang="sv-SE" dirty="0"/>
              <a:t>Lampan Lyser!</a:t>
            </a:r>
            <a:endParaRPr lang="LID4096" dirty="0"/>
          </a:p>
        </p:txBody>
      </p:sp>
      <p:sp>
        <p:nvSpPr>
          <p:cNvPr id="84" name="Freeform: Shape 83">
            <a:extLst>
              <a:ext uri="{FF2B5EF4-FFF2-40B4-BE49-F238E27FC236}">
                <a16:creationId xmlns:a16="http://schemas.microsoft.com/office/drawing/2014/main" id="{F68A677D-083A-801D-6166-A94070380105}"/>
              </a:ext>
            </a:extLst>
          </p:cNvPr>
          <p:cNvSpPr/>
          <p:nvPr/>
        </p:nvSpPr>
        <p:spPr>
          <a:xfrm>
            <a:off x="2290313" y="3713672"/>
            <a:ext cx="8087264" cy="1298275"/>
          </a:xfrm>
          <a:custGeom>
            <a:avLst/>
            <a:gdLst>
              <a:gd name="csX0" fmla="*/ 0 w 8087264"/>
              <a:gd name="csY0" fmla="*/ 379562 h 1298275"/>
              <a:gd name="csX1" fmla="*/ 457200 w 8087264"/>
              <a:gd name="csY1" fmla="*/ 107830 h 1298275"/>
              <a:gd name="csX2" fmla="*/ 974785 w 8087264"/>
              <a:gd name="csY2" fmla="*/ 0 h 1298275"/>
              <a:gd name="csX3" fmla="*/ 1522562 w 8087264"/>
              <a:gd name="csY3" fmla="*/ 17253 h 1298275"/>
              <a:gd name="csX4" fmla="*/ 2165230 w 8087264"/>
              <a:gd name="csY4" fmla="*/ 163902 h 1298275"/>
              <a:gd name="csX5" fmla="*/ 3334110 w 8087264"/>
              <a:gd name="csY5" fmla="*/ 534837 h 1298275"/>
              <a:gd name="csX6" fmla="*/ 4615132 w 8087264"/>
              <a:gd name="csY6" fmla="*/ 1000664 h 1298275"/>
              <a:gd name="csX7" fmla="*/ 5464834 w 8087264"/>
              <a:gd name="csY7" fmla="*/ 1246517 h 1298275"/>
              <a:gd name="csX8" fmla="*/ 5939287 w 8087264"/>
              <a:gd name="csY8" fmla="*/ 1298275 h 1298275"/>
              <a:gd name="csX9" fmla="*/ 6331789 w 8087264"/>
              <a:gd name="csY9" fmla="*/ 1186132 h 1298275"/>
              <a:gd name="csX10" fmla="*/ 7026215 w 8087264"/>
              <a:gd name="csY10" fmla="*/ 780690 h 1298275"/>
              <a:gd name="csX11" fmla="*/ 8087264 w 8087264"/>
              <a:gd name="csY11" fmla="*/ 181154 h 12982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8087264" h="1298275">
                <a:moveTo>
                  <a:pt x="0" y="379562"/>
                </a:moveTo>
                <a:lnTo>
                  <a:pt x="457200" y="107830"/>
                </a:lnTo>
                <a:lnTo>
                  <a:pt x="974785" y="0"/>
                </a:lnTo>
                <a:lnTo>
                  <a:pt x="1522562" y="17253"/>
                </a:lnTo>
                <a:lnTo>
                  <a:pt x="2165230" y="163902"/>
                </a:lnTo>
                <a:lnTo>
                  <a:pt x="3334110" y="534837"/>
                </a:lnTo>
                <a:lnTo>
                  <a:pt x="4615132" y="1000664"/>
                </a:lnTo>
                <a:lnTo>
                  <a:pt x="5464834" y="1246517"/>
                </a:lnTo>
                <a:lnTo>
                  <a:pt x="5939287" y="1298275"/>
                </a:lnTo>
                <a:lnTo>
                  <a:pt x="6331789" y="1186132"/>
                </a:lnTo>
                <a:lnTo>
                  <a:pt x="7026215" y="780690"/>
                </a:lnTo>
                <a:lnTo>
                  <a:pt x="8087264" y="181154"/>
                </a:lnTo>
              </a:path>
            </a:pathLst>
          </a:custGeom>
          <a:noFill/>
          <a:ln>
            <a:solidFill>
              <a:srgbClr val="FFC000"/>
            </a:solidFill>
            <a:prstDash val="sysDash"/>
          </a:ln>
          <a:effectLst>
            <a:glow rad="63500">
              <a:schemeClr val="accent2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85" name="Freeform: Shape 84">
            <a:extLst>
              <a:ext uri="{FF2B5EF4-FFF2-40B4-BE49-F238E27FC236}">
                <a16:creationId xmlns:a16="http://schemas.microsoft.com/office/drawing/2014/main" id="{96293EE3-1A79-47D7-007B-62B961BF93CB}"/>
              </a:ext>
            </a:extLst>
          </p:cNvPr>
          <p:cNvSpPr/>
          <p:nvPr/>
        </p:nvSpPr>
        <p:spPr>
          <a:xfrm>
            <a:off x="6922698" y="4028536"/>
            <a:ext cx="3536830" cy="1263770"/>
          </a:xfrm>
          <a:custGeom>
            <a:avLst/>
            <a:gdLst>
              <a:gd name="csX0" fmla="*/ 3536830 w 3536830"/>
              <a:gd name="csY0" fmla="*/ 0 h 1263770"/>
              <a:gd name="csX1" fmla="*/ 1798608 w 3536830"/>
              <a:gd name="csY1" fmla="*/ 1013604 h 1263770"/>
              <a:gd name="csX2" fmla="*/ 1367287 w 3536830"/>
              <a:gd name="csY2" fmla="*/ 1194758 h 1263770"/>
              <a:gd name="csX3" fmla="*/ 1004977 w 3536830"/>
              <a:gd name="csY3" fmla="*/ 1263770 h 1263770"/>
              <a:gd name="csX4" fmla="*/ 672860 w 3536830"/>
              <a:gd name="csY4" fmla="*/ 1246517 h 1263770"/>
              <a:gd name="csX5" fmla="*/ 224287 w 3536830"/>
              <a:gd name="csY5" fmla="*/ 1052422 h 1263770"/>
              <a:gd name="csX6" fmla="*/ 0 w 3536830"/>
              <a:gd name="csY6" fmla="*/ 953219 h 126377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3536830" h="1263770">
                <a:moveTo>
                  <a:pt x="3536830" y="0"/>
                </a:moveTo>
                <a:lnTo>
                  <a:pt x="1798608" y="1013604"/>
                </a:lnTo>
                <a:lnTo>
                  <a:pt x="1367287" y="1194758"/>
                </a:lnTo>
                <a:lnTo>
                  <a:pt x="1004977" y="1263770"/>
                </a:lnTo>
                <a:lnTo>
                  <a:pt x="672860" y="1246517"/>
                </a:lnTo>
                <a:lnTo>
                  <a:pt x="224287" y="1052422"/>
                </a:lnTo>
                <a:lnTo>
                  <a:pt x="0" y="953219"/>
                </a:lnTo>
              </a:path>
            </a:pathLst>
          </a:custGeom>
          <a:noFill/>
          <a:ln>
            <a:solidFill>
              <a:srgbClr val="FFC000"/>
            </a:solidFill>
            <a:prstDash val="sysDash"/>
          </a:ln>
          <a:effectLst>
            <a:glow rad="63500">
              <a:schemeClr val="accent2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86" name="Freeform: Shape 85">
            <a:extLst>
              <a:ext uri="{FF2B5EF4-FFF2-40B4-BE49-F238E27FC236}">
                <a16:creationId xmlns:a16="http://schemas.microsoft.com/office/drawing/2014/main" id="{9DC3811F-CAFC-EBCE-1345-54908AD77D1F}"/>
              </a:ext>
            </a:extLst>
          </p:cNvPr>
          <p:cNvSpPr/>
          <p:nvPr/>
        </p:nvSpPr>
        <p:spPr>
          <a:xfrm>
            <a:off x="2566358" y="4270075"/>
            <a:ext cx="4347714" cy="677174"/>
          </a:xfrm>
          <a:custGeom>
            <a:avLst/>
            <a:gdLst>
              <a:gd name="csX0" fmla="*/ 4347714 w 4347714"/>
              <a:gd name="csY0" fmla="*/ 677174 h 677174"/>
              <a:gd name="csX1" fmla="*/ 3786997 w 4347714"/>
              <a:gd name="csY1" fmla="*/ 401129 h 677174"/>
              <a:gd name="csX2" fmla="*/ 3446253 w 4347714"/>
              <a:gd name="csY2" fmla="*/ 327804 h 677174"/>
              <a:gd name="csX3" fmla="*/ 496019 w 4347714"/>
              <a:gd name="csY3" fmla="*/ 4314 h 677174"/>
              <a:gd name="csX4" fmla="*/ 138023 w 4347714"/>
              <a:gd name="csY4" fmla="*/ 0 h 677174"/>
              <a:gd name="csX5" fmla="*/ 0 w 4347714"/>
              <a:gd name="csY5" fmla="*/ 60385 h 67717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347714" h="677174">
                <a:moveTo>
                  <a:pt x="4347714" y="677174"/>
                </a:moveTo>
                <a:lnTo>
                  <a:pt x="3786997" y="401129"/>
                </a:lnTo>
                <a:lnTo>
                  <a:pt x="3446253" y="327804"/>
                </a:lnTo>
                <a:lnTo>
                  <a:pt x="496019" y="4314"/>
                </a:lnTo>
                <a:lnTo>
                  <a:pt x="138023" y="0"/>
                </a:lnTo>
                <a:lnTo>
                  <a:pt x="0" y="60385"/>
                </a:lnTo>
              </a:path>
            </a:pathLst>
          </a:custGeom>
          <a:noFill/>
          <a:ln>
            <a:solidFill>
              <a:srgbClr val="FFC000"/>
            </a:solidFill>
            <a:prstDash val="sysDash"/>
          </a:ln>
          <a:effectLst>
            <a:glow rad="63500">
              <a:schemeClr val="accent2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87" name="Freeform: Shape 86">
            <a:extLst>
              <a:ext uri="{FF2B5EF4-FFF2-40B4-BE49-F238E27FC236}">
                <a16:creationId xmlns:a16="http://schemas.microsoft.com/office/drawing/2014/main" id="{0EB1C8AE-6974-3D23-99EE-5359F7F10CFA}"/>
              </a:ext>
            </a:extLst>
          </p:cNvPr>
          <p:cNvSpPr/>
          <p:nvPr/>
        </p:nvSpPr>
        <p:spPr>
          <a:xfrm>
            <a:off x="2562045" y="4546121"/>
            <a:ext cx="4334774" cy="435634"/>
          </a:xfrm>
          <a:custGeom>
            <a:avLst/>
            <a:gdLst>
              <a:gd name="csX0" fmla="*/ 4334774 w 4334774"/>
              <a:gd name="csY0" fmla="*/ 435634 h 435634"/>
              <a:gd name="csX1" fmla="*/ 3804249 w 4334774"/>
              <a:gd name="csY1" fmla="*/ 293298 h 435634"/>
              <a:gd name="csX2" fmla="*/ 3429000 w 4334774"/>
              <a:gd name="csY2" fmla="*/ 224287 h 435634"/>
              <a:gd name="csX3" fmla="*/ 2881223 w 4334774"/>
              <a:gd name="csY3" fmla="*/ 207034 h 435634"/>
              <a:gd name="csX4" fmla="*/ 2389517 w 4334774"/>
              <a:gd name="csY4" fmla="*/ 211347 h 435634"/>
              <a:gd name="csX5" fmla="*/ 547778 w 4334774"/>
              <a:gd name="csY5" fmla="*/ 17253 h 435634"/>
              <a:gd name="csX6" fmla="*/ 323491 w 4334774"/>
              <a:gd name="csY6" fmla="*/ 0 h 435634"/>
              <a:gd name="csX7" fmla="*/ 0 w 4334774"/>
              <a:gd name="csY7" fmla="*/ 56071 h 4356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334774" h="435634">
                <a:moveTo>
                  <a:pt x="4334774" y="435634"/>
                </a:moveTo>
                <a:lnTo>
                  <a:pt x="3804249" y="293298"/>
                </a:lnTo>
                <a:lnTo>
                  <a:pt x="3429000" y="224287"/>
                </a:lnTo>
                <a:lnTo>
                  <a:pt x="2881223" y="207034"/>
                </a:lnTo>
                <a:lnTo>
                  <a:pt x="2389517" y="211347"/>
                </a:lnTo>
                <a:lnTo>
                  <a:pt x="547778" y="17253"/>
                </a:lnTo>
                <a:lnTo>
                  <a:pt x="323491" y="0"/>
                </a:lnTo>
                <a:lnTo>
                  <a:pt x="0" y="56071"/>
                </a:lnTo>
              </a:path>
            </a:pathLst>
          </a:custGeom>
          <a:noFill/>
          <a:ln>
            <a:solidFill>
              <a:srgbClr val="FFC000"/>
            </a:solidFill>
            <a:prstDash val="sysDash"/>
          </a:ln>
          <a:effectLst>
            <a:glow rad="63500">
              <a:schemeClr val="accent2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8908062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1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" dur="5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8" dur="5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4" grpId="0" animBg="1"/>
      <p:bldP spid="85" grpId="0" animBg="1"/>
      <p:bldP spid="86" grpId="0" animBg="1"/>
      <p:bldP spid="87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D44861-2F00-D451-D105-446B874104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87F7A2-A0EF-AD46-8218-93F388096F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Digital Output</a:t>
            </a:r>
            <a:endParaRPr lang="LID4096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0F5F31C9-91BC-DC78-7DFA-C0E45FF842F3}"/>
              </a:ext>
            </a:extLst>
          </p:cNvPr>
          <p:cNvGrpSpPr/>
          <p:nvPr/>
        </p:nvGrpSpPr>
        <p:grpSpPr>
          <a:xfrm>
            <a:off x="8461122" y="3296317"/>
            <a:ext cx="2669370" cy="1907729"/>
            <a:chOff x="9519713" y="2988597"/>
            <a:chExt cx="1319935" cy="943323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07514F85-0F03-3C58-0FDC-04EEAE226D6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519713" y="2988597"/>
              <a:ext cx="1319935" cy="943323"/>
            </a:xfrm>
            <a:prstGeom prst="rect">
              <a:avLst/>
            </a:prstGeom>
          </p:spPr>
        </p:pic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3D24F340-6FD7-18D5-E085-99D8C03A8C11}"/>
                </a:ext>
              </a:extLst>
            </p:cNvPr>
            <p:cNvSpPr/>
            <p:nvPr/>
          </p:nvSpPr>
          <p:spPr>
            <a:xfrm rot="19997983">
              <a:off x="10475358" y="3191629"/>
              <a:ext cx="265922" cy="134378"/>
            </a:xfrm>
            <a:prstGeom prst="ellipse">
              <a:avLst/>
            </a:prstGeom>
            <a:noFill/>
            <a:ln w="127">
              <a:solidFill>
                <a:srgbClr val="FF0000"/>
              </a:solidFill>
            </a:ln>
            <a:effectLst>
              <a:glow rad="127000">
                <a:srgbClr val="FF0000">
                  <a:alpha val="61000"/>
                </a:srgbClr>
              </a:glo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89CAC285-D1D5-B42C-2815-B964A2453546}"/>
              </a:ext>
            </a:extLst>
          </p:cNvPr>
          <p:cNvGrpSpPr/>
          <p:nvPr/>
        </p:nvGrpSpPr>
        <p:grpSpPr>
          <a:xfrm rot="16200000">
            <a:off x="703596" y="3609031"/>
            <a:ext cx="3095687" cy="2470259"/>
            <a:chOff x="436296" y="1927862"/>
            <a:chExt cx="5353797" cy="4272158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DE9B773B-F100-C1E4-4E5D-8F0383E538F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36296" y="2545839"/>
              <a:ext cx="5353797" cy="2772162"/>
            </a:xfrm>
            <a:prstGeom prst="rect">
              <a:avLst/>
            </a:prstGeom>
          </p:spPr>
        </p:pic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7B085FC1-AC6C-4EFE-AD26-25A6216997A3}"/>
                </a:ext>
              </a:extLst>
            </p:cNvPr>
            <p:cNvSpPr/>
            <p:nvPr/>
          </p:nvSpPr>
          <p:spPr>
            <a:xfrm>
              <a:off x="1578586" y="3558540"/>
              <a:ext cx="3381375" cy="1402080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B2880DFD-22B9-F827-5D3A-FC709BD1724B}"/>
                </a:ext>
              </a:extLst>
            </p:cNvPr>
            <p:cNvSpPr/>
            <p:nvPr/>
          </p:nvSpPr>
          <p:spPr>
            <a:xfrm>
              <a:off x="1436663" y="3406140"/>
              <a:ext cx="3787140" cy="259080"/>
            </a:xfrm>
            <a:custGeom>
              <a:avLst/>
              <a:gdLst>
                <a:gd name="connsiteX0" fmla="*/ 3406140 w 3825240"/>
                <a:gd name="connsiteY0" fmla="*/ 0 h 259080"/>
                <a:gd name="connsiteX1" fmla="*/ 0 w 3825240"/>
                <a:gd name="connsiteY1" fmla="*/ 68580 h 259080"/>
                <a:gd name="connsiteX2" fmla="*/ 228600 w 3825240"/>
                <a:gd name="connsiteY2" fmla="*/ 259080 h 259080"/>
                <a:gd name="connsiteX3" fmla="*/ 3825240 w 3825240"/>
                <a:gd name="connsiteY3" fmla="*/ 167640 h 259080"/>
                <a:gd name="connsiteX4" fmla="*/ 3406140 w 3825240"/>
                <a:gd name="connsiteY4" fmla="*/ 0 h 259080"/>
                <a:gd name="connsiteX0" fmla="*/ 3406140 w 3787140"/>
                <a:gd name="connsiteY0" fmla="*/ 0 h 259080"/>
                <a:gd name="connsiteX1" fmla="*/ 0 w 3787140"/>
                <a:gd name="connsiteY1" fmla="*/ 68580 h 259080"/>
                <a:gd name="connsiteX2" fmla="*/ 228600 w 3787140"/>
                <a:gd name="connsiteY2" fmla="*/ 259080 h 259080"/>
                <a:gd name="connsiteX3" fmla="*/ 3787140 w 3787140"/>
                <a:gd name="connsiteY3" fmla="*/ 153353 h 259080"/>
                <a:gd name="connsiteX4" fmla="*/ 3406140 w 3787140"/>
                <a:gd name="connsiteY4" fmla="*/ 0 h 2590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87140" h="259080">
                  <a:moveTo>
                    <a:pt x="3406140" y="0"/>
                  </a:moveTo>
                  <a:lnTo>
                    <a:pt x="0" y="68580"/>
                  </a:lnTo>
                  <a:lnTo>
                    <a:pt x="228600" y="259080"/>
                  </a:lnTo>
                  <a:lnTo>
                    <a:pt x="3787140" y="153353"/>
                  </a:lnTo>
                  <a:lnTo>
                    <a:pt x="3406140" y="0"/>
                  </a:lnTo>
                  <a:close/>
                </a:path>
              </a:pathLst>
            </a:cu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FC343116-C795-FD2D-E81A-FAF9B6BFE912}"/>
                </a:ext>
              </a:extLst>
            </p:cNvPr>
            <p:cNvSpPr/>
            <p:nvPr/>
          </p:nvSpPr>
          <p:spPr>
            <a:xfrm>
              <a:off x="1459523" y="3482340"/>
              <a:ext cx="205740" cy="1714500"/>
            </a:xfrm>
            <a:custGeom>
              <a:avLst/>
              <a:gdLst>
                <a:gd name="connsiteX0" fmla="*/ 0 w 205740"/>
                <a:gd name="connsiteY0" fmla="*/ 0 h 1714500"/>
                <a:gd name="connsiteX1" fmla="*/ 30480 w 205740"/>
                <a:gd name="connsiteY1" fmla="*/ 1539240 h 1714500"/>
                <a:gd name="connsiteX2" fmla="*/ 205740 w 205740"/>
                <a:gd name="connsiteY2" fmla="*/ 1714500 h 1714500"/>
                <a:gd name="connsiteX3" fmla="*/ 198120 w 205740"/>
                <a:gd name="connsiteY3" fmla="*/ 167640 h 1714500"/>
                <a:gd name="connsiteX4" fmla="*/ 0 w 205740"/>
                <a:gd name="connsiteY4" fmla="*/ 0 h 1714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5740" h="1714500">
                  <a:moveTo>
                    <a:pt x="0" y="0"/>
                  </a:moveTo>
                  <a:lnTo>
                    <a:pt x="30480" y="1539240"/>
                  </a:lnTo>
                  <a:lnTo>
                    <a:pt x="205740" y="1714500"/>
                  </a:lnTo>
                  <a:lnTo>
                    <a:pt x="198120" y="1676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AB963EA7-A05B-60BE-F6F2-0D1DB9F4791E}"/>
                </a:ext>
              </a:extLst>
            </p:cNvPr>
            <p:cNvSpPr/>
            <p:nvPr/>
          </p:nvSpPr>
          <p:spPr>
            <a:xfrm>
              <a:off x="1657643" y="3558540"/>
              <a:ext cx="3596640" cy="1653540"/>
            </a:xfrm>
            <a:custGeom>
              <a:avLst/>
              <a:gdLst>
                <a:gd name="connsiteX0" fmla="*/ 0 w 3680460"/>
                <a:gd name="connsiteY0" fmla="*/ 1653540 h 1653540"/>
                <a:gd name="connsiteX1" fmla="*/ 1463040 w 3680460"/>
                <a:gd name="connsiteY1" fmla="*/ 1592580 h 1653540"/>
                <a:gd name="connsiteX2" fmla="*/ 1463040 w 3680460"/>
                <a:gd name="connsiteY2" fmla="*/ 1417320 h 1653540"/>
                <a:gd name="connsiteX3" fmla="*/ 182880 w 3680460"/>
                <a:gd name="connsiteY3" fmla="*/ 1478280 h 1653540"/>
                <a:gd name="connsiteX4" fmla="*/ 160020 w 3680460"/>
                <a:gd name="connsiteY4" fmla="*/ 266700 h 1653540"/>
                <a:gd name="connsiteX5" fmla="*/ 3474720 w 3680460"/>
                <a:gd name="connsiteY5" fmla="*/ 160020 h 1653540"/>
                <a:gd name="connsiteX6" fmla="*/ 3467100 w 3680460"/>
                <a:gd name="connsiteY6" fmla="*/ 1424940 h 1653540"/>
                <a:gd name="connsiteX7" fmla="*/ 2278380 w 3680460"/>
                <a:gd name="connsiteY7" fmla="*/ 1432560 h 1653540"/>
                <a:gd name="connsiteX8" fmla="*/ 2263140 w 3680460"/>
                <a:gd name="connsiteY8" fmla="*/ 1584960 h 1653540"/>
                <a:gd name="connsiteX9" fmla="*/ 3680460 w 3680460"/>
                <a:gd name="connsiteY9" fmla="*/ 1546860 h 1653540"/>
                <a:gd name="connsiteX10" fmla="*/ 3589020 w 3680460"/>
                <a:gd name="connsiteY10" fmla="*/ 0 h 1653540"/>
                <a:gd name="connsiteX11" fmla="*/ 0 w 3680460"/>
                <a:gd name="connsiteY11" fmla="*/ 91440 h 1653540"/>
                <a:gd name="connsiteX12" fmla="*/ 0 w 3680460"/>
                <a:gd name="connsiteY12" fmla="*/ 1653540 h 1653540"/>
                <a:gd name="connsiteX0" fmla="*/ 0 w 3649980"/>
                <a:gd name="connsiteY0" fmla="*/ 1653540 h 1653540"/>
                <a:gd name="connsiteX1" fmla="*/ 1463040 w 3649980"/>
                <a:gd name="connsiteY1" fmla="*/ 1592580 h 1653540"/>
                <a:gd name="connsiteX2" fmla="*/ 1463040 w 3649980"/>
                <a:gd name="connsiteY2" fmla="*/ 1417320 h 1653540"/>
                <a:gd name="connsiteX3" fmla="*/ 182880 w 3649980"/>
                <a:gd name="connsiteY3" fmla="*/ 1478280 h 1653540"/>
                <a:gd name="connsiteX4" fmla="*/ 160020 w 3649980"/>
                <a:gd name="connsiteY4" fmla="*/ 266700 h 1653540"/>
                <a:gd name="connsiteX5" fmla="*/ 3474720 w 3649980"/>
                <a:gd name="connsiteY5" fmla="*/ 160020 h 1653540"/>
                <a:gd name="connsiteX6" fmla="*/ 3467100 w 3649980"/>
                <a:gd name="connsiteY6" fmla="*/ 1424940 h 1653540"/>
                <a:gd name="connsiteX7" fmla="*/ 2278380 w 3649980"/>
                <a:gd name="connsiteY7" fmla="*/ 1432560 h 1653540"/>
                <a:gd name="connsiteX8" fmla="*/ 2263140 w 3649980"/>
                <a:gd name="connsiteY8" fmla="*/ 1584960 h 1653540"/>
                <a:gd name="connsiteX9" fmla="*/ 3649980 w 3649980"/>
                <a:gd name="connsiteY9" fmla="*/ 1554480 h 1653540"/>
                <a:gd name="connsiteX10" fmla="*/ 3589020 w 3649980"/>
                <a:gd name="connsiteY10" fmla="*/ 0 h 1653540"/>
                <a:gd name="connsiteX11" fmla="*/ 0 w 3649980"/>
                <a:gd name="connsiteY11" fmla="*/ 91440 h 1653540"/>
                <a:gd name="connsiteX12" fmla="*/ 0 w 3649980"/>
                <a:gd name="connsiteY12" fmla="*/ 1653540 h 1653540"/>
                <a:gd name="connsiteX0" fmla="*/ 0 w 3596640"/>
                <a:gd name="connsiteY0" fmla="*/ 1653540 h 1653540"/>
                <a:gd name="connsiteX1" fmla="*/ 1463040 w 3596640"/>
                <a:gd name="connsiteY1" fmla="*/ 1592580 h 1653540"/>
                <a:gd name="connsiteX2" fmla="*/ 1463040 w 3596640"/>
                <a:gd name="connsiteY2" fmla="*/ 1417320 h 1653540"/>
                <a:gd name="connsiteX3" fmla="*/ 182880 w 3596640"/>
                <a:gd name="connsiteY3" fmla="*/ 1478280 h 1653540"/>
                <a:gd name="connsiteX4" fmla="*/ 160020 w 3596640"/>
                <a:gd name="connsiteY4" fmla="*/ 266700 h 1653540"/>
                <a:gd name="connsiteX5" fmla="*/ 3474720 w 3596640"/>
                <a:gd name="connsiteY5" fmla="*/ 160020 h 1653540"/>
                <a:gd name="connsiteX6" fmla="*/ 3467100 w 3596640"/>
                <a:gd name="connsiteY6" fmla="*/ 1424940 h 1653540"/>
                <a:gd name="connsiteX7" fmla="*/ 2278380 w 3596640"/>
                <a:gd name="connsiteY7" fmla="*/ 1432560 h 1653540"/>
                <a:gd name="connsiteX8" fmla="*/ 2263140 w 3596640"/>
                <a:gd name="connsiteY8" fmla="*/ 1584960 h 1653540"/>
                <a:gd name="connsiteX9" fmla="*/ 3596640 w 3596640"/>
                <a:gd name="connsiteY9" fmla="*/ 1546860 h 1653540"/>
                <a:gd name="connsiteX10" fmla="*/ 3589020 w 3596640"/>
                <a:gd name="connsiteY10" fmla="*/ 0 h 1653540"/>
                <a:gd name="connsiteX11" fmla="*/ 0 w 3596640"/>
                <a:gd name="connsiteY11" fmla="*/ 91440 h 1653540"/>
                <a:gd name="connsiteX12" fmla="*/ 0 w 3596640"/>
                <a:gd name="connsiteY12" fmla="*/ 1653540 h 165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6640" h="1653540">
                  <a:moveTo>
                    <a:pt x="0" y="1653540"/>
                  </a:moveTo>
                  <a:lnTo>
                    <a:pt x="1463040" y="1592580"/>
                  </a:lnTo>
                  <a:lnTo>
                    <a:pt x="1463040" y="1417320"/>
                  </a:lnTo>
                  <a:lnTo>
                    <a:pt x="182880" y="1478280"/>
                  </a:lnTo>
                  <a:lnTo>
                    <a:pt x="160020" y="266700"/>
                  </a:lnTo>
                  <a:lnTo>
                    <a:pt x="3474720" y="160020"/>
                  </a:lnTo>
                  <a:lnTo>
                    <a:pt x="3467100" y="1424940"/>
                  </a:lnTo>
                  <a:lnTo>
                    <a:pt x="2278380" y="1432560"/>
                  </a:lnTo>
                  <a:lnTo>
                    <a:pt x="2263140" y="1584960"/>
                  </a:lnTo>
                  <a:lnTo>
                    <a:pt x="3596640" y="1546860"/>
                  </a:lnTo>
                  <a:lnTo>
                    <a:pt x="3589020" y="0"/>
                  </a:lnTo>
                  <a:lnTo>
                    <a:pt x="0" y="91440"/>
                  </a:lnTo>
                  <a:lnTo>
                    <a:pt x="0" y="165354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9792CD96-9F3F-A36C-49CC-7776E46B6557}"/>
                </a:ext>
              </a:extLst>
            </p:cNvPr>
            <p:cNvSpPr/>
            <p:nvPr/>
          </p:nvSpPr>
          <p:spPr>
            <a:xfrm>
              <a:off x="1833379" y="3727133"/>
              <a:ext cx="3305175" cy="1312068"/>
            </a:xfrm>
            <a:custGeom>
              <a:avLst/>
              <a:gdLst>
                <a:gd name="connsiteX0" fmla="*/ 2943225 w 3305175"/>
                <a:gd name="connsiteY0" fmla="*/ 4762 h 1312068"/>
                <a:gd name="connsiteX1" fmla="*/ 2964657 w 3305175"/>
                <a:gd name="connsiteY1" fmla="*/ 1040606 h 1312068"/>
                <a:gd name="connsiteX2" fmla="*/ 0 w 3305175"/>
                <a:gd name="connsiteY2" fmla="*/ 1133475 h 1312068"/>
                <a:gd name="connsiteX3" fmla="*/ 7144 w 3305175"/>
                <a:gd name="connsiteY3" fmla="*/ 1312068 h 1312068"/>
                <a:gd name="connsiteX4" fmla="*/ 1290638 w 3305175"/>
                <a:gd name="connsiteY4" fmla="*/ 1254918 h 1312068"/>
                <a:gd name="connsiteX5" fmla="*/ 1362075 w 3305175"/>
                <a:gd name="connsiteY5" fmla="*/ 1202531 h 1312068"/>
                <a:gd name="connsiteX6" fmla="*/ 1431132 w 3305175"/>
                <a:gd name="connsiteY6" fmla="*/ 1185862 h 1312068"/>
                <a:gd name="connsiteX7" fmla="*/ 1735932 w 3305175"/>
                <a:gd name="connsiteY7" fmla="*/ 1171575 h 1312068"/>
                <a:gd name="connsiteX8" fmla="*/ 1902619 w 3305175"/>
                <a:gd name="connsiteY8" fmla="*/ 1178718 h 1312068"/>
                <a:gd name="connsiteX9" fmla="*/ 2100263 w 3305175"/>
                <a:gd name="connsiteY9" fmla="*/ 1264443 h 1312068"/>
                <a:gd name="connsiteX10" fmla="*/ 3300413 w 3305175"/>
                <a:gd name="connsiteY10" fmla="*/ 1257300 h 1312068"/>
                <a:gd name="connsiteX11" fmla="*/ 3305175 w 3305175"/>
                <a:gd name="connsiteY11" fmla="*/ 0 h 1312068"/>
                <a:gd name="connsiteX12" fmla="*/ 2943225 w 3305175"/>
                <a:gd name="connsiteY12" fmla="*/ 4762 h 1312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305175" h="1312068">
                  <a:moveTo>
                    <a:pt x="2943225" y="4762"/>
                  </a:moveTo>
                  <a:lnTo>
                    <a:pt x="2964657" y="1040606"/>
                  </a:lnTo>
                  <a:lnTo>
                    <a:pt x="0" y="1133475"/>
                  </a:lnTo>
                  <a:lnTo>
                    <a:pt x="7144" y="1312068"/>
                  </a:lnTo>
                  <a:lnTo>
                    <a:pt x="1290638" y="1254918"/>
                  </a:lnTo>
                  <a:lnTo>
                    <a:pt x="1362075" y="1202531"/>
                  </a:lnTo>
                  <a:lnTo>
                    <a:pt x="1431132" y="1185862"/>
                  </a:lnTo>
                  <a:lnTo>
                    <a:pt x="1735932" y="1171575"/>
                  </a:lnTo>
                  <a:lnTo>
                    <a:pt x="1902619" y="1178718"/>
                  </a:lnTo>
                  <a:lnTo>
                    <a:pt x="2100263" y="1264443"/>
                  </a:lnTo>
                  <a:lnTo>
                    <a:pt x="3300413" y="1257300"/>
                  </a:lnTo>
                  <a:cubicBezTo>
                    <a:pt x="3302000" y="838200"/>
                    <a:pt x="3303588" y="419100"/>
                    <a:pt x="3305175" y="0"/>
                  </a:cubicBezTo>
                  <a:lnTo>
                    <a:pt x="2943225" y="4762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407A49C7-01AB-1DD1-5563-D8BFE11F0D38}"/>
                </a:ext>
              </a:extLst>
            </p:cNvPr>
            <p:cNvSpPr/>
            <p:nvPr/>
          </p:nvSpPr>
          <p:spPr>
            <a:xfrm>
              <a:off x="3119254" y="4896326"/>
              <a:ext cx="819150" cy="247650"/>
            </a:xfrm>
            <a:custGeom>
              <a:avLst/>
              <a:gdLst>
                <a:gd name="connsiteX0" fmla="*/ 802482 w 819150"/>
                <a:gd name="connsiteY0" fmla="*/ 242888 h 247650"/>
                <a:gd name="connsiteX1" fmla="*/ 588169 w 819150"/>
                <a:gd name="connsiteY1" fmla="*/ 116682 h 247650"/>
                <a:gd name="connsiteX2" fmla="*/ 452438 w 819150"/>
                <a:gd name="connsiteY2" fmla="*/ 95250 h 247650"/>
                <a:gd name="connsiteX3" fmla="*/ 192882 w 819150"/>
                <a:gd name="connsiteY3" fmla="*/ 92869 h 247650"/>
                <a:gd name="connsiteX4" fmla="*/ 76200 w 819150"/>
                <a:gd name="connsiteY4" fmla="*/ 140494 h 247650"/>
                <a:gd name="connsiteX5" fmla="*/ 11907 w 819150"/>
                <a:gd name="connsiteY5" fmla="*/ 247650 h 247650"/>
                <a:gd name="connsiteX6" fmla="*/ 0 w 819150"/>
                <a:gd name="connsiteY6" fmla="*/ 85725 h 247650"/>
                <a:gd name="connsiteX7" fmla="*/ 76200 w 819150"/>
                <a:gd name="connsiteY7" fmla="*/ 33338 h 247650"/>
                <a:gd name="connsiteX8" fmla="*/ 173832 w 819150"/>
                <a:gd name="connsiteY8" fmla="*/ 14288 h 247650"/>
                <a:gd name="connsiteX9" fmla="*/ 469107 w 819150"/>
                <a:gd name="connsiteY9" fmla="*/ 0 h 247650"/>
                <a:gd name="connsiteX10" fmla="*/ 616744 w 819150"/>
                <a:gd name="connsiteY10" fmla="*/ 14288 h 247650"/>
                <a:gd name="connsiteX11" fmla="*/ 819150 w 819150"/>
                <a:gd name="connsiteY11" fmla="*/ 95250 h 247650"/>
                <a:gd name="connsiteX12" fmla="*/ 802482 w 819150"/>
                <a:gd name="connsiteY12" fmla="*/ 242888 h 247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19150" h="247650">
                  <a:moveTo>
                    <a:pt x="802482" y="242888"/>
                  </a:moveTo>
                  <a:lnTo>
                    <a:pt x="588169" y="116682"/>
                  </a:lnTo>
                  <a:lnTo>
                    <a:pt x="452438" y="95250"/>
                  </a:lnTo>
                  <a:lnTo>
                    <a:pt x="192882" y="92869"/>
                  </a:lnTo>
                  <a:lnTo>
                    <a:pt x="76200" y="140494"/>
                  </a:lnTo>
                  <a:lnTo>
                    <a:pt x="11907" y="247650"/>
                  </a:lnTo>
                  <a:lnTo>
                    <a:pt x="0" y="85725"/>
                  </a:lnTo>
                  <a:lnTo>
                    <a:pt x="76200" y="33338"/>
                  </a:lnTo>
                  <a:lnTo>
                    <a:pt x="173832" y="14288"/>
                  </a:lnTo>
                  <a:lnTo>
                    <a:pt x="469107" y="0"/>
                  </a:lnTo>
                  <a:lnTo>
                    <a:pt x="616744" y="14288"/>
                  </a:lnTo>
                  <a:lnTo>
                    <a:pt x="819150" y="95250"/>
                  </a:lnTo>
                  <a:lnTo>
                    <a:pt x="802482" y="242888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E6220141-FBD9-B21D-A48A-32DA6155A7E4}"/>
                </a:ext>
              </a:extLst>
            </p:cNvPr>
            <p:cNvGrpSpPr/>
            <p:nvPr/>
          </p:nvGrpSpPr>
          <p:grpSpPr>
            <a:xfrm>
              <a:off x="4243204" y="4020026"/>
              <a:ext cx="209550" cy="157163"/>
              <a:chOff x="6669881" y="4393406"/>
              <a:chExt cx="209550" cy="157163"/>
            </a:xfrm>
          </p:grpSpPr>
          <p:sp>
            <p:nvSpPr>
              <p:cNvPr id="63" name="Rectangle 62">
                <a:extLst>
                  <a:ext uri="{FF2B5EF4-FFF2-40B4-BE49-F238E27FC236}">
                    <a16:creationId xmlns:a16="http://schemas.microsoft.com/office/drawing/2014/main" id="{0520B5A7-E7B4-4A3F-11ED-6C6C3180736B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4" name="Freeform: Shape 63">
                <a:extLst>
                  <a:ext uri="{FF2B5EF4-FFF2-40B4-BE49-F238E27FC236}">
                    <a16:creationId xmlns:a16="http://schemas.microsoft.com/office/drawing/2014/main" id="{6DF8B5C0-CC9B-2D87-5305-0C404F819FBE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48C5D90B-7827-8768-8A49-2AD33FB823B1}"/>
                </a:ext>
              </a:extLst>
            </p:cNvPr>
            <p:cNvGrpSpPr/>
            <p:nvPr/>
          </p:nvGrpSpPr>
          <p:grpSpPr>
            <a:xfrm>
              <a:off x="3797910" y="4050982"/>
              <a:ext cx="209550" cy="157163"/>
              <a:chOff x="6669881" y="4393406"/>
              <a:chExt cx="209550" cy="157163"/>
            </a:xfrm>
          </p:grpSpPr>
          <p:sp>
            <p:nvSpPr>
              <p:cNvPr id="61" name="Rectangle 60">
                <a:extLst>
                  <a:ext uri="{FF2B5EF4-FFF2-40B4-BE49-F238E27FC236}">
                    <a16:creationId xmlns:a16="http://schemas.microsoft.com/office/drawing/2014/main" id="{3EEE9513-CD58-B12B-D95C-1A52ED013FCC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2" name="Freeform: Shape 61">
                <a:extLst>
                  <a:ext uri="{FF2B5EF4-FFF2-40B4-BE49-F238E27FC236}">
                    <a16:creationId xmlns:a16="http://schemas.microsoft.com/office/drawing/2014/main" id="{63764AAD-459E-34FB-DDEB-D8F8B09EF481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B34DAFE6-5714-B8F6-C55B-18311273FAC6}"/>
                </a:ext>
              </a:extLst>
            </p:cNvPr>
            <p:cNvGrpSpPr/>
            <p:nvPr/>
          </p:nvGrpSpPr>
          <p:grpSpPr>
            <a:xfrm>
              <a:off x="3352616" y="4081938"/>
              <a:ext cx="209550" cy="157163"/>
              <a:chOff x="6669881" y="4393406"/>
              <a:chExt cx="209550" cy="157163"/>
            </a:xfrm>
          </p:grpSpPr>
          <p:sp>
            <p:nvSpPr>
              <p:cNvPr id="59" name="Rectangle 58">
                <a:extLst>
                  <a:ext uri="{FF2B5EF4-FFF2-40B4-BE49-F238E27FC236}">
                    <a16:creationId xmlns:a16="http://schemas.microsoft.com/office/drawing/2014/main" id="{D0B01A2C-5AA0-00BB-7C6B-AC006515D9D7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0" name="Freeform: Shape 59">
                <a:extLst>
                  <a:ext uri="{FF2B5EF4-FFF2-40B4-BE49-F238E27FC236}">
                    <a16:creationId xmlns:a16="http://schemas.microsoft.com/office/drawing/2014/main" id="{7DC73C70-B554-5487-7354-099DDEDB65E0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E8E5E132-D077-D5DB-13CB-4A46B22D944D}"/>
                </a:ext>
              </a:extLst>
            </p:cNvPr>
            <p:cNvGrpSpPr/>
            <p:nvPr/>
          </p:nvGrpSpPr>
          <p:grpSpPr>
            <a:xfrm>
              <a:off x="2851360" y="4093844"/>
              <a:ext cx="209550" cy="157163"/>
              <a:chOff x="6669881" y="4393406"/>
              <a:chExt cx="209550" cy="157163"/>
            </a:xfrm>
          </p:grpSpPr>
          <p:sp>
            <p:nvSpPr>
              <p:cNvPr id="57" name="Rectangle 56">
                <a:extLst>
                  <a:ext uri="{FF2B5EF4-FFF2-40B4-BE49-F238E27FC236}">
                    <a16:creationId xmlns:a16="http://schemas.microsoft.com/office/drawing/2014/main" id="{313B5412-E08C-84D1-358E-4F0539D36CAB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8" name="Freeform: Shape 57">
                <a:extLst>
                  <a:ext uri="{FF2B5EF4-FFF2-40B4-BE49-F238E27FC236}">
                    <a16:creationId xmlns:a16="http://schemas.microsoft.com/office/drawing/2014/main" id="{BF2059F6-F9D2-4161-AACF-A30B79911AA0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A30EFD82-08AE-6707-B600-B537D5339520}"/>
                </a:ext>
              </a:extLst>
            </p:cNvPr>
            <p:cNvGrpSpPr/>
            <p:nvPr/>
          </p:nvGrpSpPr>
          <p:grpSpPr>
            <a:xfrm>
              <a:off x="2345112" y="4113567"/>
              <a:ext cx="209550" cy="157163"/>
              <a:chOff x="6669881" y="4393406"/>
              <a:chExt cx="209550" cy="157163"/>
            </a:xfrm>
          </p:grpSpPr>
          <p:sp>
            <p:nvSpPr>
              <p:cNvPr id="55" name="Rectangle 54">
                <a:extLst>
                  <a:ext uri="{FF2B5EF4-FFF2-40B4-BE49-F238E27FC236}">
                    <a16:creationId xmlns:a16="http://schemas.microsoft.com/office/drawing/2014/main" id="{3A2D5A86-B9A0-3BD4-E33E-9B628C35F3B9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6" name="Freeform: Shape 55">
                <a:extLst>
                  <a:ext uri="{FF2B5EF4-FFF2-40B4-BE49-F238E27FC236}">
                    <a16:creationId xmlns:a16="http://schemas.microsoft.com/office/drawing/2014/main" id="{E3057033-4BB8-4D92-EA34-177B923BE4EC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AC45A1BA-9B90-B5AF-1A53-E80024BF056F}"/>
                </a:ext>
              </a:extLst>
            </p:cNvPr>
            <p:cNvGrpSpPr/>
            <p:nvPr/>
          </p:nvGrpSpPr>
          <p:grpSpPr>
            <a:xfrm>
              <a:off x="2333205" y="4520758"/>
              <a:ext cx="209550" cy="157163"/>
              <a:chOff x="6669881" y="4393406"/>
              <a:chExt cx="209550" cy="157163"/>
            </a:xfrm>
          </p:grpSpPr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09A08991-5D42-40EE-3EA1-2E5303D2F92E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4" name="Freeform: Shape 53">
                <a:extLst>
                  <a:ext uri="{FF2B5EF4-FFF2-40B4-BE49-F238E27FC236}">
                    <a16:creationId xmlns:a16="http://schemas.microsoft.com/office/drawing/2014/main" id="{2B03353E-8B83-ED4F-3DB5-50FAC72980D1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76A82BE4-D640-9EFC-F37A-FDB5F5BF0305}"/>
                </a:ext>
              </a:extLst>
            </p:cNvPr>
            <p:cNvGrpSpPr/>
            <p:nvPr/>
          </p:nvGrpSpPr>
          <p:grpSpPr>
            <a:xfrm>
              <a:off x="2848977" y="4506471"/>
              <a:ext cx="209550" cy="157163"/>
              <a:chOff x="6669881" y="4393406"/>
              <a:chExt cx="209550" cy="157163"/>
            </a:xfrm>
          </p:grpSpPr>
          <p:sp>
            <p:nvSpPr>
              <p:cNvPr id="51" name="Rectangle 50">
                <a:extLst>
                  <a:ext uri="{FF2B5EF4-FFF2-40B4-BE49-F238E27FC236}">
                    <a16:creationId xmlns:a16="http://schemas.microsoft.com/office/drawing/2014/main" id="{DD7132D3-3C74-1D86-FDC2-8F77F0FDC3B0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2" name="Freeform: Shape 51">
                <a:extLst>
                  <a:ext uri="{FF2B5EF4-FFF2-40B4-BE49-F238E27FC236}">
                    <a16:creationId xmlns:a16="http://schemas.microsoft.com/office/drawing/2014/main" id="{C922C021-0920-EAE1-DA0B-1F303773D72C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06320F5E-AA09-4F13-3C44-C81BADF118AB}"/>
                </a:ext>
              </a:extLst>
            </p:cNvPr>
            <p:cNvGrpSpPr/>
            <p:nvPr/>
          </p:nvGrpSpPr>
          <p:grpSpPr>
            <a:xfrm>
              <a:off x="3359757" y="4500001"/>
              <a:ext cx="209550" cy="157163"/>
              <a:chOff x="6669881" y="4393406"/>
              <a:chExt cx="209550" cy="157163"/>
            </a:xfrm>
          </p:grpSpPr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EF775145-5068-4C67-4BC3-6E0C9A25C327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0" name="Freeform: Shape 49">
                <a:extLst>
                  <a:ext uri="{FF2B5EF4-FFF2-40B4-BE49-F238E27FC236}">
                    <a16:creationId xmlns:a16="http://schemas.microsoft.com/office/drawing/2014/main" id="{8AA8F367-9245-9BEF-46BB-0A1773A3B166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AE6CC864-AF3C-15B3-0220-2CC09754D2CF}"/>
                </a:ext>
              </a:extLst>
            </p:cNvPr>
            <p:cNvGrpSpPr/>
            <p:nvPr/>
          </p:nvGrpSpPr>
          <p:grpSpPr>
            <a:xfrm>
              <a:off x="3828863" y="4505748"/>
              <a:ext cx="209550" cy="157163"/>
              <a:chOff x="6669881" y="4393406"/>
              <a:chExt cx="209550" cy="157163"/>
            </a:xfrm>
          </p:grpSpPr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6DF1A5B2-ABF5-C33F-B655-186596452B51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8" name="Freeform: Shape 47">
                <a:extLst>
                  <a:ext uri="{FF2B5EF4-FFF2-40B4-BE49-F238E27FC236}">
                    <a16:creationId xmlns:a16="http://schemas.microsoft.com/office/drawing/2014/main" id="{6D0D8CB8-C026-F3FC-2EC5-1EF18224878C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BEC163B4-84F1-CF26-DDD6-E702B4DCBF97}"/>
                </a:ext>
              </a:extLst>
            </p:cNvPr>
            <p:cNvGrpSpPr/>
            <p:nvPr/>
          </p:nvGrpSpPr>
          <p:grpSpPr>
            <a:xfrm>
              <a:off x="4271771" y="4495238"/>
              <a:ext cx="209550" cy="157163"/>
              <a:chOff x="6669881" y="4393406"/>
              <a:chExt cx="209550" cy="157163"/>
            </a:xfrm>
          </p:grpSpPr>
          <p:sp>
            <p:nvSpPr>
              <p:cNvPr id="45" name="Rectangle 44">
                <a:extLst>
                  <a:ext uri="{FF2B5EF4-FFF2-40B4-BE49-F238E27FC236}">
                    <a16:creationId xmlns:a16="http://schemas.microsoft.com/office/drawing/2014/main" id="{1DD65A27-0A1C-A06D-BBC0-375568194897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6" name="Freeform: Shape 45">
                <a:extLst>
                  <a:ext uri="{FF2B5EF4-FFF2-40B4-BE49-F238E27FC236}">
                    <a16:creationId xmlns:a16="http://schemas.microsoft.com/office/drawing/2014/main" id="{08D074D3-D44C-DCB5-B704-C62AB328645B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0A8B5225-B418-57EA-1646-D9AF8ECD128D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908657" y="5300061"/>
              <a:ext cx="1003434" cy="1889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D8190577-E8D0-3251-C7E9-D2B87B331B71}"/>
                </a:ext>
              </a:extLst>
            </p:cNvPr>
            <p:cNvSpPr txBox="1"/>
            <p:nvPr/>
          </p:nvSpPr>
          <p:spPr>
            <a:xfrm rot="5400000">
              <a:off x="2135199" y="5589007"/>
              <a:ext cx="796202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GND</a:t>
              </a:r>
              <a:endParaRPr lang="LID4096" sz="1000" b="1" dirty="0"/>
            </a:p>
          </p:txBody>
        </p: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FC97CAA0-ECB0-56E7-CCFB-A15CCCE5419B}"/>
                </a:ext>
              </a:extLst>
            </p:cNvPr>
            <p:cNvCxnSpPr>
              <a:cxnSpLocks/>
            </p:cNvCxnSpPr>
            <p:nvPr/>
          </p:nvCxnSpPr>
          <p:spPr>
            <a:xfrm>
              <a:off x="4334743" y="2222017"/>
              <a:ext cx="27524" cy="1673166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A791A02D-3E2E-274F-605E-5D31540D17ED}"/>
                </a:ext>
              </a:extLst>
            </p:cNvPr>
            <p:cNvSpPr txBox="1"/>
            <p:nvPr/>
          </p:nvSpPr>
          <p:spPr>
            <a:xfrm rot="5400000">
              <a:off x="4125363" y="2102273"/>
              <a:ext cx="760164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3.3V</a:t>
              </a:r>
              <a:endParaRPr lang="LID4096" sz="1000" b="1" dirty="0"/>
            </a:p>
          </p:txBody>
        </p: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F3064764-5422-5AE2-4A48-2DC8E53EEEE0}"/>
                </a:ext>
              </a:extLst>
            </p:cNvPr>
            <p:cNvCxnSpPr>
              <a:cxnSpLocks/>
            </p:cNvCxnSpPr>
            <p:nvPr/>
          </p:nvCxnSpPr>
          <p:spPr>
            <a:xfrm>
              <a:off x="2399207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1E7437BC-AF59-4392-9A55-CF6F89E3754A}"/>
                </a:ext>
              </a:extLst>
            </p:cNvPr>
            <p:cNvSpPr txBox="1"/>
            <p:nvPr/>
          </p:nvSpPr>
          <p:spPr>
            <a:xfrm rot="5400000">
              <a:off x="2162151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bit0</a:t>
              </a:r>
              <a:endParaRPr lang="LID4096" sz="1000" b="1" dirty="0"/>
            </a:p>
          </p:txBody>
        </p: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E0CFD0A3-99AA-B66A-B2CC-233263EE1622}"/>
                </a:ext>
              </a:extLst>
            </p:cNvPr>
            <p:cNvCxnSpPr>
              <a:cxnSpLocks/>
            </p:cNvCxnSpPr>
            <p:nvPr/>
          </p:nvCxnSpPr>
          <p:spPr>
            <a:xfrm>
              <a:off x="2934442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D2396C4A-6A78-53B4-3DB7-84A92B3DBA1E}"/>
                </a:ext>
              </a:extLst>
            </p:cNvPr>
            <p:cNvSpPr txBox="1"/>
            <p:nvPr/>
          </p:nvSpPr>
          <p:spPr>
            <a:xfrm rot="5400000">
              <a:off x="2764068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bit2</a:t>
              </a:r>
              <a:endParaRPr lang="LID4096" sz="1000" b="1" dirty="0"/>
            </a:p>
          </p:txBody>
        </p: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91B9FA02-E458-A47C-3FE5-E502854A788C}"/>
                </a:ext>
              </a:extLst>
            </p:cNvPr>
            <p:cNvCxnSpPr>
              <a:cxnSpLocks/>
            </p:cNvCxnSpPr>
            <p:nvPr/>
          </p:nvCxnSpPr>
          <p:spPr>
            <a:xfrm>
              <a:off x="3453714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1A8B2B95-6681-BD86-C00D-0BABDA797096}"/>
                </a:ext>
              </a:extLst>
            </p:cNvPr>
            <p:cNvSpPr txBox="1"/>
            <p:nvPr/>
          </p:nvSpPr>
          <p:spPr>
            <a:xfrm rot="5400000">
              <a:off x="3213817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bit4</a:t>
              </a:r>
              <a:endParaRPr lang="LID4096" sz="1000" b="1" dirty="0"/>
            </a:p>
          </p:txBody>
        </p: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109BE3D8-EC69-8EDB-7A67-9D4457D2E53C}"/>
                </a:ext>
              </a:extLst>
            </p:cNvPr>
            <p:cNvCxnSpPr>
              <a:cxnSpLocks/>
            </p:cNvCxnSpPr>
            <p:nvPr/>
          </p:nvCxnSpPr>
          <p:spPr>
            <a:xfrm>
              <a:off x="3907991" y="2335991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8F372A59-415F-C3C3-AFCD-8C025FBEB863}"/>
                </a:ext>
              </a:extLst>
            </p:cNvPr>
            <p:cNvSpPr txBox="1"/>
            <p:nvPr/>
          </p:nvSpPr>
          <p:spPr>
            <a:xfrm rot="5400000">
              <a:off x="3664934" y="206730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bit6</a:t>
              </a:r>
              <a:endParaRPr lang="LID4096" sz="1000" b="1" dirty="0"/>
            </a:p>
          </p:txBody>
        </p: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2BDB38A-FDB5-5A30-6542-53ABC1100D13}"/>
                </a:ext>
              </a:extLst>
            </p:cNvPr>
            <p:cNvCxnSpPr>
              <a:cxnSpLocks/>
            </p:cNvCxnSpPr>
            <p:nvPr/>
          </p:nvCxnSpPr>
          <p:spPr>
            <a:xfrm>
              <a:off x="2920379" y="4745914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86FA123E-887B-1AAF-C443-18DDBAA82EEF}"/>
                </a:ext>
              </a:extLst>
            </p:cNvPr>
            <p:cNvSpPr txBox="1"/>
            <p:nvPr/>
          </p:nvSpPr>
          <p:spPr>
            <a:xfrm rot="5400000">
              <a:off x="2684413" y="559553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bit1</a:t>
              </a:r>
              <a:endParaRPr lang="LID4096" sz="1000" b="1" dirty="0"/>
            </a:p>
          </p:txBody>
        </p: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4E3D9805-1ADD-F9DB-D2A6-30E58D8D7A50}"/>
                </a:ext>
              </a:extLst>
            </p:cNvPr>
            <p:cNvCxnSpPr>
              <a:cxnSpLocks/>
            </p:cNvCxnSpPr>
            <p:nvPr/>
          </p:nvCxnSpPr>
          <p:spPr>
            <a:xfrm>
              <a:off x="3436440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3CCD397A-1E39-5122-3FC0-E94FA0FF7106}"/>
                </a:ext>
              </a:extLst>
            </p:cNvPr>
            <p:cNvSpPr txBox="1"/>
            <p:nvPr/>
          </p:nvSpPr>
          <p:spPr>
            <a:xfrm rot="5400000">
              <a:off x="3200473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bit3</a:t>
              </a:r>
              <a:endParaRPr lang="LID4096" sz="1000" b="1" dirty="0"/>
            </a:p>
          </p:txBody>
        </p: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2D0E6684-23C4-B2E4-17A5-842EBD59F17E}"/>
                </a:ext>
              </a:extLst>
            </p:cNvPr>
            <p:cNvCxnSpPr>
              <a:cxnSpLocks/>
            </p:cNvCxnSpPr>
            <p:nvPr/>
          </p:nvCxnSpPr>
          <p:spPr>
            <a:xfrm>
              <a:off x="3918887" y="4744900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21FDE89E-564B-B440-1591-9460E5BE7BA8}"/>
                </a:ext>
              </a:extLst>
            </p:cNvPr>
            <p:cNvSpPr txBox="1"/>
            <p:nvPr/>
          </p:nvSpPr>
          <p:spPr>
            <a:xfrm rot="5400000">
              <a:off x="3682921" y="5594528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bit5</a:t>
              </a:r>
              <a:endParaRPr lang="LID4096" sz="1000" b="1" dirty="0"/>
            </a:p>
          </p:txBody>
        </p: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2217266D-847B-FC53-E29A-0FA64B518374}"/>
                </a:ext>
              </a:extLst>
            </p:cNvPr>
            <p:cNvCxnSpPr>
              <a:cxnSpLocks/>
            </p:cNvCxnSpPr>
            <p:nvPr/>
          </p:nvCxnSpPr>
          <p:spPr>
            <a:xfrm>
              <a:off x="4372042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01688815-EDF2-EA47-F76C-54F6C209D032}"/>
                </a:ext>
              </a:extLst>
            </p:cNvPr>
            <p:cNvSpPr txBox="1"/>
            <p:nvPr/>
          </p:nvSpPr>
          <p:spPr>
            <a:xfrm rot="5400000">
              <a:off x="4136075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bit7</a:t>
              </a:r>
              <a:endParaRPr lang="LID4096" sz="1000" b="1" dirty="0"/>
            </a:p>
          </p:txBody>
        </p:sp>
      </p:grpSp>
      <p:sp>
        <p:nvSpPr>
          <p:cNvPr id="65" name="Oval 64">
            <a:extLst>
              <a:ext uri="{FF2B5EF4-FFF2-40B4-BE49-F238E27FC236}">
                <a16:creationId xmlns:a16="http://schemas.microsoft.com/office/drawing/2014/main" id="{F65E60AF-4A9D-9AC5-C63A-E9FC7AEB05E6}"/>
              </a:ext>
            </a:extLst>
          </p:cNvPr>
          <p:cNvSpPr/>
          <p:nvPr/>
        </p:nvSpPr>
        <p:spPr>
          <a:xfrm>
            <a:off x="2238258" y="4032560"/>
            <a:ext cx="125834" cy="125834"/>
          </a:xfrm>
          <a:prstGeom prst="ellipse">
            <a:avLst/>
          </a:pr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66" name="Oval 65">
            <a:extLst>
              <a:ext uri="{FF2B5EF4-FFF2-40B4-BE49-F238E27FC236}">
                <a16:creationId xmlns:a16="http://schemas.microsoft.com/office/drawing/2014/main" id="{3B517062-EB80-C212-C4EB-0E084AE0DFA7}"/>
              </a:ext>
            </a:extLst>
          </p:cNvPr>
          <p:cNvSpPr/>
          <p:nvPr/>
        </p:nvSpPr>
        <p:spPr>
          <a:xfrm>
            <a:off x="2506052" y="4272263"/>
            <a:ext cx="125834" cy="125834"/>
          </a:xfrm>
          <a:prstGeom prst="ellipse">
            <a:avLst/>
          </a:pr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67" name="Oval 66">
            <a:extLst>
              <a:ext uri="{FF2B5EF4-FFF2-40B4-BE49-F238E27FC236}">
                <a16:creationId xmlns:a16="http://schemas.microsoft.com/office/drawing/2014/main" id="{A320FB0C-58F2-9D72-E11F-09F1EF19A714}"/>
              </a:ext>
            </a:extLst>
          </p:cNvPr>
          <p:cNvSpPr/>
          <p:nvPr/>
        </p:nvSpPr>
        <p:spPr>
          <a:xfrm>
            <a:off x="2493131" y="4552583"/>
            <a:ext cx="125834" cy="125834"/>
          </a:xfrm>
          <a:prstGeom prst="ellipse">
            <a:avLst/>
          </a:pr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68" name="Freeform: Shape 67">
            <a:extLst>
              <a:ext uri="{FF2B5EF4-FFF2-40B4-BE49-F238E27FC236}">
                <a16:creationId xmlns:a16="http://schemas.microsoft.com/office/drawing/2014/main" id="{F3B13243-4BCB-D542-ED93-0AD31C77CCDB}"/>
              </a:ext>
            </a:extLst>
          </p:cNvPr>
          <p:cNvSpPr/>
          <p:nvPr/>
        </p:nvSpPr>
        <p:spPr>
          <a:xfrm>
            <a:off x="2620341" y="4273662"/>
            <a:ext cx="6210813" cy="1013986"/>
          </a:xfrm>
          <a:custGeom>
            <a:avLst/>
            <a:gdLst>
              <a:gd name="connsiteX0" fmla="*/ 0 w 5549318"/>
              <a:gd name="connsiteY0" fmla="*/ 178006 h 1556019"/>
              <a:gd name="connsiteX1" fmla="*/ 973123 w 5549318"/>
              <a:gd name="connsiteY1" fmla="*/ 6032 h 1556019"/>
              <a:gd name="connsiteX2" fmla="*/ 2063692 w 5549318"/>
              <a:gd name="connsiteY2" fmla="*/ 370953 h 1556019"/>
              <a:gd name="connsiteX3" fmla="*/ 4467138 w 5549318"/>
              <a:gd name="connsiteY3" fmla="*/ 1524439 h 1556019"/>
              <a:gd name="connsiteX4" fmla="*/ 5549318 w 5549318"/>
              <a:gd name="connsiteY4" fmla="*/ 1117573 h 1556019"/>
              <a:gd name="connsiteX0" fmla="*/ 0 w 5549318"/>
              <a:gd name="connsiteY0" fmla="*/ 175046 h 1553059"/>
              <a:gd name="connsiteX1" fmla="*/ 973123 w 5549318"/>
              <a:gd name="connsiteY1" fmla="*/ 3072 h 1553059"/>
              <a:gd name="connsiteX2" fmla="*/ 3044128 w 5549318"/>
              <a:gd name="connsiteY2" fmla="*/ 301727 h 1553059"/>
              <a:gd name="connsiteX3" fmla="*/ 4467138 w 5549318"/>
              <a:gd name="connsiteY3" fmla="*/ 1521479 h 1553059"/>
              <a:gd name="connsiteX4" fmla="*/ 5549318 w 5549318"/>
              <a:gd name="connsiteY4" fmla="*/ 1114613 h 1553059"/>
              <a:gd name="connsiteX0" fmla="*/ 0 w 5549318"/>
              <a:gd name="connsiteY0" fmla="*/ 254326 h 1632339"/>
              <a:gd name="connsiteX1" fmla="*/ 973123 w 5549318"/>
              <a:gd name="connsiteY1" fmla="*/ 82352 h 1632339"/>
              <a:gd name="connsiteX2" fmla="*/ 4467138 w 5549318"/>
              <a:gd name="connsiteY2" fmla="*/ 1600759 h 1632339"/>
              <a:gd name="connsiteX3" fmla="*/ 5549318 w 5549318"/>
              <a:gd name="connsiteY3" fmla="*/ 1193893 h 1632339"/>
              <a:gd name="connsiteX0" fmla="*/ 0 w 5549318"/>
              <a:gd name="connsiteY0" fmla="*/ 318292 h 1696305"/>
              <a:gd name="connsiteX1" fmla="*/ 2690392 w 5549318"/>
              <a:gd name="connsiteY1" fmla="*/ 71079 h 1696305"/>
              <a:gd name="connsiteX2" fmla="*/ 4467138 w 5549318"/>
              <a:gd name="connsiteY2" fmla="*/ 1664725 h 1696305"/>
              <a:gd name="connsiteX3" fmla="*/ 5549318 w 5549318"/>
              <a:gd name="connsiteY3" fmla="*/ 1257859 h 1696305"/>
              <a:gd name="connsiteX0" fmla="*/ 0 w 5549318"/>
              <a:gd name="connsiteY0" fmla="*/ 27604 h 1405617"/>
              <a:gd name="connsiteX1" fmla="*/ 3632721 w 5549318"/>
              <a:gd name="connsiteY1" fmla="*/ 347580 h 1405617"/>
              <a:gd name="connsiteX2" fmla="*/ 4467138 w 5549318"/>
              <a:gd name="connsiteY2" fmla="*/ 1374037 h 1405617"/>
              <a:gd name="connsiteX3" fmla="*/ 5549318 w 5549318"/>
              <a:gd name="connsiteY3" fmla="*/ 967171 h 1405617"/>
              <a:gd name="connsiteX0" fmla="*/ 0 w 5549318"/>
              <a:gd name="connsiteY0" fmla="*/ 22747 h 962314"/>
              <a:gd name="connsiteX1" fmla="*/ 3632721 w 5549318"/>
              <a:gd name="connsiteY1" fmla="*/ 342723 h 962314"/>
              <a:gd name="connsiteX2" fmla="*/ 5549318 w 5549318"/>
              <a:gd name="connsiteY2" fmla="*/ 962314 h 962314"/>
              <a:gd name="connsiteX0" fmla="*/ 0 w 5549318"/>
              <a:gd name="connsiteY0" fmla="*/ 37878 h 977445"/>
              <a:gd name="connsiteX1" fmla="*/ 3632721 w 5549318"/>
              <a:gd name="connsiteY1" fmla="*/ 357854 h 977445"/>
              <a:gd name="connsiteX2" fmla="*/ 5549318 w 5549318"/>
              <a:gd name="connsiteY2" fmla="*/ 977445 h 977445"/>
              <a:gd name="connsiteX0" fmla="*/ 0 w 5549318"/>
              <a:gd name="connsiteY0" fmla="*/ 60298 h 999865"/>
              <a:gd name="connsiteX1" fmla="*/ 3632721 w 5549318"/>
              <a:gd name="connsiteY1" fmla="*/ 380274 h 999865"/>
              <a:gd name="connsiteX2" fmla="*/ 5549318 w 5549318"/>
              <a:gd name="connsiteY2" fmla="*/ 999865 h 999865"/>
              <a:gd name="connsiteX0" fmla="*/ 0 w 6082478"/>
              <a:gd name="connsiteY0" fmla="*/ 20911 h 763698"/>
              <a:gd name="connsiteX1" fmla="*/ 3632721 w 6082478"/>
              <a:gd name="connsiteY1" fmla="*/ 340887 h 763698"/>
              <a:gd name="connsiteX2" fmla="*/ 6082478 w 6082478"/>
              <a:gd name="connsiteY2" fmla="*/ 763698 h 763698"/>
              <a:gd name="connsiteX0" fmla="*/ 0 w 6373857"/>
              <a:gd name="connsiteY0" fmla="*/ 19636 h 606157"/>
              <a:gd name="connsiteX1" fmla="*/ 3632721 w 6373857"/>
              <a:gd name="connsiteY1" fmla="*/ 339612 h 606157"/>
              <a:gd name="connsiteX2" fmla="*/ 6373857 w 6373857"/>
              <a:gd name="connsiteY2" fmla="*/ 606156 h 606157"/>
              <a:gd name="connsiteX0" fmla="*/ 0 w 6373857"/>
              <a:gd name="connsiteY0" fmla="*/ 19636 h 760798"/>
              <a:gd name="connsiteX1" fmla="*/ 3632721 w 6373857"/>
              <a:gd name="connsiteY1" fmla="*/ 339612 h 760798"/>
              <a:gd name="connsiteX2" fmla="*/ 6373857 w 6373857"/>
              <a:gd name="connsiteY2" fmla="*/ 606156 h 760798"/>
              <a:gd name="connsiteX0" fmla="*/ 0 w 6373857"/>
              <a:gd name="connsiteY0" fmla="*/ 19636 h 800544"/>
              <a:gd name="connsiteX1" fmla="*/ 3632721 w 6373857"/>
              <a:gd name="connsiteY1" fmla="*/ 339612 h 800544"/>
              <a:gd name="connsiteX2" fmla="*/ 6373857 w 6373857"/>
              <a:gd name="connsiteY2" fmla="*/ 606156 h 800544"/>
              <a:gd name="connsiteX0" fmla="*/ 0 w 6568943"/>
              <a:gd name="connsiteY0" fmla="*/ 19636 h 868368"/>
              <a:gd name="connsiteX1" fmla="*/ 3632721 w 6568943"/>
              <a:gd name="connsiteY1" fmla="*/ 339612 h 868368"/>
              <a:gd name="connsiteX2" fmla="*/ 6568943 w 6568943"/>
              <a:gd name="connsiteY2" fmla="*/ 687531 h 868368"/>
              <a:gd name="connsiteX0" fmla="*/ 0 w 6568943"/>
              <a:gd name="connsiteY0" fmla="*/ 19636 h 1001204"/>
              <a:gd name="connsiteX1" fmla="*/ 3632721 w 6568943"/>
              <a:gd name="connsiteY1" fmla="*/ 339612 h 1001204"/>
              <a:gd name="connsiteX2" fmla="*/ 6568943 w 6568943"/>
              <a:gd name="connsiteY2" fmla="*/ 687531 h 10012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568943" h="1001204">
                <a:moveTo>
                  <a:pt x="0" y="19636"/>
                </a:moveTo>
                <a:cubicBezTo>
                  <a:pt x="314587" y="-82430"/>
                  <a:pt x="2570412" y="241859"/>
                  <a:pt x="3632721" y="339612"/>
                </a:cubicBezTo>
                <a:cubicBezTo>
                  <a:pt x="4695030" y="437365"/>
                  <a:pt x="5026757" y="1522453"/>
                  <a:pt x="6568943" y="687531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69" name="Freeform: Shape 68">
            <a:extLst>
              <a:ext uri="{FF2B5EF4-FFF2-40B4-BE49-F238E27FC236}">
                <a16:creationId xmlns:a16="http://schemas.microsoft.com/office/drawing/2014/main" id="{C36C66EB-3C71-151E-BB2E-AE5830C36F37}"/>
              </a:ext>
            </a:extLst>
          </p:cNvPr>
          <p:cNvSpPr/>
          <p:nvPr/>
        </p:nvSpPr>
        <p:spPr>
          <a:xfrm>
            <a:off x="2616097" y="4551117"/>
            <a:ext cx="4505984" cy="517219"/>
          </a:xfrm>
          <a:custGeom>
            <a:avLst/>
            <a:gdLst>
              <a:gd name="connsiteX0" fmla="*/ 0 w 5549318"/>
              <a:gd name="connsiteY0" fmla="*/ 178006 h 1556019"/>
              <a:gd name="connsiteX1" fmla="*/ 973123 w 5549318"/>
              <a:gd name="connsiteY1" fmla="*/ 6032 h 1556019"/>
              <a:gd name="connsiteX2" fmla="*/ 2063692 w 5549318"/>
              <a:gd name="connsiteY2" fmla="*/ 370953 h 1556019"/>
              <a:gd name="connsiteX3" fmla="*/ 4467138 w 5549318"/>
              <a:gd name="connsiteY3" fmla="*/ 1524439 h 1556019"/>
              <a:gd name="connsiteX4" fmla="*/ 5549318 w 5549318"/>
              <a:gd name="connsiteY4" fmla="*/ 1117573 h 1556019"/>
              <a:gd name="connsiteX0" fmla="*/ 0 w 5549318"/>
              <a:gd name="connsiteY0" fmla="*/ 175046 h 1553059"/>
              <a:gd name="connsiteX1" fmla="*/ 973123 w 5549318"/>
              <a:gd name="connsiteY1" fmla="*/ 3072 h 1553059"/>
              <a:gd name="connsiteX2" fmla="*/ 3044128 w 5549318"/>
              <a:gd name="connsiteY2" fmla="*/ 301727 h 1553059"/>
              <a:gd name="connsiteX3" fmla="*/ 4467138 w 5549318"/>
              <a:gd name="connsiteY3" fmla="*/ 1521479 h 1553059"/>
              <a:gd name="connsiteX4" fmla="*/ 5549318 w 5549318"/>
              <a:gd name="connsiteY4" fmla="*/ 1114613 h 1553059"/>
              <a:gd name="connsiteX0" fmla="*/ 0 w 5549318"/>
              <a:gd name="connsiteY0" fmla="*/ 254326 h 1632339"/>
              <a:gd name="connsiteX1" fmla="*/ 973123 w 5549318"/>
              <a:gd name="connsiteY1" fmla="*/ 82352 h 1632339"/>
              <a:gd name="connsiteX2" fmla="*/ 4467138 w 5549318"/>
              <a:gd name="connsiteY2" fmla="*/ 1600759 h 1632339"/>
              <a:gd name="connsiteX3" fmla="*/ 5549318 w 5549318"/>
              <a:gd name="connsiteY3" fmla="*/ 1193893 h 1632339"/>
              <a:gd name="connsiteX0" fmla="*/ 0 w 5549318"/>
              <a:gd name="connsiteY0" fmla="*/ 318292 h 1696305"/>
              <a:gd name="connsiteX1" fmla="*/ 2690392 w 5549318"/>
              <a:gd name="connsiteY1" fmla="*/ 71079 h 1696305"/>
              <a:gd name="connsiteX2" fmla="*/ 4467138 w 5549318"/>
              <a:gd name="connsiteY2" fmla="*/ 1664725 h 1696305"/>
              <a:gd name="connsiteX3" fmla="*/ 5549318 w 5549318"/>
              <a:gd name="connsiteY3" fmla="*/ 1257859 h 1696305"/>
              <a:gd name="connsiteX0" fmla="*/ 0 w 5549318"/>
              <a:gd name="connsiteY0" fmla="*/ 27604 h 1405617"/>
              <a:gd name="connsiteX1" fmla="*/ 3632721 w 5549318"/>
              <a:gd name="connsiteY1" fmla="*/ 347580 h 1405617"/>
              <a:gd name="connsiteX2" fmla="*/ 4467138 w 5549318"/>
              <a:gd name="connsiteY2" fmla="*/ 1374037 h 1405617"/>
              <a:gd name="connsiteX3" fmla="*/ 5549318 w 5549318"/>
              <a:gd name="connsiteY3" fmla="*/ 967171 h 1405617"/>
              <a:gd name="connsiteX0" fmla="*/ 0 w 5549318"/>
              <a:gd name="connsiteY0" fmla="*/ 22747 h 962314"/>
              <a:gd name="connsiteX1" fmla="*/ 3632721 w 5549318"/>
              <a:gd name="connsiteY1" fmla="*/ 342723 h 962314"/>
              <a:gd name="connsiteX2" fmla="*/ 5549318 w 5549318"/>
              <a:gd name="connsiteY2" fmla="*/ 962314 h 962314"/>
              <a:gd name="connsiteX0" fmla="*/ 0 w 5549318"/>
              <a:gd name="connsiteY0" fmla="*/ 37878 h 977445"/>
              <a:gd name="connsiteX1" fmla="*/ 3632721 w 5549318"/>
              <a:gd name="connsiteY1" fmla="*/ 357854 h 977445"/>
              <a:gd name="connsiteX2" fmla="*/ 5549318 w 5549318"/>
              <a:gd name="connsiteY2" fmla="*/ 977445 h 977445"/>
              <a:gd name="connsiteX0" fmla="*/ 0 w 5549318"/>
              <a:gd name="connsiteY0" fmla="*/ 60298 h 999865"/>
              <a:gd name="connsiteX1" fmla="*/ 3632721 w 5549318"/>
              <a:gd name="connsiteY1" fmla="*/ 380274 h 999865"/>
              <a:gd name="connsiteX2" fmla="*/ 5549318 w 5549318"/>
              <a:gd name="connsiteY2" fmla="*/ 999865 h 999865"/>
              <a:gd name="connsiteX0" fmla="*/ 0 w 6082478"/>
              <a:gd name="connsiteY0" fmla="*/ 20911 h 763698"/>
              <a:gd name="connsiteX1" fmla="*/ 3632721 w 6082478"/>
              <a:gd name="connsiteY1" fmla="*/ 340887 h 763698"/>
              <a:gd name="connsiteX2" fmla="*/ 6082478 w 6082478"/>
              <a:gd name="connsiteY2" fmla="*/ 763698 h 763698"/>
              <a:gd name="connsiteX0" fmla="*/ 0 w 6373857"/>
              <a:gd name="connsiteY0" fmla="*/ 19636 h 606157"/>
              <a:gd name="connsiteX1" fmla="*/ 3632721 w 6373857"/>
              <a:gd name="connsiteY1" fmla="*/ 339612 h 606157"/>
              <a:gd name="connsiteX2" fmla="*/ 6373857 w 6373857"/>
              <a:gd name="connsiteY2" fmla="*/ 606156 h 606157"/>
              <a:gd name="connsiteX0" fmla="*/ 0 w 6373857"/>
              <a:gd name="connsiteY0" fmla="*/ 19636 h 760798"/>
              <a:gd name="connsiteX1" fmla="*/ 3632721 w 6373857"/>
              <a:gd name="connsiteY1" fmla="*/ 339612 h 760798"/>
              <a:gd name="connsiteX2" fmla="*/ 6373857 w 6373857"/>
              <a:gd name="connsiteY2" fmla="*/ 606156 h 760798"/>
              <a:gd name="connsiteX0" fmla="*/ 0 w 6373857"/>
              <a:gd name="connsiteY0" fmla="*/ 19636 h 800544"/>
              <a:gd name="connsiteX1" fmla="*/ 3632721 w 6373857"/>
              <a:gd name="connsiteY1" fmla="*/ 339612 h 800544"/>
              <a:gd name="connsiteX2" fmla="*/ 6373857 w 6373857"/>
              <a:gd name="connsiteY2" fmla="*/ 606156 h 800544"/>
              <a:gd name="connsiteX0" fmla="*/ 0 w 4836373"/>
              <a:gd name="connsiteY0" fmla="*/ 18030 h 614913"/>
              <a:gd name="connsiteX1" fmla="*/ 3632721 w 4836373"/>
              <a:gd name="connsiteY1" fmla="*/ 338006 h 614913"/>
              <a:gd name="connsiteX2" fmla="*/ 4836373 w 4836373"/>
              <a:gd name="connsiteY2" fmla="*/ 378831 h 614913"/>
              <a:gd name="connsiteX0" fmla="*/ 0 w 4836373"/>
              <a:gd name="connsiteY0" fmla="*/ 29772 h 588357"/>
              <a:gd name="connsiteX1" fmla="*/ 2206829 w 4836373"/>
              <a:gd name="connsiteY1" fmla="*/ 176118 h 588357"/>
              <a:gd name="connsiteX2" fmla="*/ 4836373 w 4836373"/>
              <a:gd name="connsiteY2" fmla="*/ 390573 h 588357"/>
              <a:gd name="connsiteX0" fmla="*/ 0 w 4836373"/>
              <a:gd name="connsiteY0" fmla="*/ 29772 h 390573"/>
              <a:gd name="connsiteX1" fmla="*/ 2206829 w 4836373"/>
              <a:gd name="connsiteY1" fmla="*/ 176118 h 390573"/>
              <a:gd name="connsiteX2" fmla="*/ 4836373 w 4836373"/>
              <a:gd name="connsiteY2" fmla="*/ 390573 h 390573"/>
              <a:gd name="connsiteX0" fmla="*/ 0 w 4836373"/>
              <a:gd name="connsiteY0" fmla="*/ 29772 h 390573"/>
              <a:gd name="connsiteX1" fmla="*/ 2206829 w 4836373"/>
              <a:gd name="connsiteY1" fmla="*/ 176118 h 390573"/>
              <a:gd name="connsiteX2" fmla="*/ 4836373 w 4836373"/>
              <a:gd name="connsiteY2" fmla="*/ 390573 h 390573"/>
              <a:gd name="connsiteX0" fmla="*/ 0 w 4836373"/>
              <a:gd name="connsiteY0" fmla="*/ 37814 h 398615"/>
              <a:gd name="connsiteX1" fmla="*/ 2206829 w 4836373"/>
              <a:gd name="connsiteY1" fmla="*/ 184160 h 398615"/>
              <a:gd name="connsiteX2" fmla="*/ 4836373 w 4836373"/>
              <a:gd name="connsiteY2" fmla="*/ 398615 h 398615"/>
              <a:gd name="connsiteX0" fmla="*/ 0 w 4836373"/>
              <a:gd name="connsiteY0" fmla="*/ 29773 h 390574"/>
              <a:gd name="connsiteX1" fmla="*/ 2206829 w 4836373"/>
              <a:gd name="connsiteY1" fmla="*/ 176119 h 390574"/>
              <a:gd name="connsiteX2" fmla="*/ 4836373 w 4836373"/>
              <a:gd name="connsiteY2" fmla="*/ 390574 h 390574"/>
              <a:gd name="connsiteX0" fmla="*/ 0 w 4761659"/>
              <a:gd name="connsiteY0" fmla="*/ 29773 h 518450"/>
              <a:gd name="connsiteX1" fmla="*/ 2206829 w 4761659"/>
              <a:gd name="connsiteY1" fmla="*/ 176119 h 518450"/>
              <a:gd name="connsiteX2" fmla="*/ 4761659 w 4761659"/>
              <a:gd name="connsiteY2" fmla="*/ 518450 h 518450"/>
              <a:gd name="connsiteX0" fmla="*/ 0 w 4765809"/>
              <a:gd name="connsiteY0" fmla="*/ 29773 h 510700"/>
              <a:gd name="connsiteX1" fmla="*/ 2206829 w 4765809"/>
              <a:gd name="connsiteY1" fmla="*/ 176119 h 510700"/>
              <a:gd name="connsiteX2" fmla="*/ 4765809 w 4765809"/>
              <a:gd name="connsiteY2" fmla="*/ 510700 h 5107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765809" h="510700">
                <a:moveTo>
                  <a:pt x="0" y="29773"/>
                </a:moveTo>
                <a:cubicBezTo>
                  <a:pt x="314587" y="-72293"/>
                  <a:pt x="1400767" y="115986"/>
                  <a:pt x="2206829" y="176119"/>
                </a:cubicBezTo>
                <a:cubicBezTo>
                  <a:pt x="3083344" y="247604"/>
                  <a:pt x="3542120" y="68805"/>
                  <a:pt x="4765809" y="510700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0" name="Freeform: Shape 69">
            <a:extLst>
              <a:ext uri="{FF2B5EF4-FFF2-40B4-BE49-F238E27FC236}">
                <a16:creationId xmlns:a16="http://schemas.microsoft.com/office/drawing/2014/main" id="{9FABAA08-C267-D16E-F2FE-99164E72AE3C}"/>
              </a:ext>
            </a:extLst>
          </p:cNvPr>
          <p:cNvSpPr/>
          <p:nvPr/>
        </p:nvSpPr>
        <p:spPr>
          <a:xfrm>
            <a:off x="2354400" y="3714732"/>
            <a:ext cx="6286978" cy="1289894"/>
          </a:xfrm>
          <a:custGeom>
            <a:avLst/>
            <a:gdLst>
              <a:gd name="connsiteX0" fmla="*/ 0 w 5180202"/>
              <a:gd name="connsiteY0" fmla="*/ 0 h 850096"/>
              <a:gd name="connsiteX1" fmla="*/ 1249960 w 5180202"/>
              <a:gd name="connsiteY1" fmla="*/ 826315 h 850096"/>
              <a:gd name="connsiteX2" fmla="*/ 5180202 w 5180202"/>
              <a:gd name="connsiteY2" fmla="*/ 545284 h 850096"/>
              <a:gd name="connsiteX0" fmla="*/ 0 w 5415094"/>
              <a:gd name="connsiteY0" fmla="*/ 0 h 1936470"/>
              <a:gd name="connsiteX1" fmla="*/ 1484852 w 5415094"/>
              <a:gd name="connsiteY1" fmla="*/ 1912689 h 1936470"/>
              <a:gd name="connsiteX2" fmla="*/ 5415094 w 5415094"/>
              <a:gd name="connsiteY2" fmla="*/ 1631658 h 1936470"/>
              <a:gd name="connsiteX0" fmla="*/ 3044 w 5418138"/>
              <a:gd name="connsiteY0" fmla="*/ 0 h 1936470"/>
              <a:gd name="connsiteX1" fmla="*/ 1487896 w 5418138"/>
              <a:gd name="connsiteY1" fmla="*/ 1912689 h 1936470"/>
              <a:gd name="connsiteX2" fmla="*/ 5418138 w 5418138"/>
              <a:gd name="connsiteY2" fmla="*/ 1631658 h 1936470"/>
              <a:gd name="connsiteX0" fmla="*/ 2804 w 5480816"/>
              <a:gd name="connsiteY0" fmla="*/ 0 h 1978415"/>
              <a:gd name="connsiteX1" fmla="*/ 1550574 w 5480816"/>
              <a:gd name="connsiteY1" fmla="*/ 1954634 h 1978415"/>
              <a:gd name="connsiteX2" fmla="*/ 5480816 w 5480816"/>
              <a:gd name="connsiteY2" fmla="*/ 1673603 h 1978415"/>
              <a:gd name="connsiteX0" fmla="*/ 33957 w 5511969"/>
              <a:gd name="connsiteY0" fmla="*/ 0 h 1978415"/>
              <a:gd name="connsiteX1" fmla="*/ 1581727 w 5511969"/>
              <a:gd name="connsiteY1" fmla="*/ 1954634 h 1978415"/>
              <a:gd name="connsiteX2" fmla="*/ 5511969 w 5511969"/>
              <a:gd name="connsiteY2" fmla="*/ 1673603 h 1978415"/>
              <a:gd name="connsiteX0" fmla="*/ 47966 w 5192398"/>
              <a:gd name="connsiteY0" fmla="*/ 0 h 1070303"/>
              <a:gd name="connsiteX1" fmla="*/ 1262156 w 5192398"/>
              <a:gd name="connsiteY1" fmla="*/ 812615 h 1070303"/>
              <a:gd name="connsiteX2" fmla="*/ 5192398 w 5192398"/>
              <a:gd name="connsiteY2" fmla="*/ 531584 h 1070303"/>
              <a:gd name="connsiteX0" fmla="*/ 18350 w 5162782"/>
              <a:gd name="connsiteY0" fmla="*/ 0 h 970147"/>
              <a:gd name="connsiteX1" fmla="*/ 2507991 w 5162782"/>
              <a:gd name="connsiteY1" fmla="*/ 561449 h 970147"/>
              <a:gd name="connsiteX2" fmla="*/ 5162782 w 5162782"/>
              <a:gd name="connsiteY2" fmla="*/ 531584 h 970147"/>
              <a:gd name="connsiteX0" fmla="*/ 18009 w 5162441"/>
              <a:gd name="connsiteY0" fmla="*/ 0 h 1072106"/>
              <a:gd name="connsiteX1" fmla="*/ 2507650 w 5162441"/>
              <a:gd name="connsiteY1" fmla="*/ 561449 h 1072106"/>
              <a:gd name="connsiteX2" fmla="*/ 5162441 w 5162441"/>
              <a:gd name="connsiteY2" fmla="*/ 531584 h 1072106"/>
              <a:gd name="connsiteX0" fmla="*/ 18009 w 5162441"/>
              <a:gd name="connsiteY0" fmla="*/ 0 h 1072106"/>
              <a:gd name="connsiteX1" fmla="*/ 2507650 w 5162441"/>
              <a:gd name="connsiteY1" fmla="*/ 561449 h 1072106"/>
              <a:gd name="connsiteX2" fmla="*/ 5162441 w 5162441"/>
              <a:gd name="connsiteY2" fmla="*/ 531584 h 1072106"/>
              <a:gd name="connsiteX0" fmla="*/ 17575 w 5162007"/>
              <a:gd name="connsiteY0" fmla="*/ 0 h 1149203"/>
              <a:gd name="connsiteX1" fmla="*/ 2558234 w 5162007"/>
              <a:gd name="connsiteY1" fmla="*/ 734125 h 1149203"/>
              <a:gd name="connsiteX2" fmla="*/ 5162007 w 5162007"/>
              <a:gd name="connsiteY2" fmla="*/ 531584 h 1149203"/>
              <a:gd name="connsiteX0" fmla="*/ 17169 w 5161601"/>
              <a:gd name="connsiteY0" fmla="*/ 0 h 1084185"/>
              <a:gd name="connsiteX1" fmla="*/ 2557828 w 5161601"/>
              <a:gd name="connsiteY1" fmla="*/ 734125 h 1084185"/>
              <a:gd name="connsiteX2" fmla="*/ 5161601 w 5161601"/>
              <a:gd name="connsiteY2" fmla="*/ 531584 h 1084185"/>
              <a:gd name="connsiteX0" fmla="*/ 0 w 5144432"/>
              <a:gd name="connsiteY0" fmla="*/ 0 h 756623"/>
              <a:gd name="connsiteX1" fmla="*/ 2540659 w 5144432"/>
              <a:gd name="connsiteY1" fmla="*/ 734125 h 756623"/>
              <a:gd name="connsiteX2" fmla="*/ 5144432 w 5144432"/>
              <a:gd name="connsiteY2" fmla="*/ 531584 h 756623"/>
              <a:gd name="connsiteX0" fmla="*/ 0 w 5507847"/>
              <a:gd name="connsiteY0" fmla="*/ 0 h 756623"/>
              <a:gd name="connsiteX1" fmla="*/ 2540659 w 5507847"/>
              <a:gd name="connsiteY1" fmla="*/ 734125 h 756623"/>
              <a:gd name="connsiteX2" fmla="*/ 5507847 w 5507847"/>
              <a:gd name="connsiteY2" fmla="*/ 449522 h 756623"/>
              <a:gd name="connsiteX0" fmla="*/ 0 w 5507847"/>
              <a:gd name="connsiteY0" fmla="*/ 0 h 756623"/>
              <a:gd name="connsiteX1" fmla="*/ 2540659 w 5507847"/>
              <a:gd name="connsiteY1" fmla="*/ 734125 h 756623"/>
              <a:gd name="connsiteX2" fmla="*/ 5507847 w 5507847"/>
              <a:gd name="connsiteY2" fmla="*/ 449522 h 756623"/>
              <a:gd name="connsiteX0" fmla="*/ 0 w 5478539"/>
              <a:gd name="connsiteY0" fmla="*/ 0 h 782376"/>
              <a:gd name="connsiteX1" fmla="*/ 2511351 w 5478539"/>
              <a:gd name="connsiteY1" fmla="*/ 763432 h 782376"/>
              <a:gd name="connsiteX2" fmla="*/ 5478539 w 5478539"/>
              <a:gd name="connsiteY2" fmla="*/ 478829 h 782376"/>
              <a:gd name="connsiteX0" fmla="*/ 0 w 6008341"/>
              <a:gd name="connsiteY0" fmla="*/ 957525 h 1210169"/>
              <a:gd name="connsiteX1" fmla="*/ 3041153 w 6008341"/>
              <a:gd name="connsiteY1" fmla="*/ 284603 h 1210169"/>
              <a:gd name="connsiteX2" fmla="*/ 6008341 w 6008341"/>
              <a:gd name="connsiteY2" fmla="*/ 0 h 1210169"/>
              <a:gd name="connsiteX0" fmla="*/ 0 w 6008341"/>
              <a:gd name="connsiteY0" fmla="*/ 957525 h 957525"/>
              <a:gd name="connsiteX1" fmla="*/ 3041153 w 6008341"/>
              <a:gd name="connsiteY1" fmla="*/ 284603 h 957525"/>
              <a:gd name="connsiteX2" fmla="*/ 6008341 w 6008341"/>
              <a:gd name="connsiteY2" fmla="*/ 0 h 957525"/>
              <a:gd name="connsiteX0" fmla="*/ 0 w 6008341"/>
              <a:gd name="connsiteY0" fmla="*/ 957525 h 957525"/>
              <a:gd name="connsiteX1" fmla="*/ 6008341 w 6008341"/>
              <a:gd name="connsiteY1" fmla="*/ 0 h 957525"/>
              <a:gd name="connsiteX0" fmla="*/ 0 w 6286978"/>
              <a:gd name="connsiteY0" fmla="*/ 0 h 796710"/>
              <a:gd name="connsiteX1" fmla="*/ 6286978 w 6286978"/>
              <a:gd name="connsiteY1" fmla="*/ 796710 h 796710"/>
              <a:gd name="connsiteX0" fmla="*/ 0 w 6286978"/>
              <a:gd name="connsiteY0" fmla="*/ 0 h 847330"/>
              <a:gd name="connsiteX1" fmla="*/ 6286978 w 6286978"/>
              <a:gd name="connsiteY1" fmla="*/ 796710 h 847330"/>
              <a:gd name="connsiteX0" fmla="*/ 0 w 6286978"/>
              <a:gd name="connsiteY0" fmla="*/ 419634 h 1235572"/>
              <a:gd name="connsiteX1" fmla="*/ 6286978 w 6286978"/>
              <a:gd name="connsiteY1" fmla="*/ 1216344 h 1235572"/>
              <a:gd name="connsiteX0" fmla="*/ 0 w 6286978"/>
              <a:gd name="connsiteY0" fmla="*/ 369436 h 1289894"/>
              <a:gd name="connsiteX1" fmla="*/ 6286978 w 6286978"/>
              <a:gd name="connsiteY1" fmla="*/ 1166146 h 12898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286978" h="1289894">
                <a:moveTo>
                  <a:pt x="0" y="369436"/>
                </a:moveTo>
                <a:cubicBezTo>
                  <a:pt x="1318615" y="-993646"/>
                  <a:pt x="5246999" y="1909163"/>
                  <a:pt x="6286978" y="1166146"/>
                </a:cubicBezTo>
              </a:path>
            </a:pathLst>
          </a:cu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71" name="Group 70">
            <a:extLst>
              <a:ext uri="{FF2B5EF4-FFF2-40B4-BE49-F238E27FC236}">
                <a16:creationId xmlns:a16="http://schemas.microsoft.com/office/drawing/2014/main" id="{0437FB02-5FE9-A77D-419A-E18514300D97}"/>
              </a:ext>
            </a:extLst>
          </p:cNvPr>
          <p:cNvGrpSpPr/>
          <p:nvPr/>
        </p:nvGrpSpPr>
        <p:grpSpPr>
          <a:xfrm rot="1056694">
            <a:off x="6947866" y="4707754"/>
            <a:ext cx="550143" cy="184758"/>
            <a:chOff x="7629989" y="5236460"/>
            <a:chExt cx="1027147" cy="344953"/>
          </a:xfrm>
        </p:grpSpPr>
        <p:sp>
          <p:nvSpPr>
            <p:cNvPr id="72" name="Oval 71">
              <a:extLst>
                <a:ext uri="{FF2B5EF4-FFF2-40B4-BE49-F238E27FC236}">
                  <a16:creationId xmlns:a16="http://schemas.microsoft.com/office/drawing/2014/main" id="{16E3E730-C64C-CC67-63C0-76D5825BB4F0}"/>
                </a:ext>
              </a:extLst>
            </p:cNvPr>
            <p:cNvSpPr/>
            <p:nvPr/>
          </p:nvSpPr>
          <p:spPr>
            <a:xfrm>
              <a:off x="7629989" y="5236460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3" name="Oval 72">
              <a:extLst>
                <a:ext uri="{FF2B5EF4-FFF2-40B4-BE49-F238E27FC236}">
                  <a16:creationId xmlns:a16="http://schemas.microsoft.com/office/drawing/2014/main" id="{B2CF78D8-2E61-1F3C-CE7A-9FD6DE989986}"/>
                </a:ext>
              </a:extLst>
            </p:cNvPr>
            <p:cNvSpPr/>
            <p:nvPr/>
          </p:nvSpPr>
          <p:spPr>
            <a:xfrm>
              <a:off x="8315512" y="5239789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4" name="Rectangle 73">
              <a:extLst>
                <a:ext uri="{FF2B5EF4-FFF2-40B4-BE49-F238E27FC236}">
                  <a16:creationId xmlns:a16="http://schemas.microsoft.com/office/drawing/2014/main" id="{FD3189C1-9460-F5CA-3781-79CC8AB4D0BE}"/>
                </a:ext>
              </a:extLst>
            </p:cNvPr>
            <p:cNvSpPr/>
            <p:nvPr/>
          </p:nvSpPr>
          <p:spPr>
            <a:xfrm>
              <a:off x="7866077" y="5260841"/>
              <a:ext cx="541140" cy="292863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75" name="Straight Connector 74">
              <a:extLst>
                <a:ext uri="{FF2B5EF4-FFF2-40B4-BE49-F238E27FC236}">
                  <a16:creationId xmlns:a16="http://schemas.microsoft.com/office/drawing/2014/main" id="{70DBB73F-2EAD-578F-7F3D-A23705CAC857}"/>
                </a:ext>
              </a:extLst>
            </p:cNvPr>
            <p:cNvCxnSpPr/>
            <p:nvPr/>
          </p:nvCxnSpPr>
          <p:spPr>
            <a:xfrm>
              <a:off x="7953306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Straight Connector 75">
              <a:extLst>
                <a:ext uri="{FF2B5EF4-FFF2-40B4-BE49-F238E27FC236}">
                  <a16:creationId xmlns:a16="http://schemas.microsoft.com/office/drawing/2014/main" id="{61F516F1-D730-9EA2-5836-E5B4F96F2720}"/>
                </a:ext>
              </a:extLst>
            </p:cNvPr>
            <p:cNvCxnSpPr/>
            <p:nvPr/>
          </p:nvCxnSpPr>
          <p:spPr>
            <a:xfrm>
              <a:off x="8266751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Straight Connector 76">
              <a:extLst>
                <a:ext uri="{FF2B5EF4-FFF2-40B4-BE49-F238E27FC236}">
                  <a16:creationId xmlns:a16="http://schemas.microsoft.com/office/drawing/2014/main" id="{9009A1B8-5215-6449-5E7F-5B38F658EB17}"/>
                </a:ext>
              </a:extLst>
            </p:cNvPr>
            <p:cNvCxnSpPr/>
            <p:nvPr/>
          </p:nvCxnSpPr>
          <p:spPr>
            <a:xfrm>
              <a:off x="8099972" y="5260841"/>
              <a:ext cx="0" cy="292863"/>
            </a:xfrm>
            <a:prstGeom prst="line">
              <a:avLst/>
            </a:prstGeom>
            <a:ln w="5080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Straight Connector 77">
              <a:extLst>
                <a:ext uri="{FF2B5EF4-FFF2-40B4-BE49-F238E27FC236}">
                  <a16:creationId xmlns:a16="http://schemas.microsoft.com/office/drawing/2014/main" id="{BF6BB14B-3598-70F6-BCCC-80BEC647D03B}"/>
                </a:ext>
              </a:extLst>
            </p:cNvPr>
            <p:cNvCxnSpPr/>
            <p:nvPr/>
          </p:nvCxnSpPr>
          <p:spPr>
            <a:xfrm>
              <a:off x="8196330" y="5260841"/>
              <a:ext cx="0" cy="292863"/>
            </a:xfrm>
            <a:prstGeom prst="line">
              <a:avLst/>
            </a:prstGeom>
            <a:ln w="50800"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9" name="TextBox 78">
            <a:extLst>
              <a:ext uri="{FF2B5EF4-FFF2-40B4-BE49-F238E27FC236}">
                <a16:creationId xmlns:a16="http://schemas.microsoft.com/office/drawing/2014/main" id="{7946FCDA-3323-9A15-2EBC-37916B7892BC}"/>
              </a:ext>
            </a:extLst>
          </p:cNvPr>
          <p:cNvSpPr txBox="1"/>
          <p:nvPr/>
        </p:nvSpPr>
        <p:spPr>
          <a:xfrm>
            <a:off x="5702060" y="2251494"/>
            <a:ext cx="4524124" cy="646331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rtlCol="0">
            <a:spAutoFit/>
          </a:bodyPr>
          <a:lstStyle/>
          <a:p>
            <a:r>
              <a:rPr lang="en-US" dirty="0" err="1"/>
              <a:t>Exempel</a:t>
            </a:r>
            <a:r>
              <a:rPr lang="en-US" dirty="0"/>
              <a:t>: </a:t>
            </a:r>
            <a:r>
              <a:rPr lang="en-US" dirty="0" err="1"/>
              <a:t>Lampan</a:t>
            </a:r>
            <a:r>
              <a:rPr lang="en-US" dirty="0"/>
              <a:t> </a:t>
            </a:r>
            <a:r>
              <a:rPr lang="en-US" dirty="0" err="1"/>
              <a:t>skall</a:t>
            </a:r>
            <a:r>
              <a:rPr lang="en-US" dirty="0"/>
              <a:t> t</a:t>
            </a:r>
            <a:r>
              <a:rPr lang="sv-SE" dirty="0"/>
              <a:t>ändas om </a:t>
            </a:r>
            <a:r>
              <a:rPr lang="sv-SE" i="1" dirty="0"/>
              <a:t>någon</a:t>
            </a:r>
            <a:r>
              <a:rPr lang="sv-SE" dirty="0"/>
              <a:t> av</a:t>
            </a:r>
          </a:p>
          <a:p>
            <a:r>
              <a:rPr lang="sv-SE" dirty="0"/>
              <a:t>pin5 eller pin6 är 0.</a:t>
            </a:r>
            <a:endParaRPr lang="LID4096" dirty="0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B90B6CB2-6400-A8CF-5C28-459A09BB56D2}"/>
              </a:ext>
            </a:extLst>
          </p:cNvPr>
          <p:cNvSpPr txBox="1"/>
          <p:nvPr/>
        </p:nvSpPr>
        <p:spPr>
          <a:xfrm>
            <a:off x="5441900" y="3254427"/>
            <a:ext cx="2710999" cy="369332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rtlCol="0">
            <a:spAutoFit/>
          </a:bodyPr>
          <a:lstStyle/>
          <a:p>
            <a:r>
              <a:rPr lang="sv-SE" dirty="0"/>
              <a:t>Om bit5 är </a:t>
            </a:r>
            <a:r>
              <a:rPr lang="sv-SE" b="1" dirty="0"/>
              <a:t>1</a:t>
            </a:r>
            <a:r>
              <a:rPr lang="sv-SE" dirty="0"/>
              <a:t> och bit 6 är </a:t>
            </a:r>
            <a:r>
              <a:rPr lang="sv-SE" b="1" dirty="0"/>
              <a:t>0</a:t>
            </a:r>
            <a:endParaRPr lang="LID4096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E498740-7027-5C2A-3746-833B81A81588}"/>
              </a:ext>
            </a:extLst>
          </p:cNvPr>
          <p:cNvSpPr txBox="1"/>
          <p:nvPr/>
        </p:nvSpPr>
        <p:spPr>
          <a:xfrm>
            <a:off x="3143421" y="3283249"/>
            <a:ext cx="6319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dirty="0"/>
              <a:t>3.3V</a:t>
            </a:r>
            <a:endParaRPr lang="LID4096" dirty="0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63ADD680-4A37-458F-D839-2B1427079198}"/>
              </a:ext>
            </a:extLst>
          </p:cNvPr>
          <p:cNvSpPr txBox="1"/>
          <p:nvPr/>
        </p:nvSpPr>
        <p:spPr>
          <a:xfrm>
            <a:off x="3352585" y="4098346"/>
            <a:ext cx="4427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dirty="0"/>
              <a:t>0V</a:t>
            </a:r>
            <a:endParaRPr lang="LID4096" dirty="0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DE058143-4DA0-DC4A-6107-899AC51594EE}"/>
              </a:ext>
            </a:extLst>
          </p:cNvPr>
          <p:cNvSpPr txBox="1"/>
          <p:nvPr/>
        </p:nvSpPr>
        <p:spPr>
          <a:xfrm>
            <a:off x="3387607" y="4445260"/>
            <a:ext cx="6319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dirty="0"/>
              <a:t>3.3V</a:t>
            </a:r>
            <a:endParaRPr lang="LID4096" dirty="0"/>
          </a:p>
        </p:txBody>
      </p:sp>
      <p:sp>
        <p:nvSpPr>
          <p:cNvPr id="86" name="Freeform: Shape 85">
            <a:extLst>
              <a:ext uri="{FF2B5EF4-FFF2-40B4-BE49-F238E27FC236}">
                <a16:creationId xmlns:a16="http://schemas.microsoft.com/office/drawing/2014/main" id="{4E70A082-83B5-8667-DE29-B304DC381CAF}"/>
              </a:ext>
            </a:extLst>
          </p:cNvPr>
          <p:cNvSpPr/>
          <p:nvPr/>
        </p:nvSpPr>
        <p:spPr>
          <a:xfrm>
            <a:off x="2566358" y="4270075"/>
            <a:ext cx="4347714" cy="677174"/>
          </a:xfrm>
          <a:custGeom>
            <a:avLst/>
            <a:gdLst>
              <a:gd name="csX0" fmla="*/ 4347714 w 4347714"/>
              <a:gd name="csY0" fmla="*/ 677174 h 677174"/>
              <a:gd name="csX1" fmla="*/ 3786997 w 4347714"/>
              <a:gd name="csY1" fmla="*/ 401129 h 677174"/>
              <a:gd name="csX2" fmla="*/ 3446253 w 4347714"/>
              <a:gd name="csY2" fmla="*/ 327804 h 677174"/>
              <a:gd name="csX3" fmla="*/ 496019 w 4347714"/>
              <a:gd name="csY3" fmla="*/ 4314 h 677174"/>
              <a:gd name="csX4" fmla="*/ 138023 w 4347714"/>
              <a:gd name="csY4" fmla="*/ 0 h 677174"/>
              <a:gd name="csX5" fmla="*/ 0 w 4347714"/>
              <a:gd name="csY5" fmla="*/ 60385 h 67717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347714" h="677174">
                <a:moveTo>
                  <a:pt x="4347714" y="677174"/>
                </a:moveTo>
                <a:lnTo>
                  <a:pt x="3786997" y="401129"/>
                </a:lnTo>
                <a:lnTo>
                  <a:pt x="3446253" y="327804"/>
                </a:lnTo>
                <a:lnTo>
                  <a:pt x="496019" y="4314"/>
                </a:lnTo>
                <a:lnTo>
                  <a:pt x="138023" y="0"/>
                </a:lnTo>
                <a:lnTo>
                  <a:pt x="0" y="60385"/>
                </a:lnTo>
              </a:path>
            </a:pathLst>
          </a:custGeom>
          <a:noFill/>
          <a:ln>
            <a:solidFill>
              <a:srgbClr val="FFC000"/>
            </a:solidFill>
            <a:prstDash val="sysDash"/>
          </a:ln>
          <a:effectLst>
            <a:glow rad="63500">
              <a:schemeClr val="accent2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87" name="Freeform: Shape 86">
            <a:extLst>
              <a:ext uri="{FF2B5EF4-FFF2-40B4-BE49-F238E27FC236}">
                <a16:creationId xmlns:a16="http://schemas.microsoft.com/office/drawing/2014/main" id="{0CD011E6-BD5B-C63F-7DE0-0922C69EE723}"/>
              </a:ext>
            </a:extLst>
          </p:cNvPr>
          <p:cNvSpPr/>
          <p:nvPr/>
        </p:nvSpPr>
        <p:spPr>
          <a:xfrm>
            <a:off x="2562045" y="4546121"/>
            <a:ext cx="4334774" cy="435634"/>
          </a:xfrm>
          <a:custGeom>
            <a:avLst/>
            <a:gdLst>
              <a:gd name="csX0" fmla="*/ 4334774 w 4334774"/>
              <a:gd name="csY0" fmla="*/ 435634 h 435634"/>
              <a:gd name="csX1" fmla="*/ 3804249 w 4334774"/>
              <a:gd name="csY1" fmla="*/ 293298 h 435634"/>
              <a:gd name="csX2" fmla="*/ 3429000 w 4334774"/>
              <a:gd name="csY2" fmla="*/ 224287 h 435634"/>
              <a:gd name="csX3" fmla="*/ 2881223 w 4334774"/>
              <a:gd name="csY3" fmla="*/ 207034 h 435634"/>
              <a:gd name="csX4" fmla="*/ 2389517 w 4334774"/>
              <a:gd name="csY4" fmla="*/ 211347 h 435634"/>
              <a:gd name="csX5" fmla="*/ 547778 w 4334774"/>
              <a:gd name="csY5" fmla="*/ 17253 h 435634"/>
              <a:gd name="csX6" fmla="*/ 323491 w 4334774"/>
              <a:gd name="csY6" fmla="*/ 0 h 435634"/>
              <a:gd name="csX7" fmla="*/ 0 w 4334774"/>
              <a:gd name="csY7" fmla="*/ 56071 h 4356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334774" h="435634">
                <a:moveTo>
                  <a:pt x="4334774" y="435634"/>
                </a:moveTo>
                <a:lnTo>
                  <a:pt x="3804249" y="293298"/>
                </a:lnTo>
                <a:lnTo>
                  <a:pt x="3429000" y="224287"/>
                </a:lnTo>
                <a:lnTo>
                  <a:pt x="2881223" y="207034"/>
                </a:lnTo>
                <a:lnTo>
                  <a:pt x="2389517" y="211347"/>
                </a:lnTo>
                <a:lnTo>
                  <a:pt x="547778" y="17253"/>
                </a:lnTo>
                <a:lnTo>
                  <a:pt x="323491" y="0"/>
                </a:lnTo>
                <a:lnTo>
                  <a:pt x="0" y="56071"/>
                </a:lnTo>
              </a:path>
            </a:pathLst>
          </a:custGeom>
          <a:noFill/>
          <a:ln>
            <a:solidFill>
              <a:srgbClr val="FFC000"/>
            </a:solidFill>
            <a:prstDash val="sysDash"/>
          </a:ln>
          <a:effectLst>
            <a:glow rad="63500">
              <a:schemeClr val="accent2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pic>
        <p:nvPicPr>
          <p:cNvPr id="89" name="Picture 88">
            <a:extLst>
              <a:ext uri="{FF2B5EF4-FFF2-40B4-BE49-F238E27FC236}">
                <a16:creationId xmlns:a16="http://schemas.microsoft.com/office/drawing/2014/main" id="{C23FB879-2420-D4D5-D5B9-6C8F33862C4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3208" y="2347276"/>
            <a:ext cx="2991044" cy="29910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83391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1" dur="5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6" grpId="0" animBg="1"/>
      <p:bldP spid="87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93513B-E027-C72C-5444-F583BF8B55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7CE793-3D8D-0115-5915-003D2F0F2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Digital Output – Push Pull</a:t>
            </a:r>
            <a:endParaRPr lang="LID4096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24AE2CD1-BE15-07F1-5DA3-7808F6535160}"/>
              </a:ext>
            </a:extLst>
          </p:cNvPr>
          <p:cNvGrpSpPr/>
          <p:nvPr/>
        </p:nvGrpSpPr>
        <p:grpSpPr>
          <a:xfrm rot="16200000">
            <a:off x="7722766" y="3373029"/>
            <a:ext cx="3095687" cy="2476441"/>
            <a:chOff x="436296" y="1927861"/>
            <a:chExt cx="5353797" cy="4282849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CA55A774-0388-6261-A75F-FF8100172AE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36296" y="2545839"/>
              <a:ext cx="5353797" cy="2772162"/>
            </a:xfrm>
            <a:prstGeom prst="rect">
              <a:avLst/>
            </a:prstGeom>
          </p:spPr>
        </p:pic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B9C7B59D-5C91-A498-B521-FA70A586DF16}"/>
                </a:ext>
              </a:extLst>
            </p:cNvPr>
            <p:cNvSpPr/>
            <p:nvPr/>
          </p:nvSpPr>
          <p:spPr>
            <a:xfrm>
              <a:off x="1597669" y="3554255"/>
              <a:ext cx="3381375" cy="1402081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A093840D-C871-98AD-E8A7-5D611C9D2780}"/>
                </a:ext>
              </a:extLst>
            </p:cNvPr>
            <p:cNvSpPr/>
            <p:nvPr/>
          </p:nvSpPr>
          <p:spPr>
            <a:xfrm>
              <a:off x="1436663" y="3406140"/>
              <a:ext cx="3787140" cy="259080"/>
            </a:xfrm>
            <a:custGeom>
              <a:avLst/>
              <a:gdLst>
                <a:gd name="connsiteX0" fmla="*/ 3406140 w 3825240"/>
                <a:gd name="connsiteY0" fmla="*/ 0 h 259080"/>
                <a:gd name="connsiteX1" fmla="*/ 0 w 3825240"/>
                <a:gd name="connsiteY1" fmla="*/ 68580 h 259080"/>
                <a:gd name="connsiteX2" fmla="*/ 228600 w 3825240"/>
                <a:gd name="connsiteY2" fmla="*/ 259080 h 259080"/>
                <a:gd name="connsiteX3" fmla="*/ 3825240 w 3825240"/>
                <a:gd name="connsiteY3" fmla="*/ 167640 h 259080"/>
                <a:gd name="connsiteX4" fmla="*/ 3406140 w 3825240"/>
                <a:gd name="connsiteY4" fmla="*/ 0 h 259080"/>
                <a:gd name="connsiteX0" fmla="*/ 3406140 w 3787140"/>
                <a:gd name="connsiteY0" fmla="*/ 0 h 259080"/>
                <a:gd name="connsiteX1" fmla="*/ 0 w 3787140"/>
                <a:gd name="connsiteY1" fmla="*/ 68580 h 259080"/>
                <a:gd name="connsiteX2" fmla="*/ 228600 w 3787140"/>
                <a:gd name="connsiteY2" fmla="*/ 259080 h 259080"/>
                <a:gd name="connsiteX3" fmla="*/ 3787140 w 3787140"/>
                <a:gd name="connsiteY3" fmla="*/ 153353 h 259080"/>
                <a:gd name="connsiteX4" fmla="*/ 3406140 w 3787140"/>
                <a:gd name="connsiteY4" fmla="*/ 0 h 2590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87140" h="259080">
                  <a:moveTo>
                    <a:pt x="3406140" y="0"/>
                  </a:moveTo>
                  <a:lnTo>
                    <a:pt x="0" y="68580"/>
                  </a:lnTo>
                  <a:lnTo>
                    <a:pt x="228600" y="259080"/>
                  </a:lnTo>
                  <a:lnTo>
                    <a:pt x="3787140" y="153353"/>
                  </a:lnTo>
                  <a:lnTo>
                    <a:pt x="3406140" y="0"/>
                  </a:lnTo>
                  <a:close/>
                </a:path>
              </a:pathLst>
            </a:cu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9E795718-D24D-34CB-7987-C3D318451D2E}"/>
                </a:ext>
              </a:extLst>
            </p:cNvPr>
            <p:cNvSpPr/>
            <p:nvPr/>
          </p:nvSpPr>
          <p:spPr>
            <a:xfrm>
              <a:off x="1459523" y="3482340"/>
              <a:ext cx="205740" cy="1714500"/>
            </a:xfrm>
            <a:custGeom>
              <a:avLst/>
              <a:gdLst>
                <a:gd name="connsiteX0" fmla="*/ 0 w 205740"/>
                <a:gd name="connsiteY0" fmla="*/ 0 h 1714500"/>
                <a:gd name="connsiteX1" fmla="*/ 30480 w 205740"/>
                <a:gd name="connsiteY1" fmla="*/ 1539240 h 1714500"/>
                <a:gd name="connsiteX2" fmla="*/ 205740 w 205740"/>
                <a:gd name="connsiteY2" fmla="*/ 1714500 h 1714500"/>
                <a:gd name="connsiteX3" fmla="*/ 198120 w 205740"/>
                <a:gd name="connsiteY3" fmla="*/ 167640 h 1714500"/>
                <a:gd name="connsiteX4" fmla="*/ 0 w 205740"/>
                <a:gd name="connsiteY4" fmla="*/ 0 h 1714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5740" h="1714500">
                  <a:moveTo>
                    <a:pt x="0" y="0"/>
                  </a:moveTo>
                  <a:lnTo>
                    <a:pt x="30480" y="1539240"/>
                  </a:lnTo>
                  <a:lnTo>
                    <a:pt x="205740" y="1714500"/>
                  </a:lnTo>
                  <a:lnTo>
                    <a:pt x="198120" y="1676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E0C06C36-320E-F33A-10E2-AEA48CEAB1C5}"/>
                </a:ext>
              </a:extLst>
            </p:cNvPr>
            <p:cNvSpPr/>
            <p:nvPr/>
          </p:nvSpPr>
          <p:spPr>
            <a:xfrm>
              <a:off x="1657643" y="3558540"/>
              <a:ext cx="3596640" cy="1653540"/>
            </a:xfrm>
            <a:custGeom>
              <a:avLst/>
              <a:gdLst>
                <a:gd name="connsiteX0" fmla="*/ 0 w 3680460"/>
                <a:gd name="connsiteY0" fmla="*/ 1653540 h 1653540"/>
                <a:gd name="connsiteX1" fmla="*/ 1463040 w 3680460"/>
                <a:gd name="connsiteY1" fmla="*/ 1592580 h 1653540"/>
                <a:gd name="connsiteX2" fmla="*/ 1463040 w 3680460"/>
                <a:gd name="connsiteY2" fmla="*/ 1417320 h 1653540"/>
                <a:gd name="connsiteX3" fmla="*/ 182880 w 3680460"/>
                <a:gd name="connsiteY3" fmla="*/ 1478280 h 1653540"/>
                <a:gd name="connsiteX4" fmla="*/ 160020 w 3680460"/>
                <a:gd name="connsiteY4" fmla="*/ 266700 h 1653540"/>
                <a:gd name="connsiteX5" fmla="*/ 3474720 w 3680460"/>
                <a:gd name="connsiteY5" fmla="*/ 160020 h 1653540"/>
                <a:gd name="connsiteX6" fmla="*/ 3467100 w 3680460"/>
                <a:gd name="connsiteY6" fmla="*/ 1424940 h 1653540"/>
                <a:gd name="connsiteX7" fmla="*/ 2278380 w 3680460"/>
                <a:gd name="connsiteY7" fmla="*/ 1432560 h 1653540"/>
                <a:gd name="connsiteX8" fmla="*/ 2263140 w 3680460"/>
                <a:gd name="connsiteY8" fmla="*/ 1584960 h 1653540"/>
                <a:gd name="connsiteX9" fmla="*/ 3680460 w 3680460"/>
                <a:gd name="connsiteY9" fmla="*/ 1546860 h 1653540"/>
                <a:gd name="connsiteX10" fmla="*/ 3589020 w 3680460"/>
                <a:gd name="connsiteY10" fmla="*/ 0 h 1653540"/>
                <a:gd name="connsiteX11" fmla="*/ 0 w 3680460"/>
                <a:gd name="connsiteY11" fmla="*/ 91440 h 1653540"/>
                <a:gd name="connsiteX12" fmla="*/ 0 w 3680460"/>
                <a:gd name="connsiteY12" fmla="*/ 1653540 h 1653540"/>
                <a:gd name="connsiteX0" fmla="*/ 0 w 3649980"/>
                <a:gd name="connsiteY0" fmla="*/ 1653540 h 1653540"/>
                <a:gd name="connsiteX1" fmla="*/ 1463040 w 3649980"/>
                <a:gd name="connsiteY1" fmla="*/ 1592580 h 1653540"/>
                <a:gd name="connsiteX2" fmla="*/ 1463040 w 3649980"/>
                <a:gd name="connsiteY2" fmla="*/ 1417320 h 1653540"/>
                <a:gd name="connsiteX3" fmla="*/ 182880 w 3649980"/>
                <a:gd name="connsiteY3" fmla="*/ 1478280 h 1653540"/>
                <a:gd name="connsiteX4" fmla="*/ 160020 w 3649980"/>
                <a:gd name="connsiteY4" fmla="*/ 266700 h 1653540"/>
                <a:gd name="connsiteX5" fmla="*/ 3474720 w 3649980"/>
                <a:gd name="connsiteY5" fmla="*/ 160020 h 1653540"/>
                <a:gd name="connsiteX6" fmla="*/ 3467100 w 3649980"/>
                <a:gd name="connsiteY6" fmla="*/ 1424940 h 1653540"/>
                <a:gd name="connsiteX7" fmla="*/ 2278380 w 3649980"/>
                <a:gd name="connsiteY7" fmla="*/ 1432560 h 1653540"/>
                <a:gd name="connsiteX8" fmla="*/ 2263140 w 3649980"/>
                <a:gd name="connsiteY8" fmla="*/ 1584960 h 1653540"/>
                <a:gd name="connsiteX9" fmla="*/ 3649980 w 3649980"/>
                <a:gd name="connsiteY9" fmla="*/ 1554480 h 1653540"/>
                <a:gd name="connsiteX10" fmla="*/ 3589020 w 3649980"/>
                <a:gd name="connsiteY10" fmla="*/ 0 h 1653540"/>
                <a:gd name="connsiteX11" fmla="*/ 0 w 3649980"/>
                <a:gd name="connsiteY11" fmla="*/ 91440 h 1653540"/>
                <a:gd name="connsiteX12" fmla="*/ 0 w 3649980"/>
                <a:gd name="connsiteY12" fmla="*/ 1653540 h 1653540"/>
                <a:gd name="connsiteX0" fmla="*/ 0 w 3596640"/>
                <a:gd name="connsiteY0" fmla="*/ 1653540 h 1653540"/>
                <a:gd name="connsiteX1" fmla="*/ 1463040 w 3596640"/>
                <a:gd name="connsiteY1" fmla="*/ 1592580 h 1653540"/>
                <a:gd name="connsiteX2" fmla="*/ 1463040 w 3596640"/>
                <a:gd name="connsiteY2" fmla="*/ 1417320 h 1653540"/>
                <a:gd name="connsiteX3" fmla="*/ 182880 w 3596640"/>
                <a:gd name="connsiteY3" fmla="*/ 1478280 h 1653540"/>
                <a:gd name="connsiteX4" fmla="*/ 160020 w 3596640"/>
                <a:gd name="connsiteY4" fmla="*/ 266700 h 1653540"/>
                <a:gd name="connsiteX5" fmla="*/ 3474720 w 3596640"/>
                <a:gd name="connsiteY5" fmla="*/ 160020 h 1653540"/>
                <a:gd name="connsiteX6" fmla="*/ 3467100 w 3596640"/>
                <a:gd name="connsiteY6" fmla="*/ 1424940 h 1653540"/>
                <a:gd name="connsiteX7" fmla="*/ 2278380 w 3596640"/>
                <a:gd name="connsiteY7" fmla="*/ 1432560 h 1653540"/>
                <a:gd name="connsiteX8" fmla="*/ 2263140 w 3596640"/>
                <a:gd name="connsiteY8" fmla="*/ 1584960 h 1653540"/>
                <a:gd name="connsiteX9" fmla="*/ 3596640 w 3596640"/>
                <a:gd name="connsiteY9" fmla="*/ 1546860 h 1653540"/>
                <a:gd name="connsiteX10" fmla="*/ 3589020 w 3596640"/>
                <a:gd name="connsiteY10" fmla="*/ 0 h 1653540"/>
                <a:gd name="connsiteX11" fmla="*/ 0 w 3596640"/>
                <a:gd name="connsiteY11" fmla="*/ 91440 h 1653540"/>
                <a:gd name="connsiteX12" fmla="*/ 0 w 3596640"/>
                <a:gd name="connsiteY12" fmla="*/ 1653540 h 165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6640" h="1653540">
                  <a:moveTo>
                    <a:pt x="0" y="1653540"/>
                  </a:moveTo>
                  <a:lnTo>
                    <a:pt x="1463040" y="1592580"/>
                  </a:lnTo>
                  <a:lnTo>
                    <a:pt x="1463040" y="1417320"/>
                  </a:lnTo>
                  <a:lnTo>
                    <a:pt x="182880" y="1478280"/>
                  </a:lnTo>
                  <a:lnTo>
                    <a:pt x="160020" y="266700"/>
                  </a:lnTo>
                  <a:lnTo>
                    <a:pt x="3474720" y="160020"/>
                  </a:lnTo>
                  <a:lnTo>
                    <a:pt x="3467100" y="1424940"/>
                  </a:lnTo>
                  <a:lnTo>
                    <a:pt x="2278380" y="1432560"/>
                  </a:lnTo>
                  <a:lnTo>
                    <a:pt x="2263140" y="1584960"/>
                  </a:lnTo>
                  <a:lnTo>
                    <a:pt x="3596640" y="1546860"/>
                  </a:lnTo>
                  <a:lnTo>
                    <a:pt x="3589020" y="0"/>
                  </a:lnTo>
                  <a:lnTo>
                    <a:pt x="0" y="91440"/>
                  </a:lnTo>
                  <a:lnTo>
                    <a:pt x="0" y="165354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4E91E6FC-2BA2-54AE-71B7-45E95CFFB507}"/>
                </a:ext>
              </a:extLst>
            </p:cNvPr>
            <p:cNvSpPr/>
            <p:nvPr/>
          </p:nvSpPr>
          <p:spPr>
            <a:xfrm>
              <a:off x="1833379" y="3727133"/>
              <a:ext cx="3305175" cy="1312068"/>
            </a:xfrm>
            <a:custGeom>
              <a:avLst/>
              <a:gdLst>
                <a:gd name="connsiteX0" fmla="*/ 2943225 w 3305175"/>
                <a:gd name="connsiteY0" fmla="*/ 4762 h 1312068"/>
                <a:gd name="connsiteX1" fmla="*/ 2964657 w 3305175"/>
                <a:gd name="connsiteY1" fmla="*/ 1040606 h 1312068"/>
                <a:gd name="connsiteX2" fmla="*/ 0 w 3305175"/>
                <a:gd name="connsiteY2" fmla="*/ 1133475 h 1312068"/>
                <a:gd name="connsiteX3" fmla="*/ 7144 w 3305175"/>
                <a:gd name="connsiteY3" fmla="*/ 1312068 h 1312068"/>
                <a:gd name="connsiteX4" fmla="*/ 1290638 w 3305175"/>
                <a:gd name="connsiteY4" fmla="*/ 1254918 h 1312068"/>
                <a:gd name="connsiteX5" fmla="*/ 1362075 w 3305175"/>
                <a:gd name="connsiteY5" fmla="*/ 1202531 h 1312068"/>
                <a:gd name="connsiteX6" fmla="*/ 1431132 w 3305175"/>
                <a:gd name="connsiteY6" fmla="*/ 1185862 h 1312068"/>
                <a:gd name="connsiteX7" fmla="*/ 1735932 w 3305175"/>
                <a:gd name="connsiteY7" fmla="*/ 1171575 h 1312068"/>
                <a:gd name="connsiteX8" fmla="*/ 1902619 w 3305175"/>
                <a:gd name="connsiteY8" fmla="*/ 1178718 h 1312068"/>
                <a:gd name="connsiteX9" fmla="*/ 2100263 w 3305175"/>
                <a:gd name="connsiteY9" fmla="*/ 1264443 h 1312068"/>
                <a:gd name="connsiteX10" fmla="*/ 3300413 w 3305175"/>
                <a:gd name="connsiteY10" fmla="*/ 1257300 h 1312068"/>
                <a:gd name="connsiteX11" fmla="*/ 3305175 w 3305175"/>
                <a:gd name="connsiteY11" fmla="*/ 0 h 1312068"/>
                <a:gd name="connsiteX12" fmla="*/ 2943225 w 3305175"/>
                <a:gd name="connsiteY12" fmla="*/ 4762 h 1312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305175" h="1312068">
                  <a:moveTo>
                    <a:pt x="2943225" y="4762"/>
                  </a:moveTo>
                  <a:lnTo>
                    <a:pt x="2964657" y="1040606"/>
                  </a:lnTo>
                  <a:lnTo>
                    <a:pt x="0" y="1133475"/>
                  </a:lnTo>
                  <a:lnTo>
                    <a:pt x="7144" y="1312068"/>
                  </a:lnTo>
                  <a:lnTo>
                    <a:pt x="1290638" y="1254918"/>
                  </a:lnTo>
                  <a:lnTo>
                    <a:pt x="1362075" y="1202531"/>
                  </a:lnTo>
                  <a:lnTo>
                    <a:pt x="1431132" y="1185862"/>
                  </a:lnTo>
                  <a:lnTo>
                    <a:pt x="1735932" y="1171575"/>
                  </a:lnTo>
                  <a:lnTo>
                    <a:pt x="1902619" y="1178718"/>
                  </a:lnTo>
                  <a:lnTo>
                    <a:pt x="2100263" y="1264443"/>
                  </a:lnTo>
                  <a:lnTo>
                    <a:pt x="3300413" y="1257300"/>
                  </a:lnTo>
                  <a:cubicBezTo>
                    <a:pt x="3302000" y="838200"/>
                    <a:pt x="3303588" y="419100"/>
                    <a:pt x="3305175" y="0"/>
                  </a:cubicBezTo>
                  <a:lnTo>
                    <a:pt x="2943225" y="4762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1F8E10C7-DC96-6AA2-FF9F-9FA0DFA2F26A}"/>
                </a:ext>
              </a:extLst>
            </p:cNvPr>
            <p:cNvSpPr/>
            <p:nvPr/>
          </p:nvSpPr>
          <p:spPr>
            <a:xfrm>
              <a:off x="3119254" y="4896326"/>
              <a:ext cx="819150" cy="247650"/>
            </a:xfrm>
            <a:custGeom>
              <a:avLst/>
              <a:gdLst>
                <a:gd name="connsiteX0" fmla="*/ 802482 w 819150"/>
                <a:gd name="connsiteY0" fmla="*/ 242888 h 247650"/>
                <a:gd name="connsiteX1" fmla="*/ 588169 w 819150"/>
                <a:gd name="connsiteY1" fmla="*/ 116682 h 247650"/>
                <a:gd name="connsiteX2" fmla="*/ 452438 w 819150"/>
                <a:gd name="connsiteY2" fmla="*/ 95250 h 247650"/>
                <a:gd name="connsiteX3" fmla="*/ 192882 w 819150"/>
                <a:gd name="connsiteY3" fmla="*/ 92869 h 247650"/>
                <a:gd name="connsiteX4" fmla="*/ 76200 w 819150"/>
                <a:gd name="connsiteY4" fmla="*/ 140494 h 247650"/>
                <a:gd name="connsiteX5" fmla="*/ 11907 w 819150"/>
                <a:gd name="connsiteY5" fmla="*/ 247650 h 247650"/>
                <a:gd name="connsiteX6" fmla="*/ 0 w 819150"/>
                <a:gd name="connsiteY6" fmla="*/ 85725 h 247650"/>
                <a:gd name="connsiteX7" fmla="*/ 76200 w 819150"/>
                <a:gd name="connsiteY7" fmla="*/ 33338 h 247650"/>
                <a:gd name="connsiteX8" fmla="*/ 173832 w 819150"/>
                <a:gd name="connsiteY8" fmla="*/ 14288 h 247650"/>
                <a:gd name="connsiteX9" fmla="*/ 469107 w 819150"/>
                <a:gd name="connsiteY9" fmla="*/ 0 h 247650"/>
                <a:gd name="connsiteX10" fmla="*/ 616744 w 819150"/>
                <a:gd name="connsiteY10" fmla="*/ 14288 h 247650"/>
                <a:gd name="connsiteX11" fmla="*/ 819150 w 819150"/>
                <a:gd name="connsiteY11" fmla="*/ 95250 h 247650"/>
                <a:gd name="connsiteX12" fmla="*/ 802482 w 819150"/>
                <a:gd name="connsiteY12" fmla="*/ 242888 h 247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19150" h="247650">
                  <a:moveTo>
                    <a:pt x="802482" y="242888"/>
                  </a:moveTo>
                  <a:lnTo>
                    <a:pt x="588169" y="116682"/>
                  </a:lnTo>
                  <a:lnTo>
                    <a:pt x="452438" y="95250"/>
                  </a:lnTo>
                  <a:lnTo>
                    <a:pt x="192882" y="92869"/>
                  </a:lnTo>
                  <a:lnTo>
                    <a:pt x="76200" y="140494"/>
                  </a:lnTo>
                  <a:lnTo>
                    <a:pt x="11907" y="247650"/>
                  </a:lnTo>
                  <a:lnTo>
                    <a:pt x="0" y="85725"/>
                  </a:lnTo>
                  <a:lnTo>
                    <a:pt x="76200" y="33338"/>
                  </a:lnTo>
                  <a:lnTo>
                    <a:pt x="173832" y="14288"/>
                  </a:lnTo>
                  <a:lnTo>
                    <a:pt x="469107" y="0"/>
                  </a:lnTo>
                  <a:lnTo>
                    <a:pt x="616744" y="14288"/>
                  </a:lnTo>
                  <a:lnTo>
                    <a:pt x="819150" y="95250"/>
                  </a:lnTo>
                  <a:lnTo>
                    <a:pt x="802482" y="242888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35F615FC-E364-83D4-9FC6-CFD792616E1E}"/>
                </a:ext>
              </a:extLst>
            </p:cNvPr>
            <p:cNvGrpSpPr/>
            <p:nvPr/>
          </p:nvGrpSpPr>
          <p:grpSpPr>
            <a:xfrm>
              <a:off x="4243204" y="4020026"/>
              <a:ext cx="209550" cy="157163"/>
              <a:chOff x="6669881" y="4393406"/>
              <a:chExt cx="209550" cy="157163"/>
            </a:xfrm>
          </p:grpSpPr>
          <p:sp>
            <p:nvSpPr>
              <p:cNvPr id="63" name="Rectangle 62">
                <a:extLst>
                  <a:ext uri="{FF2B5EF4-FFF2-40B4-BE49-F238E27FC236}">
                    <a16:creationId xmlns:a16="http://schemas.microsoft.com/office/drawing/2014/main" id="{F724D107-7372-9363-5AAB-6458869C7E72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4" name="Freeform: Shape 63">
                <a:extLst>
                  <a:ext uri="{FF2B5EF4-FFF2-40B4-BE49-F238E27FC236}">
                    <a16:creationId xmlns:a16="http://schemas.microsoft.com/office/drawing/2014/main" id="{E0D91753-B870-C416-67AC-9768D24298C3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C92B58D2-ADBA-F22C-E35D-B82D9E3C8D0D}"/>
                </a:ext>
              </a:extLst>
            </p:cNvPr>
            <p:cNvGrpSpPr/>
            <p:nvPr/>
          </p:nvGrpSpPr>
          <p:grpSpPr>
            <a:xfrm>
              <a:off x="3797910" y="4050982"/>
              <a:ext cx="209550" cy="157163"/>
              <a:chOff x="6669881" y="4393406"/>
              <a:chExt cx="209550" cy="157163"/>
            </a:xfrm>
          </p:grpSpPr>
          <p:sp>
            <p:nvSpPr>
              <p:cNvPr id="61" name="Rectangle 60">
                <a:extLst>
                  <a:ext uri="{FF2B5EF4-FFF2-40B4-BE49-F238E27FC236}">
                    <a16:creationId xmlns:a16="http://schemas.microsoft.com/office/drawing/2014/main" id="{EC2D3692-8292-1EA6-7E90-1E0E21808552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2" name="Freeform: Shape 61">
                <a:extLst>
                  <a:ext uri="{FF2B5EF4-FFF2-40B4-BE49-F238E27FC236}">
                    <a16:creationId xmlns:a16="http://schemas.microsoft.com/office/drawing/2014/main" id="{D19D7324-7B98-85AD-DAC2-027F908458F2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405775FB-5681-9401-5EB5-B1DA24F2AEB5}"/>
                </a:ext>
              </a:extLst>
            </p:cNvPr>
            <p:cNvGrpSpPr/>
            <p:nvPr/>
          </p:nvGrpSpPr>
          <p:grpSpPr>
            <a:xfrm>
              <a:off x="3352616" y="4081938"/>
              <a:ext cx="209550" cy="157163"/>
              <a:chOff x="6669881" y="4393406"/>
              <a:chExt cx="209550" cy="157163"/>
            </a:xfrm>
          </p:grpSpPr>
          <p:sp>
            <p:nvSpPr>
              <p:cNvPr id="59" name="Rectangle 58">
                <a:extLst>
                  <a:ext uri="{FF2B5EF4-FFF2-40B4-BE49-F238E27FC236}">
                    <a16:creationId xmlns:a16="http://schemas.microsoft.com/office/drawing/2014/main" id="{9555886F-7D38-F795-E714-A4533D80471F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0" name="Freeform: Shape 59">
                <a:extLst>
                  <a:ext uri="{FF2B5EF4-FFF2-40B4-BE49-F238E27FC236}">
                    <a16:creationId xmlns:a16="http://schemas.microsoft.com/office/drawing/2014/main" id="{AF865CBD-A484-3517-F197-9CAE09906F56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4E8CE9DA-6B64-2126-091D-035E0D013B97}"/>
                </a:ext>
              </a:extLst>
            </p:cNvPr>
            <p:cNvGrpSpPr/>
            <p:nvPr/>
          </p:nvGrpSpPr>
          <p:grpSpPr>
            <a:xfrm>
              <a:off x="2851360" y="4093844"/>
              <a:ext cx="209550" cy="157163"/>
              <a:chOff x="6669881" y="4393406"/>
              <a:chExt cx="209550" cy="157163"/>
            </a:xfrm>
          </p:grpSpPr>
          <p:sp>
            <p:nvSpPr>
              <p:cNvPr id="57" name="Rectangle 56">
                <a:extLst>
                  <a:ext uri="{FF2B5EF4-FFF2-40B4-BE49-F238E27FC236}">
                    <a16:creationId xmlns:a16="http://schemas.microsoft.com/office/drawing/2014/main" id="{97879D17-DC31-575A-D6FA-866926217D80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8" name="Freeform: Shape 57">
                <a:extLst>
                  <a:ext uri="{FF2B5EF4-FFF2-40B4-BE49-F238E27FC236}">
                    <a16:creationId xmlns:a16="http://schemas.microsoft.com/office/drawing/2014/main" id="{7F49CC9A-225B-E740-3CC7-FAF87EE5CCDE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FA7D820F-50C8-B84B-B334-3DA8AE86D15C}"/>
                </a:ext>
              </a:extLst>
            </p:cNvPr>
            <p:cNvGrpSpPr/>
            <p:nvPr/>
          </p:nvGrpSpPr>
          <p:grpSpPr>
            <a:xfrm>
              <a:off x="2345112" y="4113567"/>
              <a:ext cx="209550" cy="157163"/>
              <a:chOff x="6669881" y="4393406"/>
              <a:chExt cx="209550" cy="157163"/>
            </a:xfrm>
          </p:grpSpPr>
          <p:sp>
            <p:nvSpPr>
              <p:cNvPr id="55" name="Rectangle 54">
                <a:extLst>
                  <a:ext uri="{FF2B5EF4-FFF2-40B4-BE49-F238E27FC236}">
                    <a16:creationId xmlns:a16="http://schemas.microsoft.com/office/drawing/2014/main" id="{683A0ECE-8396-D784-2326-B10285E35BB1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6" name="Freeform: Shape 55">
                <a:extLst>
                  <a:ext uri="{FF2B5EF4-FFF2-40B4-BE49-F238E27FC236}">
                    <a16:creationId xmlns:a16="http://schemas.microsoft.com/office/drawing/2014/main" id="{C2138906-5AE6-2BFC-D3DE-A4701A1E6940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C1DABDB0-7DE5-4338-2787-4964EA9CFF90}"/>
                </a:ext>
              </a:extLst>
            </p:cNvPr>
            <p:cNvGrpSpPr/>
            <p:nvPr/>
          </p:nvGrpSpPr>
          <p:grpSpPr>
            <a:xfrm>
              <a:off x="2333205" y="4520758"/>
              <a:ext cx="209550" cy="157163"/>
              <a:chOff x="6669881" y="4393406"/>
              <a:chExt cx="209550" cy="157163"/>
            </a:xfrm>
          </p:grpSpPr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B5635FCB-355F-9CD2-E041-7E93630D3333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4" name="Freeform: Shape 53">
                <a:extLst>
                  <a:ext uri="{FF2B5EF4-FFF2-40B4-BE49-F238E27FC236}">
                    <a16:creationId xmlns:a16="http://schemas.microsoft.com/office/drawing/2014/main" id="{C52B9370-72C0-0122-2F84-2190B2231EDB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1E74DB60-EBCB-060C-EDE7-93511EFBB009}"/>
                </a:ext>
              </a:extLst>
            </p:cNvPr>
            <p:cNvGrpSpPr/>
            <p:nvPr/>
          </p:nvGrpSpPr>
          <p:grpSpPr>
            <a:xfrm>
              <a:off x="2848977" y="4506471"/>
              <a:ext cx="209550" cy="157163"/>
              <a:chOff x="6669881" y="4393406"/>
              <a:chExt cx="209550" cy="157163"/>
            </a:xfrm>
          </p:grpSpPr>
          <p:sp>
            <p:nvSpPr>
              <p:cNvPr id="51" name="Rectangle 50">
                <a:extLst>
                  <a:ext uri="{FF2B5EF4-FFF2-40B4-BE49-F238E27FC236}">
                    <a16:creationId xmlns:a16="http://schemas.microsoft.com/office/drawing/2014/main" id="{5415E259-B58F-D53A-5318-87BB67AC2474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2" name="Freeform: Shape 51">
                <a:extLst>
                  <a:ext uri="{FF2B5EF4-FFF2-40B4-BE49-F238E27FC236}">
                    <a16:creationId xmlns:a16="http://schemas.microsoft.com/office/drawing/2014/main" id="{9C69B1AB-15E2-873B-67BF-4BCA8BCE6640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31418AB0-5593-1CB6-4034-2982A0CAB8F4}"/>
                </a:ext>
              </a:extLst>
            </p:cNvPr>
            <p:cNvGrpSpPr/>
            <p:nvPr/>
          </p:nvGrpSpPr>
          <p:grpSpPr>
            <a:xfrm>
              <a:off x="3359757" y="4500001"/>
              <a:ext cx="209550" cy="157163"/>
              <a:chOff x="6669881" y="4393406"/>
              <a:chExt cx="209550" cy="157163"/>
            </a:xfrm>
          </p:grpSpPr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8299BDCA-8053-7811-823F-BA17DB766C5A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0" name="Freeform: Shape 49">
                <a:extLst>
                  <a:ext uri="{FF2B5EF4-FFF2-40B4-BE49-F238E27FC236}">
                    <a16:creationId xmlns:a16="http://schemas.microsoft.com/office/drawing/2014/main" id="{39863757-D648-CD8C-0D93-F50FB0C24CB1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87D0F24A-D48D-E5D7-E4E6-7B00C81A49B3}"/>
                </a:ext>
              </a:extLst>
            </p:cNvPr>
            <p:cNvGrpSpPr/>
            <p:nvPr/>
          </p:nvGrpSpPr>
          <p:grpSpPr>
            <a:xfrm>
              <a:off x="3828863" y="4505748"/>
              <a:ext cx="209550" cy="157163"/>
              <a:chOff x="6669881" y="4393406"/>
              <a:chExt cx="209550" cy="157163"/>
            </a:xfrm>
          </p:grpSpPr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308BE19E-25C5-1F7C-CF9A-BBCDB9E3E38C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8" name="Freeform: Shape 47">
                <a:extLst>
                  <a:ext uri="{FF2B5EF4-FFF2-40B4-BE49-F238E27FC236}">
                    <a16:creationId xmlns:a16="http://schemas.microsoft.com/office/drawing/2014/main" id="{8AA8E199-2E2E-8714-87D6-514E50FF28A5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8D0DC12A-D27F-BD0C-9E18-A8ED85FB8045}"/>
                </a:ext>
              </a:extLst>
            </p:cNvPr>
            <p:cNvGrpSpPr/>
            <p:nvPr/>
          </p:nvGrpSpPr>
          <p:grpSpPr>
            <a:xfrm>
              <a:off x="4271771" y="4495238"/>
              <a:ext cx="209550" cy="157163"/>
              <a:chOff x="6669881" y="4393406"/>
              <a:chExt cx="209550" cy="157163"/>
            </a:xfrm>
          </p:grpSpPr>
          <p:sp>
            <p:nvSpPr>
              <p:cNvPr id="45" name="Rectangle 44">
                <a:extLst>
                  <a:ext uri="{FF2B5EF4-FFF2-40B4-BE49-F238E27FC236}">
                    <a16:creationId xmlns:a16="http://schemas.microsoft.com/office/drawing/2014/main" id="{DB2B95F7-C022-0C2B-4E69-374E01CE1C2D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6" name="Freeform: Shape 45">
                <a:extLst>
                  <a:ext uri="{FF2B5EF4-FFF2-40B4-BE49-F238E27FC236}">
                    <a16:creationId xmlns:a16="http://schemas.microsoft.com/office/drawing/2014/main" id="{2C730FF7-8FE6-AD3B-F456-FA995A983B13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6FB95476-59F3-3D9A-6519-7C923235BB2D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908657" y="5300061"/>
              <a:ext cx="1003434" cy="1889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1C833911-40F4-FE33-5026-8CC6E044D68C}"/>
                </a:ext>
              </a:extLst>
            </p:cNvPr>
            <p:cNvSpPr txBox="1"/>
            <p:nvPr/>
          </p:nvSpPr>
          <p:spPr>
            <a:xfrm rot="5400000">
              <a:off x="2135199" y="5589007"/>
              <a:ext cx="796202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GND</a:t>
              </a:r>
              <a:endParaRPr lang="LID4096" sz="1000" b="1" dirty="0"/>
            </a:p>
          </p:txBody>
        </p: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7589C2E8-A094-7808-FB18-82C5338A0B12}"/>
                </a:ext>
              </a:extLst>
            </p:cNvPr>
            <p:cNvCxnSpPr>
              <a:cxnSpLocks/>
            </p:cNvCxnSpPr>
            <p:nvPr/>
          </p:nvCxnSpPr>
          <p:spPr>
            <a:xfrm>
              <a:off x="4334743" y="2222017"/>
              <a:ext cx="27524" cy="1673166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FE7AF20F-C0EF-A351-DCB3-8BB77A0C729D}"/>
                </a:ext>
              </a:extLst>
            </p:cNvPr>
            <p:cNvSpPr txBox="1"/>
            <p:nvPr/>
          </p:nvSpPr>
          <p:spPr>
            <a:xfrm rot="5400000">
              <a:off x="4125363" y="2102273"/>
              <a:ext cx="760164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3.3V</a:t>
              </a:r>
              <a:endParaRPr lang="LID4096" sz="1000" b="1" dirty="0"/>
            </a:p>
          </p:txBody>
        </p: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EDF0CAC3-DC64-26AC-B09B-B2985746B4A6}"/>
                </a:ext>
              </a:extLst>
            </p:cNvPr>
            <p:cNvCxnSpPr>
              <a:cxnSpLocks/>
            </p:cNvCxnSpPr>
            <p:nvPr/>
          </p:nvCxnSpPr>
          <p:spPr>
            <a:xfrm>
              <a:off x="2399207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E0E1D7AD-A81E-A684-F2AF-5A18496E1468}"/>
                </a:ext>
              </a:extLst>
            </p:cNvPr>
            <p:cNvSpPr txBox="1"/>
            <p:nvPr/>
          </p:nvSpPr>
          <p:spPr>
            <a:xfrm rot="5400000">
              <a:off x="2137200" y="2092261"/>
              <a:ext cx="754619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pin0</a:t>
              </a:r>
              <a:endParaRPr lang="LID4096" sz="1000" b="1" dirty="0"/>
            </a:p>
          </p:txBody>
        </p: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D5A69CA9-D1E7-C28A-271E-B1836909FFB4}"/>
                </a:ext>
              </a:extLst>
            </p:cNvPr>
            <p:cNvCxnSpPr>
              <a:cxnSpLocks/>
            </p:cNvCxnSpPr>
            <p:nvPr/>
          </p:nvCxnSpPr>
          <p:spPr>
            <a:xfrm>
              <a:off x="2934442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DA694F33-5DDD-68D5-D99A-AE065E1116AD}"/>
                </a:ext>
              </a:extLst>
            </p:cNvPr>
            <p:cNvSpPr txBox="1"/>
            <p:nvPr/>
          </p:nvSpPr>
          <p:spPr>
            <a:xfrm rot="5400000">
              <a:off x="2739117" y="2092261"/>
              <a:ext cx="754619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pin2</a:t>
              </a:r>
              <a:endParaRPr lang="LID4096" sz="1000" b="1" dirty="0"/>
            </a:p>
          </p:txBody>
        </p: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33A4C238-EB21-5209-4601-E397ACE062A3}"/>
                </a:ext>
              </a:extLst>
            </p:cNvPr>
            <p:cNvCxnSpPr>
              <a:cxnSpLocks/>
            </p:cNvCxnSpPr>
            <p:nvPr/>
          </p:nvCxnSpPr>
          <p:spPr>
            <a:xfrm>
              <a:off x="3453714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D9395FC4-C079-623E-46BE-747D1A7F9EFC}"/>
                </a:ext>
              </a:extLst>
            </p:cNvPr>
            <p:cNvSpPr txBox="1"/>
            <p:nvPr/>
          </p:nvSpPr>
          <p:spPr>
            <a:xfrm rot="5400000">
              <a:off x="3188866" y="2092261"/>
              <a:ext cx="754619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pin4</a:t>
              </a:r>
              <a:endParaRPr lang="LID4096" sz="1000" b="1" dirty="0"/>
            </a:p>
          </p:txBody>
        </p: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38C1297C-EAD8-AE13-F696-63051A9D7E18}"/>
                </a:ext>
              </a:extLst>
            </p:cNvPr>
            <p:cNvCxnSpPr>
              <a:cxnSpLocks/>
            </p:cNvCxnSpPr>
            <p:nvPr/>
          </p:nvCxnSpPr>
          <p:spPr>
            <a:xfrm>
              <a:off x="3907991" y="2335991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9A166268-1F6F-C2CB-E4E0-0A6AFB3BDB66}"/>
                </a:ext>
              </a:extLst>
            </p:cNvPr>
            <p:cNvSpPr txBox="1"/>
            <p:nvPr/>
          </p:nvSpPr>
          <p:spPr>
            <a:xfrm rot="5400000">
              <a:off x="3639983" y="2092259"/>
              <a:ext cx="754619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pin6</a:t>
              </a:r>
              <a:endParaRPr lang="LID4096" sz="1000" b="1" dirty="0"/>
            </a:p>
          </p:txBody>
        </p: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8DE8861D-3E85-E297-7F7E-20BDFFB8CF6B}"/>
                </a:ext>
              </a:extLst>
            </p:cNvPr>
            <p:cNvCxnSpPr>
              <a:cxnSpLocks/>
            </p:cNvCxnSpPr>
            <p:nvPr/>
          </p:nvCxnSpPr>
          <p:spPr>
            <a:xfrm>
              <a:off x="2920379" y="4745914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972BF67D-8AFF-120C-DD7E-C5C1CB55A596}"/>
                </a:ext>
              </a:extLst>
            </p:cNvPr>
            <p:cNvSpPr txBox="1"/>
            <p:nvPr/>
          </p:nvSpPr>
          <p:spPr>
            <a:xfrm rot="5400000">
              <a:off x="2659462" y="5620489"/>
              <a:ext cx="754619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pin1</a:t>
              </a:r>
              <a:endParaRPr lang="LID4096" sz="1000" b="1" dirty="0"/>
            </a:p>
          </p:txBody>
        </p: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2FEFE754-C17C-AF75-F3A6-56595BD7DDE4}"/>
                </a:ext>
              </a:extLst>
            </p:cNvPr>
            <p:cNvCxnSpPr>
              <a:cxnSpLocks/>
            </p:cNvCxnSpPr>
            <p:nvPr/>
          </p:nvCxnSpPr>
          <p:spPr>
            <a:xfrm>
              <a:off x="3436440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F82631DA-A17F-9476-4AF4-C66B66BA7963}"/>
                </a:ext>
              </a:extLst>
            </p:cNvPr>
            <p:cNvSpPr txBox="1"/>
            <p:nvPr/>
          </p:nvSpPr>
          <p:spPr>
            <a:xfrm rot="5400000">
              <a:off x="3175523" y="5618462"/>
              <a:ext cx="754619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pin3</a:t>
              </a:r>
              <a:endParaRPr lang="LID4096" sz="1000" b="1" dirty="0"/>
            </a:p>
          </p:txBody>
        </p: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9ED5AF46-B49D-5137-0A40-D4FA44EA9D06}"/>
                </a:ext>
              </a:extLst>
            </p:cNvPr>
            <p:cNvCxnSpPr>
              <a:cxnSpLocks/>
            </p:cNvCxnSpPr>
            <p:nvPr/>
          </p:nvCxnSpPr>
          <p:spPr>
            <a:xfrm>
              <a:off x="3918887" y="4744900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AFC5300A-F413-AAAD-5050-5EAC0430025A}"/>
                </a:ext>
              </a:extLst>
            </p:cNvPr>
            <p:cNvSpPr txBox="1"/>
            <p:nvPr/>
          </p:nvSpPr>
          <p:spPr>
            <a:xfrm rot="5400000">
              <a:off x="3657971" y="5619479"/>
              <a:ext cx="754619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pin5</a:t>
              </a:r>
              <a:endParaRPr lang="LID4096" sz="1000" b="1" dirty="0"/>
            </a:p>
          </p:txBody>
        </p: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FDE059A3-87D7-6337-DFCF-E940B075E76F}"/>
                </a:ext>
              </a:extLst>
            </p:cNvPr>
            <p:cNvCxnSpPr>
              <a:cxnSpLocks/>
            </p:cNvCxnSpPr>
            <p:nvPr/>
          </p:nvCxnSpPr>
          <p:spPr>
            <a:xfrm>
              <a:off x="4372042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6F2C130A-D0EB-9A2A-05F1-C0D90303FE33}"/>
                </a:ext>
              </a:extLst>
            </p:cNvPr>
            <p:cNvSpPr txBox="1"/>
            <p:nvPr/>
          </p:nvSpPr>
          <p:spPr>
            <a:xfrm rot="5400000">
              <a:off x="4111125" y="5618463"/>
              <a:ext cx="754619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pin7</a:t>
              </a:r>
              <a:endParaRPr lang="LID4096" sz="1000" b="1" dirty="0"/>
            </a:p>
          </p:txBody>
        </p:sp>
      </p:grpSp>
      <p:sp>
        <p:nvSpPr>
          <p:cNvPr id="79" name="TextBox 78">
            <a:extLst>
              <a:ext uri="{FF2B5EF4-FFF2-40B4-BE49-F238E27FC236}">
                <a16:creationId xmlns:a16="http://schemas.microsoft.com/office/drawing/2014/main" id="{22039106-F0A4-35F0-D5CF-94A0D6C8E937}"/>
              </a:ext>
            </a:extLst>
          </p:cNvPr>
          <p:cNvSpPr txBox="1"/>
          <p:nvPr/>
        </p:nvSpPr>
        <p:spPr>
          <a:xfrm>
            <a:off x="3164667" y="1960533"/>
            <a:ext cx="4839915" cy="923330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rtlCol="0">
            <a:spAutoFit/>
          </a:bodyPr>
          <a:lstStyle/>
          <a:p>
            <a:r>
              <a:rPr lang="sv-SE" dirty="0"/>
              <a:t>Push-</a:t>
            </a:r>
            <a:r>
              <a:rPr lang="sv-SE" dirty="0" err="1"/>
              <a:t>Pull</a:t>
            </a:r>
            <a:r>
              <a:rPr lang="sv-SE" dirty="0"/>
              <a:t>: Om biten i OUTDR är 1 är pinnen</a:t>
            </a:r>
            <a:br>
              <a:rPr lang="sv-SE" dirty="0"/>
            </a:br>
            <a:r>
              <a:rPr lang="sv-SE" dirty="0"/>
              <a:t>direkt kopplad till 3.3V. Om biten är 0 är pinnen </a:t>
            </a:r>
            <a:br>
              <a:rPr lang="sv-SE" dirty="0"/>
            </a:br>
            <a:r>
              <a:rPr lang="sv-SE" dirty="0"/>
              <a:t>direkt kopplad till GND. </a:t>
            </a:r>
            <a:endParaRPr lang="LID4096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23DF910-C153-076F-C130-2B3DDB883D02}"/>
              </a:ext>
            </a:extLst>
          </p:cNvPr>
          <p:cNvSpPr txBox="1"/>
          <p:nvPr/>
        </p:nvSpPr>
        <p:spPr>
          <a:xfrm>
            <a:off x="2841182" y="5385398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/>
              <a:t>bit0</a:t>
            </a:r>
            <a:endParaRPr lang="LID4096" sz="1000" b="1" dirty="0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F7A65A57-9910-2A1B-BC39-F984FA60A9D5}"/>
              </a:ext>
            </a:extLst>
          </p:cNvPr>
          <p:cNvSpPr txBox="1"/>
          <p:nvPr/>
        </p:nvSpPr>
        <p:spPr>
          <a:xfrm>
            <a:off x="2842862" y="5272559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bit1</a:t>
            </a:r>
            <a:endParaRPr lang="LID4096" sz="1000" b="1" dirty="0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3BFA3DD0-73CD-3470-F466-D8E5499FACB0}"/>
              </a:ext>
            </a:extLst>
          </p:cNvPr>
          <p:cNvSpPr txBox="1"/>
          <p:nvPr/>
        </p:nvSpPr>
        <p:spPr>
          <a:xfrm>
            <a:off x="2855768" y="3550671"/>
            <a:ext cx="47641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bit15</a:t>
            </a:r>
            <a:endParaRPr lang="LID4096" sz="1000" b="1" dirty="0"/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42392461-B22B-0A12-78FB-DDC81D1D8292}"/>
              </a:ext>
            </a:extLst>
          </p:cNvPr>
          <p:cNvSpPr/>
          <p:nvPr/>
        </p:nvSpPr>
        <p:spPr>
          <a:xfrm rot="16200000">
            <a:off x="1464209" y="4336638"/>
            <a:ext cx="2011953" cy="44851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/>
              <a:t>OUTDR</a:t>
            </a:r>
            <a:endParaRPr lang="LID4096"/>
          </a:p>
        </p:txBody>
      </p: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AC5CD57D-17FE-84FD-2EF1-986683DA62FF}"/>
              </a:ext>
            </a:extLst>
          </p:cNvPr>
          <p:cNvCxnSpPr>
            <a:cxnSpLocks/>
          </p:cNvCxnSpPr>
          <p:nvPr/>
        </p:nvCxnSpPr>
        <p:spPr>
          <a:xfrm>
            <a:off x="2675137" y="5508510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Straight Connector 83">
            <a:extLst>
              <a:ext uri="{FF2B5EF4-FFF2-40B4-BE49-F238E27FC236}">
                <a16:creationId xmlns:a16="http://schemas.microsoft.com/office/drawing/2014/main" id="{8A3361CC-F6ED-A4B1-19DF-8F0CF0F8829F}"/>
              </a:ext>
            </a:extLst>
          </p:cNvPr>
          <p:cNvCxnSpPr>
            <a:cxnSpLocks/>
          </p:cNvCxnSpPr>
          <p:nvPr/>
        </p:nvCxnSpPr>
        <p:spPr>
          <a:xfrm>
            <a:off x="2675137" y="5400749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8F4F76BA-DEFA-4277-38E4-11FEE6510BCD}"/>
              </a:ext>
            </a:extLst>
          </p:cNvPr>
          <p:cNvCxnSpPr>
            <a:cxnSpLocks/>
          </p:cNvCxnSpPr>
          <p:nvPr/>
        </p:nvCxnSpPr>
        <p:spPr>
          <a:xfrm>
            <a:off x="2675137" y="5279109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TextBox 85">
            <a:extLst>
              <a:ext uri="{FF2B5EF4-FFF2-40B4-BE49-F238E27FC236}">
                <a16:creationId xmlns:a16="http://schemas.microsoft.com/office/drawing/2014/main" id="{E48F6714-14BA-53A1-2C3B-D7F490A18BE8}"/>
              </a:ext>
            </a:extLst>
          </p:cNvPr>
          <p:cNvSpPr txBox="1"/>
          <p:nvPr/>
        </p:nvSpPr>
        <p:spPr>
          <a:xfrm rot="16200000">
            <a:off x="2552640" y="4683475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...</a:t>
            </a:r>
            <a:endParaRPr lang="LID4096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CFF95701-387A-ABEC-DD67-5D6767E9296D}"/>
              </a:ext>
            </a:extLst>
          </p:cNvPr>
          <p:cNvSpPr txBox="1"/>
          <p:nvPr/>
        </p:nvSpPr>
        <p:spPr>
          <a:xfrm rot="16200000">
            <a:off x="2528333" y="3681578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...</a:t>
            </a:r>
            <a:endParaRPr lang="LID4096"/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2AD7C920-BBEA-0840-0983-574EB1A07C4A}"/>
              </a:ext>
            </a:extLst>
          </p:cNvPr>
          <p:cNvSpPr txBox="1"/>
          <p:nvPr/>
        </p:nvSpPr>
        <p:spPr>
          <a:xfrm>
            <a:off x="2848337" y="5069668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/>
              <a:t>bit2</a:t>
            </a:r>
            <a:endParaRPr lang="LID4096" sz="1000" b="1" dirty="0"/>
          </a:p>
        </p:txBody>
      </p: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5918253C-543E-9F03-0EB4-E5A368B0A425}"/>
              </a:ext>
            </a:extLst>
          </p:cNvPr>
          <p:cNvCxnSpPr>
            <a:cxnSpLocks/>
          </p:cNvCxnSpPr>
          <p:nvPr/>
        </p:nvCxnSpPr>
        <p:spPr>
          <a:xfrm>
            <a:off x="2677006" y="3673781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1" name="Picture 90">
            <a:extLst>
              <a:ext uri="{FF2B5EF4-FFF2-40B4-BE49-F238E27FC236}">
                <a16:creationId xmlns:a16="http://schemas.microsoft.com/office/drawing/2014/main" id="{67EB55AD-F7B8-3805-663E-EDE4048958F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09518" y="4057163"/>
            <a:ext cx="2137988" cy="1357557"/>
          </a:xfrm>
          <a:prstGeom prst="rect">
            <a:avLst/>
          </a:prstGeom>
          <a:ln>
            <a:solidFill>
              <a:schemeClr val="tx1"/>
            </a:solidFill>
          </a:ln>
        </p:spPr>
      </p:pic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1CD7112F-C6FE-E686-521E-A1BA05333285}"/>
              </a:ext>
            </a:extLst>
          </p:cNvPr>
          <p:cNvCxnSpPr>
            <a:stCxn id="91" idx="3"/>
            <a:endCxn id="32" idx="2"/>
          </p:cNvCxnSpPr>
          <p:nvPr/>
        </p:nvCxnSpPr>
        <p:spPr>
          <a:xfrm flipV="1">
            <a:off x="6447506" y="4732490"/>
            <a:ext cx="1803054" cy="345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Freeform: Shape 95">
            <a:extLst>
              <a:ext uri="{FF2B5EF4-FFF2-40B4-BE49-F238E27FC236}">
                <a16:creationId xmlns:a16="http://schemas.microsoft.com/office/drawing/2014/main" id="{472C71F2-CF10-4D91-1E8E-BDC161F0B508}"/>
              </a:ext>
            </a:extLst>
          </p:cNvPr>
          <p:cNvSpPr/>
          <p:nvPr/>
        </p:nvSpPr>
        <p:spPr>
          <a:xfrm>
            <a:off x="2687128" y="4692770"/>
            <a:ext cx="1630393" cy="577970"/>
          </a:xfrm>
          <a:custGeom>
            <a:avLst/>
            <a:gdLst>
              <a:gd name="csX0" fmla="*/ 0 w 1630393"/>
              <a:gd name="csY0" fmla="*/ 577970 h 577970"/>
              <a:gd name="csX1" fmla="*/ 836763 w 1630393"/>
              <a:gd name="csY1" fmla="*/ 577970 h 577970"/>
              <a:gd name="csX2" fmla="*/ 836763 w 1630393"/>
              <a:gd name="csY2" fmla="*/ 0 h 577970"/>
              <a:gd name="csX3" fmla="*/ 1630393 w 1630393"/>
              <a:gd name="csY3" fmla="*/ 8626 h 57797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630393" h="577970">
                <a:moveTo>
                  <a:pt x="0" y="577970"/>
                </a:moveTo>
                <a:lnTo>
                  <a:pt x="836763" y="577970"/>
                </a:lnTo>
                <a:lnTo>
                  <a:pt x="836763" y="0"/>
                </a:lnTo>
                <a:lnTo>
                  <a:pt x="1630393" y="8626"/>
                </a:ln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53386354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A48245-8525-6790-FF32-AA64E5BB74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9D3203-6F4F-0F03-77D8-EB9B97233B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Digital Output – Open Drain</a:t>
            </a:r>
            <a:endParaRPr lang="LID4096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8BB85728-91F8-3F83-EC3D-9AE83B313CFA}"/>
              </a:ext>
            </a:extLst>
          </p:cNvPr>
          <p:cNvGrpSpPr/>
          <p:nvPr/>
        </p:nvGrpSpPr>
        <p:grpSpPr>
          <a:xfrm rot="16200000">
            <a:off x="7722766" y="3373029"/>
            <a:ext cx="3095687" cy="2476441"/>
            <a:chOff x="436296" y="1927861"/>
            <a:chExt cx="5353797" cy="4282849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C3DE2D55-C283-43C7-8D4A-837396742A6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36296" y="2545839"/>
              <a:ext cx="5353797" cy="2772162"/>
            </a:xfrm>
            <a:prstGeom prst="rect">
              <a:avLst/>
            </a:prstGeom>
          </p:spPr>
        </p:pic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BDA79851-9114-18ED-5E38-ED754B8D7CF5}"/>
                </a:ext>
              </a:extLst>
            </p:cNvPr>
            <p:cNvSpPr/>
            <p:nvPr/>
          </p:nvSpPr>
          <p:spPr>
            <a:xfrm>
              <a:off x="1597669" y="3554255"/>
              <a:ext cx="3381375" cy="1402081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2363756F-3012-1C9D-B2FF-BF919886F040}"/>
                </a:ext>
              </a:extLst>
            </p:cNvPr>
            <p:cNvSpPr/>
            <p:nvPr/>
          </p:nvSpPr>
          <p:spPr>
            <a:xfrm>
              <a:off x="1436663" y="3406140"/>
              <a:ext cx="3787140" cy="259080"/>
            </a:xfrm>
            <a:custGeom>
              <a:avLst/>
              <a:gdLst>
                <a:gd name="connsiteX0" fmla="*/ 3406140 w 3825240"/>
                <a:gd name="connsiteY0" fmla="*/ 0 h 259080"/>
                <a:gd name="connsiteX1" fmla="*/ 0 w 3825240"/>
                <a:gd name="connsiteY1" fmla="*/ 68580 h 259080"/>
                <a:gd name="connsiteX2" fmla="*/ 228600 w 3825240"/>
                <a:gd name="connsiteY2" fmla="*/ 259080 h 259080"/>
                <a:gd name="connsiteX3" fmla="*/ 3825240 w 3825240"/>
                <a:gd name="connsiteY3" fmla="*/ 167640 h 259080"/>
                <a:gd name="connsiteX4" fmla="*/ 3406140 w 3825240"/>
                <a:gd name="connsiteY4" fmla="*/ 0 h 259080"/>
                <a:gd name="connsiteX0" fmla="*/ 3406140 w 3787140"/>
                <a:gd name="connsiteY0" fmla="*/ 0 h 259080"/>
                <a:gd name="connsiteX1" fmla="*/ 0 w 3787140"/>
                <a:gd name="connsiteY1" fmla="*/ 68580 h 259080"/>
                <a:gd name="connsiteX2" fmla="*/ 228600 w 3787140"/>
                <a:gd name="connsiteY2" fmla="*/ 259080 h 259080"/>
                <a:gd name="connsiteX3" fmla="*/ 3787140 w 3787140"/>
                <a:gd name="connsiteY3" fmla="*/ 153353 h 259080"/>
                <a:gd name="connsiteX4" fmla="*/ 3406140 w 3787140"/>
                <a:gd name="connsiteY4" fmla="*/ 0 h 2590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87140" h="259080">
                  <a:moveTo>
                    <a:pt x="3406140" y="0"/>
                  </a:moveTo>
                  <a:lnTo>
                    <a:pt x="0" y="68580"/>
                  </a:lnTo>
                  <a:lnTo>
                    <a:pt x="228600" y="259080"/>
                  </a:lnTo>
                  <a:lnTo>
                    <a:pt x="3787140" y="153353"/>
                  </a:lnTo>
                  <a:lnTo>
                    <a:pt x="3406140" y="0"/>
                  </a:lnTo>
                  <a:close/>
                </a:path>
              </a:pathLst>
            </a:cu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045CB05E-6B36-112C-8E18-84A380C1B788}"/>
                </a:ext>
              </a:extLst>
            </p:cNvPr>
            <p:cNvSpPr/>
            <p:nvPr/>
          </p:nvSpPr>
          <p:spPr>
            <a:xfrm>
              <a:off x="1459523" y="3482340"/>
              <a:ext cx="205740" cy="1714500"/>
            </a:xfrm>
            <a:custGeom>
              <a:avLst/>
              <a:gdLst>
                <a:gd name="connsiteX0" fmla="*/ 0 w 205740"/>
                <a:gd name="connsiteY0" fmla="*/ 0 h 1714500"/>
                <a:gd name="connsiteX1" fmla="*/ 30480 w 205740"/>
                <a:gd name="connsiteY1" fmla="*/ 1539240 h 1714500"/>
                <a:gd name="connsiteX2" fmla="*/ 205740 w 205740"/>
                <a:gd name="connsiteY2" fmla="*/ 1714500 h 1714500"/>
                <a:gd name="connsiteX3" fmla="*/ 198120 w 205740"/>
                <a:gd name="connsiteY3" fmla="*/ 167640 h 1714500"/>
                <a:gd name="connsiteX4" fmla="*/ 0 w 205740"/>
                <a:gd name="connsiteY4" fmla="*/ 0 h 1714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5740" h="1714500">
                  <a:moveTo>
                    <a:pt x="0" y="0"/>
                  </a:moveTo>
                  <a:lnTo>
                    <a:pt x="30480" y="1539240"/>
                  </a:lnTo>
                  <a:lnTo>
                    <a:pt x="205740" y="1714500"/>
                  </a:lnTo>
                  <a:lnTo>
                    <a:pt x="198120" y="1676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5F04FA7A-1ABA-AF1A-EAED-5801839C2CDB}"/>
                </a:ext>
              </a:extLst>
            </p:cNvPr>
            <p:cNvSpPr/>
            <p:nvPr/>
          </p:nvSpPr>
          <p:spPr>
            <a:xfrm>
              <a:off x="1657643" y="3558540"/>
              <a:ext cx="3596640" cy="1653540"/>
            </a:xfrm>
            <a:custGeom>
              <a:avLst/>
              <a:gdLst>
                <a:gd name="connsiteX0" fmla="*/ 0 w 3680460"/>
                <a:gd name="connsiteY0" fmla="*/ 1653540 h 1653540"/>
                <a:gd name="connsiteX1" fmla="*/ 1463040 w 3680460"/>
                <a:gd name="connsiteY1" fmla="*/ 1592580 h 1653540"/>
                <a:gd name="connsiteX2" fmla="*/ 1463040 w 3680460"/>
                <a:gd name="connsiteY2" fmla="*/ 1417320 h 1653540"/>
                <a:gd name="connsiteX3" fmla="*/ 182880 w 3680460"/>
                <a:gd name="connsiteY3" fmla="*/ 1478280 h 1653540"/>
                <a:gd name="connsiteX4" fmla="*/ 160020 w 3680460"/>
                <a:gd name="connsiteY4" fmla="*/ 266700 h 1653540"/>
                <a:gd name="connsiteX5" fmla="*/ 3474720 w 3680460"/>
                <a:gd name="connsiteY5" fmla="*/ 160020 h 1653540"/>
                <a:gd name="connsiteX6" fmla="*/ 3467100 w 3680460"/>
                <a:gd name="connsiteY6" fmla="*/ 1424940 h 1653540"/>
                <a:gd name="connsiteX7" fmla="*/ 2278380 w 3680460"/>
                <a:gd name="connsiteY7" fmla="*/ 1432560 h 1653540"/>
                <a:gd name="connsiteX8" fmla="*/ 2263140 w 3680460"/>
                <a:gd name="connsiteY8" fmla="*/ 1584960 h 1653540"/>
                <a:gd name="connsiteX9" fmla="*/ 3680460 w 3680460"/>
                <a:gd name="connsiteY9" fmla="*/ 1546860 h 1653540"/>
                <a:gd name="connsiteX10" fmla="*/ 3589020 w 3680460"/>
                <a:gd name="connsiteY10" fmla="*/ 0 h 1653540"/>
                <a:gd name="connsiteX11" fmla="*/ 0 w 3680460"/>
                <a:gd name="connsiteY11" fmla="*/ 91440 h 1653540"/>
                <a:gd name="connsiteX12" fmla="*/ 0 w 3680460"/>
                <a:gd name="connsiteY12" fmla="*/ 1653540 h 1653540"/>
                <a:gd name="connsiteX0" fmla="*/ 0 w 3649980"/>
                <a:gd name="connsiteY0" fmla="*/ 1653540 h 1653540"/>
                <a:gd name="connsiteX1" fmla="*/ 1463040 w 3649980"/>
                <a:gd name="connsiteY1" fmla="*/ 1592580 h 1653540"/>
                <a:gd name="connsiteX2" fmla="*/ 1463040 w 3649980"/>
                <a:gd name="connsiteY2" fmla="*/ 1417320 h 1653540"/>
                <a:gd name="connsiteX3" fmla="*/ 182880 w 3649980"/>
                <a:gd name="connsiteY3" fmla="*/ 1478280 h 1653540"/>
                <a:gd name="connsiteX4" fmla="*/ 160020 w 3649980"/>
                <a:gd name="connsiteY4" fmla="*/ 266700 h 1653540"/>
                <a:gd name="connsiteX5" fmla="*/ 3474720 w 3649980"/>
                <a:gd name="connsiteY5" fmla="*/ 160020 h 1653540"/>
                <a:gd name="connsiteX6" fmla="*/ 3467100 w 3649980"/>
                <a:gd name="connsiteY6" fmla="*/ 1424940 h 1653540"/>
                <a:gd name="connsiteX7" fmla="*/ 2278380 w 3649980"/>
                <a:gd name="connsiteY7" fmla="*/ 1432560 h 1653540"/>
                <a:gd name="connsiteX8" fmla="*/ 2263140 w 3649980"/>
                <a:gd name="connsiteY8" fmla="*/ 1584960 h 1653540"/>
                <a:gd name="connsiteX9" fmla="*/ 3649980 w 3649980"/>
                <a:gd name="connsiteY9" fmla="*/ 1554480 h 1653540"/>
                <a:gd name="connsiteX10" fmla="*/ 3589020 w 3649980"/>
                <a:gd name="connsiteY10" fmla="*/ 0 h 1653540"/>
                <a:gd name="connsiteX11" fmla="*/ 0 w 3649980"/>
                <a:gd name="connsiteY11" fmla="*/ 91440 h 1653540"/>
                <a:gd name="connsiteX12" fmla="*/ 0 w 3649980"/>
                <a:gd name="connsiteY12" fmla="*/ 1653540 h 1653540"/>
                <a:gd name="connsiteX0" fmla="*/ 0 w 3596640"/>
                <a:gd name="connsiteY0" fmla="*/ 1653540 h 1653540"/>
                <a:gd name="connsiteX1" fmla="*/ 1463040 w 3596640"/>
                <a:gd name="connsiteY1" fmla="*/ 1592580 h 1653540"/>
                <a:gd name="connsiteX2" fmla="*/ 1463040 w 3596640"/>
                <a:gd name="connsiteY2" fmla="*/ 1417320 h 1653540"/>
                <a:gd name="connsiteX3" fmla="*/ 182880 w 3596640"/>
                <a:gd name="connsiteY3" fmla="*/ 1478280 h 1653540"/>
                <a:gd name="connsiteX4" fmla="*/ 160020 w 3596640"/>
                <a:gd name="connsiteY4" fmla="*/ 266700 h 1653540"/>
                <a:gd name="connsiteX5" fmla="*/ 3474720 w 3596640"/>
                <a:gd name="connsiteY5" fmla="*/ 160020 h 1653540"/>
                <a:gd name="connsiteX6" fmla="*/ 3467100 w 3596640"/>
                <a:gd name="connsiteY6" fmla="*/ 1424940 h 1653540"/>
                <a:gd name="connsiteX7" fmla="*/ 2278380 w 3596640"/>
                <a:gd name="connsiteY7" fmla="*/ 1432560 h 1653540"/>
                <a:gd name="connsiteX8" fmla="*/ 2263140 w 3596640"/>
                <a:gd name="connsiteY8" fmla="*/ 1584960 h 1653540"/>
                <a:gd name="connsiteX9" fmla="*/ 3596640 w 3596640"/>
                <a:gd name="connsiteY9" fmla="*/ 1546860 h 1653540"/>
                <a:gd name="connsiteX10" fmla="*/ 3589020 w 3596640"/>
                <a:gd name="connsiteY10" fmla="*/ 0 h 1653540"/>
                <a:gd name="connsiteX11" fmla="*/ 0 w 3596640"/>
                <a:gd name="connsiteY11" fmla="*/ 91440 h 1653540"/>
                <a:gd name="connsiteX12" fmla="*/ 0 w 3596640"/>
                <a:gd name="connsiteY12" fmla="*/ 1653540 h 165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6640" h="1653540">
                  <a:moveTo>
                    <a:pt x="0" y="1653540"/>
                  </a:moveTo>
                  <a:lnTo>
                    <a:pt x="1463040" y="1592580"/>
                  </a:lnTo>
                  <a:lnTo>
                    <a:pt x="1463040" y="1417320"/>
                  </a:lnTo>
                  <a:lnTo>
                    <a:pt x="182880" y="1478280"/>
                  </a:lnTo>
                  <a:lnTo>
                    <a:pt x="160020" y="266700"/>
                  </a:lnTo>
                  <a:lnTo>
                    <a:pt x="3474720" y="160020"/>
                  </a:lnTo>
                  <a:lnTo>
                    <a:pt x="3467100" y="1424940"/>
                  </a:lnTo>
                  <a:lnTo>
                    <a:pt x="2278380" y="1432560"/>
                  </a:lnTo>
                  <a:lnTo>
                    <a:pt x="2263140" y="1584960"/>
                  </a:lnTo>
                  <a:lnTo>
                    <a:pt x="3596640" y="1546860"/>
                  </a:lnTo>
                  <a:lnTo>
                    <a:pt x="3589020" y="0"/>
                  </a:lnTo>
                  <a:lnTo>
                    <a:pt x="0" y="91440"/>
                  </a:lnTo>
                  <a:lnTo>
                    <a:pt x="0" y="165354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58007294-ED88-5A3E-6B75-4C1CC31B3A8A}"/>
                </a:ext>
              </a:extLst>
            </p:cNvPr>
            <p:cNvSpPr/>
            <p:nvPr/>
          </p:nvSpPr>
          <p:spPr>
            <a:xfrm>
              <a:off x="1833379" y="3727133"/>
              <a:ext cx="3305175" cy="1312068"/>
            </a:xfrm>
            <a:custGeom>
              <a:avLst/>
              <a:gdLst>
                <a:gd name="connsiteX0" fmla="*/ 2943225 w 3305175"/>
                <a:gd name="connsiteY0" fmla="*/ 4762 h 1312068"/>
                <a:gd name="connsiteX1" fmla="*/ 2964657 w 3305175"/>
                <a:gd name="connsiteY1" fmla="*/ 1040606 h 1312068"/>
                <a:gd name="connsiteX2" fmla="*/ 0 w 3305175"/>
                <a:gd name="connsiteY2" fmla="*/ 1133475 h 1312068"/>
                <a:gd name="connsiteX3" fmla="*/ 7144 w 3305175"/>
                <a:gd name="connsiteY3" fmla="*/ 1312068 h 1312068"/>
                <a:gd name="connsiteX4" fmla="*/ 1290638 w 3305175"/>
                <a:gd name="connsiteY4" fmla="*/ 1254918 h 1312068"/>
                <a:gd name="connsiteX5" fmla="*/ 1362075 w 3305175"/>
                <a:gd name="connsiteY5" fmla="*/ 1202531 h 1312068"/>
                <a:gd name="connsiteX6" fmla="*/ 1431132 w 3305175"/>
                <a:gd name="connsiteY6" fmla="*/ 1185862 h 1312068"/>
                <a:gd name="connsiteX7" fmla="*/ 1735932 w 3305175"/>
                <a:gd name="connsiteY7" fmla="*/ 1171575 h 1312068"/>
                <a:gd name="connsiteX8" fmla="*/ 1902619 w 3305175"/>
                <a:gd name="connsiteY8" fmla="*/ 1178718 h 1312068"/>
                <a:gd name="connsiteX9" fmla="*/ 2100263 w 3305175"/>
                <a:gd name="connsiteY9" fmla="*/ 1264443 h 1312068"/>
                <a:gd name="connsiteX10" fmla="*/ 3300413 w 3305175"/>
                <a:gd name="connsiteY10" fmla="*/ 1257300 h 1312068"/>
                <a:gd name="connsiteX11" fmla="*/ 3305175 w 3305175"/>
                <a:gd name="connsiteY11" fmla="*/ 0 h 1312068"/>
                <a:gd name="connsiteX12" fmla="*/ 2943225 w 3305175"/>
                <a:gd name="connsiteY12" fmla="*/ 4762 h 1312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305175" h="1312068">
                  <a:moveTo>
                    <a:pt x="2943225" y="4762"/>
                  </a:moveTo>
                  <a:lnTo>
                    <a:pt x="2964657" y="1040606"/>
                  </a:lnTo>
                  <a:lnTo>
                    <a:pt x="0" y="1133475"/>
                  </a:lnTo>
                  <a:lnTo>
                    <a:pt x="7144" y="1312068"/>
                  </a:lnTo>
                  <a:lnTo>
                    <a:pt x="1290638" y="1254918"/>
                  </a:lnTo>
                  <a:lnTo>
                    <a:pt x="1362075" y="1202531"/>
                  </a:lnTo>
                  <a:lnTo>
                    <a:pt x="1431132" y="1185862"/>
                  </a:lnTo>
                  <a:lnTo>
                    <a:pt x="1735932" y="1171575"/>
                  </a:lnTo>
                  <a:lnTo>
                    <a:pt x="1902619" y="1178718"/>
                  </a:lnTo>
                  <a:lnTo>
                    <a:pt x="2100263" y="1264443"/>
                  </a:lnTo>
                  <a:lnTo>
                    <a:pt x="3300413" y="1257300"/>
                  </a:lnTo>
                  <a:cubicBezTo>
                    <a:pt x="3302000" y="838200"/>
                    <a:pt x="3303588" y="419100"/>
                    <a:pt x="3305175" y="0"/>
                  </a:cubicBezTo>
                  <a:lnTo>
                    <a:pt x="2943225" y="4762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213F7491-FACC-2808-A1C6-FDD87BDA1A27}"/>
                </a:ext>
              </a:extLst>
            </p:cNvPr>
            <p:cNvSpPr/>
            <p:nvPr/>
          </p:nvSpPr>
          <p:spPr>
            <a:xfrm>
              <a:off x="3119254" y="4896326"/>
              <a:ext cx="819150" cy="247650"/>
            </a:xfrm>
            <a:custGeom>
              <a:avLst/>
              <a:gdLst>
                <a:gd name="connsiteX0" fmla="*/ 802482 w 819150"/>
                <a:gd name="connsiteY0" fmla="*/ 242888 h 247650"/>
                <a:gd name="connsiteX1" fmla="*/ 588169 w 819150"/>
                <a:gd name="connsiteY1" fmla="*/ 116682 h 247650"/>
                <a:gd name="connsiteX2" fmla="*/ 452438 w 819150"/>
                <a:gd name="connsiteY2" fmla="*/ 95250 h 247650"/>
                <a:gd name="connsiteX3" fmla="*/ 192882 w 819150"/>
                <a:gd name="connsiteY3" fmla="*/ 92869 h 247650"/>
                <a:gd name="connsiteX4" fmla="*/ 76200 w 819150"/>
                <a:gd name="connsiteY4" fmla="*/ 140494 h 247650"/>
                <a:gd name="connsiteX5" fmla="*/ 11907 w 819150"/>
                <a:gd name="connsiteY5" fmla="*/ 247650 h 247650"/>
                <a:gd name="connsiteX6" fmla="*/ 0 w 819150"/>
                <a:gd name="connsiteY6" fmla="*/ 85725 h 247650"/>
                <a:gd name="connsiteX7" fmla="*/ 76200 w 819150"/>
                <a:gd name="connsiteY7" fmla="*/ 33338 h 247650"/>
                <a:gd name="connsiteX8" fmla="*/ 173832 w 819150"/>
                <a:gd name="connsiteY8" fmla="*/ 14288 h 247650"/>
                <a:gd name="connsiteX9" fmla="*/ 469107 w 819150"/>
                <a:gd name="connsiteY9" fmla="*/ 0 h 247650"/>
                <a:gd name="connsiteX10" fmla="*/ 616744 w 819150"/>
                <a:gd name="connsiteY10" fmla="*/ 14288 h 247650"/>
                <a:gd name="connsiteX11" fmla="*/ 819150 w 819150"/>
                <a:gd name="connsiteY11" fmla="*/ 95250 h 247650"/>
                <a:gd name="connsiteX12" fmla="*/ 802482 w 819150"/>
                <a:gd name="connsiteY12" fmla="*/ 242888 h 247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19150" h="247650">
                  <a:moveTo>
                    <a:pt x="802482" y="242888"/>
                  </a:moveTo>
                  <a:lnTo>
                    <a:pt x="588169" y="116682"/>
                  </a:lnTo>
                  <a:lnTo>
                    <a:pt x="452438" y="95250"/>
                  </a:lnTo>
                  <a:lnTo>
                    <a:pt x="192882" y="92869"/>
                  </a:lnTo>
                  <a:lnTo>
                    <a:pt x="76200" y="140494"/>
                  </a:lnTo>
                  <a:lnTo>
                    <a:pt x="11907" y="247650"/>
                  </a:lnTo>
                  <a:lnTo>
                    <a:pt x="0" y="85725"/>
                  </a:lnTo>
                  <a:lnTo>
                    <a:pt x="76200" y="33338"/>
                  </a:lnTo>
                  <a:lnTo>
                    <a:pt x="173832" y="14288"/>
                  </a:lnTo>
                  <a:lnTo>
                    <a:pt x="469107" y="0"/>
                  </a:lnTo>
                  <a:lnTo>
                    <a:pt x="616744" y="14288"/>
                  </a:lnTo>
                  <a:lnTo>
                    <a:pt x="819150" y="95250"/>
                  </a:lnTo>
                  <a:lnTo>
                    <a:pt x="802482" y="242888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338BB253-CEF2-4BDE-A318-CC4F5E99AA6F}"/>
                </a:ext>
              </a:extLst>
            </p:cNvPr>
            <p:cNvGrpSpPr/>
            <p:nvPr/>
          </p:nvGrpSpPr>
          <p:grpSpPr>
            <a:xfrm>
              <a:off x="4243204" y="4020026"/>
              <a:ext cx="209550" cy="157163"/>
              <a:chOff x="6669881" y="4393406"/>
              <a:chExt cx="209550" cy="157163"/>
            </a:xfrm>
          </p:grpSpPr>
          <p:sp>
            <p:nvSpPr>
              <p:cNvPr id="63" name="Rectangle 62">
                <a:extLst>
                  <a:ext uri="{FF2B5EF4-FFF2-40B4-BE49-F238E27FC236}">
                    <a16:creationId xmlns:a16="http://schemas.microsoft.com/office/drawing/2014/main" id="{63550B5B-9068-37E9-645E-699FEC2BEDF3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4" name="Freeform: Shape 63">
                <a:extLst>
                  <a:ext uri="{FF2B5EF4-FFF2-40B4-BE49-F238E27FC236}">
                    <a16:creationId xmlns:a16="http://schemas.microsoft.com/office/drawing/2014/main" id="{56946E58-4C67-2CB4-C5F0-CEEAD8B054BB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DAB7794A-CDB2-1E37-CA4A-70B5225DA282}"/>
                </a:ext>
              </a:extLst>
            </p:cNvPr>
            <p:cNvGrpSpPr/>
            <p:nvPr/>
          </p:nvGrpSpPr>
          <p:grpSpPr>
            <a:xfrm>
              <a:off x="3797910" y="4050982"/>
              <a:ext cx="209550" cy="157163"/>
              <a:chOff x="6669881" y="4393406"/>
              <a:chExt cx="209550" cy="157163"/>
            </a:xfrm>
          </p:grpSpPr>
          <p:sp>
            <p:nvSpPr>
              <p:cNvPr id="61" name="Rectangle 60">
                <a:extLst>
                  <a:ext uri="{FF2B5EF4-FFF2-40B4-BE49-F238E27FC236}">
                    <a16:creationId xmlns:a16="http://schemas.microsoft.com/office/drawing/2014/main" id="{80FDC5B0-3D02-A95A-842C-85F692B04620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2" name="Freeform: Shape 61">
                <a:extLst>
                  <a:ext uri="{FF2B5EF4-FFF2-40B4-BE49-F238E27FC236}">
                    <a16:creationId xmlns:a16="http://schemas.microsoft.com/office/drawing/2014/main" id="{8B914EFB-8FEC-BEF9-5EFB-56E4C0A0BF54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D00098A0-2B96-6D4A-D665-2BB90969EC0C}"/>
                </a:ext>
              </a:extLst>
            </p:cNvPr>
            <p:cNvGrpSpPr/>
            <p:nvPr/>
          </p:nvGrpSpPr>
          <p:grpSpPr>
            <a:xfrm>
              <a:off x="3352616" y="4081938"/>
              <a:ext cx="209550" cy="157163"/>
              <a:chOff x="6669881" y="4393406"/>
              <a:chExt cx="209550" cy="157163"/>
            </a:xfrm>
          </p:grpSpPr>
          <p:sp>
            <p:nvSpPr>
              <p:cNvPr id="59" name="Rectangle 58">
                <a:extLst>
                  <a:ext uri="{FF2B5EF4-FFF2-40B4-BE49-F238E27FC236}">
                    <a16:creationId xmlns:a16="http://schemas.microsoft.com/office/drawing/2014/main" id="{00FC6F85-EF48-3B24-58DE-0DDFC968CA8F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0" name="Freeform: Shape 59">
                <a:extLst>
                  <a:ext uri="{FF2B5EF4-FFF2-40B4-BE49-F238E27FC236}">
                    <a16:creationId xmlns:a16="http://schemas.microsoft.com/office/drawing/2014/main" id="{CFBA30A6-CBB7-0808-C701-8D83FBEC8EAA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BD481549-EA03-7864-BA0D-903F9FA94579}"/>
                </a:ext>
              </a:extLst>
            </p:cNvPr>
            <p:cNvGrpSpPr/>
            <p:nvPr/>
          </p:nvGrpSpPr>
          <p:grpSpPr>
            <a:xfrm>
              <a:off x="2851360" y="4093844"/>
              <a:ext cx="209550" cy="157163"/>
              <a:chOff x="6669881" y="4393406"/>
              <a:chExt cx="209550" cy="157163"/>
            </a:xfrm>
          </p:grpSpPr>
          <p:sp>
            <p:nvSpPr>
              <p:cNvPr id="57" name="Rectangle 56">
                <a:extLst>
                  <a:ext uri="{FF2B5EF4-FFF2-40B4-BE49-F238E27FC236}">
                    <a16:creationId xmlns:a16="http://schemas.microsoft.com/office/drawing/2014/main" id="{648C262D-1687-5426-5479-E33212F0D553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8" name="Freeform: Shape 57">
                <a:extLst>
                  <a:ext uri="{FF2B5EF4-FFF2-40B4-BE49-F238E27FC236}">
                    <a16:creationId xmlns:a16="http://schemas.microsoft.com/office/drawing/2014/main" id="{7B58B972-A233-DC25-144C-E041EF9DE87D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C5D6A1F4-9CA6-5668-7D61-0A3F0A3831A3}"/>
                </a:ext>
              </a:extLst>
            </p:cNvPr>
            <p:cNvGrpSpPr/>
            <p:nvPr/>
          </p:nvGrpSpPr>
          <p:grpSpPr>
            <a:xfrm>
              <a:off x="2345112" y="4113567"/>
              <a:ext cx="209550" cy="157163"/>
              <a:chOff x="6669881" y="4393406"/>
              <a:chExt cx="209550" cy="157163"/>
            </a:xfrm>
          </p:grpSpPr>
          <p:sp>
            <p:nvSpPr>
              <p:cNvPr id="55" name="Rectangle 54">
                <a:extLst>
                  <a:ext uri="{FF2B5EF4-FFF2-40B4-BE49-F238E27FC236}">
                    <a16:creationId xmlns:a16="http://schemas.microsoft.com/office/drawing/2014/main" id="{CF2B3AC2-B026-277A-479F-5CE0AE5F01D5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6" name="Freeform: Shape 55">
                <a:extLst>
                  <a:ext uri="{FF2B5EF4-FFF2-40B4-BE49-F238E27FC236}">
                    <a16:creationId xmlns:a16="http://schemas.microsoft.com/office/drawing/2014/main" id="{382B2DA5-3CCB-0F2B-1B4F-8E1E0B7A7E3A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C8686C85-C450-46EC-A25A-7A95657D2DD1}"/>
                </a:ext>
              </a:extLst>
            </p:cNvPr>
            <p:cNvGrpSpPr/>
            <p:nvPr/>
          </p:nvGrpSpPr>
          <p:grpSpPr>
            <a:xfrm>
              <a:off x="2333205" y="4520758"/>
              <a:ext cx="209550" cy="157163"/>
              <a:chOff x="6669881" y="4393406"/>
              <a:chExt cx="209550" cy="157163"/>
            </a:xfrm>
          </p:grpSpPr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5A5EB5E5-7FB0-72BC-7B32-928DD016AA54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4" name="Freeform: Shape 53">
                <a:extLst>
                  <a:ext uri="{FF2B5EF4-FFF2-40B4-BE49-F238E27FC236}">
                    <a16:creationId xmlns:a16="http://schemas.microsoft.com/office/drawing/2014/main" id="{26373DDF-EF22-84D4-CD54-3AF7CF74E512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7300F433-75CC-F3B8-A83C-87C66B9E790C}"/>
                </a:ext>
              </a:extLst>
            </p:cNvPr>
            <p:cNvGrpSpPr/>
            <p:nvPr/>
          </p:nvGrpSpPr>
          <p:grpSpPr>
            <a:xfrm>
              <a:off x="2848977" y="4506471"/>
              <a:ext cx="209550" cy="157163"/>
              <a:chOff x="6669881" y="4393406"/>
              <a:chExt cx="209550" cy="157163"/>
            </a:xfrm>
          </p:grpSpPr>
          <p:sp>
            <p:nvSpPr>
              <p:cNvPr id="51" name="Rectangle 50">
                <a:extLst>
                  <a:ext uri="{FF2B5EF4-FFF2-40B4-BE49-F238E27FC236}">
                    <a16:creationId xmlns:a16="http://schemas.microsoft.com/office/drawing/2014/main" id="{CC9CC7DA-882B-DE8D-91BA-686EBCE06C78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2" name="Freeform: Shape 51">
                <a:extLst>
                  <a:ext uri="{FF2B5EF4-FFF2-40B4-BE49-F238E27FC236}">
                    <a16:creationId xmlns:a16="http://schemas.microsoft.com/office/drawing/2014/main" id="{5870A203-39D2-D175-A2C4-9E024D6CCDE4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A68BF634-EC38-D29D-7DDD-201D0F929FF3}"/>
                </a:ext>
              </a:extLst>
            </p:cNvPr>
            <p:cNvGrpSpPr/>
            <p:nvPr/>
          </p:nvGrpSpPr>
          <p:grpSpPr>
            <a:xfrm>
              <a:off x="3359757" y="4500001"/>
              <a:ext cx="209550" cy="157163"/>
              <a:chOff x="6669881" y="4393406"/>
              <a:chExt cx="209550" cy="157163"/>
            </a:xfrm>
          </p:grpSpPr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89FE1E5E-DDE9-1F2E-4EB8-9443E3F3CEA5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0" name="Freeform: Shape 49">
                <a:extLst>
                  <a:ext uri="{FF2B5EF4-FFF2-40B4-BE49-F238E27FC236}">
                    <a16:creationId xmlns:a16="http://schemas.microsoft.com/office/drawing/2014/main" id="{077F780C-2085-F9B0-6006-6377A83D7F44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44CAD314-E305-9554-8F7A-A9C47BA2A4F2}"/>
                </a:ext>
              </a:extLst>
            </p:cNvPr>
            <p:cNvGrpSpPr/>
            <p:nvPr/>
          </p:nvGrpSpPr>
          <p:grpSpPr>
            <a:xfrm>
              <a:off x="3828863" y="4505748"/>
              <a:ext cx="209550" cy="157163"/>
              <a:chOff x="6669881" y="4393406"/>
              <a:chExt cx="209550" cy="157163"/>
            </a:xfrm>
          </p:grpSpPr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E9D42826-25C3-5ECE-7A4D-07EB1A969E85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8" name="Freeform: Shape 47">
                <a:extLst>
                  <a:ext uri="{FF2B5EF4-FFF2-40B4-BE49-F238E27FC236}">
                    <a16:creationId xmlns:a16="http://schemas.microsoft.com/office/drawing/2014/main" id="{F39F305C-EB31-506A-C457-66F2088BFFD8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6CE5D7FA-F7EA-683B-2F8E-DC8D0EA680E8}"/>
                </a:ext>
              </a:extLst>
            </p:cNvPr>
            <p:cNvGrpSpPr/>
            <p:nvPr/>
          </p:nvGrpSpPr>
          <p:grpSpPr>
            <a:xfrm>
              <a:off x="4271771" y="4495238"/>
              <a:ext cx="209550" cy="157163"/>
              <a:chOff x="6669881" y="4393406"/>
              <a:chExt cx="209550" cy="157163"/>
            </a:xfrm>
          </p:grpSpPr>
          <p:sp>
            <p:nvSpPr>
              <p:cNvPr id="45" name="Rectangle 44">
                <a:extLst>
                  <a:ext uri="{FF2B5EF4-FFF2-40B4-BE49-F238E27FC236}">
                    <a16:creationId xmlns:a16="http://schemas.microsoft.com/office/drawing/2014/main" id="{D825E8B6-BAB0-2591-1ECE-829C6572C825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6" name="Freeform: Shape 45">
                <a:extLst>
                  <a:ext uri="{FF2B5EF4-FFF2-40B4-BE49-F238E27FC236}">
                    <a16:creationId xmlns:a16="http://schemas.microsoft.com/office/drawing/2014/main" id="{2D04B694-0129-9E19-F442-8783FB0D698D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826FD0DD-26F8-A43D-7A23-66EF39C11E83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908657" y="5300061"/>
              <a:ext cx="1003434" cy="1889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B909326F-F289-F015-08FD-7365EBF92C1A}"/>
                </a:ext>
              </a:extLst>
            </p:cNvPr>
            <p:cNvSpPr txBox="1"/>
            <p:nvPr/>
          </p:nvSpPr>
          <p:spPr>
            <a:xfrm rot="5400000">
              <a:off x="2135199" y="5589007"/>
              <a:ext cx="796202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GND</a:t>
              </a:r>
              <a:endParaRPr lang="LID4096" sz="1000" b="1" dirty="0"/>
            </a:p>
          </p:txBody>
        </p: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17B8C6B5-82A7-13CE-71E4-169FE028E614}"/>
                </a:ext>
              </a:extLst>
            </p:cNvPr>
            <p:cNvCxnSpPr>
              <a:cxnSpLocks/>
            </p:cNvCxnSpPr>
            <p:nvPr/>
          </p:nvCxnSpPr>
          <p:spPr>
            <a:xfrm>
              <a:off x="4334743" y="2222017"/>
              <a:ext cx="27524" cy="1673166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726DFCE4-8FCC-2A4E-3036-6D5983F9C01F}"/>
                </a:ext>
              </a:extLst>
            </p:cNvPr>
            <p:cNvSpPr txBox="1"/>
            <p:nvPr/>
          </p:nvSpPr>
          <p:spPr>
            <a:xfrm rot="5400000">
              <a:off x="4125363" y="2102273"/>
              <a:ext cx="760164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3.3V</a:t>
              </a:r>
              <a:endParaRPr lang="LID4096" sz="1000" b="1" dirty="0"/>
            </a:p>
          </p:txBody>
        </p: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17EDC328-AD02-25BF-5672-D3887710F884}"/>
                </a:ext>
              </a:extLst>
            </p:cNvPr>
            <p:cNvCxnSpPr>
              <a:cxnSpLocks/>
            </p:cNvCxnSpPr>
            <p:nvPr/>
          </p:nvCxnSpPr>
          <p:spPr>
            <a:xfrm>
              <a:off x="2399207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A206C888-DECC-11C8-5EF5-613388AA0E5A}"/>
                </a:ext>
              </a:extLst>
            </p:cNvPr>
            <p:cNvSpPr txBox="1"/>
            <p:nvPr/>
          </p:nvSpPr>
          <p:spPr>
            <a:xfrm rot="5400000">
              <a:off x="2137200" y="2092261"/>
              <a:ext cx="754619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pin0</a:t>
              </a:r>
              <a:endParaRPr lang="LID4096" sz="1000" b="1" dirty="0"/>
            </a:p>
          </p:txBody>
        </p: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4A5251EF-99C7-8693-6BAE-BDF7D4ECDACA}"/>
                </a:ext>
              </a:extLst>
            </p:cNvPr>
            <p:cNvCxnSpPr>
              <a:cxnSpLocks/>
            </p:cNvCxnSpPr>
            <p:nvPr/>
          </p:nvCxnSpPr>
          <p:spPr>
            <a:xfrm>
              <a:off x="2934442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B2CA31DC-1839-F2AE-D384-81E66C7388A1}"/>
                </a:ext>
              </a:extLst>
            </p:cNvPr>
            <p:cNvSpPr txBox="1"/>
            <p:nvPr/>
          </p:nvSpPr>
          <p:spPr>
            <a:xfrm rot="5400000">
              <a:off x="2739117" y="2092261"/>
              <a:ext cx="754619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pin2</a:t>
              </a:r>
              <a:endParaRPr lang="LID4096" sz="1000" b="1" dirty="0"/>
            </a:p>
          </p:txBody>
        </p: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BF210D9F-F236-5B2D-83E5-EA3BE2628A3B}"/>
                </a:ext>
              </a:extLst>
            </p:cNvPr>
            <p:cNvCxnSpPr>
              <a:cxnSpLocks/>
            </p:cNvCxnSpPr>
            <p:nvPr/>
          </p:nvCxnSpPr>
          <p:spPr>
            <a:xfrm>
              <a:off x="3453714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D9D03662-F595-29CA-559E-8D3BDAB7011E}"/>
                </a:ext>
              </a:extLst>
            </p:cNvPr>
            <p:cNvSpPr txBox="1"/>
            <p:nvPr/>
          </p:nvSpPr>
          <p:spPr>
            <a:xfrm rot="5400000">
              <a:off x="3188866" y="2092261"/>
              <a:ext cx="754619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pin4</a:t>
              </a:r>
              <a:endParaRPr lang="LID4096" sz="1000" b="1" dirty="0"/>
            </a:p>
          </p:txBody>
        </p: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1601CCFC-C94D-74CB-37FB-7A92F0BDA0B6}"/>
                </a:ext>
              </a:extLst>
            </p:cNvPr>
            <p:cNvCxnSpPr>
              <a:cxnSpLocks/>
            </p:cNvCxnSpPr>
            <p:nvPr/>
          </p:nvCxnSpPr>
          <p:spPr>
            <a:xfrm>
              <a:off x="3907991" y="2335991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AED093DE-BF19-9407-5345-39BC5A1E07BE}"/>
                </a:ext>
              </a:extLst>
            </p:cNvPr>
            <p:cNvSpPr txBox="1"/>
            <p:nvPr/>
          </p:nvSpPr>
          <p:spPr>
            <a:xfrm rot="5400000">
              <a:off x="3639983" y="2092259"/>
              <a:ext cx="754619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pin6</a:t>
              </a:r>
              <a:endParaRPr lang="LID4096" sz="1000" b="1" dirty="0"/>
            </a:p>
          </p:txBody>
        </p: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163E6783-86A2-3CFF-9C9A-228E89C911DE}"/>
                </a:ext>
              </a:extLst>
            </p:cNvPr>
            <p:cNvCxnSpPr>
              <a:cxnSpLocks/>
            </p:cNvCxnSpPr>
            <p:nvPr/>
          </p:nvCxnSpPr>
          <p:spPr>
            <a:xfrm>
              <a:off x="2920379" y="4745914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AB822A43-E13C-BB83-A8C8-B36FC34F7F3A}"/>
                </a:ext>
              </a:extLst>
            </p:cNvPr>
            <p:cNvSpPr txBox="1"/>
            <p:nvPr/>
          </p:nvSpPr>
          <p:spPr>
            <a:xfrm rot="5400000">
              <a:off x="2659462" y="5620489"/>
              <a:ext cx="754619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pin1</a:t>
              </a:r>
              <a:endParaRPr lang="LID4096" sz="1000" b="1" dirty="0"/>
            </a:p>
          </p:txBody>
        </p: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F888EB49-8306-C344-6635-6BD0D808E908}"/>
                </a:ext>
              </a:extLst>
            </p:cNvPr>
            <p:cNvCxnSpPr>
              <a:cxnSpLocks/>
            </p:cNvCxnSpPr>
            <p:nvPr/>
          </p:nvCxnSpPr>
          <p:spPr>
            <a:xfrm>
              <a:off x="3436440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3270611F-4B4B-CF78-13EC-87DA3386C616}"/>
                </a:ext>
              </a:extLst>
            </p:cNvPr>
            <p:cNvSpPr txBox="1"/>
            <p:nvPr/>
          </p:nvSpPr>
          <p:spPr>
            <a:xfrm rot="5400000">
              <a:off x="3175523" y="5618462"/>
              <a:ext cx="754619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pin3</a:t>
              </a:r>
              <a:endParaRPr lang="LID4096" sz="1000" b="1" dirty="0"/>
            </a:p>
          </p:txBody>
        </p: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0A5B0BB7-F046-2CD6-B283-F0F96439A4AF}"/>
                </a:ext>
              </a:extLst>
            </p:cNvPr>
            <p:cNvCxnSpPr>
              <a:cxnSpLocks/>
            </p:cNvCxnSpPr>
            <p:nvPr/>
          </p:nvCxnSpPr>
          <p:spPr>
            <a:xfrm>
              <a:off x="3918887" y="4744900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2A015F59-7311-5EC2-CEC2-7FE5AB7E3D3B}"/>
                </a:ext>
              </a:extLst>
            </p:cNvPr>
            <p:cNvSpPr txBox="1"/>
            <p:nvPr/>
          </p:nvSpPr>
          <p:spPr>
            <a:xfrm rot="5400000">
              <a:off x="3657971" y="5619479"/>
              <a:ext cx="754619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pin5</a:t>
              </a:r>
              <a:endParaRPr lang="LID4096" sz="1000" b="1" dirty="0"/>
            </a:p>
          </p:txBody>
        </p: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9EA3BC6C-A67D-EB20-BF59-D56F83224579}"/>
                </a:ext>
              </a:extLst>
            </p:cNvPr>
            <p:cNvCxnSpPr>
              <a:cxnSpLocks/>
            </p:cNvCxnSpPr>
            <p:nvPr/>
          </p:nvCxnSpPr>
          <p:spPr>
            <a:xfrm>
              <a:off x="4372042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A78A31ED-03DB-D463-7CD4-3384A2AB3F3B}"/>
                </a:ext>
              </a:extLst>
            </p:cNvPr>
            <p:cNvSpPr txBox="1"/>
            <p:nvPr/>
          </p:nvSpPr>
          <p:spPr>
            <a:xfrm rot="5400000">
              <a:off x="4111125" y="5618463"/>
              <a:ext cx="754619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pin7</a:t>
              </a:r>
              <a:endParaRPr lang="LID4096" sz="1000" b="1" dirty="0"/>
            </a:p>
          </p:txBody>
        </p:sp>
      </p:grpSp>
      <p:sp>
        <p:nvSpPr>
          <p:cNvPr id="79" name="TextBox 78">
            <a:extLst>
              <a:ext uri="{FF2B5EF4-FFF2-40B4-BE49-F238E27FC236}">
                <a16:creationId xmlns:a16="http://schemas.microsoft.com/office/drawing/2014/main" id="{0B0D1E8B-7900-8FE6-0EA2-151E47EE2C9C}"/>
              </a:ext>
            </a:extLst>
          </p:cNvPr>
          <p:cNvSpPr txBox="1"/>
          <p:nvPr/>
        </p:nvSpPr>
        <p:spPr>
          <a:xfrm>
            <a:off x="3164667" y="1960533"/>
            <a:ext cx="4895186" cy="923330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rtlCol="0">
            <a:spAutoFit/>
          </a:bodyPr>
          <a:lstStyle/>
          <a:p>
            <a:r>
              <a:rPr lang="sv-SE" dirty="0" err="1"/>
              <a:t>Open</a:t>
            </a:r>
            <a:r>
              <a:rPr lang="sv-SE" dirty="0"/>
              <a:t> Drain: Om biten i OUTDR är 0 är pinnen</a:t>
            </a:r>
            <a:br>
              <a:rPr lang="sv-SE" dirty="0"/>
            </a:br>
            <a:r>
              <a:rPr lang="sv-SE" dirty="0"/>
              <a:t>direkt kopplad till GND. Om biten är 1 är pinnen </a:t>
            </a:r>
            <a:br>
              <a:rPr lang="sv-SE" dirty="0"/>
            </a:br>
            <a:r>
              <a:rPr lang="sv-SE" dirty="0"/>
              <a:t>flytande. </a:t>
            </a:r>
            <a:endParaRPr lang="LID4096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DC08FD3-4037-5E16-C7A0-DCE5B6D7A0E1}"/>
              </a:ext>
            </a:extLst>
          </p:cNvPr>
          <p:cNvSpPr txBox="1"/>
          <p:nvPr/>
        </p:nvSpPr>
        <p:spPr>
          <a:xfrm>
            <a:off x="2841182" y="5385398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/>
              <a:t>bit0</a:t>
            </a:r>
            <a:endParaRPr lang="LID4096" sz="1000" b="1" dirty="0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E9E6513D-6289-456E-B200-C6A84E1C50D3}"/>
              </a:ext>
            </a:extLst>
          </p:cNvPr>
          <p:cNvSpPr txBox="1"/>
          <p:nvPr/>
        </p:nvSpPr>
        <p:spPr>
          <a:xfrm>
            <a:off x="2842862" y="5272559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bit1</a:t>
            </a:r>
            <a:endParaRPr lang="LID4096" sz="1000" b="1" dirty="0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1548E605-42D4-9BD6-2AD1-B66C2D54E917}"/>
              </a:ext>
            </a:extLst>
          </p:cNvPr>
          <p:cNvSpPr txBox="1"/>
          <p:nvPr/>
        </p:nvSpPr>
        <p:spPr>
          <a:xfrm>
            <a:off x="2855768" y="3550671"/>
            <a:ext cx="47641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bit15</a:t>
            </a:r>
            <a:endParaRPr lang="LID4096" sz="1000" b="1" dirty="0"/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CE845663-42F8-7CF1-9AF3-23DE3826D4CC}"/>
              </a:ext>
            </a:extLst>
          </p:cNvPr>
          <p:cNvSpPr/>
          <p:nvPr/>
        </p:nvSpPr>
        <p:spPr>
          <a:xfrm rot="16200000">
            <a:off x="1464209" y="4336638"/>
            <a:ext cx="2011953" cy="44851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/>
              <a:t>OUTDR</a:t>
            </a:r>
            <a:endParaRPr lang="LID4096"/>
          </a:p>
        </p:txBody>
      </p: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B1B393D8-C38E-104F-27BE-8278A462CC93}"/>
              </a:ext>
            </a:extLst>
          </p:cNvPr>
          <p:cNvCxnSpPr>
            <a:cxnSpLocks/>
          </p:cNvCxnSpPr>
          <p:nvPr/>
        </p:nvCxnSpPr>
        <p:spPr>
          <a:xfrm>
            <a:off x="2675137" y="5508510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Straight Connector 83">
            <a:extLst>
              <a:ext uri="{FF2B5EF4-FFF2-40B4-BE49-F238E27FC236}">
                <a16:creationId xmlns:a16="http://schemas.microsoft.com/office/drawing/2014/main" id="{6A19CF35-8098-429F-7BDA-060598B5EADE}"/>
              </a:ext>
            </a:extLst>
          </p:cNvPr>
          <p:cNvCxnSpPr>
            <a:cxnSpLocks/>
          </p:cNvCxnSpPr>
          <p:nvPr/>
        </p:nvCxnSpPr>
        <p:spPr>
          <a:xfrm>
            <a:off x="2675137" y="5400749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4FCD17F8-AED6-5490-8BBD-88BF37AE66BE}"/>
              </a:ext>
            </a:extLst>
          </p:cNvPr>
          <p:cNvCxnSpPr>
            <a:cxnSpLocks/>
          </p:cNvCxnSpPr>
          <p:nvPr/>
        </p:nvCxnSpPr>
        <p:spPr>
          <a:xfrm>
            <a:off x="2675137" y="5279109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TextBox 85">
            <a:extLst>
              <a:ext uri="{FF2B5EF4-FFF2-40B4-BE49-F238E27FC236}">
                <a16:creationId xmlns:a16="http://schemas.microsoft.com/office/drawing/2014/main" id="{B9F38FFA-53BB-F6FF-D7A1-66357B75097F}"/>
              </a:ext>
            </a:extLst>
          </p:cNvPr>
          <p:cNvSpPr txBox="1"/>
          <p:nvPr/>
        </p:nvSpPr>
        <p:spPr>
          <a:xfrm rot="16200000">
            <a:off x="2552640" y="4683475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...</a:t>
            </a:r>
            <a:endParaRPr lang="LID4096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022DFC10-8BCA-223C-A0C0-A986DE0463F5}"/>
              </a:ext>
            </a:extLst>
          </p:cNvPr>
          <p:cNvSpPr txBox="1"/>
          <p:nvPr/>
        </p:nvSpPr>
        <p:spPr>
          <a:xfrm rot="16200000">
            <a:off x="2528333" y="3681578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...</a:t>
            </a:r>
            <a:endParaRPr lang="LID4096"/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6A82D15E-6FF5-5540-BC4B-CC76A4502D52}"/>
              </a:ext>
            </a:extLst>
          </p:cNvPr>
          <p:cNvSpPr txBox="1"/>
          <p:nvPr/>
        </p:nvSpPr>
        <p:spPr>
          <a:xfrm>
            <a:off x="2848337" y="5069668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/>
              <a:t>bit2</a:t>
            </a:r>
            <a:endParaRPr lang="LID4096" sz="1000" b="1" dirty="0"/>
          </a:p>
        </p:txBody>
      </p: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6737F7A5-2C7B-597B-142B-E7A269754F56}"/>
              </a:ext>
            </a:extLst>
          </p:cNvPr>
          <p:cNvCxnSpPr>
            <a:cxnSpLocks/>
          </p:cNvCxnSpPr>
          <p:nvPr/>
        </p:nvCxnSpPr>
        <p:spPr>
          <a:xfrm>
            <a:off x="2677006" y="3673781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1" name="Picture 90">
            <a:extLst>
              <a:ext uri="{FF2B5EF4-FFF2-40B4-BE49-F238E27FC236}">
                <a16:creationId xmlns:a16="http://schemas.microsoft.com/office/drawing/2014/main" id="{98DD51F0-3073-7246-F455-46360541263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09518" y="4057163"/>
            <a:ext cx="2137988" cy="1357557"/>
          </a:xfrm>
          <a:prstGeom prst="rect">
            <a:avLst/>
          </a:prstGeom>
          <a:ln>
            <a:solidFill>
              <a:schemeClr val="tx1"/>
            </a:solidFill>
          </a:ln>
        </p:spPr>
      </p:pic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A6D31324-D4F4-6951-4917-4034AE4BB415}"/>
              </a:ext>
            </a:extLst>
          </p:cNvPr>
          <p:cNvCxnSpPr>
            <a:stCxn id="91" idx="3"/>
            <a:endCxn id="32" idx="2"/>
          </p:cNvCxnSpPr>
          <p:nvPr/>
        </p:nvCxnSpPr>
        <p:spPr>
          <a:xfrm flipV="1">
            <a:off x="6447506" y="4732490"/>
            <a:ext cx="1803054" cy="345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Freeform: Shape 95">
            <a:extLst>
              <a:ext uri="{FF2B5EF4-FFF2-40B4-BE49-F238E27FC236}">
                <a16:creationId xmlns:a16="http://schemas.microsoft.com/office/drawing/2014/main" id="{07CFD2B9-25C7-A2EF-F3D8-94C78D9D56D6}"/>
              </a:ext>
            </a:extLst>
          </p:cNvPr>
          <p:cNvSpPr/>
          <p:nvPr/>
        </p:nvSpPr>
        <p:spPr>
          <a:xfrm>
            <a:off x="2687128" y="4692770"/>
            <a:ext cx="1630393" cy="577970"/>
          </a:xfrm>
          <a:custGeom>
            <a:avLst/>
            <a:gdLst>
              <a:gd name="csX0" fmla="*/ 0 w 1630393"/>
              <a:gd name="csY0" fmla="*/ 577970 h 577970"/>
              <a:gd name="csX1" fmla="*/ 836763 w 1630393"/>
              <a:gd name="csY1" fmla="*/ 577970 h 577970"/>
              <a:gd name="csX2" fmla="*/ 836763 w 1630393"/>
              <a:gd name="csY2" fmla="*/ 0 h 577970"/>
              <a:gd name="csX3" fmla="*/ 1630393 w 1630393"/>
              <a:gd name="csY3" fmla="*/ 8626 h 57797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630393" h="577970">
                <a:moveTo>
                  <a:pt x="0" y="577970"/>
                </a:moveTo>
                <a:lnTo>
                  <a:pt x="836763" y="577970"/>
                </a:lnTo>
                <a:lnTo>
                  <a:pt x="836763" y="0"/>
                </a:lnTo>
                <a:lnTo>
                  <a:pt x="1630393" y="8626"/>
                </a:ln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7C5230C-D02E-BC60-12F9-C210B4FDD388}"/>
              </a:ext>
            </a:extLst>
          </p:cNvPr>
          <p:cNvSpPr/>
          <p:nvPr/>
        </p:nvSpPr>
        <p:spPr>
          <a:xfrm>
            <a:off x="5114925" y="4107934"/>
            <a:ext cx="1278731" cy="62455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37296441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B436DF-028F-2B8E-73BF-78736B77EE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D6953C-24A9-E4CF-A9FF-3462A49D35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Digital Output</a:t>
            </a:r>
            <a:endParaRPr lang="LID4096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D026A8A6-114B-F04A-3167-A10F801AC4C7}"/>
              </a:ext>
            </a:extLst>
          </p:cNvPr>
          <p:cNvGrpSpPr/>
          <p:nvPr/>
        </p:nvGrpSpPr>
        <p:grpSpPr>
          <a:xfrm>
            <a:off x="8461122" y="3296317"/>
            <a:ext cx="2669370" cy="1907729"/>
            <a:chOff x="9519713" y="2988597"/>
            <a:chExt cx="1319935" cy="943323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469283BD-4E78-4A57-AE3F-03B01A4BA50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519713" y="2988597"/>
              <a:ext cx="1319935" cy="943323"/>
            </a:xfrm>
            <a:prstGeom prst="rect">
              <a:avLst/>
            </a:prstGeom>
          </p:spPr>
        </p:pic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040CDBC3-65BF-E012-385B-62949113BBDA}"/>
                </a:ext>
              </a:extLst>
            </p:cNvPr>
            <p:cNvSpPr/>
            <p:nvPr/>
          </p:nvSpPr>
          <p:spPr>
            <a:xfrm rot="19997983">
              <a:off x="10475358" y="3191629"/>
              <a:ext cx="265922" cy="134378"/>
            </a:xfrm>
            <a:prstGeom prst="ellipse">
              <a:avLst/>
            </a:prstGeom>
            <a:noFill/>
            <a:ln w="127">
              <a:solidFill>
                <a:srgbClr val="FF0000"/>
              </a:solidFill>
            </a:ln>
            <a:effectLst>
              <a:glow rad="127000">
                <a:srgbClr val="FF0000">
                  <a:alpha val="61000"/>
                </a:srgbClr>
              </a:glo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DDB961BA-2061-2D83-796F-04320B38BEF7}"/>
              </a:ext>
            </a:extLst>
          </p:cNvPr>
          <p:cNvGrpSpPr/>
          <p:nvPr/>
        </p:nvGrpSpPr>
        <p:grpSpPr>
          <a:xfrm rot="16200000">
            <a:off x="703596" y="3609031"/>
            <a:ext cx="3095687" cy="2470259"/>
            <a:chOff x="436296" y="1927862"/>
            <a:chExt cx="5353797" cy="4272158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776D3179-C3D3-DA44-69C3-DBBECDA61A3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36296" y="2545839"/>
              <a:ext cx="5353797" cy="2772162"/>
            </a:xfrm>
            <a:prstGeom prst="rect">
              <a:avLst/>
            </a:prstGeom>
          </p:spPr>
        </p:pic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05AF3F7F-4170-A03D-40B1-005689C21AC7}"/>
                </a:ext>
              </a:extLst>
            </p:cNvPr>
            <p:cNvSpPr/>
            <p:nvPr/>
          </p:nvSpPr>
          <p:spPr>
            <a:xfrm>
              <a:off x="1578586" y="3558540"/>
              <a:ext cx="3381375" cy="1402080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C63AF175-CFE1-A4D5-C700-230071189145}"/>
                </a:ext>
              </a:extLst>
            </p:cNvPr>
            <p:cNvSpPr/>
            <p:nvPr/>
          </p:nvSpPr>
          <p:spPr>
            <a:xfrm>
              <a:off x="1436663" y="3406140"/>
              <a:ext cx="3787140" cy="259080"/>
            </a:xfrm>
            <a:custGeom>
              <a:avLst/>
              <a:gdLst>
                <a:gd name="connsiteX0" fmla="*/ 3406140 w 3825240"/>
                <a:gd name="connsiteY0" fmla="*/ 0 h 259080"/>
                <a:gd name="connsiteX1" fmla="*/ 0 w 3825240"/>
                <a:gd name="connsiteY1" fmla="*/ 68580 h 259080"/>
                <a:gd name="connsiteX2" fmla="*/ 228600 w 3825240"/>
                <a:gd name="connsiteY2" fmla="*/ 259080 h 259080"/>
                <a:gd name="connsiteX3" fmla="*/ 3825240 w 3825240"/>
                <a:gd name="connsiteY3" fmla="*/ 167640 h 259080"/>
                <a:gd name="connsiteX4" fmla="*/ 3406140 w 3825240"/>
                <a:gd name="connsiteY4" fmla="*/ 0 h 259080"/>
                <a:gd name="connsiteX0" fmla="*/ 3406140 w 3787140"/>
                <a:gd name="connsiteY0" fmla="*/ 0 h 259080"/>
                <a:gd name="connsiteX1" fmla="*/ 0 w 3787140"/>
                <a:gd name="connsiteY1" fmla="*/ 68580 h 259080"/>
                <a:gd name="connsiteX2" fmla="*/ 228600 w 3787140"/>
                <a:gd name="connsiteY2" fmla="*/ 259080 h 259080"/>
                <a:gd name="connsiteX3" fmla="*/ 3787140 w 3787140"/>
                <a:gd name="connsiteY3" fmla="*/ 153353 h 259080"/>
                <a:gd name="connsiteX4" fmla="*/ 3406140 w 3787140"/>
                <a:gd name="connsiteY4" fmla="*/ 0 h 2590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87140" h="259080">
                  <a:moveTo>
                    <a:pt x="3406140" y="0"/>
                  </a:moveTo>
                  <a:lnTo>
                    <a:pt x="0" y="68580"/>
                  </a:lnTo>
                  <a:lnTo>
                    <a:pt x="228600" y="259080"/>
                  </a:lnTo>
                  <a:lnTo>
                    <a:pt x="3787140" y="153353"/>
                  </a:lnTo>
                  <a:lnTo>
                    <a:pt x="3406140" y="0"/>
                  </a:lnTo>
                  <a:close/>
                </a:path>
              </a:pathLst>
            </a:cu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4C371B39-683C-E779-ACD2-D3C145EAFE59}"/>
                </a:ext>
              </a:extLst>
            </p:cNvPr>
            <p:cNvSpPr/>
            <p:nvPr/>
          </p:nvSpPr>
          <p:spPr>
            <a:xfrm>
              <a:off x="1459523" y="3482340"/>
              <a:ext cx="205740" cy="1714500"/>
            </a:xfrm>
            <a:custGeom>
              <a:avLst/>
              <a:gdLst>
                <a:gd name="connsiteX0" fmla="*/ 0 w 205740"/>
                <a:gd name="connsiteY0" fmla="*/ 0 h 1714500"/>
                <a:gd name="connsiteX1" fmla="*/ 30480 w 205740"/>
                <a:gd name="connsiteY1" fmla="*/ 1539240 h 1714500"/>
                <a:gd name="connsiteX2" fmla="*/ 205740 w 205740"/>
                <a:gd name="connsiteY2" fmla="*/ 1714500 h 1714500"/>
                <a:gd name="connsiteX3" fmla="*/ 198120 w 205740"/>
                <a:gd name="connsiteY3" fmla="*/ 167640 h 1714500"/>
                <a:gd name="connsiteX4" fmla="*/ 0 w 205740"/>
                <a:gd name="connsiteY4" fmla="*/ 0 h 1714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5740" h="1714500">
                  <a:moveTo>
                    <a:pt x="0" y="0"/>
                  </a:moveTo>
                  <a:lnTo>
                    <a:pt x="30480" y="1539240"/>
                  </a:lnTo>
                  <a:lnTo>
                    <a:pt x="205740" y="1714500"/>
                  </a:lnTo>
                  <a:lnTo>
                    <a:pt x="198120" y="1676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AFC803AD-C96D-0C97-87E2-2C286898EB75}"/>
                </a:ext>
              </a:extLst>
            </p:cNvPr>
            <p:cNvSpPr/>
            <p:nvPr/>
          </p:nvSpPr>
          <p:spPr>
            <a:xfrm>
              <a:off x="1657643" y="3558540"/>
              <a:ext cx="3596640" cy="1653540"/>
            </a:xfrm>
            <a:custGeom>
              <a:avLst/>
              <a:gdLst>
                <a:gd name="connsiteX0" fmla="*/ 0 w 3680460"/>
                <a:gd name="connsiteY0" fmla="*/ 1653540 h 1653540"/>
                <a:gd name="connsiteX1" fmla="*/ 1463040 w 3680460"/>
                <a:gd name="connsiteY1" fmla="*/ 1592580 h 1653540"/>
                <a:gd name="connsiteX2" fmla="*/ 1463040 w 3680460"/>
                <a:gd name="connsiteY2" fmla="*/ 1417320 h 1653540"/>
                <a:gd name="connsiteX3" fmla="*/ 182880 w 3680460"/>
                <a:gd name="connsiteY3" fmla="*/ 1478280 h 1653540"/>
                <a:gd name="connsiteX4" fmla="*/ 160020 w 3680460"/>
                <a:gd name="connsiteY4" fmla="*/ 266700 h 1653540"/>
                <a:gd name="connsiteX5" fmla="*/ 3474720 w 3680460"/>
                <a:gd name="connsiteY5" fmla="*/ 160020 h 1653540"/>
                <a:gd name="connsiteX6" fmla="*/ 3467100 w 3680460"/>
                <a:gd name="connsiteY6" fmla="*/ 1424940 h 1653540"/>
                <a:gd name="connsiteX7" fmla="*/ 2278380 w 3680460"/>
                <a:gd name="connsiteY7" fmla="*/ 1432560 h 1653540"/>
                <a:gd name="connsiteX8" fmla="*/ 2263140 w 3680460"/>
                <a:gd name="connsiteY8" fmla="*/ 1584960 h 1653540"/>
                <a:gd name="connsiteX9" fmla="*/ 3680460 w 3680460"/>
                <a:gd name="connsiteY9" fmla="*/ 1546860 h 1653540"/>
                <a:gd name="connsiteX10" fmla="*/ 3589020 w 3680460"/>
                <a:gd name="connsiteY10" fmla="*/ 0 h 1653540"/>
                <a:gd name="connsiteX11" fmla="*/ 0 w 3680460"/>
                <a:gd name="connsiteY11" fmla="*/ 91440 h 1653540"/>
                <a:gd name="connsiteX12" fmla="*/ 0 w 3680460"/>
                <a:gd name="connsiteY12" fmla="*/ 1653540 h 1653540"/>
                <a:gd name="connsiteX0" fmla="*/ 0 w 3649980"/>
                <a:gd name="connsiteY0" fmla="*/ 1653540 h 1653540"/>
                <a:gd name="connsiteX1" fmla="*/ 1463040 w 3649980"/>
                <a:gd name="connsiteY1" fmla="*/ 1592580 h 1653540"/>
                <a:gd name="connsiteX2" fmla="*/ 1463040 w 3649980"/>
                <a:gd name="connsiteY2" fmla="*/ 1417320 h 1653540"/>
                <a:gd name="connsiteX3" fmla="*/ 182880 w 3649980"/>
                <a:gd name="connsiteY3" fmla="*/ 1478280 h 1653540"/>
                <a:gd name="connsiteX4" fmla="*/ 160020 w 3649980"/>
                <a:gd name="connsiteY4" fmla="*/ 266700 h 1653540"/>
                <a:gd name="connsiteX5" fmla="*/ 3474720 w 3649980"/>
                <a:gd name="connsiteY5" fmla="*/ 160020 h 1653540"/>
                <a:gd name="connsiteX6" fmla="*/ 3467100 w 3649980"/>
                <a:gd name="connsiteY6" fmla="*/ 1424940 h 1653540"/>
                <a:gd name="connsiteX7" fmla="*/ 2278380 w 3649980"/>
                <a:gd name="connsiteY7" fmla="*/ 1432560 h 1653540"/>
                <a:gd name="connsiteX8" fmla="*/ 2263140 w 3649980"/>
                <a:gd name="connsiteY8" fmla="*/ 1584960 h 1653540"/>
                <a:gd name="connsiteX9" fmla="*/ 3649980 w 3649980"/>
                <a:gd name="connsiteY9" fmla="*/ 1554480 h 1653540"/>
                <a:gd name="connsiteX10" fmla="*/ 3589020 w 3649980"/>
                <a:gd name="connsiteY10" fmla="*/ 0 h 1653540"/>
                <a:gd name="connsiteX11" fmla="*/ 0 w 3649980"/>
                <a:gd name="connsiteY11" fmla="*/ 91440 h 1653540"/>
                <a:gd name="connsiteX12" fmla="*/ 0 w 3649980"/>
                <a:gd name="connsiteY12" fmla="*/ 1653540 h 1653540"/>
                <a:gd name="connsiteX0" fmla="*/ 0 w 3596640"/>
                <a:gd name="connsiteY0" fmla="*/ 1653540 h 1653540"/>
                <a:gd name="connsiteX1" fmla="*/ 1463040 w 3596640"/>
                <a:gd name="connsiteY1" fmla="*/ 1592580 h 1653540"/>
                <a:gd name="connsiteX2" fmla="*/ 1463040 w 3596640"/>
                <a:gd name="connsiteY2" fmla="*/ 1417320 h 1653540"/>
                <a:gd name="connsiteX3" fmla="*/ 182880 w 3596640"/>
                <a:gd name="connsiteY3" fmla="*/ 1478280 h 1653540"/>
                <a:gd name="connsiteX4" fmla="*/ 160020 w 3596640"/>
                <a:gd name="connsiteY4" fmla="*/ 266700 h 1653540"/>
                <a:gd name="connsiteX5" fmla="*/ 3474720 w 3596640"/>
                <a:gd name="connsiteY5" fmla="*/ 160020 h 1653540"/>
                <a:gd name="connsiteX6" fmla="*/ 3467100 w 3596640"/>
                <a:gd name="connsiteY6" fmla="*/ 1424940 h 1653540"/>
                <a:gd name="connsiteX7" fmla="*/ 2278380 w 3596640"/>
                <a:gd name="connsiteY7" fmla="*/ 1432560 h 1653540"/>
                <a:gd name="connsiteX8" fmla="*/ 2263140 w 3596640"/>
                <a:gd name="connsiteY8" fmla="*/ 1584960 h 1653540"/>
                <a:gd name="connsiteX9" fmla="*/ 3596640 w 3596640"/>
                <a:gd name="connsiteY9" fmla="*/ 1546860 h 1653540"/>
                <a:gd name="connsiteX10" fmla="*/ 3589020 w 3596640"/>
                <a:gd name="connsiteY10" fmla="*/ 0 h 1653540"/>
                <a:gd name="connsiteX11" fmla="*/ 0 w 3596640"/>
                <a:gd name="connsiteY11" fmla="*/ 91440 h 1653540"/>
                <a:gd name="connsiteX12" fmla="*/ 0 w 3596640"/>
                <a:gd name="connsiteY12" fmla="*/ 1653540 h 165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6640" h="1653540">
                  <a:moveTo>
                    <a:pt x="0" y="1653540"/>
                  </a:moveTo>
                  <a:lnTo>
                    <a:pt x="1463040" y="1592580"/>
                  </a:lnTo>
                  <a:lnTo>
                    <a:pt x="1463040" y="1417320"/>
                  </a:lnTo>
                  <a:lnTo>
                    <a:pt x="182880" y="1478280"/>
                  </a:lnTo>
                  <a:lnTo>
                    <a:pt x="160020" y="266700"/>
                  </a:lnTo>
                  <a:lnTo>
                    <a:pt x="3474720" y="160020"/>
                  </a:lnTo>
                  <a:lnTo>
                    <a:pt x="3467100" y="1424940"/>
                  </a:lnTo>
                  <a:lnTo>
                    <a:pt x="2278380" y="1432560"/>
                  </a:lnTo>
                  <a:lnTo>
                    <a:pt x="2263140" y="1584960"/>
                  </a:lnTo>
                  <a:lnTo>
                    <a:pt x="3596640" y="1546860"/>
                  </a:lnTo>
                  <a:lnTo>
                    <a:pt x="3589020" y="0"/>
                  </a:lnTo>
                  <a:lnTo>
                    <a:pt x="0" y="91440"/>
                  </a:lnTo>
                  <a:lnTo>
                    <a:pt x="0" y="165354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344DEC0B-ADA8-0B3F-E7CD-FF7CDB418A70}"/>
                </a:ext>
              </a:extLst>
            </p:cNvPr>
            <p:cNvSpPr/>
            <p:nvPr/>
          </p:nvSpPr>
          <p:spPr>
            <a:xfrm>
              <a:off x="1833379" y="3727133"/>
              <a:ext cx="3305175" cy="1312068"/>
            </a:xfrm>
            <a:custGeom>
              <a:avLst/>
              <a:gdLst>
                <a:gd name="connsiteX0" fmla="*/ 2943225 w 3305175"/>
                <a:gd name="connsiteY0" fmla="*/ 4762 h 1312068"/>
                <a:gd name="connsiteX1" fmla="*/ 2964657 w 3305175"/>
                <a:gd name="connsiteY1" fmla="*/ 1040606 h 1312068"/>
                <a:gd name="connsiteX2" fmla="*/ 0 w 3305175"/>
                <a:gd name="connsiteY2" fmla="*/ 1133475 h 1312068"/>
                <a:gd name="connsiteX3" fmla="*/ 7144 w 3305175"/>
                <a:gd name="connsiteY3" fmla="*/ 1312068 h 1312068"/>
                <a:gd name="connsiteX4" fmla="*/ 1290638 w 3305175"/>
                <a:gd name="connsiteY4" fmla="*/ 1254918 h 1312068"/>
                <a:gd name="connsiteX5" fmla="*/ 1362075 w 3305175"/>
                <a:gd name="connsiteY5" fmla="*/ 1202531 h 1312068"/>
                <a:gd name="connsiteX6" fmla="*/ 1431132 w 3305175"/>
                <a:gd name="connsiteY6" fmla="*/ 1185862 h 1312068"/>
                <a:gd name="connsiteX7" fmla="*/ 1735932 w 3305175"/>
                <a:gd name="connsiteY7" fmla="*/ 1171575 h 1312068"/>
                <a:gd name="connsiteX8" fmla="*/ 1902619 w 3305175"/>
                <a:gd name="connsiteY8" fmla="*/ 1178718 h 1312068"/>
                <a:gd name="connsiteX9" fmla="*/ 2100263 w 3305175"/>
                <a:gd name="connsiteY9" fmla="*/ 1264443 h 1312068"/>
                <a:gd name="connsiteX10" fmla="*/ 3300413 w 3305175"/>
                <a:gd name="connsiteY10" fmla="*/ 1257300 h 1312068"/>
                <a:gd name="connsiteX11" fmla="*/ 3305175 w 3305175"/>
                <a:gd name="connsiteY11" fmla="*/ 0 h 1312068"/>
                <a:gd name="connsiteX12" fmla="*/ 2943225 w 3305175"/>
                <a:gd name="connsiteY12" fmla="*/ 4762 h 1312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305175" h="1312068">
                  <a:moveTo>
                    <a:pt x="2943225" y="4762"/>
                  </a:moveTo>
                  <a:lnTo>
                    <a:pt x="2964657" y="1040606"/>
                  </a:lnTo>
                  <a:lnTo>
                    <a:pt x="0" y="1133475"/>
                  </a:lnTo>
                  <a:lnTo>
                    <a:pt x="7144" y="1312068"/>
                  </a:lnTo>
                  <a:lnTo>
                    <a:pt x="1290638" y="1254918"/>
                  </a:lnTo>
                  <a:lnTo>
                    <a:pt x="1362075" y="1202531"/>
                  </a:lnTo>
                  <a:lnTo>
                    <a:pt x="1431132" y="1185862"/>
                  </a:lnTo>
                  <a:lnTo>
                    <a:pt x="1735932" y="1171575"/>
                  </a:lnTo>
                  <a:lnTo>
                    <a:pt x="1902619" y="1178718"/>
                  </a:lnTo>
                  <a:lnTo>
                    <a:pt x="2100263" y="1264443"/>
                  </a:lnTo>
                  <a:lnTo>
                    <a:pt x="3300413" y="1257300"/>
                  </a:lnTo>
                  <a:cubicBezTo>
                    <a:pt x="3302000" y="838200"/>
                    <a:pt x="3303588" y="419100"/>
                    <a:pt x="3305175" y="0"/>
                  </a:cubicBezTo>
                  <a:lnTo>
                    <a:pt x="2943225" y="4762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C8F61B67-87BA-1EDD-8937-3A610FE1322F}"/>
                </a:ext>
              </a:extLst>
            </p:cNvPr>
            <p:cNvSpPr/>
            <p:nvPr/>
          </p:nvSpPr>
          <p:spPr>
            <a:xfrm>
              <a:off x="3119254" y="4896326"/>
              <a:ext cx="819150" cy="247650"/>
            </a:xfrm>
            <a:custGeom>
              <a:avLst/>
              <a:gdLst>
                <a:gd name="connsiteX0" fmla="*/ 802482 w 819150"/>
                <a:gd name="connsiteY0" fmla="*/ 242888 h 247650"/>
                <a:gd name="connsiteX1" fmla="*/ 588169 w 819150"/>
                <a:gd name="connsiteY1" fmla="*/ 116682 h 247650"/>
                <a:gd name="connsiteX2" fmla="*/ 452438 w 819150"/>
                <a:gd name="connsiteY2" fmla="*/ 95250 h 247650"/>
                <a:gd name="connsiteX3" fmla="*/ 192882 w 819150"/>
                <a:gd name="connsiteY3" fmla="*/ 92869 h 247650"/>
                <a:gd name="connsiteX4" fmla="*/ 76200 w 819150"/>
                <a:gd name="connsiteY4" fmla="*/ 140494 h 247650"/>
                <a:gd name="connsiteX5" fmla="*/ 11907 w 819150"/>
                <a:gd name="connsiteY5" fmla="*/ 247650 h 247650"/>
                <a:gd name="connsiteX6" fmla="*/ 0 w 819150"/>
                <a:gd name="connsiteY6" fmla="*/ 85725 h 247650"/>
                <a:gd name="connsiteX7" fmla="*/ 76200 w 819150"/>
                <a:gd name="connsiteY7" fmla="*/ 33338 h 247650"/>
                <a:gd name="connsiteX8" fmla="*/ 173832 w 819150"/>
                <a:gd name="connsiteY8" fmla="*/ 14288 h 247650"/>
                <a:gd name="connsiteX9" fmla="*/ 469107 w 819150"/>
                <a:gd name="connsiteY9" fmla="*/ 0 h 247650"/>
                <a:gd name="connsiteX10" fmla="*/ 616744 w 819150"/>
                <a:gd name="connsiteY10" fmla="*/ 14288 h 247650"/>
                <a:gd name="connsiteX11" fmla="*/ 819150 w 819150"/>
                <a:gd name="connsiteY11" fmla="*/ 95250 h 247650"/>
                <a:gd name="connsiteX12" fmla="*/ 802482 w 819150"/>
                <a:gd name="connsiteY12" fmla="*/ 242888 h 247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19150" h="247650">
                  <a:moveTo>
                    <a:pt x="802482" y="242888"/>
                  </a:moveTo>
                  <a:lnTo>
                    <a:pt x="588169" y="116682"/>
                  </a:lnTo>
                  <a:lnTo>
                    <a:pt x="452438" y="95250"/>
                  </a:lnTo>
                  <a:lnTo>
                    <a:pt x="192882" y="92869"/>
                  </a:lnTo>
                  <a:lnTo>
                    <a:pt x="76200" y="140494"/>
                  </a:lnTo>
                  <a:lnTo>
                    <a:pt x="11907" y="247650"/>
                  </a:lnTo>
                  <a:lnTo>
                    <a:pt x="0" y="85725"/>
                  </a:lnTo>
                  <a:lnTo>
                    <a:pt x="76200" y="33338"/>
                  </a:lnTo>
                  <a:lnTo>
                    <a:pt x="173832" y="14288"/>
                  </a:lnTo>
                  <a:lnTo>
                    <a:pt x="469107" y="0"/>
                  </a:lnTo>
                  <a:lnTo>
                    <a:pt x="616744" y="14288"/>
                  </a:lnTo>
                  <a:lnTo>
                    <a:pt x="819150" y="95250"/>
                  </a:lnTo>
                  <a:lnTo>
                    <a:pt x="802482" y="242888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D9A2E8D0-29DF-429A-44E6-C1E8C660569D}"/>
                </a:ext>
              </a:extLst>
            </p:cNvPr>
            <p:cNvGrpSpPr/>
            <p:nvPr/>
          </p:nvGrpSpPr>
          <p:grpSpPr>
            <a:xfrm>
              <a:off x="4243204" y="4020026"/>
              <a:ext cx="209550" cy="157163"/>
              <a:chOff x="6669881" y="4393406"/>
              <a:chExt cx="209550" cy="157163"/>
            </a:xfrm>
          </p:grpSpPr>
          <p:sp>
            <p:nvSpPr>
              <p:cNvPr id="63" name="Rectangle 62">
                <a:extLst>
                  <a:ext uri="{FF2B5EF4-FFF2-40B4-BE49-F238E27FC236}">
                    <a16:creationId xmlns:a16="http://schemas.microsoft.com/office/drawing/2014/main" id="{70C3AC81-8848-2023-EB9A-317DDEBCDD13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4" name="Freeform: Shape 63">
                <a:extLst>
                  <a:ext uri="{FF2B5EF4-FFF2-40B4-BE49-F238E27FC236}">
                    <a16:creationId xmlns:a16="http://schemas.microsoft.com/office/drawing/2014/main" id="{2051F47E-CF21-F11C-93A5-73704100D446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49AACC86-3256-132E-9167-7BF587C9D84C}"/>
                </a:ext>
              </a:extLst>
            </p:cNvPr>
            <p:cNvGrpSpPr/>
            <p:nvPr/>
          </p:nvGrpSpPr>
          <p:grpSpPr>
            <a:xfrm>
              <a:off x="3797910" y="4050982"/>
              <a:ext cx="209550" cy="157163"/>
              <a:chOff x="6669881" y="4393406"/>
              <a:chExt cx="209550" cy="157163"/>
            </a:xfrm>
          </p:grpSpPr>
          <p:sp>
            <p:nvSpPr>
              <p:cNvPr id="61" name="Rectangle 60">
                <a:extLst>
                  <a:ext uri="{FF2B5EF4-FFF2-40B4-BE49-F238E27FC236}">
                    <a16:creationId xmlns:a16="http://schemas.microsoft.com/office/drawing/2014/main" id="{A5FF6384-D06C-B4B9-D700-6B0B6A293AEF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2" name="Freeform: Shape 61">
                <a:extLst>
                  <a:ext uri="{FF2B5EF4-FFF2-40B4-BE49-F238E27FC236}">
                    <a16:creationId xmlns:a16="http://schemas.microsoft.com/office/drawing/2014/main" id="{63B084C6-CF15-F360-19EA-93281B92A955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7B2EB5D4-8035-AD2D-3C61-749AC3565969}"/>
                </a:ext>
              </a:extLst>
            </p:cNvPr>
            <p:cNvGrpSpPr/>
            <p:nvPr/>
          </p:nvGrpSpPr>
          <p:grpSpPr>
            <a:xfrm>
              <a:off x="3352616" y="4081938"/>
              <a:ext cx="209550" cy="157163"/>
              <a:chOff x="6669881" y="4393406"/>
              <a:chExt cx="209550" cy="157163"/>
            </a:xfrm>
          </p:grpSpPr>
          <p:sp>
            <p:nvSpPr>
              <p:cNvPr id="59" name="Rectangle 58">
                <a:extLst>
                  <a:ext uri="{FF2B5EF4-FFF2-40B4-BE49-F238E27FC236}">
                    <a16:creationId xmlns:a16="http://schemas.microsoft.com/office/drawing/2014/main" id="{4AF92842-1A63-129A-55C0-EB204E1CE3BA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0" name="Freeform: Shape 59">
                <a:extLst>
                  <a:ext uri="{FF2B5EF4-FFF2-40B4-BE49-F238E27FC236}">
                    <a16:creationId xmlns:a16="http://schemas.microsoft.com/office/drawing/2014/main" id="{E1C1946A-5063-3054-0623-A403344CC98D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27DD3333-7FFB-84FF-F400-E7EE4421DF02}"/>
                </a:ext>
              </a:extLst>
            </p:cNvPr>
            <p:cNvGrpSpPr/>
            <p:nvPr/>
          </p:nvGrpSpPr>
          <p:grpSpPr>
            <a:xfrm>
              <a:off x="2851360" y="4093844"/>
              <a:ext cx="209550" cy="157163"/>
              <a:chOff x="6669881" y="4393406"/>
              <a:chExt cx="209550" cy="157163"/>
            </a:xfrm>
          </p:grpSpPr>
          <p:sp>
            <p:nvSpPr>
              <p:cNvPr id="57" name="Rectangle 56">
                <a:extLst>
                  <a:ext uri="{FF2B5EF4-FFF2-40B4-BE49-F238E27FC236}">
                    <a16:creationId xmlns:a16="http://schemas.microsoft.com/office/drawing/2014/main" id="{2348F658-79EA-9FAB-82C4-2F018E9E3DEA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8" name="Freeform: Shape 57">
                <a:extLst>
                  <a:ext uri="{FF2B5EF4-FFF2-40B4-BE49-F238E27FC236}">
                    <a16:creationId xmlns:a16="http://schemas.microsoft.com/office/drawing/2014/main" id="{C08F5474-7B99-57CA-E6A9-0277FA0A8460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8C866F87-D38B-5CE8-F796-952185B78C47}"/>
                </a:ext>
              </a:extLst>
            </p:cNvPr>
            <p:cNvGrpSpPr/>
            <p:nvPr/>
          </p:nvGrpSpPr>
          <p:grpSpPr>
            <a:xfrm>
              <a:off x="2345112" y="4113567"/>
              <a:ext cx="209550" cy="157163"/>
              <a:chOff x="6669881" y="4393406"/>
              <a:chExt cx="209550" cy="157163"/>
            </a:xfrm>
          </p:grpSpPr>
          <p:sp>
            <p:nvSpPr>
              <p:cNvPr id="55" name="Rectangle 54">
                <a:extLst>
                  <a:ext uri="{FF2B5EF4-FFF2-40B4-BE49-F238E27FC236}">
                    <a16:creationId xmlns:a16="http://schemas.microsoft.com/office/drawing/2014/main" id="{3465887B-5554-A89C-4A82-6D6E9162ADDA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6" name="Freeform: Shape 55">
                <a:extLst>
                  <a:ext uri="{FF2B5EF4-FFF2-40B4-BE49-F238E27FC236}">
                    <a16:creationId xmlns:a16="http://schemas.microsoft.com/office/drawing/2014/main" id="{C2BB4FB7-7BCB-F51B-B61A-15C62A30A447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24EEB5E8-251D-AB00-837B-04C2A968BF2C}"/>
                </a:ext>
              </a:extLst>
            </p:cNvPr>
            <p:cNvGrpSpPr/>
            <p:nvPr/>
          </p:nvGrpSpPr>
          <p:grpSpPr>
            <a:xfrm>
              <a:off x="2333205" y="4520758"/>
              <a:ext cx="209550" cy="157163"/>
              <a:chOff x="6669881" y="4393406"/>
              <a:chExt cx="209550" cy="157163"/>
            </a:xfrm>
          </p:grpSpPr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B6EF498F-8E06-F25C-9283-0F2823650584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4" name="Freeform: Shape 53">
                <a:extLst>
                  <a:ext uri="{FF2B5EF4-FFF2-40B4-BE49-F238E27FC236}">
                    <a16:creationId xmlns:a16="http://schemas.microsoft.com/office/drawing/2014/main" id="{ED6F4706-E920-539C-3C5B-F8DC697A4CE8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3B4A4248-69F0-72FB-97E0-54A722A93296}"/>
                </a:ext>
              </a:extLst>
            </p:cNvPr>
            <p:cNvGrpSpPr/>
            <p:nvPr/>
          </p:nvGrpSpPr>
          <p:grpSpPr>
            <a:xfrm>
              <a:off x="2848977" y="4506471"/>
              <a:ext cx="209550" cy="157163"/>
              <a:chOff x="6669881" y="4393406"/>
              <a:chExt cx="209550" cy="157163"/>
            </a:xfrm>
          </p:grpSpPr>
          <p:sp>
            <p:nvSpPr>
              <p:cNvPr id="51" name="Rectangle 50">
                <a:extLst>
                  <a:ext uri="{FF2B5EF4-FFF2-40B4-BE49-F238E27FC236}">
                    <a16:creationId xmlns:a16="http://schemas.microsoft.com/office/drawing/2014/main" id="{FAB8FD04-AC6B-BEDD-4AF5-ECD1C4C9E110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2" name="Freeform: Shape 51">
                <a:extLst>
                  <a:ext uri="{FF2B5EF4-FFF2-40B4-BE49-F238E27FC236}">
                    <a16:creationId xmlns:a16="http://schemas.microsoft.com/office/drawing/2014/main" id="{A9805E0D-47CF-B675-ABE8-7C3F0BD1FB9B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63F1A820-AF0A-347F-096E-47194363CD22}"/>
                </a:ext>
              </a:extLst>
            </p:cNvPr>
            <p:cNvGrpSpPr/>
            <p:nvPr/>
          </p:nvGrpSpPr>
          <p:grpSpPr>
            <a:xfrm>
              <a:off x="3359757" y="4500001"/>
              <a:ext cx="209550" cy="157163"/>
              <a:chOff x="6669881" y="4393406"/>
              <a:chExt cx="209550" cy="157163"/>
            </a:xfrm>
          </p:grpSpPr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D13E0085-2BFC-5859-5A79-DCE67F9B2681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0" name="Freeform: Shape 49">
                <a:extLst>
                  <a:ext uri="{FF2B5EF4-FFF2-40B4-BE49-F238E27FC236}">
                    <a16:creationId xmlns:a16="http://schemas.microsoft.com/office/drawing/2014/main" id="{F5A75F3B-A3B4-125E-B080-71C4DE505D3B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ACFF3B6F-A188-D7AF-FCAF-E4E1817CBAD3}"/>
                </a:ext>
              </a:extLst>
            </p:cNvPr>
            <p:cNvGrpSpPr/>
            <p:nvPr/>
          </p:nvGrpSpPr>
          <p:grpSpPr>
            <a:xfrm>
              <a:off x="3828863" y="4505748"/>
              <a:ext cx="209550" cy="157163"/>
              <a:chOff x="6669881" y="4393406"/>
              <a:chExt cx="209550" cy="157163"/>
            </a:xfrm>
          </p:grpSpPr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3115C0CF-0E4C-4BB8-671A-7525E87F5DF9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8" name="Freeform: Shape 47">
                <a:extLst>
                  <a:ext uri="{FF2B5EF4-FFF2-40B4-BE49-F238E27FC236}">
                    <a16:creationId xmlns:a16="http://schemas.microsoft.com/office/drawing/2014/main" id="{368B9054-D48A-236E-CC33-55BFCD967FAD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BFEE6A05-C493-4DE3-3EE0-B68AA990B6E2}"/>
                </a:ext>
              </a:extLst>
            </p:cNvPr>
            <p:cNvGrpSpPr/>
            <p:nvPr/>
          </p:nvGrpSpPr>
          <p:grpSpPr>
            <a:xfrm>
              <a:off x="4271771" y="4495238"/>
              <a:ext cx="209550" cy="157163"/>
              <a:chOff x="6669881" y="4393406"/>
              <a:chExt cx="209550" cy="157163"/>
            </a:xfrm>
          </p:grpSpPr>
          <p:sp>
            <p:nvSpPr>
              <p:cNvPr id="45" name="Rectangle 44">
                <a:extLst>
                  <a:ext uri="{FF2B5EF4-FFF2-40B4-BE49-F238E27FC236}">
                    <a16:creationId xmlns:a16="http://schemas.microsoft.com/office/drawing/2014/main" id="{7C762AE0-6DBC-AFA0-CD22-33F04F62EA4F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6" name="Freeform: Shape 45">
                <a:extLst>
                  <a:ext uri="{FF2B5EF4-FFF2-40B4-BE49-F238E27FC236}">
                    <a16:creationId xmlns:a16="http://schemas.microsoft.com/office/drawing/2014/main" id="{46A5B7EA-CA16-B456-F9D1-029E410A19B5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C00C1B66-80CD-3EA5-A8A5-C7C1F4DB9DB6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908657" y="5300061"/>
              <a:ext cx="1003434" cy="1889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28607EFB-E60C-CEA4-5903-9CFCF6C3A313}"/>
                </a:ext>
              </a:extLst>
            </p:cNvPr>
            <p:cNvSpPr txBox="1"/>
            <p:nvPr/>
          </p:nvSpPr>
          <p:spPr>
            <a:xfrm rot="5400000">
              <a:off x="2135199" y="5589007"/>
              <a:ext cx="796202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GND</a:t>
              </a:r>
              <a:endParaRPr lang="LID4096" sz="1000" b="1" dirty="0"/>
            </a:p>
          </p:txBody>
        </p: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91B1ED60-D1B1-0F56-7522-18022B00C0F9}"/>
                </a:ext>
              </a:extLst>
            </p:cNvPr>
            <p:cNvCxnSpPr>
              <a:cxnSpLocks/>
            </p:cNvCxnSpPr>
            <p:nvPr/>
          </p:nvCxnSpPr>
          <p:spPr>
            <a:xfrm>
              <a:off x="4334743" y="2222017"/>
              <a:ext cx="27524" cy="1673166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5966846B-1EFC-11F9-6E6F-E3A285FD81CE}"/>
                </a:ext>
              </a:extLst>
            </p:cNvPr>
            <p:cNvSpPr txBox="1"/>
            <p:nvPr/>
          </p:nvSpPr>
          <p:spPr>
            <a:xfrm rot="5400000">
              <a:off x="4125363" y="2102273"/>
              <a:ext cx="760164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3.3V</a:t>
              </a:r>
              <a:endParaRPr lang="LID4096" sz="1000" b="1" dirty="0"/>
            </a:p>
          </p:txBody>
        </p: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2A392C65-81ED-3DB2-78A6-79CEFBF33641}"/>
                </a:ext>
              </a:extLst>
            </p:cNvPr>
            <p:cNvCxnSpPr>
              <a:cxnSpLocks/>
            </p:cNvCxnSpPr>
            <p:nvPr/>
          </p:nvCxnSpPr>
          <p:spPr>
            <a:xfrm>
              <a:off x="2399207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88D642BD-DAF4-E985-AED3-59B86257FD86}"/>
                </a:ext>
              </a:extLst>
            </p:cNvPr>
            <p:cNvSpPr txBox="1"/>
            <p:nvPr/>
          </p:nvSpPr>
          <p:spPr>
            <a:xfrm rot="5400000">
              <a:off x="2162151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bit0</a:t>
              </a:r>
              <a:endParaRPr lang="LID4096" sz="1000" b="1" dirty="0"/>
            </a:p>
          </p:txBody>
        </p: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B6E61F9A-B188-AE03-ED55-607A7EEA5016}"/>
                </a:ext>
              </a:extLst>
            </p:cNvPr>
            <p:cNvCxnSpPr>
              <a:cxnSpLocks/>
            </p:cNvCxnSpPr>
            <p:nvPr/>
          </p:nvCxnSpPr>
          <p:spPr>
            <a:xfrm>
              <a:off x="2934442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A5EB6135-2217-A6F3-1156-906D982DE27D}"/>
                </a:ext>
              </a:extLst>
            </p:cNvPr>
            <p:cNvSpPr txBox="1"/>
            <p:nvPr/>
          </p:nvSpPr>
          <p:spPr>
            <a:xfrm rot="5400000">
              <a:off x="2764068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bit2</a:t>
              </a:r>
              <a:endParaRPr lang="LID4096" sz="1000" b="1" dirty="0"/>
            </a:p>
          </p:txBody>
        </p: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246210C1-3E5F-AF62-FAF9-DE67F93C0D70}"/>
                </a:ext>
              </a:extLst>
            </p:cNvPr>
            <p:cNvCxnSpPr>
              <a:cxnSpLocks/>
            </p:cNvCxnSpPr>
            <p:nvPr/>
          </p:nvCxnSpPr>
          <p:spPr>
            <a:xfrm>
              <a:off x="3453714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02709D28-80F8-7063-BD2D-7A86D40F82BE}"/>
                </a:ext>
              </a:extLst>
            </p:cNvPr>
            <p:cNvSpPr txBox="1"/>
            <p:nvPr/>
          </p:nvSpPr>
          <p:spPr>
            <a:xfrm rot="5400000">
              <a:off x="3213817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bit4</a:t>
              </a:r>
              <a:endParaRPr lang="LID4096" sz="1000" b="1" dirty="0"/>
            </a:p>
          </p:txBody>
        </p: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DAA9F41D-05A4-3141-F8CE-519C5ED1812B}"/>
                </a:ext>
              </a:extLst>
            </p:cNvPr>
            <p:cNvCxnSpPr>
              <a:cxnSpLocks/>
            </p:cNvCxnSpPr>
            <p:nvPr/>
          </p:nvCxnSpPr>
          <p:spPr>
            <a:xfrm>
              <a:off x="3907991" y="2335991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42861D6B-F31D-CCDD-AFD4-720A61DC482B}"/>
                </a:ext>
              </a:extLst>
            </p:cNvPr>
            <p:cNvSpPr txBox="1"/>
            <p:nvPr/>
          </p:nvSpPr>
          <p:spPr>
            <a:xfrm rot="5400000">
              <a:off x="3664934" y="206730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bit6</a:t>
              </a:r>
              <a:endParaRPr lang="LID4096" sz="1000" b="1" dirty="0"/>
            </a:p>
          </p:txBody>
        </p: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BF8602D4-F2F2-EFE7-3755-004B34D2CC62}"/>
                </a:ext>
              </a:extLst>
            </p:cNvPr>
            <p:cNvCxnSpPr>
              <a:cxnSpLocks/>
            </p:cNvCxnSpPr>
            <p:nvPr/>
          </p:nvCxnSpPr>
          <p:spPr>
            <a:xfrm>
              <a:off x="2920379" y="4745914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37013F1F-C301-D658-709F-6520582016F9}"/>
                </a:ext>
              </a:extLst>
            </p:cNvPr>
            <p:cNvSpPr txBox="1"/>
            <p:nvPr/>
          </p:nvSpPr>
          <p:spPr>
            <a:xfrm rot="5400000">
              <a:off x="2684413" y="559553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bit1</a:t>
              </a:r>
              <a:endParaRPr lang="LID4096" sz="1000" b="1" dirty="0"/>
            </a:p>
          </p:txBody>
        </p: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C3984F7C-B7D0-3A51-96DB-767AD150289C}"/>
                </a:ext>
              </a:extLst>
            </p:cNvPr>
            <p:cNvCxnSpPr>
              <a:cxnSpLocks/>
            </p:cNvCxnSpPr>
            <p:nvPr/>
          </p:nvCxnSpPr>
          <p:spPr>
            <a:xfrm>
              <a:off x="3436440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947962EA-3A31-3CC9-3F48-3B639943E6BD}"/>
                </a:ext>
              </a:extLst>
            </p:cNvPr>
            <p:cNvSpPr txBox="1"/>
            <p:nvPr/>
          </p:nvSpPr>
          <p:spPr>
            <a:xfrm rot="5400000">
              <a:off x="3200473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bit3</a:t>
              </a:r>
              <a:endParaRPr lang="LID4096" sz="1000" b="1" dirty="0"/>
            </a:p>
          </p:txBody>
        </p: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4F65DC27-9699-A9D2-C391-5AE4658C603E}"/>
                </a:ext>
              </a:extLst>
            </p:cNvPr>
            <p:cNvCxnSpPr>
              <a:cxnSpLocks/>
            </p:cNvCxnSpPr>
            <p:nvPr/>
          </p:nvCxnSpPr>
          <p:spPr>
            <a:xfrm>
              <a:off x="3918887" y="4744900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9DE73F3E-AE9C-BAA6-114A-371F9E89D247}"/>
                </a:ext>
              </a:extLst>
            </p:cNvPr>
            <p:cNvSpPr txBox="1"/>
            <p:nvPr/>
          </p:nvSpPr>
          <p:spPr>
            <a:xfrm rot="5400000">
              <a:off x="3682921" y="5594528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bit5</a:t>
              </a:r>
              <a:endParaRPr lang="LID4096" sz="1000" b="1" dirty="0"/>
            </a:p>
          </p:txBody>
        </p: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F2A876B9-CDB8-02E7-8C07-9B0F63A9B116}"/>
                </a:ext>
              </a:extLst>
            </p:cNvPr>
            <p:cNvCxnSpPr>
              <a:cxnSpLocks/>
            </p:cNvCxnSpPr>
            <p:nvPr/>
          </p:nvCxnSpPr>
          <p:spPr>
            <a:xfrm>
              <a:off x="4372042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4330D8C8-B786-CF65-7B18-848A253D6E29}"/>
                </a:ext>
              </a:extLst>
            </p:cNvPr>
            <p:cNvSpPr txBox="1"/>
            <p:nvPr/>
          </p:nvSpPr>
          <p:spPr>
            <a:xfrm rot="5400000">
              <a:off x="4136075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bit7</a:t>
              </a:r>
              <a:endParaRPr lang="LID4096" sz="1000" b="1" dirty="0"/>
            </a:p>
          </p:txBody>
        </p:sp>
      </p:grpSp>
      <p:sp>
        <p:nvSpPr>
          <p:cNvPr id="65" name="Oval 64">
            <a:extLst>
              <a:ext uri="{FF2B5EF4-FFF2-40B4-BE49-F238E27FC236}">
                <a16:creationId xmlns:a16="http://schemas.microsoft.com/office/drawing/2014/main" id="{3B721605-0CBA-3316-3925-745468B6EB6A}"/>
              </a:ext>
            </a:extLst>
          </p:cNvPr>
          <p:cNvSpPr/>
          <p:nvPr/>
        </p:nvSpPr>
        <p:spPr>
          <a:xfrm>
            <a:off x="2238258" y="4032560"/>
            <a:ext cx="125834" cy="125834"/>
          </a:xfrm>
          <a:prstGeom prst="ellipse">
            <a:avLst/>
          </a:pr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66" name="Oval 65">
            <a:extLst>
              <a:ext uri="{FF2B5EF4-FFF2-40B4-BE49-F238E27FC236}">
                <a16:creationId xmlns:a16="http://schemas.microsoft.com/office/drawing/2014/main" id="{E42D5B22-E43E-A984-CD8B-61C7A0562D67}"/>
              </a:ext>
            </a:extLst>
          </p:cNvPr>
          <p:cNvSpPr/>
          <p:nvPr/>
        </p:nvSpPr>
        <p:spPr>
          <a:xfrm>
            <a:off x="2506052" y="4272263"/>
            <a:ext cx="125834" cy="125834"/>
          </a:xfrm>
          <a:prstGeom prst="ellipse">
            <a:avLst/>
          </a:pr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67" name="Oval 66">
            <a:extLst>
              <a:ext uri="{FF2B5EF4-FFF2-40B4-BE49-F238E27FC236}">
                <a16:creationId xmlns:a16="http://schemas.microsoft.com/office/drawing/2014/main" id="{727D3CC9-E0CA-D352-D9F1-752CD918CBF3}"/>
              </a:ext>
            </a:extLst>
          </p:cNvPr>
          <p:cNvSpPr/>
          <p:nvPr/>
        </p:nvSpPr>
        <p:spPr>
          <a:xfrm>
            <a:off x="2493131" y="4552583"/>
            <a:ext cx="125834" cy="125834"/>
          </a:xfrm>
          <a:prstGeom prst="ellipse">
            <a:avLst/>
          </a:pr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68" name="Freeform: Shape 67">
            <a:extLst>
              <a:ext uri="{FF2B5EF4-FFF2-40B4-BE49-F238E27FC236}">
                <a16:creationId xmlns:a16="http://schemas.microsoft.com/office/drawing/2014/main" id="{A1B0BBD4-1465-5CCB-538E-8008F00FA171}"/>
              </a:ext>
            </a:extLst>
          </p:cNvPr>
          <p:cNvSpPr/>
          <p:nvPr/>
        </p:nvSpPr>
        <p:spPr>
          <a:xfrm>
            <a:off x="2620341" y="4273662"/>
            <a:ext cx="6210813" cy="1013986"/>
          </a:xfrm>
          <a:custGeom>
            <a:avLst/>
            <a:gdLst>
              <a:gd name="connsiteX0" fmla="*/ 0 w 5549318"/>
              <a:gd name="connsiteY0" fmla="*/ 178006 h 1556019"/>
              <a:gd name="connsiteX1" fmla="*/ 973123 w 5549318"/>
              <a:gd name="connsiteY1" fmla="*/ 6032 h 1556019"/>
              <a:gd name="connsiteX2" fmla="*/ 2063692 w 5549318"/>
              <a:gd name="connsiteY2" fmla="*/ 370953 h 1556019"/>
              <a:gd name="connsiteX3" fmla="*/ 4467138 w 5549318"/>
              <a:gd name="connsiteY3" fmla="*/ 1524439 h 1556019"/>
              <a:gd name="connsiteX4" fmla="*/ 5549318 w 5549318"/>
              <a:gd name="connsiteY4" fmla="*/ 1117573 h 1556019"/>
              <a:gd name="connsiteX0" fmla="*/ 0 w 5549318"/>
              <a:gd name="connsiteY0" fmla="*/ 175046 h 1553059"/>
              <a:gd name="connsiteX1" fmla="*/ 973123 w 5549318"/>
              <a:gd name="connsiteY1" fmla="*/ 3072 h 1553059"/>
              <a:gd name="connsiteX2" fmla="*/ 3044128 w 5549318"/>
              <a:gd name="connsiteY2" fmla="*/ 301727 h 1553059"/>
              <a:gd name="connsiteX3" fmla="*/ 4467138 w 5549318"/>
              <a:gd name="connsiteY3" fmla="*/ 1521479 h 1553059"/>
              <a:gd name="connsiteX4" fmla="*/ 5549318 w 5549318"/>
              <a:gd name="connsiteY4" fmla="*/ 1114613 h 1553059"/>
              <a:gd name="connsiteX0" fmla="*/ 0 w 5549318"/>
              <a:gd name="connsiteY0" fmla="*/ 254326 h 1632339"/>
              <a:gd name="connsiteX1" fmla="*/ 973123 w 5549318"/>
              <a:gd name="connsiteY1" fmla="*/ 82352 h 1632339"/>
              <a:gd name="connsiteX2" fmla="*/ 4467138 w 5549318"/>
              <a:gd name="connsiteY2" fmla="*/ 1600759 h 1632339"/>
              <a:gd name="connsiteX3" fmla="*/ 5549318 w 5549318"/>
              <a:gd name="connsiteY3" fmla="*/ 1193893 h 1632339"/>
              <a:gd name="connsiteX0" fmla="*/ 0 w 5549318"/>
              <a:gd name="connsiteY0" fmla="*/ 318292 h 1696305"/>
              <a:gd name="connsiteX1" fmla="*/ 2690392 w 5549318"/>
              <a:gd name="connsiteY1" fmla="*/ 71079 h 1696305"/>
              <a:gd name="connsiteX2" fmla="*/ 4467138 w 5549318"/>
              <a:gd name="connsiteY2" fmla="*/ 1664725 h 1696305"/>
              <a:gd name="connsiteX3" fmla="*/ 5549318 w 5549318"/>
              <a:gd name="connsiteY3" fmla="*/ 1257859 h 1696305"/>
              <a:gd name="connsiteX0" fmla="*/ 0 w 5549318"/>
              <a:gd name="connsiteY0" fmla="*/ 27604 h 1405617"/>
              <a:gd name="connsiteX1" fmla="*/ 3632721 w 5549318"/>
              <a:gd name="connsiteY1" fmla="*/ 347580 h 1405617"/>
              <a:gd name="connsiteX2" fmla="*/ 4467138 w 5549318"/>
              <a:gd name="connsiteY2" fmla="*/ 1374037 h 1405617"/>
              <a:gd name="connsiteX3" fmla="*/ 5549318 w 5549318"/>
              <a:gd name="connsiteY3" fmla="*/ 967171 h 1405617"/>
              <a:gd name="connsiteX0" fmla="*/ 0 w 5549318"/>
              <a:gd name="connsiteY0" fmla="*/ 22747 h 962314"/>
              <a:gd name="connsiteX1" fmla="*/ 3632721 w 5549318"/>
              <a:gd name="connsiteY1" fmla="*/ 342723 h 962314"/>
              <a:gd name="connsiteX2" fmla="*/ 5549318 w 5549318"/>
              <a:gd name="connsiteY2" fmla="*/ 962314 h 962314"/>
              <a:gd name="connsiteX0" fmla="*/ 0 w 5549318"/>
              <a:gd name="connsiteY0" fmla="*/ 37878 h 977445"/>
              <a:gd name="connsiteX1" fmla="*/ 3632721 w 5549318"/>
              <a:gd name="connsiteY1" fmla="*/ 357854 h 977445"/>
              <a:gd name="connsiteX2" fmla="*/ 5549318 w 5549318"/>
              <a:gd name="connsiteY2" fmla="*/ 977445 h 977445"/>
              <a:gd name="connsiteX0" fmla="*/ 0 w 5549318"/>
              <a:gd name="connsiteY0" fmla="*/ 60298 h 999865"/>
              <a:gd name="connsiteX1" fmla="*/ 3632721 w 5549318"/>
              <a:gd name="connsiteY1" fmla="*/ 380274 h 999865"/>
              <a:gd name="connsiteX2" fmla="*/ 5549318 w 5549318"/>
              <a:gd name="connsiteY2" fmla="*/ 999865 h 999865"/>
              <a:gd name="connsiteX0" fmla="*/ 0 w 6082478"/>
              <a:gd name="connsiteY0" fmla="*/ 20911 h 763698"/>
              <a:gd name="connsiteX1" fmla="*/ 3632721 w 6082478"/>
              <a:gd name="connsiteY1" fmla="*/ 340887 h 763698"/>
              <a:gd name="connsiteX2" fmla="*/ 6082478 w 6082478"/>
              <a:gd name="connsiteY2" fmla="*/ 763698 h 763698"/>
              <a:gd name="connsiteX0" fmla="*/ 0 w 6373857"/>
              <a:gd name="connsiteY0" fmla="*/ 19636 h 606157"/>
              <a:gd name="connsiteX1" fmla="*/ 3632721 w 6373857"/>
              <a:gd name="connsiteY1" fmla="*/ 339612 h 606157"/>
              <a:gd name="connsiteX2" fmla="*/ 6373857 w 6373857"/>
              <a:gd name="connsiteY2" fmla="*/ 606156 h 606157"/>
              <a:gd name="connsiteX0" fmla="*/ 0 w 6373857"/>
              <a:gd name="connsiteY0" fmla="*/ 19636 h 760798"/>
              <a:gd name="connsiteX1" fmla="*/ 3632721 w 6373857"/>
              <a:gd name="connsiteY1" fmla="*/ 339612 h 760798"/>
              <a:gd name="connsiteX2" fmla="*/ 6373857 w 6373857"/>
              <a:gd name="connsiteY2" fmla="*/ 606156 h 760798"/>
              <a:gd name="connsiteX0" fmla="*/ 0 w 6373857"/>
              <a:gd name="connsiteY0" fmla="*/ 19636 h 800544"/>
              <a:gd name="connsiteX1" fmla="*/ 3632721 w 6373857"/>
              <a:gd name="connsiteY1" fmla="*/ 339612 h 800544"/>
              <a:gd name="connsiteX2" fmla="*/ 6373857 w 6373857"/>
              <a:gd name="connsiteY2" fmla="*/ 606156 h 800544"/>
              <a:gd name="connsiteX0" fmla="*/ 0 w 6568943"/>
              <a:gd name="connsiteY0" fmla="*/ 19636 h 868368"/>
              <a:gd name="connsiteX1" fmla="*/ 3632721 w 6568943"/>
              <a:gd name="connsiteY1" fmla="*/ 339612 h 868368"/>
              <a:gd name="connsiteX2" fmla="*/ 6568943 w 6568943"/>
              <a:gd name="connsiteY2" fmla="*/ 687531 h 868368"/>
              <a:gd name="connsiteX0" fmla="*/ 0 w 6568943"/>
              <a:gd name="connsiteY0" fmla="*/ 19636 h 1001204"/>
              <a:gd name="connsiteX1" fmla="*/ 3632721 w 6568943"/>
              <a:gd name="connsiteY1" fmla="*/ 339612 h 1001204"/>
              <a:gd name="connsiteX2" fmla="*/ 6568943 w 6568943"/>
              <a:gd name="connsiteY2" fmla="*/ 687531 h 10012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568943" h="1001204">
                <a:moveTo>
                  <a:pt x="0" y="19636"/>
                </a:moveTo>
                <a:cubicBezTo>
                  <a:pt x="314587" y="-82430"/>
                  <a:pt x="2570412" y="241859"/>
                  <a:pt x="3632721" y="339612"/>
                </a:cubicBezTo>
                <a:cubicBezTo>
                  <a:pt x="4695030" y="437365"/>
                  <a:pt x="5026757" y="1522453"/>
                  <a:pt x="6568943" y="687531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69" name="Freeform: Shape 68">
            <a:extLst>
              <a:ext uri="{FF2B5EF4-FFF2-40B4-BE49-F238E27FC236}">
                <a16:creationId xmlns:a16="http://schemas.microsoft.com/office/drawing/2014/main" id="{EA6E6227-C1AF-1E35-71B7-D6F247763838}"/>
              </a:ext>
            </a:extLst>
          </p:cNvPr>
          <p:cNvSpPr/>
          <p:nvPr/>
        </p:nvSpPr>
        <p:spPr>
          <a:xfrm>
            <a:off x="2616097" y="4551117"/>
            <a:ext cx="4505984" cy="517219"/>
          </a:xfrm>
          <a:custGeom>
            <a:avLst/>
            <a:gdLst>
              <a:gd name="connsiteX0" fmla="*/ 0 w 5549318"/>
              <a:gd name="connsiteY0" fmla="*/ 178006 h 1556019"/>
              <a:gd name="connsiteX1" fmla="*/ 973123 w 5549318"/>
              <a:gd name="connsiteY1" fmla="*/ 6032 h 1556019"/>
              <a:gd name="connsiteX2" fmla="*/ 2063692 w 5549318"/>
              <a:gd name="connsiteY2" fmla="*/ 370953 h 1556019"/>
              <a:gd name="connsiteX3" fmla="*/ 4467138 w 5549318"/>
              <a:gd name="connsiteY3" fmla="*/ 1524439 h 1556019"/>
              <a:gd name="connsiteX4" fmla="*/ 5549318 w 5549318"/>
              <a:gd name="connsiteY4" fmla="*/ 1117573 h 1556019"/>
              <a:gd name="connsiteX0" fmla="*/ 0 w 5549318"/>
              <a:gd name="connsiteY0" fmla="*/ 175046 h 1553059"/>
              <a:gd name="connsiteX1" fmla="*/ 973123 w 5549318"/>
              <a:gd name="connsiteY1" fmla="*/ 3072 h 1553059"/>
              <a:gd name="connsiteX2" fmla="*/ 3044128 w 5549318"/>
              <a:gd name="connsiteY2" fmla="*/ 301727 h 1553059"/>
              <a:gd name="connsiteX3" fmla="*/ 4467138 w 5549318"/>
              <a:gd name="connsiteY3" fmla="*/ 1521479 h 1553059"/>
              <a:gd name="connsiteX4" fmla="*/ 5549318 w 5549318"/>
              <a:gd name="connsiteY4" fmla="*/ 1114613 h 1553059"/>
              <a:gd name="connsiteX0" fmla="*/ 0 w 5549318"/>
              <a:gd name="connsiteY0" fmla="*/ 254326 h 1632339"/>
              <a:gd name="connsiteX1" fmla="*/ 973123 w 5549318"/>
              <a:gd name="connsiteY1" fmla="*/ 82352 h 1632339"/>
              <a:gd name="connsiteX2" fmla="*/ 4467138 w 5549318"/>
              <a:gd name="connsiteY2" fmla="*/ 1600759 h 1632339"/>
              <a:gd name="connsiteX3" fmla="*/ 5549318 w 5549318"/>
              <a:gd name="connsiteY3" fmla="*/ 1193893 h 1632339"/>
              <a:gd name="connsiteX0" fmla="*/ 0 w 5549318"/>
              <a:gd name="connsiteY0" fmla="*/ 318292 h 1696305"/>
              <a:gd name="connsiteX1" fmla="*/ 2690392 w 5549318"/>
              <a:gd name="connsiteY1" fmla="*/ 71079 h 1696305"/>
              <a:gd name="connsiteX2" fmla="*/ 4467138 w 5549318"/>
              <a:gd name="connsiteY2" fmla="*/ 1664725 h 1696305"/>
              <a:gd name="connsiteX3" fmla="*/ 5549318 w 5549318"/>
              <a:gd name="connsiteY3" fmla="*/ 1257859 h 1696305"/>
              <a:gd name="connsiteX0" fmla="*/ 0 w 5549318"/>
              <a:gd name="connsiteY0" fmla="*/ 27604 h 1405617"/>
              <a:gd name="connsiteX1" fmla="*/ 3632721 w 5549318"/>
              <a:gd name="connsiteY1" fmla="*/ 347580 h 1405617"/>
              <a:gd name="connsiteX2" fmla="*/ 4467138 w 5549318"/>
              <a:gd name="connsiteY2" fmla="*/ 1374037 h 1405617"/>
              <a:gd name="connsiteX3" fmla="*/ 5549318 w 5549318"/>
              <a:gd name="connsiteY3" fmla="*/ 967171 h 1405617"/>
              <a:gd name="connsiteX0" fmla="*/ 0 w 5549318"/>
              <a:gd name="connsiteY0" fmla="*/ 22747 h 962314"/>
              <a:gd name="connsiteX1" fmla="*/ 3632721 w 5549318"/>
              <a:gd name="connsiteY1" fmla="*/ 342723 h 962314"/>
              <a:gd name="connsiteX2" fmla="*/ 5549318 w 5549318"/>
              <a:gd name="connsiteY2" fmla="*/ 962314 h 962314"/>
              <a:gd name="connsiteX0" fmla="*/ 0 w 5549318"/>
              <a:gd name="connsiteY0" fmla="*/ 37878 h 977445"/>
              <a:gd name="connsiteX1" fmla="*/ 3632721 w 5549318"/>
              <a:gd name="connsiteY1" fmla="*/ 357854 h 977445"/>
              <a:gd name="connsiteX2" fmla="*/ 5549318 w 5549318"/>
              <a:gd name="connsiteY2" fmla="*/ 977445 h 977445"/>
              <a:gd name="connsiteX0" fmla="*/ 0 w 5549318"/>
              <a:gd name="connsiteY0" fmla="*/ 60298 h 999865"/>
              <a:gd name="connsiteX1" fmla="*/ 3632721 w 5549318"/>
              <a:gd name="connsiteY1" fmla="*/ 380274 h 999865"/>
              <a:gd name="connsiteX2" fmla="*/ 5549318 w 5549318"/>
              <a:gd name="connsiteY2" fmla="*/ 999865 h 999865"/>
              <a:gd name="connsiteX0" fmla="*/ 0 w 6082478"/>
              <a:gd name="connsiteY0" fmla="*/ 20911 h 763698"/>
              <a:gd name="connsiteX1" fmla="*/ 3632721 w 6082478"/>
              <a:gd name="connsiteY1" fmla="*/ 340887 h 763698"/>
              <a:gd name="connsiteX2" fmla="*/ 6082478 w 6082478"/>
              <a:gd name="connsiteY2" fmla="*/ 763698 h 763698"/>
              <a:gd name="connsiteX0" fmla="*/ 0 w 6373857"/>
              <a:gd name="connsiteY0" fmla="*/ 19636 h 606157"/>
              <a:gd name="connsiteX1" fmla="*/ 3632721 w 6373857"/>
              <a:gd name="connsiteY1" fmla="*/ 339612 h 606157"/>
              <a:gd name="connsiteX2" fmla="*/ 6373857 w 6373857"/>
              <a:gd name="connsiteY2" fmla="*/ 606156 h 606157"/>
              <a:gd name="connsiteX0" fmla="*/ 0 w 6373857"/>
              <a:gd name="connsiteY0" fmla="*/ 19636 h 760798"/>
              <a:gd name="connsiteX1" fmla="*/ 3632721 w 6373857"/>
              <a:gd name="connsiteY1" fmla="*/ 339612 h 760798"/>
              <a:gd name="connsiteX2" fmla="*/ 6373857 w 6373857"/>
              <a:gd name="connsiteY2" fmla="*/ 606156 h 760798"/>
              <a:gd name="connsiteX0" fmla="*/ 0 w 6373857"/>
              <a:gd name="connsiteY0" fmla="*/ 19636 h 800544"/>
              <a:gd name="connsiteX1" fmla="*/ 3632721 w 6373857"/>
              <a:gd name="connsiteY1" fmla="*/ 339612 h 800544"/>
              <a:gd name="connsiteX2" fmla="*/ 6373857 w 6373857"/>
              <a:gd name="connsiteY2" fmla="*/ 606156 h 800544"/>
              <a:gd name="connsiteX0" fmla="*/ 0 w 4836373"/>
              <a:gd name="connsiteY0" fmla="*/ 18030 h 614913"/>
              <a:gd name="connsiteX1" fmla="*/ 3632721 w 4836373"/>
              <a:gd name="connsiteY1" fmla="*/ 338006 h 614913"/>
              <a:gd name="connsiteX2" fmla="*/ 4836373 w 4836373"/>
              <a:gd name="connsiteY2" fmla="*/ 378831 h 614913"/>
              <a:gd name="connsiteX0" fmla="*/ 0 w 4836373"/>
              <a:gd name="connsiteY0" fmla="*/ 29772 h 588357"/>
              <a:gd name="connsiteX1" fmla="*/ 2206829 w 4836373"/>
              <a:gd name="connsiteY1" fmla="*/ 176118 h 588357"/>
              <a:gd name="connsiteX2" fmla="*/ 4836373 w 4836373"/>
              <a:gd name="connsiteY2" fmla="*/ 390573 h 588357"/>
              <a:gd name="connsiteX0" fmla="*/ 0 w 4836373"/>
              <a:gd name="connsiteY0" fmla="*/ 29772 h 390573"/>
              <a:gd name="connsiteX1" fmla="*/ 2206829 w 4836373"/>
              <a:gd name="connsiteY1" fmla="*/ 176118 h 390573"/>
              <a:gd name="connsiteX2" fmla="*/ 4836373 w 4836373"/>
              <a:gd name="connsiteY2" fmla="*/ 390573 h 390573"/>
              <a:gd name="connsiteX0" fmla="*/ 0 w 4836373"/>
              <a:gd name="connsiteY0" fmla="*/ 29772 h 390573"/>
              <a:gd name="connsiteX1" fmla="*/ 2206829 w 4836373"/>
              <a:gd name="connsiteY1" fmla="*/ 176118 h 390573"/>
              <a:gd name="connsiteX2" fmla="*/ 4836373 w 4836373"/>
              <a:gd name="connsiteY2" fmla="*/ 390573 h 390573"/>
              <a:gd name="connsiteX0" fmla="*/ 0 w 4836373"/>
              <a:gd name="connsiteY0" fmla="*/ 37814 h 398615"/>
              <a:gd name="connsiteX1" fmla="*/ 2206829 w 4836373"/>
              <a:gd name="connsiteY1" fmla="*/ 184160 h 398615"/>
              <a:gd name="connsiteX2" fmla="*/ 4836373 w 4836373"/>
              <a:gd name="connsiteY2" fmla="*/ 398615 h 398615"/>
              <a:gd name="connsiteX0" fmla="*/ 0 w 4836373"/>
              <a:gd name="connsiteY0" fmla="*/ 29773 h 390574"/>
              <a:gd name="connsiteX1" fmla="*/ 2206829 w 4836373"/>
              <a:gd name="connsiteY1" fmla="*/ 176119 h 390574"/>
              <a:gd name="connsiteX2" fmla="*/ 4836373 w 4836373"/>
              <a:gd name="connsiteY2" fmla="*/ 390574 h 390574"/>
              <a:gd name="connsiteX0" fmla="*/ 0 w 4761659"/>
              <a:gd name="connsiteY0" fmla="*/ 29773 h 518450"/>
              <a:gd name="connsiteX1" fmla="*/ 2206829 w 4761659"/>
              <a:gd name="connsiteY1" fmla="*/ 176119 h 518450"/>
              <a:gd name="connsiteX2" fmla="*/ 4761659 w 4761659"/>
              <a:gd name="connsiteY2" fmla="*/ 518450 h 518450"/>
              <a:gd name="connsiteX0" fmla="*/ 0 w 4765809"/>
              <a:gd name="connsiteY0" fmla="*/ 29773 h 510700"/>
              <a:gd name="connsiteX1" fmla="*/ 2206829 w 4765809"/>
              <a:gd name="connsiteY1" fmla="*/ 176119 h 510700"/>
              <a:gd name="connsiteX2" fmla="*/ 4765809 w 4765809"/>
              <a:gd name="connsiteY2" fmla="*/ 510700 h 5107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765809" h="510700">
                <a:moveTo>
                  <a:pt x="0" y="29773"/>
                </a:moveTo>
                <a:cubicBezTo>
                  <a:pt x="314587" y="-72293"/>
                  <a:pt x="1400767" y="115986"/>
                  <a:pt x="2206829" y="176119"/>
                </a:cubicBezTo>
                <a:cubicBezTo>
                  <a:pt x="3083344" y="247604"/>
                  <a:pt x="3542120" y="68805"/>
                  <a:pt x="4765809" y="510700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0" name="Freeform: Shape 69">
            <a:extLst>
              <a:ext uri="{FF2B5EF4-FFF2-40B4-BE49-F238E27FC236}">
                <a16:creationId xmlns:a16="http://schemas.microsoft.com/office/drawing/2014/main" id="{BE05B0FA-7B9C-B10A-8166-935D139FB288}"/>
              </a:ext>
            </a:extLst>
          </p:cNvPr>
          <p:cNvSpPr/>
          <p:nvPr/>
        </p:nvSpPr>
        <p:spPr>
          <a:xfrm>
            <a:off x="2354400" y="3714732"/>
            <a:ext cx="6286978" cy="1289894"/>
          </a:xfrm>
          <a:custGeom>
            <a:avLst/>
            <a:gdLst>
              <a:gd name="connsiteX0" fmla="*/ 0 w 5180202"/>
              <a:gd name="connsiteY0" fmla="*/ 0 h 850096"/>
              <a:gd name="connsiteX1" fmla="*/ 1249960 w 5180202"/>
              <a:gd name="connsiteY1" fmla="*/ 826315 h 850096"/>
              <a:gd name="connsiteX2" fmla="*/ 5180202 w 5180202"/>
              <a:gd name="connsiteY2" fmla="*/ 545284 h 850096"/>
              <a:gd name="connsiteX0" fmla="*/ 0 w 5415094"/>
              <a:gd name="connsiteY0" fmla="*/ 0 h 1936470"/>
              <a:gd name="connsiteX1" fmla="*/ 1484852 w 5415094"/>
              <a:gd name="connsiteY1" fmla="*/ 1912689 h 1936470"/>
              <a:gd name="connsiteX2" fmla="*/ 5415094 w 5415094"/>
              <a:gd name="connsiteY2" fmla="*/ 1631658 h 1936470"/>
              <a:gd name="connsiteX0" fmla="*/ 3044 w 5418138"/>
              <a:gd name="connsiteY0" fmla="*/ 0 h 1936470"/>
              <a:gd name="connsiteX1" fmla="*/ 1487896 w 5418138"/>
              <a:gd name="connsiteY1" fmla="*/ 1912689 h 1936470"/>
              <a:gd name="connsiteX2" fmla="*/ 5418138 w 5418138"/>
              <a:gd name="connsiteY2" fmla="*/ 1631658 h 1936470"/>
              <a:gd name="connsiteX0" fmla="*/ 2804 w 5480816"/>
              <a:gd name="connsiteY0" fmla="*/ 0 h 1978415"/>
              <a:gd name="connsiteX1" fmla="*/ 1550574 w 5480816"/>
              <a:gd name="connsiteY1" fmla="*/ 1954634 h 1978415"/>
              <a:gd name="connsiteX2" fmla="*/ 5480816 w 5480816"/>
              <a:gd name="connsiteY2" fmla="*/ 1673603 h 1978415"/>
              <a:gd name="connsiteX0" fmla="*/ 33957 w 5511969"/>
              <a:gd name="connsiteY0" fmla="*/ 0 h 1978415"/>
              <a:gd name="connsiteX1" fmla="*/ 1581727 w 5511969"/>
              <a:gd name="connsiteY1" fmla="*/ 1954634 h 1978415"/>
              <a:gd name="connsiteX2" fmla="*/ 5511969 w 5511969"/>
              <a:gd name="connsiteY2" fmla="*/ 1673603 h 1978415"/>
              <a:gd name="connsiteX0" fmla="*/ 47966 w 5192398"/>
              <a:gd name="connsiteY0" fmla="*/ 0 h 1070303"/>
              <a:gd name="connsiteX1" fmla="*/ 1262156 w 5192398"/>
              <a:gd name="connsiteY1" fmla="*/ 812615 h 1070303"/>
              <a:gd name="connsiteX2" fmla="*/ 5192398 w 5192398"/>
              <a:gd name="connsiteY2" fmla="*/ 531584 h 1070303"/>
              <a:gd name="connsiteX0" fmla="*/ 18350 w 5162782"/>
              <a:gd name="connsiteY0" fmla="*/ 0 h 970147"/>
              <a:gd name="connsiteX1" fmla="*/ 2507991 w 5162782"/>
              <a:gd name="connsiteY1" fmla="*/ 561449 h 970147"/>
              <a:gd name="connsiteX2" fmla="*/ 5162782 w 5162782"/>
              <a:gd name="connsiteY2" fmla="*/ 531584 h 970147"/>
              <a:gd name="connsiteX0" fmla="*/ 18009 w 5162441"/>
              <a:gd name="connsiteY0" fmla="*/ 0 h 1072106"/>
              <a:gd name="connsiteX1" fmla="*/ 2507650 w 5162441"/>
              <a:gd name="connsiteY1" fmla="*/ 561449 h 1072106"/>
              <a:gd name="connsiteX2" fmla="*/ 5162441 w 5162441"/>
              <a:gd name="connsiteY2" fmla="*/ 531584 h 1072106"/>
              <a:gd name="connsiteX0" fmla="*/ 18009 w 5162441"/>
              <a:gd name="connsiteY0" fmla="*/ 0 h 1072106"/>
              <a:gd name="connsiteX1" fmla="*/ 2507650 w 5162441"/>
              <a:gd name="connsiteY1" fmla="*/ 561449 h 1072106"/>
              <a:gd name="connsiteX2" fmla="*/ 5162441 w 5162441"/>
              <a:gd name="connsiteY2" fmla="*/ 531584 h 1072106"/>
              <a:gd name="connsiteX0" fmla="*/ 17575 w 5162007"/>
              <a:gd name="connsiteY0" fmla="*/ 0 h 1149203"/>
              <a:gd name="connsiteX1" fmla="*/ 2558234 w 5162007"/>
              <a:gd name="connsiteY1" fmla="*/ 734125 h 1149203"/>
              <a:gd name="connsiteX2" fmla="*/ 5162007 w 5162007"/>
              <a:gd name="connsiteY2" fmla="*/ 531584 h 1149203"/>
              <a:gd name="connsiteX0" fmla="*/ 17169 w 5161601"/>
              <a:gd name="connsiteY0" fmla="*/ 0 h 1084185"/>
              <a:gd name="connsiteX1" fmla="*/ 2557828 w 5161601"/>
              <a:gd name="connsiteY1" fmla="*/ 734125 h 1084185"/>
              <a:gd name="connsiteX2" fmla="*/ 5161601 w 5161601"/>
              <a:gd name="connsiteY2" fmla="*/ 531584 h 1084185"/>
              <a:gd name="connsiteX0" fmla="*/ 0 w 5144432"/>
              <a:gd name="connsiteY0" fmla="*/ 0 h 756623"/>
              <a:gd name="connsiteX1" fmla="*/ 2540659 w 5144432"/>
              <a:gd name="connsiteY1" fmla="*/ 734125 h 756623"/>
              <a:gd name="connsiteX2" fmla="*/ 5144432 w 5144432"/>
              <a:gd name="connsiteY2" fmla="*/ 531584 h 756623"/>
              <a:gd name="connsiteX0" fmla="*/ 0 w 5507847"/>
              <a:gd name="connsiteY0" fmla="*/ 0 h 756623"/>
              <a:gd name="connsiteX1" fmla="*/ 2540659 w 5507847"/>
              <a:gd name="connsiteY1" fmla="*/ 734125 h 756623"/>
              <a:gd name="connsiteX2" fmla="*/ 5507847 w 5507847"/>
              <a:gd name="connsiteY2" fmla="*/ 449522 h 756623"/>
              <a:gd name="connsiteX0" fmla="*/ 0 w 5507847"/>
              <a:gd name="connsiteY0" fmla="*/ 0 h 756623"/>
              <a:gd name="connsiteX1" fmla="*/ 2540659 w 5507847"/>
              <a:gd name="connsiteY1" fmla="*/ 734125 h 756623"/>
              <a:gd name="connsiteX2" fmla="*/ 5507847 w 5507847"/>
              <a:gd name="connsiteY2" fmla="*/ 449522 h 756623"/>
              <a:gd name="connsiteX0" fmla="*/ 0 w 5478539"/>
              <a:gd name="connsiteY0" fmla="*/ 0 h 782376"/>
              <a:gd name="connsiteX1" fmla="*/ 2511351 w 5478539"/>
              <a:gd name="connsiteY1" fmla="*/ 763432 h 782376"/>
              <a:gd name="connsiteX2" fmla="*/ 5478539 w 5478539"/>
              <a:gd name="connsiteY2" fmla="*/ 478829 h 782376"/>
              <a:gd name="connsiteX0" fmla="*/ 0 w 6008341"/>
              <a:gd name="connsiteY0" fmla="*/ 957525 h 1210169"/>
              <a:gd name="connsiteX1" fmla="*/ 3041153 w 6008341"/>
              <a:gd name="connsiteY1" fmla="*/ 284603 h 1210169"/>
              <a:gd name="connsiteX2" fmla="*/ 6008341 w 6008341"/>
              <a:gd name="connsiteY2" fmla="*/ 0 h 1210169"/>
              <a:gd name="connsiteX0" fmla="*/ 0 w 6008341"/>
              <a:gd name="connsiteY0" fmla="*/ 957525 h 957525"/>
              <a:gd name="connsiteX1" fmla="*/ 3041153 w 6008341"/>
              <a:gd name="connsiteY1" fmla="*/ 284603 h 957525"/>
              <a:gd name="connsiteX2" fmla="*/ 6008341 w 6008341"/>
              <a:gd name="connsiteY2" fmla="*/ 0 h 957525"/>
              <a:gd name="connsiteX0" fmla="*/ 0 w 6008341"/>
              <a:gd name="connsiteY0" fmla="*/ 957525 h 957525"/>
              <a:gd name="connsiteX1" fmla="*/ 6008341 w 6008341"/>
              <a:gd name="connsiteY1" fmla="*/ 0 h 957525"/>
              <a:gd name="connsiteX0" fmla="*/ 0 w 6286978"/>
              <a:gd name="connsiteY0" fmla="*/ 0 h 796710"/>
              <a:gd name="connsiteX1" fmla="*/ 6286978 w 6286978"/>
              <a:gd name="connsiteY1" fmla="*/ 796710 h 796710"/>
              <a:gd name="connsiteX0" fmla="*/ 0 w 6286978"/>
              <a:gd name="connsiteY0" fmla="*/ 0 h 847330"/>
              <a:gd name="connsiteX1" fmla="*/ 6286978 w 6286978"/>
              <a:gd name="connsiteY1" fmla="*/ 796710 h 847330"/>
              <a:gd name="connsiteX0" fmla="*/ 0 w 6286978"/>
              <a:gd name="connsiteY0" fmla="*/ 419634 h 1235572"/>
              <a:gd name="connsiteX1" fmla="*/ 6286978 w 6286978"/>
              <a:gd name="connsiteY1" fmla="*/ 1216344 h 1235572"/>
              <a:gd name="connsiteX0" fmla="*/ 0 w 6286978"/>
              <a:gd name="connsiteY0" fmla="*/ 369436 h 1289894"/>
              <a:gd name="connsiteX1" fmla="*/ 6286978 w 6286978"/>
              <a:gd name="connsiteY1" fmla="*/ 1166146 h 12898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286978" h="1289894">
                <a:moveTo>
                  <a:pt x="0" y="369436"/>
                </a:moveTo>
                <a:cubicBezTo>
                  <a:pt x="1318615" y="-993646"/>
                  <a:pt x="5246999" y="1909163"/>
                  <a:pt x="6286978" y="1166146"/>
                </a:cubicBezTo>
              </a:path>
            </a:pathLst>
          </a:cu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71" name="Group 70">
            <a:extLst>
              <a:ext uri="{FF2B5EF4-FFF2-40B4-BE49-F238E27FC236}">
                <a16:creationId xmlns:a16="http://schemas.microsoft.com/office/drawing/2014/main" id="{5584565C-23AB-1DAE-5A41-BFE2241F1625}"/>
              </a:ext>
            </a:extLst>
          </p:cNvPr>
          <p:cNvGrpSpPr/>
          <p:nvPr/>
        </p:nvGrpSpPr>
        <p:grpSpPr>
          <a:xfrm rot="1056694">
            <a:off x="6947866" y="4707754"/>
            <a:ext cx="550143" cy="184758"/>
            <a:chOff x="7629989" y="5236460"/>
            <a:chExt cx="1027147" cy="344953"/>
          </a:xfrm>
        </p:grpSpPr>
        <p:sp>
          <p:nvSpPr>
            <p:cNvPr id="72" name="Oval 71">
              <a:extLst>
                <a:ext uri="{FF2B5EF4-FFF2-40B4-BE49-F238E27FC236}">
                  <a16:creationId xmlns:a16="http://schemas.microsoft.com/office/drawing/2014/main" id="{0DAA6BFE-8137-1738-AC03-96C5705E2EC4}"/>
                </a:ext>
              </a:extLst>
            </p:cNvPr>
            <p:cNvSpPr/>
            <p:nvPr/>
          </p:nvSpPr>
          <p:spPr>
            <a:xfrm>
              <a:off x="7629989" y="5236460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3" name="Oval 72">
              <a:extLst>
                <a:ext uri="{FF2B5EF4-FFF2-40B4-BE49-F238E27FC236}">
                  <a16:creationId xmlns:a16="http://schemas.microsoft.com/office/drawing/2014/main" id="{41652992-F836-34BA-A0A9-C1AD8D8345E3}"/>
                </a:ext>
              </a:extLst>
            </p:cNvPr>
            <p:cNvSpPr/>
            <p:nvPr/>
          </p:nvSpPr>
          <p:spPr>
            <a:xfrm>
              <a:off x="8315512" y="5239789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4" name="Rectangle 73">
              <a:extLst>
                <a:ext uri="{FF2B5EF4-FFF2-40B4-BE49-F238E27FC236}">
                  <a16:creationId xmlns:a16="http://schemas.microsoft.com/office/drawing/2014/main" id="{7EF459C0-3C4A-C9AB-3989-D785A625FC90}"/>
                </a:ext>
              </a:extLst>
            </p:cNvPr>
            <p:cNvSpPr/>
            <p:nvPr/>
          </p:nvSpPr>
          <p:spPr>
            <a:xfrm>
              <a:off x="7866077" y="5260841"/>
              <a:ext cx="541140" cy="292863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75" name="Straight Connector 74">
              <a:extLst>
                <a:ext uri="{FF2B5EF4-FFF2-40B4-BE49-F238E27FC236}">
                  <a16:creationId xmlns:a16="http://schemas.microsoft.com/office/drawing/2014/main" id="{22FB215C-F1B1-E67E-0B0B-5561D6FADC69}"/>
                </a:ext>
              </a:extLst>
            </p:cNvPr>
            <p:cNvCxnSpPr/>
            <p:nvPr/>
          </p:nvCxnSpPr>
          <p:spPr>
            <a:xfrm>
              <a:off x="7953306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Straight Connector 75">
              <a:extLst>
                <a:ext uri="{FF2B5EF4-FFF2-40B4-BE49-F238E27FC236}">
                  <a16:creationId xmlns:a16="http://schemas.microsoft.com/office/drawing/2014/main" id="{2452B3BB-3023-E0F4-C587-D1F4C456298A}"/>
                </a:ext>
              </a:extLst>
            </p:cNvPr>
            <p:cNvCxnSpPr/>
            <p:nvPr/>
          </p:nvCxnSpPr>
          <p:spPr>
            <a:xfrm>
              <a:off x="8266751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Straight Connector 76">
              <a:extLst>
                <a:ext uri="{FF2B5EF4-FFF2-40B4-BE49-F238E27FC236}">
                  <a16:creationId xmlns:a16="http://schemas.microsoft.com/office/drawing/2014/main" id="{6D152679-659E-4D01-8213-84B60CE38282}"/>
                </a:ext>
              </a:extLst>
            </p:cNvPr>
            <p:cNvCxnSpPr/>
            <p:nvPr/>
          </p:nvCxnSpPr>
          <p:spPr>
            <a:xfrm>
              <a:off x="8099972" y="5260841"/>
              <a:ext cx="0" cy="292863"/>
            </a:xfrm>
            <a:prstGeom prst="line">
              <a:avLst/>
            </a:prstGeom>
            <a:ln w="5080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Straight Connector 77">
              <a:extLst>
                <a:ext uri="{FF2B5EF4-FFF2-40B4-BE49-F238E27FC236}">
                  <a16:creationId xmlns:a16="http://schemas.microsoft.com/office/drawing/2014/main" id="{2C6CC695-7C3E-C228-21D7-7BCC597B53C6}"/>
                </a:ext>
              </a:extLst>
            </p:cNvPr>
            <p:cNvCxnSpPr/>
            <p:nvPr/>
          </p:nvCxnSpPr>
          <p:spPr>
            <a:xfrm>
              <a:off x="8196330" y="5260841"/>
              <a:ext cx="0" cy="292863"/>
            </a:xfrm>
            <a:prstGeom prst="line">
              <a:avLst/>
            </a:prstGeom>
            <a:ln w="50800"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9" name="TextBox 78">
            <a:extLst>
              <a:ext uri="{FF2B5EF4-FFF2-40B4-BE49-F238E27FC236}">
                <a16:creationId xmlns:a16="http://schemas.microsoft.com/office/drawing/2014/main" id="{FD2A30CC-98EF-E45C-7E25-B1DD67AE151A}"/>
              </a:ext>
            </a:extLst>
          </p:cNvPr>
          <p:cNvSpPr txBox="1"/>
          <p:nvPr/>
        </p:nvSpPr>
        <p:spPr>
          <a:xfrm>
            <a:off x="5702060" y="2251494"/>
            <a:ext cx="4524124" cy="646331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rtlCol="0">
            <a:spAutoFit/>
          </a:bodyPr>
          <a:lstStyle/>
          <a:p>
            <a:r>
              <a:rPr lang="en-US" dirty="0" err="1"/>
              <a:t>Exempel</a:t>
            </a:r>
            <a:r>
              <a:rPr lang="en-US" dirty="0"/>
              <a:t>: </a:t>
            </a:r>
            <a:r>
              <a:rPr lang="en-US" dirty="0" err="1"/>
              <a:t>Lampan</a:t>
            </a:r>
            <a:r>
              <a:rPr lang="en-US" dirty="0"/>
              <a:t> </a:t>
            </a:r>
            <a:r>
              <a:rPr lang="en-US" dirty="0" err="1"/>
              <a:t>skall</a:t>
            </a:r>
            <a:r>
              <a:rPr lang="en-US" dirty="0"/>
              <a:t> t</a:t>
            </a:r>
            <a:r>
              <a:rPr lang="sv-SE" dirty="0"/>
              <a:t>ändas om </a:t>
            </a:r>
            <a:r>
              <a:rPr lang="sv-SE" i="1" dirty="0"/>
              <a:t>någon</a:t>
            </a:r>
            <a:r>
              <a:rPr lang="sv-SE" dirty="0"/>
              <a:t> av</a:t>
            </a:r>
          </a:p>
          <a:p>
            <a:r>
              <a:rPr lang="sv-SE" dirty="0"/>
              <a:t>pin5 eller pin6 är 0.</a:t>
            </a:r>
            <a:endParaRPr lang="LID4096" dirty="0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403AC2C1-9D38-3AD3-DCA6-BAFAA33B4E1D}"/>
              </a:ext>
            </a:extLst>
          </p:cNvPr>
          <p:cNvSpPr txBox="1"/>
          <p:nvPr/>
        </p:nvSpPr>
        <p:spPr>
          <a:xfrm>
            <a:off x="4635330" y="3035936"/>
            <a:ext cx="2294218" cy="369332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rtlCol="0">
            <a:spAutoFit/>
          </a:bodyPr>
          <a:lstStyle/>
          <a:p>
            <a:r>
              <a:rPr lang="sv-SE" dirty="0"/>
              <a:t>Om bit5 och bit 6 är </a:t>
            </a:r>
            <a:r>
              <a:rPr lang="sv-SE" b="1" dirty="0"/>
              <a:t>1</a:t>
            </a:r>
            <a:endParaRPr lang="LID4096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038B346-9548-5090-976E-C4CE22FDA866}"/>
              </a:ext>
            </a:extLst>
          </p:cNvPr>
          <p:cNvSpPr txBox="1"/>
          <p:nvPr/>
        </p:nvSpPr>
        <p:spPr>
          <a:xfrm>
            <a:off x="3143421" y="3283249"/>
            <a:ext cx="6319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dirty="0"/>
              <a:t>3.3V</a:t>
            </a:r>
            <a:endParaRPr lang="LID4096" dirty="0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31ED2885-9F4C-DC1C-3B63-7E37485D0686}"/>
              </a:ext>
            </a:extLst>
          </p:cNvPr>
          <p:cNvSpPr txBox="1"/>
          <p:nvPr/>
        </p:nvSpPr>
        <p:spPr>
          <a:xfrm>
            <a:off x="3352585" y="4098346"/>
            <a:ext cx="9296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dirty="0" err="1"/>
              <a:t>floating</a:t>
            </a:r>
            <a:endParaRPr lang="LID4096" dirty="0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F5335515-6232-E1A0-AAC8-157DC2E2738F}"/>
              </a:ext>
            </a:extLst>
          </p:cNvPr>
          <p:cNvSpPr txBox="1"/>
          <p:nvPr/>
        </p:nvSpPr>
        <p:spPr>
          <a:xfrm>
            <a:off x="3387607" y="4445260"/>
            <a:ext cx="9296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dirty="0" err="1"/>
              <a:t>floating</a:t>
            </a:r>
            <a:endParaRPr lang="LID4096" dirty="0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EB5A0CCF-D007-EBFA-1A2F-159E5D56F62E}"/>
              </a:ext>
            </a:extLst>
          </p:cNvPr>
          <p:cNvSpPr txBox="1"/>
          <p:nvPr/>
        </p:nvSpPr>
        <p:spPr>
          <a:xfrm>
            <a:off x="9546229" y="4645964"/>
            <a:ext cx="1720086" cy="369332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rtlCol="0">
            <a:spAutoFit/>
          </a:bodyPr>
          <a:lstStyle/>
          <a:p>
            <a:r>
              <a:rPr lang="sv-SE" dirty="0"/>
              <a:t>Lampan släckt!</a:t>
            </a:r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239931451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880BDB-EB5F-410E-AB87-84B7FDBF7B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3EB93B-3B8C-2F3D-FFEE-309879859F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Digital Output</a:t>
            </a:r>
            <a:endParaRPr lang="LID4096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BE329EE0-80BD-F63A-8EB5-742E66DD0512}"/>
              </a:ext>
            </a:extLst>
          </p:cNvPr>
          <p:cNvGrpSpPr/>
          <p:nvPr/>
        </p:nvGrpSpPr>
        <p:grpSpPr>
          <a:xfrm>
            <a:off x="8461122" y="3296317"/>
            <a:ext cx="2669370" cy="1907729"/>
            <a:chOff x="9519713" y="2988597"/>
            <a:chExt cx="1319935" cy="943323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C00A564A-69B8-C9BD-B79E-E1EB9852709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519713" y="2988597"/>
              <a:ext cx="1319935" cy="943323"/>
            </a:xfrm>
            <a:prstGeom prst="rect">
              <a:avLst/>
            </a:prstGeom>
          </p:spPr>
        </p:pic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52A684E8-ABA5-3EFD-4E59-C02CCFFBC553}"/>
                </a:ext>
              </a:extLst>
            </p:cNvPr>
            <p:cNvSpPr/>
            <p:nvPr/>
          </p:nvSpPr>
          <p:spPr>
            <a:xfrm rot="19997983">
              <a:off x="10475358" y="3191629"/>
              <a:ext cx="265922" cy="134378"/>
            </a:xfrm>
            <a:prstGeom prst="ellipse">
              <a:avLst/>
            </a:prstGeom>
            <a:noFill/>
            <a:ln w="127">
              <a:solidFill>
                <a:srgbClr val="FF0000"/>
              </a:solidFill>
            </a:ln>
            <a:effectLst>
              <a:glow rad="127000">
                <a:srgbClr val="FF0000">
                  <a:alpha val="61000"/>
                </a:srgbClr>
              </a:glo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548D612C-65F5-51D3-1A3C-A525DC829E9D}"/>
              </a:ext>
            </a:extLst>
          </p:cNvPr>
          <p:cNvGrpSpPr/>
          <p:nvPr/>
        </p:nvGrpSpPr>
        <p:grpSpPr>
          <a:xfrm rot="16200000">
            <a:off x="703596" y="3609031"/>
            <a:ext cx="3095687" cy="2470259"/>
            <a:chOff x="436296" y="1927862"/>
            <a:chExt cx="5353797" cy="4272158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58C1F08-DFA4-30B7-28E9-CC54C29E518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36296" y="2545839"/>
              <a:ext cx="5353797" cy="2772162"/>
            </a:xfrm>
            <a:prstGeom prst="rect">
              <a:avLst/>
            </a:prstGeom>
          </p:spPr>
        </p:pic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3C051B0-2A5D-EC4E-EAAD-3EB95A2BB214}"/>
                </a:ext>
              </a:extLst>
            </p:cNvPr>
            <p:cNvSpPr/>
            <p:nvPr/>
          </p:nvSpPr>
          <p:spPr>
            <a:xfrm>
              <a:off x="1578586" y="3558540"/>
              <a:ext cx="3381375" cy="1402080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C623DA00-B118-95E3-7A4E-56E7B822018A}"/>
                </a:ext>
              </a:extLst>
            </p:cNvPr>
            <p:cNvSpPr/>
            <p:nvPr/>
          </p:nvSpPr>
          <p:spPr>
            <a:xfrm>
              <a:off x="1436663" y="3406140"/>
              <a:ext cx="3787140" cy="259080"/>
            </a:xfrm>
            <a:custGeom>
              <a:avLst/>
              <a:gdLst>
                <a:gd name="connsiteX0" fmla="*/ 3406140 w 3825240"/>
                <a:gd name="connsiteY0" fmla="*/ 0 h 259080"/>
                <a:gd name="connsiteX1" fmla="*/ 0 w 3825240"/>
                <a:gd name="connsiteY1" fmla="*/ 68580 h 259080"/>
                <a:gd name="connsiteX2" fmla="*/ 228600 w 3825240"/>
                <a:gd name="connsiteY2" fmla="*/ 259080 h 259080"/>
                <a:gd name="connsiteX3" fmla="*/ 3825240 w 3825240"/>
                <a:gd name="connsiteY3" fmla="*/ 167640 h 259080"/>
                <a:gd name="connsiteX4" fmla="*/ 3406140 w 3825240"/>
                <a:gd name="connsiteY4" fmla="*/ 0 h 259080"/>
                <a:gd name="connsiteX0" fmla="*/ 3406140 w 3787140"/>
                <a:gd name="connsiteY0" fmla="*/ 0 h 259080"/>
                <a:gd name="connsiteX1" fmla="*/ 0 w 3787140"/>
                <a:gd name="connsiteY1" fmla="*/ 68580 h 259080"/>
                <a:gd name="connsiteX2" fmla="*/ 228600 w 3787140"/>
                <a:gd name="connsiteY2" fmla="*/ 259080 h 259080"/>
                <a:gd name="connsiteX3" fmla="*/ 3787140 w 3787140"/>
                <a:gd name="connsiteY3" fmla="*/ 153353 h 259080"/>
                <a:gd name="connsiteX4" fmla="*/ 3406140 w 3787140"/>
                <a:gd name="connsiteY4" fmla="*/ 0 h 2590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87140" h="259080">
                  <a:moveTo>
                    <a:pt x="3406140" y="0"/>
                  </a:moveTo>
                  <a:lnTo>
                    <a:pt x="0" y="68580"/>
                  </a:lnTo>
                  <a:lnTo>
                    <a:pt x="228600" y="259080"/>
                  </a:lnTo>
                  <a:lnTo>
                    <a:pt x="3787140" y="153353"/>
                  </a:lnTo>
                  <a:lnTo>
                    <a:pt x="3406140" y="0"/>
                  </a:lnTo>
                  <a:close/>
                </a:path>
              </a:pathLst>
            </a:cu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CD912160-E032-5195-3127-EAD2FBC4D078}"/>
                </a:ext>
              </a:extLst>
            </p:cNvPr>
            <p:cNvSpPr/>
            <p:nvPr/>
          </p:nvSpPr>
          <p:spPr>
            <a:xfrm>
              <a:off x="1459523" y="3482340"/>
              <a:ext cx="205740" cy="1714500"/>
            </a:xfrm>
            <a:custGeom>
              <a:avLst/>
              <a:gdLst>
                <a:gd name="connsiteX0" fmla="*/ 0 w 205740"/>
                <a:gd name="connsiteY0" fmla="*/ 0 h 1714500"/>
                <a:gd name="connsiteX1" fmla="*/ 30480 w 205740"/>
                <a:gd name="connsiteY1" fmla="*/ 1539240 h 1714500"/>
                <a:gd name="connsiteX2" fmla="*/ 205740 w 205740"/>
                <a:gd name="connsiteY2" fmla="*/ 1714500 h 1714500"/>
                <a:gd name="connsiteX3" fmla="*/ 198120 w 205740"/>
                <a:gd name="connsiteY3" fmla="*/ 167640 h 1714500"/>
                <a:gd name="connsiteX4" fmla="*/ 0 w 205740"/>
                <a:gd name="connsiteY4" fmla="*/ 0 h 1714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5740" h="1714500">
                  <a:moveTo>
                    <a:pt x="0" y="0"/>
                  </a:moveTo>
                  <a:lnTo>
                    <a:pt x="30480" y="1539240"/>
                  </a:lnTo>
                  <a:lnTo>
                    <a:pt x="205740" y="1714500"/>
                  </a:lnTo>
                  <a:lnTo>
                    <a:pt x="198120" y="1676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5AA1E44D-8C84-CD5F-3994-AB631C9B10E3}"/>
                </a:ext>
              </a:extLst>
            </p:cNvPr>
            <p:cNvSpPr/>
            <p:nvPr/>
          </p:nvSpPr>
          <p:spPr>
            <a:xfrm>
              <a:off x="1657643" y="3558540"/>
              <a:ext cx="3596640" cy="1653540"/>
            </a:xfrm>
            <a:custGeom>
              <a:avLst/>
              <a:gdLst>
                <a:gd name="connsiteX0" fmla="*/ 0 w 3680460"/>
                <a:gd name="connsiteY0" fmla="*/ 1653540 h 1653540"/>
                <a:gd name="connsiteX1" fmla="*/ 1463040 w 3680460"/>
                <a:gd name="connsiteY1" fmla="*/ 1592580 h 1653540"/>
                <a:gd name="connsiteX2" fmla="*/ 1463040 w 3680460"/>
                <a:gd name="connsiteY2" fmla="*/ 1417320 h 1653540"/>
                <a:gd name="connsiteX3" fmla="*/ 182880 w 3680460"/>
                <a:gd name="connsiteY3" fmla="*/ 1478280 h 1653540"/>
                <a:gd name="connsiteX4" fmla="*/ 160020 w 3680460"/>
                <a:gd name="connsiteY4" fmla="*/ 266700 h 1653540"/>
                <a:gd name="connsiteX5" fmla="*/ 3474720 w 3680460"/>
                <a:gd name="connsiteY5" fmla="*/ 160020 h 1653540"/>
                <a:gd name="connsiteX6" fmla="*/ 3467100 w 3680460"/>
                <a:gd name="connsiteY6" fmla="*/ 1424940 h 1653540"/>
                <a:gd name="connsiteX7" fmla="*/ 2278380 w 3680460"/>
                <a:gd name="connsiteY7" fmla="*/ 1432560 h 1653540"/>
                <a:gd name="connsiteX8" fmla="*/ 2263140 w 3680460"/>
                <a:gd name="connsiteY8" fmla="*/ 1584960 h 1653540"/>
                <a:gd name="connsiteX9" fmla="*/ 3680460 w 3680460"/>
                <a:gd name="connsiteY9" fmla="*/ 1546860 h 1653540"/>
                <a:gd name="connsiteX10" fmla="*/ 3589020 w 3680460"/>
                <a:gd name="connsiteY10" fmla="*/ 0 h 1653540"/>
                <a:gd name="connsiteX11" fmla="*/ 0 w 3680460"/>
                <a:gd name="connsiteY11" fmla="*/ 91440 h 1653540"/>
                <a:gd name="connsiteX12" fmla="*/ 0 w 3680460"/>
                <a:gd name="connsiteY12" fmla="*/ 1653540 h 1653540"/>
                <a:gd name="connsiteX0" fmla="*/ 0 w 3649980"/>
                <a:gd name="connsiteY0" fmla="*/ 1653540 h 1653540"/>
                <a:gd name="connsiteX1" fmla="*/ 1463040 w 3649980"/>
                <a:gd name="connsiteY1" fmla="*/ 1592580 h 1653540"/>
                <a:gd name="connsiteX2" fmla="*/ 1463040 w 3649980"/>
                <a:gd name="connsiteY2" fmla="*/ 1417320 h 1653540"/>
                <a:gd name="connsiteX3" fmla="*/ 182880 w 3649980"/>
                <a:gd name="connsiteY3" fmla="*/ 1478280 h 1653540"/>
                <a:gd name="connsiteX4" fmla="*/ 160020 w 3649980"/>
                <a:gd name="connsiteY4" fmla="*/ 266700 h 1653540"/>
                <a:gd name="connsiteX5" fmla="*/ 3474720 w 3649980"/>
                <a:gd name="connsiteY5" fmla="*/ 160020 h 1653540"/>
                <a:gd name="connsiteX6" fmla="*/ 3467100 w 3649980"/>
                <a:gd name="connsiteY6" fmla="*/ 1424940 h 1653540"/>
                <a:gd name="connsiteX7" fmla="*/ 2278380 w 3649980"/>
                <a:gd name="connsiteY7" fmla="*/ 1432560 h 1653540"/>
                <a:gd name="connsiteX8" fmla="*/ 2263140 w 3649980"/>
                <a:gd name="connsiteY8" fmla="*/ 1584960 h 1653540"/>
                <a:gd name="connsiteX9" fmla="*/ 3649980 w 3649980"/>
                <a:gd name="connsiteY9" fmla="*/ 1554480 h 1653540"/>
                <a:gd name="connsiteX10" fmla="*/ 3589020 w 3649980"/>
                <a:gd name="connsiteY10" fmla="*/ 0 h 1653540"/>
                <a:gd name="connsiteX11" fmla="*/ 0 w 3649980"/>
                <a:gd name="connsiteY11" fmla="*/ 91440 h 1653540"/>
                <a:gd name="connsiteX12" fmla="*/ 0 w 3649980"/>
                <a:gd name="connsiteY12" fmla="*/ 1653540 h 1653540"/>
                <a:gd name="connsiteX0" fmla="*/ 0 w 3596640"/>
                <a:gd name="connsiteY0" fmla="*/ 1653540 h 1653540"/>
                <a:gd name="connsiteX1" fmla="*/ 1463040 w 3596640"/>
                <a:gd name="connsiteY1" fmla="*/ 1592580 h 1653540"/>
                <a:gd name="connsiteX2" fmla="*/ 1463040 w 3596640"/>
                <a:gd name="connsiteY2" fmla="*/ 1417320 h 1653540"/>
                <a:gd name="connsiteX3" fmla="*/ 182880 w 3596640"/>
                <a:gd name="connsiteY3" fmla="*/ 1478280 h 1653540"/>
                <a:gd name="connsiteX4" fmla="*/ 160020 w 3596640"/>
                <a:gd name="connsiteY4" fmla="*/ 266700 h 1653540"/>
                <a:gd name="connsiteX5" fmla="*/ 3474720 w 3596640"/>
                <a:gd name="connsiteY5" fmla="*/ 160020 h 1653540"/>
                <a:gd name="connsiteX6" fmla="*/ 3467100 w 3596640"/>
                <a:gd name="connsiteY6" fmla="*/ 1424940 h 1653540"/>
                <a:gd name="connsiteX7" fmla="*/ 2278380 w 3596640"/>
                <a:gd name="connsiteY7" fmla="*/ 1432560 h 1653540"/>
                <a:gd name="connsiteX8" fmla="*/ 2263140 w 3596640"/>
                <a:gd name="connsiteY8" fmla="*/ 1584960 h 1653540"/>
                <a:gd name="connsiteX9" fmla="*/ 3596640 w 3596640"/>
                <a:gd name="connsiteY9" fmla="*/ 1546860 h 1653540"/>
                <a:gd name="connsiteX10" fmla="*/ 3589020 w 3596640"/>
                <a:gd name="connsiteY10" fmla="*/ 0 h 1653540"/>
                <a:gd name="connsiteX11" fmla="*/ 0 w 3596640"/>
                <a:gd name="connsiteY11" fmla="*/ 91440 h 1653540"/>
                <a:gd name="connsiteX12" fmla="*/ 0 w 3596640"/>
                <a:gd name="connsiteY12" fmla="*/ 1653540 h 165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6640" h="1653540">
                  <a:moveTo>
                    <a:pt x="0" y="1653540"/>
                  </a:moveTo>
                  <a:lnTo>
                    <a:pt x="1463040" y="1592580"/>
                  </a:lnTo>
                  <a:lnTo>
                    <a:pt x="1463040" y="1417320"/>
                  </a:lnTo>
                  <a:lnTo>
                    <a:pt x="182880" y="1478280"/>
                  </a:lnTo>
                  <a:lnTo>
                    <a:pt x="160020" y="266700"/>
                  </a:lnTo>
                  <a:lnTo>
                    <a:pt x="3474720" y="160020"/>
                  </a:lnTo>
                  <a:lnTo>
                    <a:pt x="3467100" y="1424940"/>
                  </a:lnTo>
                  <a:lnTo>
                    <a:pt x="2278380" y="1432560"/>
                  </a:lnTo>
                  <a:lnTo>
                    <a:pt x="2263140" y="1584960"/>
                  </a:lnTo>
                  <a:lnTo>
                    <a:pt x="3596640" y="1546860"/>
                  </a:lnTo>
                  <a:lnTo>
                    <a:pt x="3589020" y="0"/>
                  </a:lnTo>
                  <a:lnTo>
                    <a:pt x="0" y="91440"/>
                  </a:lnTo>
                  <a:lnTo>
                    <a:pt x="0" y="165354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0FFD4B8F-4275-08A5-29D0-3A67BDEE20CB}"/>
                </a:ext>
              </a:extLst>
            </p:cNvPr>
            <p:cNvSpPr/>
            <p:nvPr/>
          </p:nvSpPr>
          <p:spPr>
            <a:xfrm>
              <a:off x="1833379" y="3727133"/>
              <a:ext cx="3305175" cy="1312068"/>
            </a:xfrm>
            <a:custGeom>
              <a:avLst/>
              <a:gdLst>
                <a:gd name="connsiteX0" fmla="*/ 2943225 w 3305175"/>
                <a:gd name="connsiteY0" fmla="*/ 4762 h 1312068"/>
                <a:gd name="connsiteX1" fmla="*/ 2964657 w 3305175"/>
                <a:gd name="connsiteY1" fmla="*/ 1040606 h 1312068"/>
                <a:gd name="connsiteX2" fmla="*/ 0 w 3305175"/>
                <a:gd name="connsiteY2" fmla="*/ 1133475 h 1312068"/>
                <a:gd name="connsiteX3" fmla="*/ 7144 w 3305175"/>
                <a:gd name="connsiteY3" fmla="*/ 1312068 h 1312068"/>
                <a:gd name="connsiteX4" fmla="*/ 1290638 w 3305175"/>
                <a:gd name="connsiteY4" fmla="*/ 1254918 h 1312068"/>
                <a:gd name="connsiteX5" fmla="*/ 1362075 w 3305175"/>
                <a:gd name="connsiteY5" fmla="*/ 1202531 h 1312068"/>
                <a:gd name="connsiteX6" fmla="*/ 1431132 w 3305175"/>
                <a:gd name="connsiteY6" fmla="*/ 1185862 h 1312068"/>
                <a:gd name="connsiteX7" fmla="*/ 1735932 w 3305175"/>
                <a:gd name="connsiteY7" fmla="*/ 1171575 h 1312068"/>
                <a:gd name="connsiteX8" fmla="*/ 1902619 w 3305175"/>
                <a:gd name="connsiteY8" fmla="*/ 1178718 h 1312068"/>
                <a:gd name="connsiteX9" fmla="*/ 2100263 w 3305175"/>
                <a:gd name="connsiteY9" fmla="*/ 1264443 h 1312068"/>
                <a:gd name="connsiteX10" fmla="*/ 3300413 w 3305175"/>
                <a:gd name="connsiteY10" fmla="*/ 1257300 h 1312068"/>
                <a:gd name="connsiteX11" fmla="*/ 3305175 w 3305175"/>
                <a:gd name="connsiteY11" fmla="*/ 0 h 1312068"/>
                <a:gd name="connsiteX12" fmla="*/ 2943225 w 3305175"/>
                <a:gd name="connsiteY12" fmla="*/ 4762 h 1312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305175" h="1312068">
                  <a:moveTo>
                    <a:pt x="2943225" y="4762"/>
                  </a:moveTo>
                  <a:lnTo>
                    <a:pt x="2964657" y="1040606"/>
                  </a:lnTo>
                  <a:lnTo>
                    <a:pt x="0" y="1133475"/>
                  </a:lnTo>
                  <a:lnTo>
                    <a:pt x="7144" y="1312068"/>
                  </a:lnTo>
                  <a:lnTo>
                    <a:pt x="1290638" y="1254918"/>
                  </a:lnTo>
                  <a:lnTo>
                    <a:pt x="1362075" y="1202531"/>
                  </a:lnTo>
                  <a:lnTo>
                    <a:pt x="1431132" y="1185862"/>
                  </a:lnTo>
                  <a:lnTo>
                    <a:pt x="1735932" y="1171575"/>
                  </a:lnTo>
                  <a:lnTo>
                    <a:pt x="1902619" y="1178718"/>
                  </a:lnTo>
                  <a:lnTo>
                    <a:pt x="2100263" y="1264443"/>
                  </a:lnTo>
                  <a:lnTo>
                    <a:pt x="3300413" y="1257300"/>
                  </a:lnTo>
                  <a:cubicBezTo>
                    <a:pt x="3302000" y="838200"/>
                    <a:pt x="3303588" y="419100"/>
                    <a:pt x="3305175" y="0"/>
                  </a:cubicBezTo>
                  <a:lnTo>
                    <a:pt x="2943225" y="4762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BF8EC322-D543-B7CD-AEE4-39743F979E0B}"/>
                </a:ext>
              </a:extLst>
            </p:cNvPr>
            <p:cNvSpPr/>
            <p:nvPr/>
          </p:nvSpPr>
          <p:spPr>
            <a:xfrm>
              <a:off x="3119254" y="4896326"/>
              <a:ext cx="819150" cy="247650"/>
            </a:xfrm>
            <a:custGeom>
              <a:avLst/>
              <a:gdLst>
                <a:gd name="connsiteX0" fmla="*/ 802482 w 819150"/>
                <a:gd name="connsiteY0" fmla="*/ 242888 h 247650"/>
                <a:gd name="connsiteX1" fmla="*/ 588169 w 819150"/>
                <a:gd name="connsiteY1" fmla="*/ 116682 h 247650"/>
                <a:gd name="connsiteX2" fmla="*/ 452438 w 819150"/>
                <a:gd name="connsiteY2" fmla="*/ 95250 h 247650"/>
                <a:gd name="connsiteX3" fmla="*/ 192882 w 819150"/>
                <a:gd name="connsiteY3" fmla="*/ 92869 h 247650"/>
                <a:gd name="connsiteX4" fmla="*/ 76200 w 819150"/>
                <a:gd name="connsiteY4" fmla="*/ 140494 h 247650"/>
                <a:gd name="connsiteX5" fmla="*/ 11907 w 819150"/>
                <a:gd name="connsiteY5" fmla="*/ 247650 h 247650"/>
                <a:gd name="connsiteX6" fmla="*/ 0 w 819150"/>
                <a:gd name="connsiteY6" fmla="*/ 85725 h 247650"/>
                <a:gd name="connsiteX7" fmla="*/ 76200 w 819150"/>
                <a:gd name="connsiteY7" fmla="*/ 33338 h 247650"/>
                <a:gd name="connsiteX8" fmla="*/ 173832 w 819150"/>
                <a:gd name="connsiteY8" fmla="*/ 14288 h 247650"/>
                <a:gd name="connsiteX9" fmla="*/ 469107 w 819150"/>
                <a:gd name="connsiteY9" fmla="*/ 0 h 247650"/>
                <a:gd name="connsiteX10" fmla="*/ 616744 w 819150"/>
                <a:gd name="connsiteY10" fmla="*/ 14288 h 247650"/>
                <a:gd name="connsiteX11" fmla="*/ 819150 w 819150"/>
                <a:gd name="connsiteY11" fmla="*/ 95250 h 247650"/>
                <a:gd name="connsiteX12" fmla="*/ 802482 w 819150"/>
                <a:gd name="connsiteY12" fmla="*/ 242888 h 247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19150" h="247650">
                  <a:moveTo>
                    <a:pt x="802482" y="242888"/>
                  </a:moveTo>
                  <a:lnTo>
                    <a:pt x="588169" y="116682"/>
                  </a:lnTo>
                  <a:lnTo>
                    <a:pt x="452438" y="95250"/>
                  </a:lnTo>
                  <a:lnTo>
                    <a:pt x="192882" y="92869"/>
                  </a:lnTo>
                  <a:lnTo>
                    <a:pt x="76200" y="140494"/>
                  </a:lnTo>
                  <a:lnTo>
                    <a:pt x="11907" y="247650"/>
                  </a:lnTo>
                  <a:lnTo>
                    <a:pt x="0" y="85725"/>
                  </a:lnTo>
                  <a:lnTo>
                    <a:pt x="76200" y="33338"/>
                  </a:lnTo>
                  <a:lnTo>
                    <a:pt x="173832" y="14288"/>
                  </a:lnTo>
                  <a:lnTo>
                    <a:pt x="469107" y="0"/>
                  </a:lnTo>
                  <a:lnTo>
                    <a:pt x="616744" y="14288"/>
                  </a:lnTo>
                  <a:lnTo>
                    <a:pt x="819150" y="95250"/>
                  </a:lnTo>
                  <a:lnTo>
                    <a:pt x="802482" y="242888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FE926079-3009-75EE-F684-4FBA34ACC842}"/>
                </a:ext>
              </a:extLst>
            </p:cNvPr>
            <p:cNvGrpSpPr/>
            <p:nvPr/>
          </p:nvGrpSpPr>
          <p:grpSpPr>
            <a:xfrm>
              <a:off x="4243204" y="4020026"/>
              <a:ext cx="209550" cy="157163"/>
              <a:chOff x="6669881" y="4393406"/>
              <a:chExt cx="209550" cy="157163"/>
            </a:xfrm>
          </p:grpSpPr>
          <p:sp>
            <p:nvSpPr>
              <p:cNvPr id="63" name="Rectangle 62">
                <a:extLst>
                  <a:ext uri="{FF2B5EF4-FFF2-40B4-BE49-F238E27FC236}">
                    <a16:creationId xmlns:a16="http://schemas.microsoft.com/office/drawing/2014/main" id="{7664762E-A159-571D-84BA-148650540395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4" name="Freeform: Shape 63">
                <a:extLst>
                  <a:ext uri="{FF2B5EF4-FFF2-40B4-BE49-F238E27FC236}">
                    <a16:creationId xmlns:a16="http://schemas.microsoft.com/office/drawing/2014/main" id="{B831A33D-75CA-BC00-F135-4D25992F536D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A36375D5-89C7-A0BA-92F5-5B7A4040F022}"/>
                </a:ext>
              </a:extLst>
            </p:cNvPr>
            <p:cNvGrpSpPr/>
            <p:nvPr/>
          </p:nvGrpSpPr>
          <p:grpSpPr>
            <a:xfrm>
              <a:off x="3797910" y="4050982"/>
              <a:ext cx="209550" cy="157163"/>
              <a:chOff x="6669881" y="4393406"/>
              <a:chExt cx="209550" cy="157163"/>
            </a:xfrm>
          </p:grpSpPr>
          <p:sp>
            <p:nvSpPr>
              <p:cNvPr id="61" name="Rectangle 60">
                <a:extLst>
                  <a:ext uri="{FF2B5EF4-FFF2-40B4-BE49-F238E27FC236}">
                    <a16:creationId xmlns:a16="http://schemas.microsoft.com/office/drawing/2014/main" id="{594D1A0E-2112-7007-7502-9319C1CCFBF8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2" name="Freeform: Shape 61">
                <a:extLst>
                  <a:ext uri="{FF2B5EF4-FFF2-40B4-BE49-F238E27FC236}">
                    <a16:creationId xmlns:a16="http://schemas.microsoft.com/office/drawing/2014/main" id="{74CEEF76-E10B-693A-6B7F-C55AAEFFE039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1DEADC45-4C73-3B7B-6ABE-FD4BB0CF3A8E}"/>
                </a:ext>
              </a:extLst>
            </p:cNvPr>
            <p:cNvGrpSpPr/>
            <p:nvPr/>
          </p:nvGrpSpPr>
          <p:grpSpPr>
            <a:xfrm>
              <a:off x="3352616" y="4081938"/>
              <a:ext cx="209550" cy="157163"/>
              <a:chOff x="6669881" y="4393406"/>
              <a:chExt cx="209550" cy="157163"/>
            </a:xfrm>
          </p:grpSpPr>
          <p:sp>
            <p:nvSpPr>
              <p:cNvPr id="59" name="Rectangle 58">
                <a:extLst>
                  <a:ext uri="{FF2B5EF4-FFF2-40B4-BE49-F238E27FC236}">
                    <a16:creationId xmlns:a16="http://schemas.microsoft.com/office/drawing/2014/main" id="{722485B8-2816-A846-1BDB-763DA333A88C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0" name="Freeform: Shape 59">
                <a:extLst>
                  <a:ext uri="{FF2B5EF4-FFF2-40B4-BE49-F238E27FC236}">
                    <a16:creationId xmlns:a16="http://schemas.microsoft.com/office/drawing/2014/main" id="{045AD89D-FB83-9FBA-D6DE-1541AFF4CC16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741C6970-67A0-57D1-6D66-F3BFB08E2FFB}"/>
                </a:ext>
              </a:extLst>
            </p:cNvPr>
            <p:cNvGrpSpPr/>
            <p:nvPr/>
          </p:nvGrpSpPr>
          <p:grpSpPr>
            <a:xfrm>
              <a:off x="2851360" y="4093844"/>
              <a:ext cx="209550" cy="157163"/>
              <a:chOff x="6669881" y="4393406"/>
              <a:chExt cx="209550" cy="157163"/>
            </a:xfrm>
          </p:grpSpPr>
          <p:sp>
            <p:nvSpPr>
              <p:cNvPr id="57" name="Rectangle 56">
                <a:extLst>
                  <a:ext uri="{FF2B5EF4-FFF2-40B4-BE49-F238E27FC236}">
                    <a16:creationId xmlns:a16="http://schemas.microsoft.com/office/drawing/2014/main" id="{2A4C1D39-917A-8DA4-FAA7-E9A0A211CC17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8" name="Freeform: Shape 57">
                <a:extLst>
                  <a:ext uri="{FF2B5EF4-FFF2-40B4-BE49-F238E27FC236}">
                    <a16:creationId xmlns:a16="http://schemas.microsoft.com/office/drawing/2014/main" id="{0B78D214-7BF2-204B-C6A3-221494377DB0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0F891C97-BA34-CA61-9D5B-F345624A736B}"/>
                </a:ext>
              </a:extLst>
            </p:cNvPr>
            <p:cNvGrpSpPr/>
            <p:nvPr/>
          </p:nvGrpSpPr>
          <p:grpSpPr>
            <a:xfrm>
              <a:off x="2345112" y="4113567"/>
              <a:ext cx="209550" cy="157163"/>
              <a:chOff x="6669881" y="4393406"/>
              <a:chExt cx="209550" cy="157163"/>
            </a:xfrm>
          </p:grpSpPr>
          <p:sp>
            <p:nvSpPr>
              <p:cNvPr id="55" name="Rectangle 54">
                <a:extLst>
                  <a:ext uri="{FF2B5EF4-FFF2-40B4-BE49-F238E27FC236}">
                    <a16:creationId xmlns:a16="http://schemas.microsoft.com/office/drawing/2014/main" id="{8E25CC13-CBCA-DC5A-66D9-8AB6CEA5620F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6" name="Freeform: Shape 55">
                <a:extLst>
                  <a:ext uri="{FF2B5EF4-FFF2-40B4-BE49-F238E27FC236}">
                    <a16:creationId xmlns:a16="http://schemas.microsoft.com/office/drawing/2014/main" id="{A94409F3-76A1-61F1-CD46-72680C7821BD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969E0C3D-689B-6D91-1182-E797094BF333}"/>
                </a:ext>
              </a:extLst>
            </p:cNvPr>
            <p:cNvGrpSpPr/>
            <p:nvPr/>
          </p:nvGrpSpPr>
          <p:grpSpPr>
            <a:xfrm>
              <a:off x="2333205" y="4520758"/>
              <a:ext cx="209550" cy="157163"/>
              <a:chOff x="6669881" y="4393406"/>
              <a:chExt cx="209550" cy="157163"/>
            </a:xfrm>
          </p:grpSpPr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8D8073D7-0F9D-0FA6-6B1E-2226CB24CAFD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4" name="Freeform: Shape 53">
                <a:extLst>
                  <a:ext uri="{FF2B5EF4-FFF2-40B4-BE49-F238E27FC236}">
                    <a16:creationId xmlns:a16="http://schemas.microsoft.com/office/drawing/2014/main" id="{D11BADB9-97FE-75DA-F0F9-B66953259DE3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C5F2B38A-BC9E-0E5B-E119-79F749A7B7C2}"/>
                </a:ext>
              </a:extLst>
            </p:cNvPr>
            <p:cNvGrpSpPr/>
            <p:nvPr/>
          </p:nvGrpSpPr>
          <p:grpSpPr>
            <a:xfrm>
              <a:off x="2848977" y="4506471"/>
              <a:ext cx="209550" cy="157163"/>
              <a:chOff x="6669881" y="4393406"/>
              <a:chExt cx="209550" cy="157163"/>
            </a:xfrm>
          </p:grpSpPr>
          <p:sp>
            <p:nvSpPr>
              <p:cNvPr id="51" name="Rectangle 50">
                <a:extLst>
                  <a:ext uri="{FF2B5EF4-FFF2-40B4-BE49-F238E27FC236}">
                    <a16:creationId xmlns:a16="http://schemas.microsoft.com/office/drawing/2014/main" id="{1D8E1714-7821-25DB-4B41-42D9877EF25A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2" name="Freeform: Shape 51">
                <a:extLst>
                  <a:ext uri="{FF2B5EF4-FFF2-40B4-BE49-F238E27FC236}">
                    <a16:creationId xmlns:a16="http://schemas.microsoft.com/office/drawing/2014/main" id="{F8EAEF1B-B12F-041E-117D-41B5D9BF2B4E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689F75CC-BDDC-2F36-81F7-D02F001BB6B3}"/>
                </a:ext>
              </a:extLst>
            </p:cNvPr>
            <p:cNvGrpSpPr/>
            <p:nvPr/>
          </p:nvGrpSpPr>
          <p:grpSpPr>
            <a:xfrm>
              <a:off x="3359757" y="4500001"/>
              <a:ext cx="209550" cy="157163"/>
              <a:chOff x="6669881" y="4393406"/>
              <a:chExt cx="209550" cy="157163"/>
            </a:xfrm>
          </p:grpSpPr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CF38CB0D-AB2D-A816-47FC-2E9CE0229CEC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0" name="Freeform: Shape 49">
                <a:extLst>
                  <a:ext uri="{FF2B5EF4-FFF2-40B4-BE49-F238E27FC236}">
                    <a16:creationId xmlns:a16="http://schemas.microsoft.com/office/drawing/2014/main" id="{C88A1D3D-2123-030E-D7B7-C52265A203D1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A287DC3E-3E57-F837-1C13-DEC640B0ECBD}"/>
                </a:ext>
              </a:extLst>
            </p:cNvPr>
            <p:cNvGrpSpPr/>
            <p:nvPr/>
          </p:nvGrpSpPr>
          <p:grpSpPr>
            <a:xfrm>
              <a:off x="3828863" y="4505748"/>
              <a:ext cx="209550" cy="157163"/>
              <a:chOff x="6669881" y="4393406"/>
              <a:chExt cx="209550" cy="157163"/>
            </a:xfrm>
          </p:grpSpPr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505E34EE-3C15-016D-D587-F09F03086496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8" name="Freeform: Shape 47">
                <a:extLst>
                  <a:ext uri="{FF2B5EF4-FFF2-40B4-BE49-F238E27FC236}">
                    <a16:creationId xmlns:a16="http://schemas.microsoft.com/office/drawing/2014/main" id="{A09CE18C-8AC9-B2FB-536A-7BC4FDCFD3F5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4E90805C-D40F-356F-5271-17D38074F68D}"/>
                </a:ext>
              </a:extLst>
            </p:cNvPr>
            <p:cNvGrpSpPr/>
            <p:nvPr/>
          </p:nvGrpSpPr>
          <p:grpSpPr>
            <a:xfrm>
              <a:off x="4271771" y="4495238"/>
              <a:ext cx="209550" cy="157163"/>
              <a:chOff x="6669881" y="4393406"/>
              <a:chExt cx="209550" cy="157163"/>
            </a:xfrm>
          </p:grpSpPr>
          <p:sp>
            <p:nvSpPr>
              <p:cNvPr id="45" name="Rectangle 44">
                <a:extLst>
                  <a:ext uri="{FF2B5EF4-FFF2-40B4-BE49-F238E27FC236}">
                    <a16:creationId xmlns:a16="http://schemas.microsoft.com/office/drawing/2014/main" id="{FF31722D-C6BC-1BD9-C720-7C08123DE0F3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6" name="Freeform: Shape 45">
                <a:extLst>
                  <a:ext uri="{FF2B5EF4-FFF2-40B4-BE49-F238E27FC236}">
                    <a16:creationId xmlns:a16="http://schemas.microsoft.com/office/drawing/2014/main" id="{C54B1277-21F7-C260-83B2-F86A0BAACF09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453A871C-CAD8-4769-5CC7-316316B6DC44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908657" y="5300061"/>
              <a:ext cx="1003434" cy="1889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24D9CCE1-9EF6-5E74-423A-1A0A4A87C761}"/>
                </a:ext>
              </a:extLst>
            </p:cNvPr>
            <p:cNvSpPr txBox="1"/>
            <p:nvPr/>
          </p:nvSpPr>
          <p:spPr>
            <a:xfrm rot="5400000">
              <a:off x="2135199" y="5589007"/>
              <a:ext cx="796202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GND</a:t>
              </a:r>
              <a:endParaRPr lang="LID4096" sz="1000" b="1" dirty="0"/>
            </a:p>
          </p:txBody>
        </p: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795E3AAA-1001-3297-EBD3-59274DEAAEDC}"/>
                </a:ext>
              </a:extLst>
            </p:cNvPr>
            <p:cNvCxnSpPr>
              <a:cxnSpLocks/>
            </p:cNvCxnSpPr>
            <p:nvPr/>
          </p:nvCxnSpPr>
          <p:spPr>
            <a:xfrm>
              <a:off x="4334743" y="2222017"/>
              <a:ext cx="27524" cy="1673166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2DEB2EE5-2882-AF21-998E-2426E979F249}"/>
                </a:ext>
              </a:extLst>
            </p:cNvPr>
            <p:cNvSpPr txBox="1"/>
            <p:nvPr/>
          </p:nvSpPr>
          <p:spPr>
            <a:xfrm rot="5400000">
              <a:off x="4125363" y="2102273"/>
              <a:ext cx="760164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3.3V</a:t>
              </a:r>
              <a:endParaRPr lang="LID4096" sz="1000" b="1" dirty="0"/>
            </a:p>
          </p:txBody>
        </p: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C7538927-D475-6B06-4B65-78142F6C3F90}"/>
                </a:ext>
              </a:extLst>
            </p:cNvPr>
            <p:cNvCxnSpPr>
              <a:cxnSpLocks/>
            </p:cNvCxnSpPr>
            <p:nvPr/>
          </p:nvCxnSpPr>
          <p:spPr>
            <a:xfrm>
              <a:off x="2399207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01DCEF7E-DE9B-577E-79FE-77B5E29EAFCA}"/>
                </a:ext>
              </a:extLst>
            </p:cNvPr>
            <p:cNvSpPr txBox="1"/>
            <p:nvPr/>
          </p:nvSpPr>
          <p:spPr>
            <a:xfrm rot="5400000">
              <a:off x="2162151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bit0</a:t>
              </a:r>
              <a:endParaRPr lang="LID4096" sz="1000" b="1" dirty="0"/>
            </a:p>
          </p:txBody>
        </p: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21B5365E-80F7-83E5-B498-1DB07D347F3C}"/>
                </a:ext>
              </a:extLst>
            </p:cNvPr>
            <p:cNvCxnSpPr>
              <a:cxnSpLocks/>
            </p:cNvCxnSpPr>
            <p:nvPr/>
          </p:nvCxnSpPr>
          <p:spPr>
            <a:xfrm>
              <a:off x="2934442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6B7F5393-E625-A6F3-DAA0-FA5AD90D2A94}"/>
                </a:ext>
              </a:extLst>
            </p:cNvPr>
            <p:cNvSpPr txBox="1"/>
            <p:nvPr/>
          </p:nvSpPr>
          <p:spPr>
            <a:xfrm rot="5400000">
              <a:off x="2764068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bit2</a:t>
              </a:r>
              <a:endParaRPr lang="LID4096" sz="1000" b="1" dirty="0"/>
            </a:p>
          </p:txBody>
        </p: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3E06D7F9-8DA1-8962-7B80-006726B9CF16}"/>
                </a:ext>
              </a:extLst>
            </p:cNvPr>
            <p:cNvCxnSpPr>
              <a:cxnSpLocks/>
            </p:cNvCxnSpPr>
            <p:nvPr/>
          </p:nvCxnSpPr>
          <p:spPr>
            <a:xfrm>
              <a:off x="3453714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0755E57B-DE37-5A15-7CC0-AA8BD986E6C8}"/>
                </a:ext>
              </a:extLst>
            </p:cNvPr>
            <p:cNvSpPr txBox="1"/>
            <p:nvPr/>
          </p:nvSpPr>
          <p:spPr>
            <a:xfrm rot="5400000">
              <a:off x="3213817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bit4</a:t>
              </a:r>
              <a:endParaRPr lang="LID4096" sz="1000" b="1" dirty="0"/>
            </a:p>
          </p:txBody>
        </p: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C22F27C0-40AD-8DC7-CD79-9A0465429654}"/>
                </a:ext>
              </a:extLst>
            </p:cNvPr>
            <p:cNvCxnSpPr>
              <a:cxnSpLocks/>
            </p:cNvCxnSpPr>
            <p:nvPr/>
          </p:nvCxnSpPr>
          <p:spPr>
            <a:xfrm>
              <a:off x="3907991" y="2335991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F330A317-DBC5-4845-0362-8E7756E88A38}"/>
                </a:ext>
              </a:extLst>
            </p:cNvPr>
            <p:cNvSpPr txBox="1"/>
            <p:nvPr/>
          </p:nvSpPr>
          <p:spPr>
            <a:xfrm rot="5400000">
              <a:off x="3664934" y="206730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bit6</a:t>
              </a:r>
              <a:endParaRPr lang="LID4096" sz="1000" b="1" dirty="0"/>
            </a:p>
          </p:txBody>
        </p: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1CE83B59-1E88-ABA5-0B51-65696918A879}"/>
                </a:ext>
              </a:extLst>
            </p:cNvPr>
            <p:cNvCxnSpPr>
              <a:cxnSpLocks/>
            </p:cNvCxnSpPr>
            <p:nvPr/>
          </p:nvCxnSpPr>
          <p:spPr>
            <a:xfrm>
              <a:off x="2920379" y="4745914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7E8BC9EA-134C-6BD1-21BE-07095EF4DE7C}"/>
                </a:ext>
              </a:extLst>
            </p:cNvPr>
            <p:cNvSpPr txBox="1"/>
            <p:nvPr/>
          </p:nvSpPr>
          <p:spPr>
            <a:xfrm rot="5400000">
              <a:off x="2684413" y="559553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bit1</a:t>
              </a:r>
              <a:endParaRPr lang="LID4096" sz="1000" b="1" dirty="0"/>
            </a:p>
          </p:txBody>
        </p: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0E836BFF-8D21-716B-19D3-EF8F98D06834}"/>
                </a:ext>
              </a:extLst>
            </p:cNvPr>
            <p:cNvCxnSpPr>
              <a:cxnSpLocks/>
            </p:cNvCxnSpPr>
            <p:nvPr/>
          </p:nvCxnSpPr>
          <p:spPr>
            <a:xfrm>
              <a:off x="3436440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AE441E58-F432-CD19-D4F9-20761919ABB3}"/>
                </a:ext>
              </a:extLst>
            </p:cNvPr>
            <p:cNvSpPr txBox="1"/>
            <p:nvPr/>
          </p:nvSpPr>
          <p:spPr>
            <a:xfrm rot="5400000">
              <a:off x="3200473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bit3</a:t>
              </a:r>
              <a:endParaRPr lang="LID4096" sz="1000" b="1" dirty="0"/>
            </a:p>
          </p:txBody>
        </p: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FE89A630-B21A-34DC-C059-08DE38477092}"/>
                </a:ext>
              </a:extLst>
            </p:cNvPr>
            <p:cNvCxnSpPr>
              <a:cxnSpLocks/>
            </p:cNvCxnSpPr>
            <p:nvPr/>
          </p:nvCxnSpPr>
          <p:spPr>
            <a:xfrm>
              <a:off x="3918887" y="4744900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6E7BCB5E-4052-6C3B-EDA1-21D8FBE00E27}"/>
                </a:ext>
              </a:extLst>
            </p:cNvPr>
            <p:cNvSpPr txBox="1"/>
            <p:nvPr/>
          </p:nvSpPr>
          <p:spPr>
            <a:xfrm rot="5400000">
              <a:off x="3682921" y="5594528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bit5</a:t>
              </a:r>
              <a:endParaRPr lang="LID4096" sz="1000" b="1" dirty="0"/>
            </a:p>
          </p:txBody>
        </p: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AF9C7CCA-E940-C5F2-C428-7C699859BC13}"/>
                </a:ext>
              </a:extLst>
            </p:cNvPr>
            <p:cNvCxnSpPr>
              <a:cxnSpLocks/>
            </p:cNvCxnSpPr>
            <p:nvPr/>
          </p:nvCxnSpPr>
          <p:spPr>
            <a:xfrm>
              <a:off x="4372042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93301774-1340-49B0-C37A-A00B2883B06A}"/>
                </a:ext>
              </a:extLst>
            </p:cNvPr>
            <p:cNvSpPr txBox="1"/>
            <p:nvPr/>
          </p:nvSpPr>
          <p:spPr>
            <a:xfrm rot="5400000">
              <a:off x="4136075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bit7</a:t>
              </a:r>
              <a:endParaRPr lang="LID4096" sz="1000" b="1" dirty="0"/>
            </a:p>
          </p:txBody>
        </p:sp>
      </p:grpSp>
      <p:sp>
        <p:nvSpPr>
          <p:cNvPr id="65" name="Oval 64">
            <a:extLst>
              <a:ext uri="{FF2B5EF4-FFF2-40B4-BE49-F238E27FC236}">
                <a16:creationId xmlns:a16="http://schemas.microsoft.com/office/drawing/2014/main" id="{FBB3F96E-C8AA-5BE8-D95A-908F592CCD74}"/>
              </a:ext>
            </a:extLst>
          </p:cNvPr>
          <p:cNvSpPr/>
          <p:nvPr/>
        </p:nvSpPr>
        <p:spPr>
          <a:xfrm>
            <a:off x="2238258" y="4032560"/>
            <a:ext cx="125834" cy="125834"/>
          </a:xfrm>
          <a:prstGeom prst="ellipse">
            <a:avLst/>
          </a:pr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66" name="Oval 65">
            <a:extLst>
              <a:ext uri="{FF2B5EF4-FFF2-40B4-BE49-F238E27FC236}">
                <a16:creationId xmlns:a16="http://schemas.microsoft.com/office/drawing/2014/main" id="{01347F62-FF17-1211-050A-80864F2BFF8C}"/>
              </a:ext>
            </a:extLst>
          </p:cNvPr>
          <p:cNvSpPr/>
          <p:nvPr/>
        </p:nvSpPr>
        <p:spPr>
          <a:xfrm>
            <a:off x="2506052" y="4272263"/>
            <a:ext cx="125834" cy="125834"/>
          </a:xfrm>
          <a:prstGeom prst="ellipse">
            <a:avLst/>
          </a:pr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67" name="Oval 66">
            <a:extLst>
              <a:ext uri="{FF2B5EF4-FFF2-40B4-BE49-F238E27FC236}">
                <a16:creationId xmlns:a16="http://schemas.microsoft.com/office/drawing/2014/main" id="{76EE5E86-CFCE-8536-A62C-B6E1D4A81DC2}"/>
              </a:ext>
            </a:extLst>
          </p:cNvPr>
          <p:cNvSpPr/>
          <p:nvPr/>
        </p:nvSpPr>
        <p:spPr>
          <a:xfrm>
            <a:off x="2493131" y="4552583"/>
            <a:ext cx="125834" cy="125834"/>
          </a:xfrm>
          <a:prstGeom prst="ellipse">
            <a:avLst/>
          </a:pr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68" name="Freeform: Shape 67">
            <a:extLst>
              <a:ext uri="{FF2B5EF4-FFF2-40B4-BE49-F238E27FC236}">
                <a16:creationId xmlns:a16="http://schemas.microsoft.com/office/drawing/2014/main" id="{6C45DA79-2DB2-C3C7-7E16-A80A2E45A477}"/>
              </a:ext>
            </a:extLst>
          </p:cNvPr>
          <p:cNvSpPr/>
          <p:nvPr/>
        </p:nvSpPr>
        <p:spPr>
          <a:xfrm>
            <a:off x="2620341" y="4273662"/>
            <a:ext cx="6210813" cy="1013986"/>
          </a:xfrm>
          <a:custGeom>
            <a:avLst/>
            <a:gdLst>
              <a:gd name="connsiteX0" fmla="*/ 0 w 5549318"/>
              <a:gd name="connsiteY0" fmla="*/ 178006 h 1556019"/>
              <a:gd name="connsiteX1" fmla="*/ 973123 w 5549318"/>
              <a:gd name="connsiteY1" fmla="*/ 6032 h 1556019"/>
              <a:gd name="connsiteX2" fmla="*/ 2063692 w 5549318"/>
              <a:gd name="connsiteY2" fmla="*/ 370953 h 1556019"/>
              <a:gd name="connsiteX3" fmla="*/ 4467138 w 5549318"/>
              <a:gd name="connsiteY3" fmla="*/ 1524439 h 1556019"/>
              <a:gd name="connsiteX4" fmla="*/ 5549318 w 5549318"/>
              <a:gd name="connsiteY4" fmla="*/ 1117573 h 1556019"/>
              <a:gd name="connsiteX0" fmla="*/ 0 w 5549318"/>
              <a:gd name="connsiteY0" fmla="*/ 175046 h 1553059"/>
              <a:gd name="connsiteX1" fmla="*/ 973123 w 5549318"/>
              <a:gd name="connsiteY1" fmla="*/ 3072 h 1553059"/>
              <a:gd name="connsiteX2" fmla="*/ 3044128 w 5549318"/>
              <a:gd name="connsiteY2" fmla="*/ 301727 h 1553059"/>
              <a:gd name="connsiteX3" fmla="*/ 4467138 w 5549318"/>
              <a:gd name="connsiteY3" fmla="*/ 1521479 h 1553059"/>
              <a:gd name="connsiteX4" fmla="*/ 5549318 w 5549318"/>
              <a:gd name="connsiteY4" fmla="*/ 1114613 h 1553059"/>
              <a:gd name="connsiteX0" fmla="*/ 0 w 5549318"/>
              <a:gd name="connsiteY0" fmla="*/ 254326 h 1632339"/>
              <a:gd name="connsiteX1" fmla="*/ 973123 w 5549318"/>
              <a:gd name="connsiteY1" fmla="*/ 82352 h 1632339"/>
              <a:gd name="connsiteX2" fmla="*/ 4467138 w 5549318"/>
              <a:gd name="connsiteY2" fmla="*/ 1600759 h 1632339"/>
              <a:gd name="connsiteX3" fmla="*/ 5549318 w 5549318"/>
              <a:gd name="connsiteY3" fmla="*/ 1193893 h 1632339"/>
              <a:gd name="connsiteX0" fmla="*/ 0 w 5549318"/>
              <a:gd name="connsiteY0" fmla="*/ 318292 h 1696305"/>
              <a:gd name="connsiteX1" fmla="*/ 2690392 w 5549318"/>
              <a:gd name="connsiteY1" fmla="*/ 71079 h 1696305"/>
              <a:gd name="connsiteX2" fmla="*/ 4467138 w 5549318"/>
              <a:gd name="connsiteY2" fmla="*/ 1664725 h 1696305"/>
              <a:gd name="connsiteX3" fmla="*/ 5549318 w 5549318"/>
              <a:gd name="connsiteY3" fmla="*/ 1257859 h 1696305"/>
              <a:gd name="connsiteX0" fmla="*/ 0 w 5549318"/>
              <a:gd name="connsiteY0" fmla="*/ 27604 h 1405617"/>
              <a:gd name="connsiteX1" fmla="*/ 3632721 w 5549318"/>
              <a:gd name="connsiteY1" fmla="*/ 347580 h 1405617"/>
              <a:gd name="connsiteX2" fmla="*/ 4467138 w 5549318"/>
              <a:gd name="connsiteY2" fmla="*/ 1374037 h 1405617"/>
              <a:gd name="connsiteX3" fmla="*/ 5549318 w 5549318"/>
              <a:gd name="connsiteY3" fmla="*/ 967171 h 1405617"/>
              <a:gd name="connsiteX0" fmla="*/ 0 w 5549318"/>
              <a:gd name="connsiteY0" fmla="*/ 22747 h 962314"/>
              <a:gd name="connsiteX1" fmla="*/ 3632721 w 5549318"/>
              <a:gd name="connsiteY1" fmla="*/ 342723 h 962314"/>
              <a:gd name="connsiteX2" fmla="*/ 5549318 w 5549318"/>
              <a:gd name="connsiteY2" fmla="*/ 962314 h 962314"/>
              <a:gd name="connsiteX0" fmla="*/ 0 w 5549318"/>
              <a:gd name="connsiteY0" fmla="*/ 37878 h 977445"/>
              <a:gd name="connsiteX1" fmla="*/ 3632721 w 5549318"/>
              <a:gd name="connsiteY1" fmla="*/ 357854 h 977445"/>
              <a:gd name="connsiteX2" fmla="*/ 5549318 w 5549318"/>
              <a:gd name="connsiteY2" fmla="*/ 977445 h 977445"/>
              <a:gd name="connsiteX0" fmla="*/ 0 w 5549318"/>
              <a:gd name="connsiteY0" fmla="*/ 60298 h 999865"/>
              <a:gd name="connsiteX1" fmla="*/ 3632721 w 5549318"/>
              <a:gd name="connsiteY1" fmla="*/ 380274 h 999865"/>
              <a:gd name="connsiteX2" fmla="*/ 5549318 w 5549318"/>
              <a:gd name="connsiteY2" fmla="*/ 999865 h 999865"/>
              <a:gd name="connsiteX0" fmla="*/ 0 w 6082478"/>
              <a:gd name="connsiteY0" fmla="*/ 20911 h 763698"/>
              <a:gd name="connsiteX1" fmla="*/ 3632721 w 6082478"/>
              <a:gd name="connsiteY1" fmla="*/ 340887 h 763698"/>
              <a:gd name="connsiteX2" fmla="*/ 6082478 w 6082478"/>
              <a:gd name="connsiteY2" fmla="*/ 763698 h 763698"/>
              <a:gd name="connsiteX0" fmla="*/ 0 w 6373857"/>
              <a:gd name="connsiteY0" fmla="*/ 19636 h 606157"/>
              <a:gd name="connsiteX1" fmla="*/ 3632721 w 6373857"/>
              <a:gd name="connsiteY1" fmla="*/ 339612 h 606157"/>
              <a:gd name="connsiteX2" fmla="*/ 6373857 w 6373857"/>
              <a:gd name="connsiteY2" fmla="*/ 606156 h 606157"/>
              <a:gd name="connsiteX0" fmla="*/ 0 w 6373857"/>
              <a:gd name="connsiteY0" fmla="*/ 19636 h 760798"/>
              <a:gd name="connsiteX1" fmla="*/ 3632721 w 6373857"/>
              <a:gd name="connsiteY1" fmla="*/ 339612 h 760798"/>
              <a:gd name="connsiteX2" fmla="*/ 6373857 w 6373857"/>
              <a:gd name="connsiteY2" fmla="*/ 606156 h 760798"/>
              <a:gd name="connsiteX0" fmla="*/ 0 w 6373857"/>
              <a:gd name="connsiteY0" fmla="*/ 19636 h 800544"/>
              <a:gd name="connsiteX1" fmla="*/ 3632721 w 6373857"/>
              <a:gd name="connsiteY1" fmla="*/ 339612 h 800544"/>
              <a:gd name="connsiteX2" fmla="*/ 6373857 w 6373857"/>
              <a:gd name="connsiteY2" fmla="*/ 606156 h 800544"/>
              <a:gd name="connsiteX0" fmla="*/ 0 w 6568943"/>
              <a:gd name="connsiteY0" fmla="*/ 19636 h 868368"/>
              <a:gd name="connsiteX1" fmla="*/ 3632721 w 6568943"/>
              <a:gd name="connsiteY1" fmla="*/ 339612 h 868368"/>
              <a:gd name="connsiteX2" fmla="*/ 6568943 w 6568943"/>
              <a:gd name="connsiteY2" fmla="*/ 687531 h 868368"/>
              <a:gd name="connsiteX0" fmla="*/ 0 w 6568943"/>
              <a:gd name="connsiteY0" fmla="*/ 19636 h 1001204"/>
              <a:gd name="connsiteX1" fmla="*/ 3632721 w 6568943"/>
              <a:gd name="connsiteY1" fmla="*/ 339612 h 1001204"/>
              <a:gd name="connsiteX2" fmla="*/ 6568943 w 6568943"/>
              <a:gd name="connsiteY2" fmla="*/ 687531 h 10012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568943" h="1001204">
                <a:moveTo>
                  <a:pt x="0" y="19636"/>
                </a:moveTo>
                <a:cubicBezTo>
                  <a:pt x="314587" y="-82430"/>
                  <a:pt x="2570412" y="241859"/>
                  <a:pt x="3632721" y="339612"/>
                </a:cubicBezTo>
                <a:cubicBezTo>
                  <a:pt x="4695030" y="437365"/>
                  <a:pt x="5026757" y="1522453"/>
                  <a:pt x="6568943" y="687531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69" name="Freeform: Shape 68">
            <a:extLst>
              <a:ext uri="{FF2B5EF4-FFF2-40B4-BE49-F238E27FC236}">
                <a16:creationId xmlns:a16="http://schemas.microsoft.com/office/drawing/2014/main" id="{9695D828-7ECB-B880-B2D5-FBC4C756AB6E}"/>
              </a:ext>
            </a:extLst>
          </p:cNvPr>
          <p:cNvSpPr/>
          <p:nvPr/>
        </p:nvSpPr>
        <p:spPr>
          <a:xfrm>
            <a:off x="2616097" y="4551117"/>
            <a:ext cx="4505984" cy="517219"/>
          </a:xfrm>
          <a:custGeom>
            <a:avLst/>
            <a:gdLst>
              <a:gd name="connsiteX0" fmla="*/ 0 w 5549318"/>
              <a:gd name="connsiteY0" fmla="*/ 178006 h 1556019"/>
              <a:gd name="connsiteX1" fmla="*/ 973123 w 5549318"/>
              <a:gd name="connsiteY1" fmla="*/ 6032 h 1556019"/>
              <a:gd name="connsiteX2" fmla="*/ 2063692 w 5549318"/>
              <a:gd name="connsiteY2" fmla="*/ 370953 h 1556019"/>
              <a:gd name="connsiteX3" fmla="*/ 4467138 w 5549318"/>
              <a:gd name="connsiteY3" fmla="*/ 1524439 h 1556019"/>
              <a:gd name="connsiteX4" fmla="*/ 5549318 w 5549318"/>
              <a:gd name="connsiteY4" fmla="*/ 1117573 h 1556019"/>
              <a:gd name="connsiteX0" fmla="*/ 0 w 5549318"/>
              <a:gd name="connsiteY0" fmla="*/ 175046 h 1553059"/>
              <a:gd name="connsiteX1" fmla="*/ 973123 w 5549318"/>
              <a:gd name="connsiteY1" fmla="*/ 3072 h 1553059"/>
              <a:gd name="connsiteX2" fmla="*/ 3044128 w 5549318"/>
              <a:gd name="connsiteY2" fmla="*/ 301727 h 1553059"/>
              <a:gd name="connsiteX3" fmla="*/ 4467138 w 5549318"/>
              <a:gd name="connsiteY3" fmla="*/ 1521479 h 1553059"/>
              <a:gd name="connsiteX4" fmla="*/ 5549318 w 5549318"/>
              <a:gd name="connsiteY4" fmla="*/ 1114613 h 1553059"/>
              <a:gd name="connsiteX0" fmla="*/ 0 w 5549318"/>
              <a:gd name="connsiteY0" fmla="*/ 254326 h 1632339"/>
              <a:gd name="connsiteX1" fmla="*/ 973123 w 5549318"/>
              <a:gd name="connsiteY1" fmla="*/ 82352 h 1632339"/>
              <a:gd name="connsiteX2" fmla="*/ 4467138 w 5549318"/>
              <a:gd name="connsiteY2" fmla="*/ 1600759 h 1632339"/>
              <a:gd name="connsiteX3" fmla="*/ 5549318 w 5549318"/>
              <a:gd name="connsiteY3" fmla="*/ 1193893 h 1632339"/>
              <a:gd name="connsiteX0" fmla="*/ 0 w 5549318"/>
              <a:gd name="connsiteY0" fmla="*/ 318292 h 1696305"/>
              <a:gd name="connsiteX1" fmla="*/ 2690392 w 5549318"/>
              <a:gd name="connsiteY1" fmla="*/ 71079 h 1696305"/>
              <a:gd name="connsiteX2" fmla="*/ 4467138 w 5549318"/>
              <a:gd name="connsiteY2" fmla="*/ 1664725 h 1696305"/>
              <a:gd name="connsiteX3" fmla="*/ 5549318 w 5549318"/>
              <a:gd name="connsiteY3" fmla="*/ 1257859 h 1696305"/>
              <a:gd name="connsiteX0" fmla="*/ 0 w 5549318"/>
              <a:gd name="connsiteY0" fmla="*/ 27604 h 1405617"/>
              <a:gd name="connsiteX1" fmla="*/ 3632721 w 5549318"/>
              <a:gd name="connsiteY1" fmla="*/ 347580 h 1405617"/>
              <a:gd name="connsiteX2" fmla="*/ 4467138 w 5549318"/>
              <a:gd name="connsiteY2" fmla="*/ 1374037 h 1405617"/>
              <a:gd name="connsiteX3" fmla="*/ 5549318 w 5549318"/>
              <a:gd name="connsiteY3" fmla="*/ 967171 h 1405617"/>
              <a:gd name="connsiteX0" fmla="*/ 0 w 5549318"/>
              <a:gd name="connsiteY0" fmla="*/ 22747 h 962314"/>
              <a:gd name="connsiteX1" fmla="*/ 3632721 w 5549318"/>
              <a:gd name="connsiteY1" fmla="*/ 342723 h 962314"/>
              <a:gd name="connsiteX2" fmla="*/ 5549318 w 5549318"/>
              <a:gd name="connsiteY2" fmla="*/ 962314 h 962314"/>
              <a:gd name="connsiteX0" fmla="*/ 0 w 5549318"/>
              <a:gd name="connsiteY0" fmla="*/ 37878 h 977445"/>
              <a:gd name="connsiteX1" fmla="*/ 3632721 w 5549318"/>
              <a:gd name="connsiteY1" fmla="*/ 357854 h 977445"/>
              <a:gd name="connsiteX2" fmla="*/ 5549318 w 5549318"/>
              <a:gd name="connsiteY2" fmla="*/ 977445 h 977445"/>
              <a:gd name="connsiteX0" fmla="*/ 0 w 5549318"/>
              <a:gd name="connsiteY0" fmla="*/ 60298 h 999865"/>
              <a:gd name="connsiteX1" fmla="*/ 3632721 w 5549318"/>
              <a:gd name="connsiteY1" fmla="*/ 380274 h 999865"/>
              <a:gd name="connsiteX2" fmla="*/ 5549318 w 5549318"/>
              <a:gd name="connsiteY2" fmla="*/ 999865 h 999865"/>
              <a:gd name="connsiteX0" fmla="*/ 0 w 6082478"/>
              <a:gd name="connsiteY0" fmla="*/ 20911 h 763698"/>
              <a:gd name="connsiteX1" fmla="*/ 3632721 w 6082478"/>
              <a:gd name="connsiteY1" fmla="*/ 340887 h 763698"/>
              <a:gd name="connsiteX2" fmla="*/ 6082478 w 6082478"/>
              <a:gd name="connsiteY2" fmla="*/ 763698 h 763698"/>
              <a:gd name="connsiteX0" fmla="*/ 0 w 6373857"/>
              <a:gd name="connsiteY0" fmla="*/ 19636 h 606157"/>
              <a:gd name="connsiteX1" fmla="*/ 3632721 w 6373857"/>
              <a:gd name="connsiteY1" fmla="*/ 339612 h 606157"/>
              <a:gd name="connsiteX2" fmla="*/ 6373857 w 6373857"/>
              <a:gd name="connsiteY2" fmla="*/ 606156 h 606157"/>
              <a:gd name="connsiteX0" fmla="*/ 0 w 6373857"/>
              <a:gd name="connsiteY0" fmla="*/ 19636 h 760798"/>
              <a:gd name="connsiteX1" fmla="*/ 3632721 w 6373857"/>
              <a:gd name="connsiteY1" fmla="*/ 339612 h 760798"/>
              <a:gd name="connsiteX2" fmla="*/ 6373857 w 6373857"/>
              <a:gd name="connsiteY2" fmla="*/ 606156 h 760798"/>
              <a:gd name="connsiteX0" fmla="*/ 0 w 6373857"/>
              <a:gd name="connsiteY0" fmla="*/ 19636 h 800544"/>
              <a:gd name="connsiteX1" fmla="*/ 3632721 w 6373857"/>
              <a:gd name="connsiteY1" fmla="*/ 339612 h 800544"/>
              <a:gd name="connsiteX2" fmla="*/ 6373857 w 6373857"/>
              <a:gd name="connsiteY2" fmla="*/ 606156 h 800544"/>
              <a:gd name="connsiteX0" fmla="*/ 0 w 4836373"/>
              <a:gd name="connsiteY0" fmla="*/ 18030 h 614913"/>
              <a:gd name="connsiteX1" fmla="*/ 3632721 w 4836373"/>
              <a:gd name="connsiteY1" fmla="*/ 338006 h 614913"/>
              <a:gd name="connsiteX2" fmla="*/ 4836373 w 4836373"/>
              <a:gd name="connsiteY2" fmla="*/ 378831 h 614913"/>
              <a:gd name="connsiteX0" fmla="*/ 0 w 4836373"/>
              <a:gd name="connsiteY0" fmla="*/ 29772 h 588357"/>
              <a:gd name="connsiteX1" fmla="*/ 2206829 w 4836373"/>
              <a:gd name="connsiteY1" fmla="*/ 176118 h 588357"/>
              <a:gd name="connsiteX2" fmla="*/ 4836373 w 4836373"/>
              <a:gd name="connsiteY2" fmla="*/ 390573 h 588357"/>
              <a:gd name="connsiteX0" fmla="*/ 0 w 4836373"/>
              <a:gd name="connsiteY0" fmla="*/ 29772 h 390573"/>
              <a:gd name="connsiteX1" fmla="*/ 2206829 w 4836373"/>
              <a:gd name="connsiteY1" fmla="*/ 176118 h 390573"/>
              <a:gd name="connsiteX2" fmla="*/ 4836373 w 4836373"/>
              <a:gd name="connsiteY2" fmla="*/ 390573 h 390573"/>
              <a:gd name="connsiteX0" fmla="*/ 0 w 4836373"/>
              <a:gd name="connsiteY0" fmla="*/ 29772 h 390573"/>
              <a:gd name="connsiteX1" fmla="*/ 2206829 w 4836373"/>
              <a:gd name="connsiteY1" fmla="*/ 176118 h 390573"/>
              <a:gd name="connsiteX2" fmla="*/ 4836373 w 4836373"/>
              <a:gd name="connsiteY2" fmla="*/ 390573 h 390573"/>
              <a:gd name="connsiteX0" fmla="*/ 0 w 4836373"/>
              <a:gd name="connsiteY0" fmla="*/ 37814 h 398615"/>
              <a:gd name="connsiteX1" fmla="*/ 2206829 w 4836373"/>
              <a:gd name="connsiteY1" fmla="*/ 184160 h 398615"/>
              <a:gd name="connsiteX2" fmla="*/ 4836373 w 4836373"/>
              <a:gd name="connsiteY2" fmla="*/ 398615 h 398615"/>
              <a:gd name="connsiteX0" fmla="*/ 0 w 4836373"/>
              <a:gd name="connsiteY0" fmla="*/ 29773 h 390574"/>
              <a:gd name="connsiteX1" fmla="*/ 2206829 w 4836373"/>
              <a:gd name="connsiteY1" fmla="*/ 176119 h 390574"/>
              <a:gd name="connsiteX2" fmla="*/ 4836373 w 4836373"/>
              <a:gd name="connsiteY2" fmla="*/ 390574 h 390574"/>
              <a:gd name="connsiteX0" fmla="*/ 0 w 4761659"/>
              <a:gd name="connsiteY0" fmla="*/ 29773 h 518450"/>
              <a:gd name="connsiteX1" fmla="*/ 2206829 w 4761659"/>
              <a:gd name="connsiteY1" fmla="*/ 176119 h 518450"/>
              <a:gd name="connsiteX2" fmla="*/ 4761659 w 4761659"/>
              <a:gd name="connsiteY2" fmla="*/ 518450 h 518450"/>
              <a:gd name="connsiteX0" fmla="*/ 0 w 4765809"/>
              <a:gd name="connsiteY0" fmla="*/ 29773 h 510700"/>
              <a:gd name="connsiteX1" fmla="*/ 2206829 w 4765809"/>
              <a:gd name="connsiteY1" fmla="*/ 176119 h 510700"/>
              <a:gd name="connsiteX2" fmla="*/ 4765809 w 4765809"/>
              <a:gd name="connsiteY2" fmla="*/ 510700 h 5107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765809" h="510700">
                <a:moveTo>
                  <a:pt x="0" y="29773"/>
                </a:moveTo>
                <a:cubicBezTo>
                  <a:pt x="314587" y="-72293"/>
                  <a:pt x="1400767" y="115986"/>
                  <a:pt x="2206829" y="176119"/>
                </a:cubicBezTo>
                <a:cubicBezTo>
                  <a:pt x="3083344" y="247604"/>
                  <a:pt x="3542120" y="68805"/>
                  <a:pt x="4765809" y="510700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0" name="Freeform: Shape 69">
            <a:extLst>
              <a:ext uri="{FF2B5EF4-FFF2-40B4-BE49-F238E27FC236}">
                <a16:creationId xmlns:a16="http://schemas.microsoft.com/office/drawing/2014/main" id="{349FC4EB-8380-1DB0-BE8E-515D59CCA2A0}"/>
              </a:ext>
            </a:extLst>
          </p:cNvPr>
          <p:cNvSpPr/>
          <p:nvPr/>
        </p:nvSpPr>
        <p:spPr>
          <a:xfrm>
            <a:off x="2354400" y="3714732"/>
            <a:ext cx="6286978" cy="1289894"/>
          </a:xfrm>
          <a:custGeom>
            <a:avLst/>
            <a:gdLst>
              <a:gd name="connsiteX0" fmla="*/ 0 w 5180202"/>
              <a:gd name="connsiteY0" fmla="*/ 0 h 850096"/>
              <a:gd name="connsiteX1" fmla="*/ 1249960 w 5180202"/>
              <a:gd name="connsiteY1" fmla="*/ 826315 h 850096"/>
              <a:gd name="connsiteX2" fmla="*/ 5180202 w 5180202"/>
              <a:gd name="connsiteY2" fmla="*/ 545284 h 850096"/>
              <a:gd name="connsiteX0" fmla="*/ 0 w 5415094"/>
              <a:gd name="connsiteY0" fmla="*/ 0 h 1936470"/>
              <a:gd name="connsiteX1" fmla="*/ 1484852 w 5415094"/>
              <a:gd name="connsiteY1" fmla="*/ 1912689 h 1936470"/>
              <a:gd name="connsiteX2" fmla="*/ 5415094 w 5415094"/>
              <a:gd name="connsiteY2" fmla="*/ 1631658 h 1936470"/>
              <a:gd name="connsiteX0" fmla="*/ 3044 w 5418138"/>
              <a:gd name="connsiteY0" fmla="*/ 0 h 1936470"/>
              <a:gd name="connsiteX1" fmla="*/ 1487896 w 5418138"/>
              <a:gd name="connsiteY1" fmla="*/ 1912689 h 1936470"/>
              <a:gd name="connsiteX2" fmla="*/ 5418138 w 5418138"/>
              <a:gd name="connsiteY2" fmla="*/ 1631658 h 1936470"/>
              <a:gd name="connsiteX0" fmla="*/ 2804 w 5480816"/>
              <a:gd name="connsiteY0" fmla="*/ 0 h 1978415"/>
              <a:gd name="connsiteX1" fmla="*/ 1550574 w 5480816"/>
              <a:gd name="connsiteY1" fmla="*/ 1954634 h 1978415"/>
              <a:gd name="connsiteX2" fmla="*/ 5480816 w 5480816"/>
              <a:gd name="connsiteY2" fmla="*/ 1673603 h 1978415"/>
              <a:gd name="connsiteX0" fmla="*/ 33957 w 5511969"/>
              <a:gd name="connsiteY0" fmla="*/ 0 h 1978415"/>
              <a:gd name="connsiteX1" fmla="*/ 1581727 w 5511969"/>
              <a:gd name="connsiteY1" fmla="*/ 1954634 h 1978415"/>
              <a:gd name="connsiteX2" fmla="*/ 5511969 w 5511969"/>
              <a:gd name="connsiteY2" fmla="*/ 1673603 h 1978415"/>
              <a:gd name="connsiteX0" fmla="*/ 47966 w 5192398"/>
              <a:gd name="connsiteY0" fmla="*/ 0 h 1070303"/>
              <a:gd name="connsiteX1" fmla="*/ 1262156 w 5192398"/>
              <a:gd name="connsiteY1" fmla="*/ 812615 h 1070303"/>
              <a:gd name="connsiteX2" fmla="*/ 5192398 w 5192398"/>
              <a:gd name="connsiteY2" fmla="*/ 531584 h 1070303"/>
              <a:gd name="connsiteX0" fmla="*/ 18350 w 5162782"/>
              <a:gd name="connsiteY0" fmla="*/ 0 h 970147"/>
              <a:gd name="connsiteX1" fmla="*/ 2507991 w 5162782"/>
              <a:gd name="connsiteY1" fmla="*/ 561449 h 970147"/>
              <a:gd name="connsiteX2" fmla="*/ 5162782 w 5162782"/>
              <a:gd name="connsiteY2" fmla="*/ 531584 h 970147"/>
              <a:gd name="connsiteX0" fmla="*/ 18009 w 5162441"/>
              <a:gd name="connsiteY0" fmla="*/ 0 h 1072106"/>
              <a:gd name="connsiteX1" fmla="*/ 2507650 w 5162441"/>
              <a:gd name="connsiteY1" fmla="*/ 561449 h 1072106"/>
              <a:gd name="connsiteX2" fmla="*/ 5162441 w 5162441"/>
              <a:gd name="connsiteY2" fmla="*/ 531584 h 1072106"/>
              <a:gd name="connsiteX0" fmla="*/ 18009 w 5162441"/>
              <a:gd name="connsiteY0" fmla="*/ 0 h 1072106"/>
              <a:gd name="connsiteX1" fmla="*/ 2507650 w 5162441"/>
              <a:gd name="connsiteY1" fmla="*/ 561449 h 1072106"/>
              <a:gd name="connsiteX2" fmla="*/ 5162441 w 5162441"/>
              <a:gd name="connsiteY2" fmla="*/ 531584 h 1072106"/>
              <a:gd name="connsiteX0" fmla="*/ 17575 w 5162007"/>
              <a:gd name="connsiteY0" fmla="*/ 0 h 1149203"/>
              <a:gd name="connsiteX1" fmla="*/ 2558234 w 5162007"/>
              <a:gd name="connsiteY1" fmla="*/ 734125 h 1149203"/>
              <a:gd name="connsiteX2" fmla="*/ 5162007 w 5162007"/>
              <a:gd name="connsiteY2" fmla="*/ 531584 h 1149203"/>
              <a:gd name="connsiteX0" fmla="*/ 17169 w 5161601"/>
              <a:gd name="connsiteY0" fmla="*/ 0 h 1084185"/>
              <a:gd name="connsiteX1" fmla="*/ 2557828 w 5161601"/>
              <a:gd name="connsiteY1" fmla="*/ 734125 h 1084185"/>
              <a:gd name="connsiteX2" fmla="*/ 5161601 w 5161601"/>
              <a:gd name="connsiteY2" fmla="*/ 531584 h 1084185"/>
              <a:gd name="connsiteX0" fmla="*/ 0 w 5144432"/>
              <a:gd name="connsiteY0" fmla="*/ 0 h 756623"/>
              <a:gd name="connsiteX1" fmla="*/ 2540659 w 5144432"/>
              <a:gd name="connsiteY1" fmla="*/ 734125 h 756623"/>
              <a:gd name="connsiteX2" fmla="*/ 5144432 w 5144432"/>
              <a:gd name="connsiteY2" fmla="*/ 531584 h 756623"/>
              <a:gd name="connsiteX0" fmla="*/ 0 w 5507847"/>
              <a:gd name="connsiteY0" fmla="*/ 0 h 756623"/>
              <a:gd name="connsiteX1" fmla="*/ 2540659 w 5507847"/>
              <a:gd name="connsiteY1" fmla="*/ 734125 h 756623"/>
              <a:gd name="connsiteX2" fmla="*/ 5507847 w 5507847"/>
              <a:gd name="connsiteY2" fmla="*/ 449522 h 756623"/>
              <a:gd name="connsiteX0" fmla="*/ 0 w 5507847"/>
              <a:gd name="connsiteY0" fmla="*/ 0 h 756623"/>
              <a:gd name="connsiteX1" fmla="*/ 2540659 w 5507847"/>
              <a:gd name="connsiteY1" fmla="*/ 734125 h 756623"/>
              <a:gd name="connsiteX2" fmla="*/ 5507847 w 5507847"/>
              <a:gd name="connsiteY2" fmla="*/ 449522 h 756623"/>
              <a:gd name="connsiteX0" fmla="*/ 0 w 5478539"/>
              <a:gd name="connsiteY0" fmla="*/ 0 h 782376"/>
              <a:gd name="connsiteX1" fmla="*/ 2511351 w 5478539"/>
              <a:gd name="connsiteY1" fmla="*/ 763432 h 782376"/>
              <a:gd name="connsiteX2" fmla="*/ 5478539 w 5478539"/>
              <a:gd name="connsiteY2" fmla="*/ 478829 h 782376"/>
              <a:gd name="connsiteX0" fmla="*/ 0 w 6008341"/>
              <a:gd name="connsiteY0" fmla="*/ 957525 h 1210169"/>
              <a:gd name="connsiteX1" fmla="*/ 3041153 w 6008341"/>
              <a:gd name="connsiteY1" fmla="*/ 284603 h 1210169"/>
              <a:gd name="connsiteX2" fmla="*/ 6008341 w 6008341"/>
              <a:gd name="connsiteY2" fmla="*/ 0 h 1210169"/>
              <a:gd name="connsiteX0" fmla="*/ 0 w 6008341"/>
              <a:gd name="connsiteY0" fmla="*/ 957525 h 957525"/>
              <a:gd name="connsiteX1" fmla="*/ 3041153 w 6008341"/>
              <a:gd name="connsiteY1" fmla="*/ 284603 h 957525"/>
              <a:gd name="connsiteX2" fmla="*/ 6008341 w 6008341"/>
              <a:gd name="connsiteY2" fmla="*/ 0 h 957525"/>
              <a:gd name="connsiteX0" fmla="*/ 0 w 6008341"/>
              <a:gd name="connsiteY0" fmla="*/ 957525 h 957525"/>
              <a:gd name="connsiteX1" fmla="*/ 6008341 w 6008341"/>
              <a:gd name="connsiteY1" fmla="*/ 0 h 957525"/>
              <a:gd name="connsiteX0" fmla="*/ 0 w 6286978"/>
              <a:gd name="connsiteY0" fmla="*/ 0 h 796710"/>
              <a:gd name="connsiteX1" fmla="*/ 6286978 w 6286978"/>
              <a:gd name="connsiteY1" fmla="*/ 796710 h 796710"/>
              <a:gd name="connsiteX0" fmla="*/ 0 w 6286978"/>
              <a:gd name="connsiteY0" fmla="*/ 0 h 847330"/>
              <a:gd name="connsiteX1" fmla="*/ 6286978 w 6286978"/>
              <a:gd name="connsiteY1" fmla="*/ 796710 h 847330"/>
              <a:gd name="connsiteX0" fmla="*/ 0 w 6286978"/>
              <a:gd name="connsiteY0" fmla="*/ 419634 h 1235572"/>
              <a:gd name="connsiteX1" fmla="*/ 6286978 w 6286978"/>
              <a:gd name="connsiteY1" fmla="*/ 1216344 h 1235572"/>
              <a:gd name="connsiteX0" fmla="*/ 0 w 6286978"/>
              <a:gd name="connsiteY0" fmla="*/ 369436 h 1289894"/>
              <a:gd name="connsiteX1" fmla="*/ 6286978 w 6286978"/>
              <a:gd name="connsiteY1" fmla="*/ 1166146 h 12898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286978" h="1289894">
                <a:moveTo>
                  <a:pt x="0" y="369436"/>
                </a:moveTo>
                <a:cubicBezTo>
                  <a:pt x="1318615" y="-993646"/>
                  <a:pt x="5246999" y="1909163"/>
                  <a:pt x="6286978" y="1166146"/>
                </a:cubicBezTo>
              </a:path>
            </a:pathLst>
          </a:cu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71" name="Group 70">
            <a:extLst>
              <a:ext uri="{FF2B5EF4-FFF2-40B4-BE49-F238E27FC236}">
                <a16:creationId xmlns:a16="http://schemas.microsoft.com/office/drawing/2014/main" id="{71B3CD44-D0FE-E6A5-4E6D-947D2EBBE69E}"/>
              </a:ext>
            </a:extLst>
          </p:cNvPr>
          <p:cNvGrpSpPr/>
          <p:nvPr/>
        </p:nvGrpSpPr>
        <p:grpSpPr>
          <a:xfrm rot="1056694">
            <a:off x="6947866" y="4707754"/>
            <a:ext cx="550143" cy="184758"/>
            <a:chOff x="7629989" y="5236460"/>
            <a:chExt cx="1027147" cy="344953"/>
          </a:xfrm>
        </p:grpSpPr>
        <p:sp>
          <p:nvSpPr>
            <p:cNvPr id="72" name="Oval 71">
              <a:extLst>
                <a:ext uri="{FF2B5EF4-FFF2-40B4-BE49-F238E27FC236}">
                  <a16:creationId xmlns:a16="http://schemas.microsoft.com/office/drawing/2014/main" id="{12A0D58B-49DF-C816-E10B-F7C026FDBF7F}"/>
                </a:ext>
              </a:extLst>
            </p:cNvPr>
            <p:cNvSpPr/>
            <p:nvPr/>
          </p:nvSpPr>
          <p:spPr>
            <a:xfrm>
              <a:off x="7629989" y="5236460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3" name="Oval 72">
              <a:extLst>
                <a:ext uri="{FF2B5EF4-FFF2-40B4-BE49-F238E27FC236}">
                  <a16:creationId xmlns:a16="http://schemas.microsoft.com/office/drawing/2014/main" id="{BA583B63-F803-163E-4986-FBD31FA5E02A}"/>
                </a:ext>
              </a:extLst>
            </p:cNvPr>
            <p:cNvSpPr/>
            <p:nvPr/>
          </p:nvSpPr>
          <p:spPr>
            <a:xfrm>
              <a:off x="8315512" y="5239789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4" name="Rectangle 73">
              <a:extLst>
                <a:ext uri="{FF2B5EF4-FFF2-40B4-BE49-F238E27FC236}">
                  <a16:creationId xmlns:a16="http://schemas.microsoft.com/office/drawing/2014/main" id="{E3A9CFEB-A63E-28D8-96BA-C95A72219BDB}"/>
                </a:ext>
              </a:extLst>
            </p:cNvPr>
            <p:cNvSpPr/>
            <p:nvPr/>
          </p:nvSpPr>
          <p:spPr>
            <a:xfrm>
              <a:off x="7866077" y="5260841"/>
              <a:ext cx="541140" cy="292863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75" name="Straight Connector 74">
              <a:extLst>
                <a:ext uri="{FF2B5EF4-FFF2-40B4-BE49-F238E27FC236}">
                  <a16:creationId xmlns:a16="http://schemas.microsoft.com/office/drawing/2014/main" id="{AB7B0505-4E4C-3964-40BC-948ADEA5631E}"/>
                </a:ext>
              </a:extLst>
            </p:cNvPr>
            <p:cNvCxnSpPr/>
            <p:nvPr/>
          </p:nvCxnSpPr>
          <p:spPr>
            <a:xfrm>
              <a:off x="7953306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Straight Connector 75">
              <a:extLst>
                <a:ext uri="{FF2B5EF4-FFF2-40B4-BE49-F238E27FC236}">
                  <a16:creationId xmlns:a16="http://schemas.microsoft.com/office/drawing/2014/main" id="{FF5FD91F-86EF-33B9-7AEE-7B627E74A630}"/>
                </a:ext>
              </a:extLst>
            </p:cNvPr>
            <p:cNvCxnSpPr/>
            <p:nvPr/>
          </p:nvCxnSpPr>
          <p:spPr>
            <a:xfrm>
              <a:off x="8266751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Straight Connector 76">
              <a:extLst>
                <a:ext uri="{FF2B5EF4-FFF2-40B4-BE49-F238E27FC236}">
                  <a16:creationId xmlns:a16="http://schemas.microsoft.com/office/drawing/2014/main" id="{C2B374CA-5CDE-7CA4-6049-15C5AB4F7892}"/>
                </a:ext>
              </a:extLst>
            </p:cNvPr>
            <p:cNvCxnSpPr/>
            <p:nvPr/>
          </p:nvCxnSpPr>
          <p:spPr>
            <a:xfrm>
              <a:off x="8099972" y="5260841"/>
              <a:ext cx="0" cy="292863"/>
            </a:xfrm>
            <a:prstGeom prst="line">
              <a:avLst/>
            </a:prstGeom>
            <a:ln w="5080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Straight Connector 77">
              <a:extLst>
                <a:ext uri="{FF2B5EF4-FFF2-40B4-BE49-F238E27FC236}">
                  <a16:creationId xmlns:a16="http://schemas.microsoft.com/office/drawing/2014/main" id="{1EFFC27C-74CA-6965-D279-B315E0710E5B}"/>
                </a:ext>
              </a:extLst>
            </p:cNvPr>
            <p:cNvCxnSpPr/>
            <p:nvPr/>
          </p:nvCxnSpPr>
          <p:spPr>
            <a:xfrm>
              <a:off x="8196330" y="5260841"/>
              <a:ext cx="0" cy="292863"/>
            </a:xfrm>
            <a:prstGeom prst="line">
              <a:avLst/>
            </a:prstGeom>
            <a:ln w="50800"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9" name="TextBox 78">
            <a:extLst>
              <a:ext uri="{FF2B5EF4-FFF2-40B4-BE49-F238E27FC236}">
                <a16:creationId xmlns:a16="http://schemas.microsoft.com/office/drawing/2014/main" id="{4C09E205-7EE8-EB42-7900-B8EE9C9A6921}"/>
              </a:ext>
            </a:extLst>
          </p:cNvPr>
          <p:cNvSpPr txBox="1"/>
          <p:nvPr/>
        </p:nvSpPr>
        <p:spPr>
          <a:xfrm>
            <a:off x="5702060" y="2251494"/>
            <a:ext cx="4524124" cy="646331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rtlCol="0">
            <a:spAutoFit/>
          </a:bodyPr>
          <a:lstStyle/>
          <a:p>
            <a:r>
              <a:rPr lang="en-US" dirty="0" err="1"/>
              <a:t>Exempel</a:t>
            </a:r>
            <a:r>
              <a:rPr lang="en-US" dirty="0"/>
              <a:t>: </a:t>
            </a:r>
            <a:r>
              <a:rPr lang="en-US" dirty="0" err="1"/>
              <a:t>Lampan</a:t>
            </a:r>
            <a:r>
              <a:rPr lang="en-US" dirty="0"/>
              <a:t> </a:t>
            </a:r>
            <a:r>
              <a:rPr lang="en-US" dirty="0" err="1"/>
              <a:t>skall</a:t>
            </a:r>
            <a:r>
              <a:rPr lang="en-US" dirty="0"/>
              <a:t> t</a:t>
            </a:r>
            <a:r>
              <a:rPr lang="sv-SE" dirty="0"/>
              <a:t>ändas om </a:t>
            </a:r>
            <a:r>
              <a:rPr lang="sv-SE" i="1" dirty="0"/>
              <a:t>någon</a:t>
            </a:r>
            <a:r>
              <a:rPr lang="sv-SE" dirty="0"/>
              <a:t> av</a:t>
            </a:r>
          </a:p>
          <a:p>
            <a:r>
              <a:rPr lang="sv-SE" dirty="0"/>
              <a:t>pin5 eller pin6 är 0.</a:t>
            </a:r>
            <a:endParaRPr lang="LID4096" dirty="0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A9258D08-DDFA-D3E2-3B42-96DDBEAC0871}"/>
              </a:ext>
            </a:extLst>
          </p:cNvPr>
          <p:cNvSpPr txBox="1"/>
          <p:nvPr/>
        </p:nvSpPr>
        <p:spPr>
          <a:xfrm>
            <a:off x="5441900" y="3254427"/>
            <a:ext cx="2294218" cy="369332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rtlCol="0">
            <a:spAutoFit/>
          </a:bodyPr>
          <a:lstStyle/>
          <a:p>
            <a:r>
              <a:rPr lang="sv-SE" dirty="0"/>
              <a:t>Om bit5 och bit 6 är </a:t>
            </a:r>
            <a:r>
              <a:rPr lang="sv-SE" b="1" dirty="0"/>
              <a:t>0</a:t>
            </a:r>
            <a:endParaRPr lang="LID4096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39C5265-C644-5834-FA2C-DB08664C3FF6}"/>
              </a:ext>
            </a:extLst>
          </p:cNvPr>
          <p:cNvSpPr txBox="1"/>
          <p:nvPr/>
        </p:nvSpPr>
        <p:spPr>
          <a:xfrm>
            <a:off x="3143421" y="3283249"/>
            <a:ext cx="6319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dirty="0"/>
              <a:t>3.3V</a:t>
            </a:r>
            <a:endParaRPr lang="LID4096" dirty="0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4A635914-A69F-5412-19D0-E56821C07A8E}"/>
              </a:ext>
            </a:extLst>
          </p:cNvPr>
          <p:cNvSpPr txBox="1"/>
          <p:nvPr/>
        </p:nvSpPr>
        <p:spPr>
          <a:xfrm>
            <a:off x="3352585" y="4098346"/>
            <a:ext cx="4427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dirty="0"/>
              <a:t>0V</a:t>
            </a:r>
            <a:endParaRPr lang="LID4096" dirty="0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84926B94-AAB3-1033-AD93-108475B77116}"/>
              </a:ext>
            </a:extLst>
          </p:cNvPr>
          <p:cNvSpPr txBox="1"/>
          <p:nvPr/>
        </p:nvSpPr>
        <p:spPr>
          <a:xfrm>
            <a:off x="3387607" y="4445260"/>
            <a:ext cx="4427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dirty="0"/>
              <a:t>0V</a:t>
            </a:r>
            <a:endParaRPr lang="LID4096" dirty="0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839E04E1-9AC7-E6BC-1414-486E5838D7B9}"/>
              </a:ext>
            </a:extLst>
          </p:cNvPr>
          <p:cNvSpPr txBox="1"/>
          <p:nvPr/>
        </p:nvSpPr>
        <p:spPr>
          <a:xfrm>
            <a:off x="9546229" y="4645964"/>
            <a:ext cx="1639936" cy="369332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rtlCol="0">
            <a:spAutoFit/>
          </a:bodyPr>
          <a:lstStyle/>
          <a:p>
            <a:r>
              <a:rPr lang="sv-SE" dirty="0"/>
              <a:t>Lampan Lyser!</a:t>
            </a:r>
            <a:endParaRPr lang="LID4096" dirty="0"/>
          </a:p>
        </p:txBody>
      </p:sp>
      <p:sp>
        <p:nvSpPr>
          <p:cNvPr id="84" name="Freeform: Shape 83">
            <a:extLst>
              <a:ext uri="{FF2B5EF4-FFF2-40B4-BE49-F238E27FC236}">
                <a16:creationId xmlns:a16="http://schemas.microsoft.com/office/drawing/2014/main" id="{1B6F599C-474D-7A40-1439-5AF65C60299A}"/>
              </a:ext>
            </a:extLst>
          </p:cNvPr>
          <p:cNvSpPr/>
          <p:nvPr/>
        </p:nvSpPr>
        <p:spPr>
          <a:xfrm>
            <a:off x="2290313" y="3713672"/>
            <a:ext cx="8087264" cy="1298275"/>
          </a:xfrm>
          <a:custGeom>
            <a:avLst/>
            <a:gdLst>
              <a:gd name="csX0" fmla="*/ 0 w 8087264"/>
              <a:gd name="csY0" fmla="*/ 379562 h 1298275"/>
              <a:gd name="csX1" fmla="*/ 457200 w 8087264"/>
              <a:gd name="csY1" fmla="*/ 107830 h 1298275"/>
              <a:gd name="csX2" fmla="*/ 974785 w 8087264"/>
              <a:gd name="csY2" fmla="*/ 0 h 1298275"/>
              <a:gd name="csX3" fmla="*/ 1522562 w 8087264"/>
              <a:gd name="csY3" fmla="*/ 17253 h 1298275"/>
              <a:gd name="csX4" fmla="*/ 2165230 w 8087264"/>
              <a:gd name="csY4" fmla="*/ 163902 h 1298275"/>
              <a:gd name="csX5" fmla="*/ 3334110 w 8087264"/>
              <a:gd name="csY5" fmla="*/ 534837 h 1298275"/>
              <a:gd name="csX6" fmla="*/ 4615132 w 8087264"/>
              <a:gd name="csY6" fmla="*/ 1000664 h 1298275"/>
              <a:gd name="csX7" fmla="*/ 5464834 w 8087264"/>
              <a:gd name="csY7" fmla="*/ 1246517 h 1298275"/>
              <a:gd name="csX8" fmla="*/ 5939287 w 8087264"/>
              <a:gd name="csY8" fmla="*/ 1298275 h 1298275"/>
              <a:gd name="csX9" fmla="*/ 6331789 w 8087264"/>
              <a:gd name="csY9" fmla="*/ 1186132 h 1298275"/>
              <a:gd name="csX10" fmla="*/ 7026215 w 8087264"/>
              <a:gd name="csY10" fmla="*/ 780690 h 1298275"/>
              <a:gd name="csX11" fmla="*/ 8087264 w 8087264"/>
              <a:gd name="csY11" fmla="*/ 181154 h 12982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8087264" h="1298275">
                <a:moveTo>
                  <a:pt x="0" y="379562"/>
                </a:moveTo>
                <a:lnTo>
                  <a:pt x="457200" y="107830"/>
                </a:lnTo>
                <a:lnTo>
                  <a:pt x="974785" y="0"/>
                </a:lnTo>
                <a:lnTo>
                  <a:pt x="1522562" y="17253"/>
                </a:lnTo>
                <a:lnTo>
                  <a:pt x="2165230" y="163902"/>
                </a:lnTo>
                <a:lnTo>
                  <a:pt x="3334110" y="534837"/>
                </a:lnTo>
                <a:lnTo>
                  <a:pt x="4615132" y="1000664"/>
                </a:lnTo>
                <a:lnTo>
                  <a:pt x="5464834" y="1246517"/>
                </a:lnTo>
                <a:lnTo>
                  <a:pt x="5939287" y="1298275"/>
                </a:lnTo>
                <a:lnTo>
                  <a:pt x="6331789" y="1186132"/>
                </a:lnTo>
                <a:lnTo>
                  <a:pt x="7026215" y="780690"/>
                </a:lnTo>
                <a:lnTo>
                  <a:pt x="8087264" y="181154"/>
                </a:lnTo>
              </a:path>
            </a:pathLst>
          </a:custGeom>
          <a:noFill/>
          <a:ln>
            <a:solidFill>
              <a:srgbClr val="FFC000"/>
            </a:solidFill>
            <a:prstDash val="sysDash"/>
          </a:ln>
          <a:effectLst>
            <a:glow rad="63500">
              <a:schemeClr val="accent2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85" name="Freeform: Shape 84">
            <a:extLst>
              <a:ext uri="{FF2B5EF4-FFF2-40B4-BE49-F238E27FC236}">
                <a16:creationId xmlns:a16="http://schemas.microsoft.com/office/drawing/2014/main" id="{AEA9433B-28AC-D152-B45B-7209864A72B9}"/>
              </a:ext>
            </a:extLst>
          </p:cNvPr>
          <p:cNvSpPr/>
          <p:nvPr/>
        </p:nvSpPr>
        <p:spPr>
          <a:xfrm>
            <a:off x="6922698" y="4028536"/>
            <a:ext cx="3536830" cy="1263770"/>
          </a:xfrm>
          <a:custGeom>
            <a:avLst/>
            <a:gdLst>
              <a:gd name="csX0" fmla="*/ 3536830 w 3536830"/>
              <a:gd name="csY0" fmla="*/ 0 h 1263770"/>
              <a:gd name="csX1" fmla="*/ 1798608 w 3536830"/>
              <a:gd name="csY1" fmla="*/ 1013604 h 1263770"/>
              <a:gd name="csX2" fmla="*/ 1367287 w 3536830"/>
              <a:gd name="csY2" fmla="*/ 1194758 h 1263770"/>
              <a:gd name="csX3" fmla="*/ 1004977 w 3536830"/>
              <a:gd name="csY3" fmla="*/ 1263770 h 1263770"/>
              <a:gd name="csX4" fmla="*/ 672860 w 3536830"/>
              <a:gd name="csY4" fmla="*/ 1246517 h 1263770"/>
              <a:gd name="csX5" fmla="*/ 224287 w 3536830"/>
              <a:gd name="csY5" fmla="*/ 1052422 h 1263770"/>
              <a:gd name="csX6" fmla="*/ 0 w 3536830"/>
              <a:gd name="csY6" fmla="*/ 953219 h 126377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3536830" h="1263770">
                <a:moveTo>
                  <a:pt x="3536830" y="0"/>
                </a:moveTo>
                <a:lnTo>
                  <a:pt x="1798608" y="1013604"/>
                </a:lnTo>
                <a:lnTo>
                  <a:pt x="1367287" y="1194758"/>
                </a:lnTo>
                <a:lnTo>
                  <a:pt x="1004977" y="1263770"/>
                </a:lnTo>
                <a:lnTo>
                  <a:pt x="672860" y="1246517"/>
                </a:lnTo>
                <a:lnTo>
                  <a:pt x="224287" y="1052422"/>
                </a:lnTo>
                <a:lnTo>
                  <a:pt x="0" y="953219"/>
                </a:lnTo>
              </a:path>
            </a:pathLst>
          </a:custGeom>
          <a:noFill/>
          <a:ln>
            <a:solidFill>
              <a:srgbClr val="FFC000"/>
            </a:solidFill>
            <a:prstDash val="sysDash"/>
          </a:ln>
          <a:effectLst>
            <a:glow rad="63500">
              <a:schemeClr val="accent2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86" name="Freeform: Shape 85">
            <a:extLst>
              <a:ext uri="{FF2B5EF4-FFF2-40B4-BE49-F238E27FC236}">
                <a16:creationId xmlns:a16="http://schemas.microsoft.com/office/drawing/2014/main" id="{768C74BB-7B85-6AF4-7CA0-56A60E59DAFD}"/>
              </a:ext>
            </a:extLst>
          </p:cNvPr>
          <p:cNvSpPr/>
          <p:nvPr/>
        </p:nvSpPr>
        <p:spPr>
          <a:xfrm>
            <a:off x="2566358" y="4270075"/>
            <a:ext cx="4347714" cy="677174"/>
          </a:xfrm>
          <a:custGeom>
            <a:avLst/>
            <a:gdLst>
              <a:gd name="csX0" fmla="*/ 4347714 w 4347714"/>
              <a:gd name="csY0" fmla="*/ 677174 h 677174"/>
              <a:gd name="csX1" fmla="*/ 3786997 w 4347714"/>
              <a:gd name="csY1" fmla="*/ 401129 h 677174"/>
              <a:gd name="csX2" fmla="*/ 3446253 w 4347714"/>
              <a:gd name="csY2" fmla="*/ 327804 h 677174"/>
              <a:gd name="csX3" fmla="*/ 496019 w 4347714"/>
              <a:gd name="csY3" fmla="*/ 4314 h 677174"/>
              <a:gd name="csX4" fmla="*/ 138023 w 4347714"/>
              <a:gd name="csY4" fmla="*/ 0 h 677174"/>
              <a:gd name="csX5" fmla="*/ 0 w 4347714"/>
              <a:gd name="csY5" fmla="*/ 60385 h 67717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347714" h="677174">
                <a:moveTo>
                  <a:pt x="4347714" y="677174"/>
                </a:moveTo>
                <a:lnTo>
                  <a:pt x="3786997" y="401129"/>
                </a:lnTo>
                <a:lnTo>
                  <a:pt x="3446253" y="327804"/>
                </a:lnTo>
                <a:lnTo>
                  <a:pt x="496019" y="4314"/>
                </a:lnTo>
                <a:lnTo>
                  <a:pt x="138023" y="0"/>
                </a:lnTo>
                <a:lnTo>
                  <a:pt x="0" y="60385"/>
                </a:lnTo>
              </a:path>
            </a:pathLst>
          </a:custGeom>
          <a:noFill/>
          <a:ln>
            <a:solidFill>
              <a:srgbClr val="FFC000"/>
            </a:solidFill>
            <a:prstDash val="sysDash"/>
          </a:ln>
          <a:effectLst>
            <a:glow rad="63500">
              <a:schemeClr val="accent2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87" name="Freeform: Shape 86">
            <a:extLst>
              <a:ext uri="{FF2B5EF4-FFF2-40B4-BE49-F238E27FC236}">
                <a16:creationId xmlns:a16="http://schemas.microsoft.com/office/drawing/2014/main" id="{6D4123C9-3EBC-25C2-4F8B-4F73FBBE087E}"/>
              </a:ext>
            </a:extLst>
          </p:cNvPr>
          <p:cNvSpPr/>
          <p:nvPr/>
        </p:nvSpPr>
        <p:spPr>
          <a:xfrm>
            <a:off x="2562045" y="4546121"/>
            <a:ext cx="4334774" cy="435634"/>
          </a:xfrm>
          <a:custGeom>
            <a:avLst/>
            <a:gdLst>
              <a:gd name="csX0" fmla="*/ 4334774 w 4334774"/>
              <a:gd name="csY0" fmla="*/ 435634 h 435634"/>
              <a:gd name="csX1" fmla="*/ 3804249 w 4334774"/>
              <a:gd name="csY1" fmla="*/ 293298 h 435634"/>
              <a:gd name="csX2" fmla="*/ 3429000 w 4334774"/>
              <a:gd name="csY2" fmla="*/ 224287 h 435634"/>
              <a:gd name="csX3" fmla="*/ 2881223 w 4334774"/>
              <a:gd name="csY3" fmla="*/ 207034 h 435634"/>
              <a:gd name="csX4" fmla="*/ 2389517 w 4334774"/>
              <a:gd name="csY4" fmla="*/ 211347 h 435634"/>
              <a:gd name="csX5" fmla="*/ 547778 w 4334774"/>
              <a:gd name="csY5" fmla="*/ 17253 h 435634"/>
              <a:gd name="csX6" fmla="*/ 323491 w 4334774"/>
              <a:gd name="csY6" fmla="*/ 0 h 435634"/>
              <a:gd name="csX7" fmla="*/ 0 w 4334774"/>
              <a:gd name="csY7" fmla="*/ 56071 h 4356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334774" h="435634">
                <a:moveTo>
                  <a:pt x="4334774" y="435634"/>
                </a:moveTo>
                <a:lnTo>
                  <a:pt x="3804249" y="293298"/>
                </a:lnTo>
                <a:lnTo>
                  <a:pt x="3429000" y="224287"/>
                </a:lnTo>
                <a:lnTo>
                  <a:pt x="2881223" y="207034"/>
                </a:lnTo>
                <a:lnTo>
                  <a:pt x="2389517" y="211347"/>
                </a:lnTo>
                <a:lnTo>
                  <a:pt x="547778" y="17253"/>
                </a:lnTo>
                <a:lnTo>
                  <a:pt x="323491" y="0"/>
                </a:lnTo>
                <a:lnTo>
                  <a:pt x="0" y="56071"/>
                </a:lnTo>
              </a:path>
            </a:pathLst>
          </a:custGeom>
          <a:noFill/>
          <a:ln>
            <a:solidFill>
              <a:srgbClr val="FFC000"/>
            </a:solidFill>
            <a:prstDash val="sysDash"/>
          </a:ln>
          <a:effectLst>
            <a:glow rad="63500">
              <a:schemeClr val="accent2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5367198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1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" dur="5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8" dur="5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4" grpId="0" animBg="1"/>
      <p:bldP spid="85" grpId="0" animBg="1"/>
      <p:bldP spid="86" grpId="0" animBg="1"/>
      <p:bldP spid="87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0DBE0A-E7A1-80AF-3714-506A4CF623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494D45-607B-8D8D-8FDA-C7073F98E4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Digital Output</a:t>
            </a:r>
            <a:endParaRPr lang="LID4096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38B97692-C33C-6377-AF06-A4E038F711E3}"/>
              </a:ext>
            </a:extLst>
          </p:cNvPr>
          <p:cNvGrpSpPr/>
          <p:nvPr/>
        </p:nvGrpSpPr>
        <p:grpSpPr>
          <a:xfrm>
            <a:off x="8461122" y="3296317"/>
            <a:ext cx="2669370" cy="1907729"/>
            <a:chOff x="9519713" y="2988597"/>
            <a:chExt cx="1319935" cy="943323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15984E6E-CA9E-A1D6-4A1E-3EE25413C61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519713" y="2988597"/>
              <a:ext cx="1319935" cy="943323"/>
            </a:xfrm>
            <a:prstGeom prst="rect">
              <a:avLst/>
            </a:prstGeom>
          </p:spPr>
        </p:pic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7A90372F-BC79-4725-0903-A13313E6F56D}"/>
                </a:ext>
              </a:extLst>
            </p:cNvPr>
            <p:cNvSpPr/>
            <p:nvPr/>
          </p:nvSpPr>
          <p:spPr>
            <a:xfrm rot="19997983">
              <a:off x="10475358" y="3191629"/>
              <a:ext cx="265922" cy="134378"/>
            </a:xfrm>
            <a:prstGeom prst="ellipse">
              <a:avLst/>
            </a:prstGeom>
            <a:noFill/>
            <a:ln w="127">
              <a:solidFill>
                <a:srgbClr val="FF0000"/>
              </a:solidFill>
            </a:ln>
            <a:effectLst>
              <a:glow rad="127000">
                <a:srgbClr val="FF0000">
                  <a:alpha val="61000"/>
                </a:srgbClr>
              </a:glo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D64A6A66-3320-A8C1-A9DC-7E534EAF263A}"/>
              </a:ext>
            </a:extLst>
          </p:cNvPr>
          <p:cNvGrpSpPr/>
          <p:nvPr/>
        </p:nvGrpSpPr>
        <p:grpSpPr>
          <a:xfrm rot="16200000">
            <a:off x="703596" y="3609031"/>
            <a:ext cx="3095687" cy="2470259"/>
            <a:chOff x="436296" y="1927862"/>
            <a:chExt cx="5353797" cy="4272158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AF0B6A69-40DE-39CD-C21A-F6F98AB6DA3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36296" y="2545839"/>
              <a:ext cx="5353797" cy="2772162"/>
            </a:xfrm>
            <a:prstGeom prst="rect">
              <a:avLst/>
            </a:prstGeom>
          </p:spPr>
        </p:pic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7B7C529B-A1EF-03C2-07CE-8EA32433BE54}"/>
                </a:ext>
              </a:extLst>
            </p:cNvPr>
            <p:cNvSpPr/>
            <p:nvPr/>
          </p:nvSpPr>
          <p:spPr>
            <a:xfrm>
              <a:off x="1578586" y="3558540"/>
              <a:ext cx="3381375" cy="1402080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0DF33474-29AF-8741-71DF-B2267AEB1EDD}"/>
                </a:ext>
              </a:extLst>
            </p:cNvPr>
            <p:cNvSpPr/>
            <p:nvPr/>
          </p:nvSpPr>
          <p:spPr>
            <a:xfrm>
              <a:off x="1436663" y="3406140"/>
              <a:ext cx="3787140" cy="259080"/>
            </a:xfrm>
            <a:custGeom>
              <a:avLst/>
              <a:gdLst>
                <a:gd name="connsiteX0" fmla="*/ 3406140 w 3825240"/>
                <a:gd name="connsiteY0" fmla="*/ 0 h 259080"/>
                <a:gd name="connsiteX1" fmla="*/ 0 w 3825240"/>
                <a:gd name="connsiteY1" fmla="*/ 68580 h 259080"/>
                <a:gd name="connsiteX2" fmla="*/ 228600 w 3825240"/>
                <a:gd name="connsiteY2" fmla="*/ 259080 h 259080"/>
                <a:gd name="connsiteX3" fmla="*/ 3825240 w 3825240"/>
                <a:gd name="connsiteY3" fmla="*/ 167640 h 259080"/>
                <a:gd name="connsiteX4" fmla="*/ 3406140 w 3825240"/>
                <a:gd name="connsiteY4" fmla="*/ 0 h 259080"/>
                <a:gd name="connsiteX0" fmla="*/ 3406140 w 3787140"/>
                <a:gd name="connsiteY0" fmla="*/ 0 h 259080"/>
                <a:gd name="connsiteX1" fmla="*/ 0 w 3787140"/>
                <a:gd name="connsiteY1" fmla="*/ 68580 h 259080"/>
                <a:gd name="connsiteX2" fmla="*/ 228600 w 3787140"/>
                <a:gd name="connsiteY2" fmla="*/ 259080 h 259080"/>
                <a:gd name="connsiteX3" fmla="*/ 3787140 w 3787140"/>
                <a:gd name="connsiteY3" fmla="*/ 153353 h 259080"/>
                <a:gd name="connsiteX4" fmla="*/ 3406140 w 3787140"/>
                <a:gd name="connsiteY4" fmla="*/ 0 h 2590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87140" h="259080">
                  <a:moveTo>
                    <a:pt x="3406140" y="0"/>
                  </a:moveTo>
                  <a:lnTo>
                    <a:pt x="0" y="68580"/>
                  </a:lnTo>
                  <a:lnTo>
                    <a:pt x="228600" y="259080"/>
                  </a:lnTo>
                  <a:lnTo>
                    <a:pt x="3787140" y="153353"/>
                  </a:lnTo>
                  <a:lnTo>
                    <a:pt x="3406140" y="0"/>
                  </a:lnTo>
                  <a:close/>
                </a:path>
              </a:pathLst>
            </a:cu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208E37BE-4B83-7E9B-E08E-721A07439E69}"/>
                </a:ext>
              </a:extLst>
            </p:cNvPr>
            <p:cNvSpPr/>
            <p:nvPr/>
          </p:nvSpPr>
          <p:spPr>
            <a:xfrm>
              <a:off x="1459523" y="3482340"/>
              <a:ext cx="205740" cy="1714500"/>
            </a:xfrm>
            <a:custGeom>
              <a:avLst/>
              <a:gdLst>
                <a:gd name="connsiteX0" fmla="*/ 0 w 205740"/>
                <a:gd name="connsiteY0" fmla="*/ 0 h 1714500"/>
                <a:gd name="connsiteX1" fmla="*/ 30480 w 205740"/>
                <a:gd name="connsiteY1" fmla="*/ 1539240 h 1714500"/>
                <a:gd name="connsiteX2" fmla="*/ 205740 w 205740"/>
                <a:gd name="connsiteY2" fmla="*/ 1714500 h 1714500"/>
                <a:gd name="connsiteX3" fmla="*/ 198120 w 205740"/>
                <a:gd name="connsiteY3" fmla="*/ 167640 h 1714500"/>
                <a:gd name="connsiteX4" fmla="*/ 0 w 205740"/>
                <a:gd name="connsiteY4" fmla="*/ 0 h 1714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5740" h="1714500">
                  <a:moveTo>
                    <a:pt x="0" y="0"/>
                  </a:moveTo>
                  <a:lnTo>
                    <a:pt x="30480" y="1539240"/>
                  </a:lnTo>
                  <a:lnTo>
                    <a:pt x="205740" y="1714500"/>
                  </a:lnTo>
                  <a:lnTo>
                    <a:pt x="198120" y="1676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277C8399-8940-CC8E-53A9-7DCEAA7EF61E}"/>
                </a:ext>
              </a:extLst>
            </p:cNvPr>
            <p:cNvSpPr/>
            <p:nvPr/>
          </p:nvSpPr>
          <p:spPr>
            <a:xfrm>
              <a:off x="1657643" y="3558540"/>
              <a:ext cx="3596640" cy="1653540"/>
            </a:xfrm>
            <a:custGeom>
              <a:avLst/>
              <a:gdLst>
                <a:gd name="connsiteX0" fmla="*/ 0 w 3680460"/>
                <a:gd name="connsiteY0" fmla="*/ 1653540 h 1653540"/>
                <a:gd name="connsiteX1" fmla="*/ 1463040 w 3680460"/>
                <a:gd name="connsiteY1" fmla="*/ 1592580 h 1653540"/>
                <a:gd name="connsiteX2" fmla="*/ 1463040 w 3680460"/>
                <a:gd name="connsiteY2" fmla="*/ 1417320 h 1653540"/>
                <a:gd name="connsiteX3" fmla="*/ 182880 w 3680460"/>
                <a:gd name="connsiteY3" fmla="*/ 1478280 h 1653540"/>
                <a:gd name="connsiteX4" fmla="*/ 160020 w 3680460"/>
                <a:gd name="connsiteY4" fmla="*/ 266700 h 1653540"/>
                <a:gd name="connsiteX5" fmla="*/ 3474720 w 3680460"/>
                <a:gd name="connsiteY5" fmla="*/ 160020 h 1653540"/>
                <a:gd name="connsiteX6" fmla="*/ 3467100 w 3680460"/>
                <a:gd name="connsiteY6" fmla="*/ 1424940 h 1653540"/>
                <a:gd name="connsiteX7" fmla="*/ 2278380 w 3680460"/>
                <a:gd name="connsiteY7" fmla="*/ 1432560 h 1653540"/>
                <a:gd name="connsiteX8" fmla="*/ 2263140 w 3680460"/>
                <a:gd name="connsiteY8" fmla="*/ 1584960 h 1653540"/>
                <a:gd name="connsiteX9" fmla="*/ 3680460 w 3680460"/>
                <a:gd name="connsiteY9" fmla="*/ 1546860 h 1653540"/>
                <a:gd name="connsiteX10" fmla="*/ 3589020 w 3680460"/>
                <a:gd name="connsiteY10" fmla="*/ 0 h 1653540"/>
                <a:gd name="connsiteX11" fmla="*/ 0 w 3680460"/>
                <a:gd name="connsiteY11" fmla="*/ 91440 h 1653540"/>
                <a:gd name="connsiteX12" fmla="*/ 0 w 3680460"/>
                <a:gd name="connsiteY12" fmla="*/ 1653540 h 1653540"/>
                <a:gd name="connsiteX0" fmla="*/ 0 w 3649980"/>
                <a:gd name="connsiteY0" fmla="*/ 1653540 h 1653540"/>
                <a:gd name="connsiteX1" fmla="*/ 1463040 w 3649980"/>
                <a:gd name="connsiteY1" fmla="*/ 1592580 h 1653540"/>
                <a:gd name="connsiteX2" fmla="*/ 1463040 w 3649980"/>
                <a:gd name="connsiteY2" fmla="*/ 1417320 h 1653540"/>
                <a:gd name="connsiteX3" fmla="*/ 182880 w 3649980"/>
                <a:gd name="connsiteY3" fmla="*/ 1478280 h 1653540"/>
                <a:gd name="connsiteX4" fmla="*/ 160020 w 3649980"/>
                <a:gd name="connsiteY4" fmla="*/ 266700 h 1653540"/>
                <a:gd name="connsiteX5" fmla="*/ 3474720 w 3649980"/>
                <a:gd name="connsiteY5" fmla="*/ 160020 h 1653540"/>
                <a:gd name="connsiteX6" fmla="*/ 3467100 w 3649980"/>
                <a:gd name="connsiteY6" fmla="*/ 1424940 h 1653540"/>
                <a:gd name="connsiteX7" fmla="*/ 2278380 w 3649980"/>
                <a:gd name="connsiteY7" fmla="*/ 1432560 h 1653540"/>
                <a:gd name="connsiteX8" fmla="*/ 2263140 w 3649980"/>
                <a:gd name="connsiteY8" fmla="*/ 1584960 h 1653540"/>
                <a:gd name="connsiteX9" fmla="*/ 3649980 w 3649980"/>
                <a:gd name="connsiteY9" fmla="*/ 1554480 h 1653540"/>
                <a:gd name="connsiteX10" fmla="*/ 3589020 w 3649980"/>
                <a:gd name="connsiteY10" fmla="*/ 0 h 1653540"/>
                <a:gd name="connsiteX11" fmla="*/ 0 w 3649980"/>
                <a:gd name="connsiteY11" fmla="*/ 91440 h 1653540"/>
                <a:gd name="connsiteX12" fmla="*/ 0 w 3649980"/>
                <a:gd name="connsiteY12" fmla="*/ 1653540 h 1653540"/>
                <a:gd name="connsiteX0" fmla="*/ 0 w 3596640"/>
                <a:gd name="connsiteY0" fmla="*/ 1653540 h 1653540"/>
                <a:gd name="connsiteX1" fmla="*/ 1463040 w 3596640"/>
                <a:gd name="connsiteY1" fmla="*/ 1592580 h 1653540"/>
                <a:gd name="connsiteX2" fmla="*/ 1463040 w 3596640"/>
                <a:gd name="connsiteY2" fmla="*/ 1417320 h 1653540"/>
                <a:gd name="connsiteX3" fmla="*/ 182880 w 3596640"/>
                <a:gd name="connsiteY3" fmla="*/ 1478280 h 1653540"/>
                <a:gd name="connsiteX4" fmla="*/ 160020 w 3596640"/>
                <a:gd name="connsiteY4" fmla="*/ 266700 h 1653540"/>
                <a:gd name="connsiteX5" fmla="*/ 3474720 w 3596640"/>
                <a:gd name="connsiteY5" fmla="*/ 160020 h 1653540"/>
                <a:gd name="connsiteX6" fmla="*/ 3467100 w 3596640"/>
                <a:gd name="connsiteY6" fmla="*/ 1424940 h 1653540"/>
                <a:gd name="connsiteX7" fmla="*/ 2278380 w 3596640"/>
                <a:gd name="connsiteY7" fmla="*/ 1432560 h 1653540"/>
                <a:gd name="connsiteX8" fmla="*/ 2263140 w 3596640"/>
                <a:gd name="connsiteY8" fmla="*/ 1584960 h 1653540"/>
                <a:gd name="connsiteX9" fmla="*/ 3596640 w 3596640"/>
                <a:gd name="connsiteY9" fmla="*/ 1546860 h 1653540"/>
                <a:gd name="connsiteX10" fmla="*/ 3589020 w 3596640"/>
                <a:gd name="connsiteY10" fmla="*/ 0 h 1653540"/>
                <a:gd name="connsiteX11" fmla="*/ 0 w 3596640"/>
                <a:gd name="connsiteY11" fmla="*/ 91440 h 1653540"/>
                <a:gd name="connsiteX12" fmla="*/ 0 w 3596640"/>
                <a:gd name="connsiteY12" fmla="*/ 1653540 h 165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6640" h="1653540">
                  <a:moveTo>
                    <a:pt x="0" y="1653540"/>
                  </a:moveTo>
                  <a:lnTo>
                    <a:pt x="1463040" y="1592580"/>
                  </a:lnTo>
                  <a:lnTo>
                    <a:pt x="1463040" y="1417320"/>
                  </a:lnTo>
                  <a:lnTo>
                    <a:pt x="182880" y="1478280"/>
                  </a:lnTo>
                  <a:lnTo>
                    <a:pt x="160020" y="266700"/>
                  </a:lnTo>
                  <a:lnTo>
                    <a:pt x="3474720" y="160020"/>
                  </a:lnTo>
                  <a:lnTo>
                    <a:pt x="3467100" y="1424940"/>
                  </a:lnTo>
                  <a:lnTo>
                    <a:pt x="2278380" y="1432560"/>
                  </a:lnTo>
                  <a:lnTo>
                    <a:pt x="2263140" y="1584960"/>
                  </a:lnTo>
                  <a:lnTo>
                    <a:pt x="3596640" y="1546860"/>
                  </a:lnTo>
                  <a:lnTo>
                    <a:pt x="3589020" y="0"/>
                  </a:lnTo>
                  <a:lnTo>
                    <a:pt x="0" y="91440"/>
                  </a:lnTo>
                  <a:lnTo>
                    <a:pt x="0" y="165354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9F6A7B8D-F709-1372-89D3-D67DC87F0EF6}"/>
                </a:ext>
              </a:extLst>
            </p:cNvPr>
            <p:cNvSpPr/>
            <p:nvPr/>
          </p:nvSpPr>
          <p:spPr>
            <a:xfrm>
              <a:off x="1833379" y="3727133"/>
              <a:ext cx="3305175" cy="1312068"/>
            </a:xfrm>
            <a:custGeom>
              <a:avLst/>
              <a:gdLst>
                <a:gd name="connsiteX0" fmla="*/ 2943225 w 3305175"/>
                <a:gd name="connsiteY0" fmla="*/ 4762 h 1312068"/>
                <a:gd name="connsiteX1" fmla="*/ 2964657 w 3305175"/>
                <a:gd name="connsiteY1" fmla="*/ 1040606 h 1312068"/>
                <a:gd name="connsiteX2" fmla="*/ 0 w 3305175"/>
                <a:gd name="connsiteY2" fmla="*/ 1133475 h 1312068"/>
                <a:gd name="connsiteX3" fmla="*/ 7144 w 3305175"/>
                <a:gd name="connsiteY3" fmla="*/ 1312068 h 1312068"/>
                <a:gd name="connsiteX4" fmla="*/ 1290638 w 3305175"/>
                <a:gd name="connsiteY4" fmla="*/ 1254918 h 1312068"/>
                <a:gd name="connsiteX5" fmla="*/ 1362075 w 3305175"/>
                <a:gd name="connsiteY5" fmla="*/ 1202531 h 1312068"/>
                <a:gd name="connsiteX6" fmla="*/ 1431132 w 3305175"/>
                <a:gd name="connsiteY6" fmla="*/ 1185862 h 1312068"/>
                <a:gd name="connsiteX7" fmla="*/ 1735932 w 3305175"/>
                <a:gd name="connsiteY7" fmla="*/ 1171575 h 1312068"/>
                <a:gd name="connsiteX8" fmla="*/ 1902619 w 3305175"/>
                <a:gd name="connsiteY8" fmla="*/ 1178718 h 1312068"/>
                <a:gd name="connsiteX9" fmla="*/ 2100263 w 3305175"/>
                <a:gd name="connsiteY9" fmla="*/ 1264443 h 1312068"/>
                <a:gd name="connsiteX10" fmla="*/ 3300413 w 3305175"/>
                <a:gd name="connsiteY10" fmla="*/ 1257300 h 1312068"/>
                <a:gd name="connsiteX11" fmla="*/ 3305175 w 3305175"/>
                <a:gd name="connsiteY11" fmla="*/ 0 h 1312068"/>
                <a:gd name="connsiteX12" fmla="*/ 2943225 w 3305175"/>
                <a:gd name="connsiteY12" fmla="*/ 4762 h 1312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305175" h="1312068">
                  <a:moveTo>
                    <a:pt x="2943225" y="4762"/>
                  </a:moveTo>
                  <a:lnTo>
                    <a:pt x="2964657" y="1040606"/>
                  </a:lnTo>
                  <a:lnTo>
                    <a:pt x="0" y="1133475"/>
                  </a:lnTo>
                  <a:lnTo>
                    <a:pt x="7144" y="1312068"/>
                  </a:lnTo>
                  <a:lnTo>
                    <a:pt x="1290638" y="1254918"/>
                  </a:lnTo>
                  <a:lnTo>
                    <a:pt x="1362075" y="1202531"/>
                  </a:lnTo>
                  <a:lnTo>
                    <a:pt x="1431132" y="1185862"/>
                  </a:lnTo>
                  <a:lnTo>
                    <a:pt x="1735932" y="1171575"/>
                  </a:lnTo>
                  <a:lnTo>
                    <a:pt x="1902619" y="1178718"/>
                  </a:lnTo>
                  <a:lnTo>
                    <a:pt x="2100263" y="1264443"/>
                  </a:lnTo>
                  <a:lnTo>
                    <a:pt x="3300413" y="1257300"/>
                  </a:lnTo>
                  <a:cubicBezTo>
                    <a:pt x="3302000" y="838200"/>
                    <a:pt x="3303588" y="419100"/>
                    <a:pt x="3305175" y="0"/>
                  </a:cubicBezTo>
                  <a:lnTo>
                    <a:pt x="2943225" y="4762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8D29B26E-1754-A651-6780-D649010F733A}"/>
                </a:ext>
              </a:extLst>
            </p:cNvPr>
            <p:cNvSpPr/>
            <p:nvPr/>
          </p:nvSpPr>
          <p:spPr>
            <a:xfrm>
              <a:off x="3119254" y="4896326"/>
              <a:ext cx="819150" cy="247650"/>
            </a:xfrm>
            <a:custGeom>
              <a:avLst/>
              <a:gdLst>
                <a:gd name="connsiteX0" fmla="*/ 802482 w 819150"/>
                <a:gd name="connsiteY0" fmla="*/ 242888 h 247650"/>
                <a:gd name="connsiteX1" fmla="*/ 588169 w 819150"/>
                <a:gd name="connsiteY1" fmla="*/ 116682 h 247650"/>
                <a:gd name="connsiteX2" fmla="*/ 452438 w 819150"/>
                <a:gd name="connsiteY2" fmla="*/ 95250 h 247650"/>
                <a:gd name="connsiteX3" fmla="*/ 192882 w 819150"/>
                <a:gd name="connsiteY3" fmla="*/ 92869 h 247650"/>
                <a:gd name="connsiteX4" fmla="*/ 76200 w 819150"/>
                <a:gd name="connsiteY4" fmla="*/ 140494 h 247650"/>
                <a:gd name="connsiteX5" fmla="*/ 11907 w 819150"/>
                <a:gd name="connsiteY5" fmla="*/ 247650 h 247650"/>
                <a:gd name="connsiteX6" fmla="*/ 0 w 819150"/>
                <a:gd name="connsiteY6" fmla="*/ 85725 h 247650"/>
                <a:gd name="connsiteX7" fmla="*/ 76200 w 819150"/>
                <a:gd name="connsiteY7" fmla="*/ 33338 h 247650"/>
                <a:gd name="connsiteX8" fmla="*/ 173832 w 819150"/>
                <a:gd name="connsiteY8" fmla="*/ 14288 h 247650"/>
                <a:gd name="connsiteX9" fmla="*/ 469107 w 819150"/>
                <a:gd name="connsiteY9" fmla="*/ 0 h 247650"/>
                <a:gd name="connsiteX10" fmla="*/ 616744 w 819150"/>
                <a:gd name="connsiteY10" fmla="*/ 14288 h 247650"/>
                <a:gd name="connsiteX11" fmla="*/ 819150 w 819150"/>
                <a:gd name="connsiteY11" fmla="*/ 95250 h 247650"/>
                <a:gd name="connsiteX12" fmla="*/ 802482 w 819150"/>
                <a:gd name="connsiteY12" fmla="*/ 242888 h 247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19150" h="247650">
                  <a:moveTo>
                    <a:pt x="802482" y="242888"/>
                  </a:moveTo>
                  <a:lnTo>
                    <a:pt x="588169" y="116682"/>
                  </a:lnTo>
                  <a:lnTo>
                    <a:pt x="452438" y="95250"/>
                  </a:lnTo>
                  <a:lnTo>
                    <a:pt x="192882" y="92869"/>
                  </a:lnTo>
                  <a:lnTo>
                    <a:pt x="76200" y="140494"/>
                  </a:lnTo>
                  <a:lnTo>
                    <a:pt x="11907" y="247650"/>
                  </a:lnTo>
                  <a:lnTo>
                    <a:pt x="0" y="85725"/>
                  </a:lnTo>
                  <a:lnTo>
                    <a:pt x="76200" y="33338"/>
                  </a:lnTo>
                  <a:lnTo>
                    <a:pt x="173832" y="14288"/>
                  </a:lnTo>
                  <a:lnTo>
                    <a:pt x="469107" y="0"/>
                  </a:lnTo>
                  <a:lnTo>
                    <a:pt x="616744" y="14288"/>
                  </a:lnTo>
                  <a:lnTo>
                    <a:pt x="819150" y="95250"/>
                  </a:lnTo>
                  <a:lnTo>
                    <a:pt x="802482" y="242888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D34FAE47-1501-1AD4-FD14-F867C0B1E70F}"/>
                </a:ext>
              </a:extLst>
            </p:cNvPr>
            <p:cNvGrpSpPr/>
            <p:nvPr/>
          </p:nvGrpSpPr>
          <p:grpSpPr>
            <a:xfrm>
              <a:off x="4243204" y="4020026"/>
              <a:ext cx="209550" cy="157163"/>
              <a:chOff x="6669881" y="4393406"/>
              <a:chExt cx="209550" cy="157163"/>
            </a:xfrm>
          </p:grpSpPr>
          <p:sp>
            <p:nvSpPr>
              <p:cNvPr id="63" name="Rectangle 62">
                <a:extLst>
                  <a:ext uri="{FF2B5EF4-FFF2-40B4-BE49-F238E27FC236}">
                    <a16:creationId xmlns:a16="http://schemas.microsoft.com/office/drawing/2014/main" id="{7F8EE71B-24C9-4692-D93A-DE869F554125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4" name="Freeform: Shape 63">
                <a:extLst>
                  <a:ext uri="{FF2B5EF4-FFF2-40B4-BE49-F238E27FC236}">
                    <a16:creationId xmlns:a16="http://schemas.microsoft.com/office/drawing/2014/main" id="{FA718725-B8C0-8579-419E-9E1AB528286C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07845DB7-2570-4E8A-00E4-23052BC17291}"/>
                </a:ext>
              </a:extLst>
            </p:cNvPr>
            <p:cNvGrpSpPr/>
            <p:nvPr/>
          </p:nvGrpSpPr>
          <p:grpSpPr>
            <a:xfrm>
              <a:off x="3797910" y="4050982"/>
              <a:ext cx="209550" cy="157163"/>
              <a:chOff x="6669881" y="4393406"/>
              <a:chExt cx="209550" cy="157163"/>
            </a:xfrm>
          </p:grpSpPr>
          <p:sp>
            <p:nvSpPr>
              <p:cNvPr id="61" name="Rectangle 60">
                <a:extLst>
                  <a:ext uri="{FF2B5EF4-FFF2-40B4-BE49-F238E27FC236}">
                    <a16:creationId xmlns:a16="http://schemas.microsoft.com/office/drawing/2014/main" id="{E57176EC-B020-1B56-FCD1-8FB06DA35B94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2" name="Freeform: Shape 61">
                <a:extLst>
                  <a:ext uri="{FF2B5EF4-FFF2-40B4-BE49-F238E27FC236}">
                    <a16:creationId xmlns:a16="http://schemas.microsoft.com/office/drawing/2014/main" id="{20EFB44C-F16D-B613-1AA5-C453BD7A4F86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A51E67BE-A3E1-2104-D159-1A1AABD94C1A}"/>
                </a:ext>
              </a:extLst>
            </p:cNvPr>
            <p:cNvGrpSpPr/>
            <p:nvPr/>
          </p:nvGrpSpPr>
          <p:grpSpPr>
            <a:xfrm>
              <a:off x="3352616" y="4081938"/>
              <a:ext cx="209550" cy="157163"/>
              <a:chOff x="6669881" y="4393406"/>
              <a:chExt cx="209550" cy="157163"/>
            </a:xfrm>
          </p:grpSpPr>
          <p:sp>
            <p:nvSpPr>
              <p:cNvPr id="59" name="Rectangle 58">
                <a:extLst>
                  <a:ext uri="{FF2B5EF4-FFF2-40B4-BE49-F238E27FC236}">
                    <a16:creationId xmlns:a16="http://schemas.microsoft.com/office/drawing/2014/main" id="{07A1EBE3-FD2A-116C-8B58-9A95D5BEE001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0" name="Freeform: Shape 59">
                <a:extLst>
                  <a:ext uri="{FF2B5EF4-FFF2-40B4-BE49-F238E27FC236}">
                    <a16:creationId xmlns:a16="http://schemas.microsoft.com/office/drawing/2014/main" id="{C21EE85A-579F-A05D-29C2-9D352C7324FC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99026A85-6813-D585-CE86-5326B368B8D5}"/>
                </a:ext>
              </a:extLst>
            </p:cNvPr>
            <p:cNvGrpSpPr/>
            <p:nvPr/>
          </p:nvGrpSpPr>
          <p:grpSpPr>
            <a:xfrm>
              <a:off x="2851360" y="4093844"/>
              <a:ext cx="209550" cy="157163"/>
              <a:chOff x="6669881" y="4393406"/>
              <a:chExt cx="209550" cy="157163"/>
            </a:xfrm>
          </p:grpSpPr>
          <p:sp>
            <p:nvSpPr>
              <p:cNvPr id="57" name="Rectangle 56">
                <a:extLst>
                  <a:ext uri="{FF2B5EF4-FFF2-40B4-BE49-F238E27FC236}">
                    <a16:creationId xmlns:a16="http://schemas.microsoft.com/office/drawing/2014/main" id="{A39EB59E-648F-D868-1AB5-8D583537EBB4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8" name="Freeform: Shape 57">
                <a:extLst>
                  <a:ext uri="{FF2B5EF4-FFF2-40B4-BE49-F238E27FC236}">
                    <a16:creationId xmlns:a16="http://schemas.microsoft.com/office/drawing/2014/main" id="{E8E47D1A-2F30-5BFA-3FEF-2BB472D39D9A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D4568CE2-96B0-0345-F77D-8C0C2E24AD4F}"/>
                </a:ext>
              </a:extLst>
            </p:cNvPr>
            <p:cNvGrpSpPr/>
            <p:nvPr/>
          </p:nvGrpSpPr>
          <p:grpSpPr>
            <a:xfrm>
              <a:off x="2345112" y="4113567"/>
              <a:ext cx="209550" cy="157163"/>
              <a:chOff x="6669881" y="4393406"/>
              <a:chExt cx="209550" cy="157163"/>
            </a:xfrm>
          </p:grpSpPr>
          <p:sp>
            <p:nvSpPr>
              <p:cNvPr id="55" name="Rectangle 54">
                <a:extLst>
                  <a:ext uri="{FF2B5EF4-FFF2-40B4-BE49-F238E27FC236}">
                    <a16:creationId xmlns:a16="http://schemas.microsoft.com/office/drawing/2014/main" id="{1DEB04CD-9505-851F-7066-03C08BB9E167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6" name="Freeform: Shape 55">
                <a:extLst>
                  <a:ext uri="{FF2B5EF4-FFF2-40B4-BE49-F238E27FC236}">
                    <a16:creationId xmlns:a16="http://schemas.microsoft.com/office/drawing/2014/main" id="{8564A532-6696-9B42-1346-0EDF1A47C507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B8B70510-6AF0-501B-C36C-82C2D4E09E74}"/>
                </a:ext>
              </a:extLst>
            </p:cNvPr>
            <p:cNvGrpSpPr/>
            <p:nvPr/>
          </p:nvGrpSpPr>
          <p:grpSpPr>
            <a:xfrm>
              <a:off x="2333205" y="4520758"/>
              <a:ext cx="209550" cy="157163"/>
              <a:chOff x="6669881" y="4393406"/>
              <a:chExt cx="209550" cy="157163"/>
            </a:xfrm>
          </p:grpSpPr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7A6435AE-EBDB-F62E-B1E5-E93583F1F56D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4" name="Freeform: Shape 53">
                <a:extLst>
                  <a:ext uri="{FF2B5EF4-FFF2-40B4-BE49-F238E27FC236}">
                    <a16:creationId xmlns:a16="http://schemas.microsoft.com/office/drawing/2014/main" id="{3254FB2F-CD31-3D0D-D451-FBE80D4E192D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3C805C87-9C5A-D2A6-B984-E7509E5887A2}"/>
                </a:ext>
              </a:extLst>
            </p:cNvPr>
            <p:cNvGrpSpPr/>
            <p:nvPr/>
          </p:nvGrpSpPr>
          <p:grpSpPr>
            <a:xfrm>
              <a:off x="2848977" y="4506471"/>
              <a:ext cx="209550" cy="157163"/>
              <a:chOff x="6669881" y="4393406"/>
              <a:chExt cx="209550" cy="157163"/>
            </a:xfrm>
          </p:grpSpPr>
          <p:sp>
            <p:nvSpPr>
              <p:cNvPr id="51" name="Rectangle 50">
                <a:extLst>
                  <a:ext uri="{FF2B5EF4-FFF2-40B4-BE49-F238E27FC236}">
                    <a16:creationId xmlns:a16="http://schemas.microsoft.com/office/drawing/2014/main" id="{D5087647-D5A1-CFCC-28A2-73B5AE79A3B9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2" name="Freeform: Shape 51">
                <a:extLst>
                  <a:ext uri="{FF2B5EF4-FFF2-40B4-BE49-F238E27FC236}">
                    <a16:creationId xmlns:a16="http://schemas.microsoft.com/office/drawing/2014/main" id="{CD5AE617-C76E-7777-AAC6-BD7CC76404CD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ABC635DE-597C-D3CE-45D0-07F96ACFFB64}"/>
                </a:ext>
              </a:extLst>
            </p:cNvPr>
            <p:cNvGrpSpPr/>
            <p:nvPr/>
          </p:nvGrpSpPr>
          <p:grpSpPr>
            <a:xfrm>
              <a:off x="3359757" y="4500001"/>
              <a:ext cx="209550" cy="157163"/>
              <a:chOff x="6669881" y="4393406"/>
              <a:chExt cx="209550" cy="157163"/>
            </a:xfrm>
          </p:grpSpPr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19006A88-E11E-B846-0E80-BC387DD9C7A2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0" name="Freeform: Shape 49">
                <a:extLst>
                  <a:ext uri="{FF2B5EF4-FFF2-40B4-BE49-F238E27FC236}">
                    <a16:creationId xmlns:a16="http://schemas.microsoft.com/office/drawing/2014/main" id="{7C7EFD09-8CD0-1BBB-F683-3054B0EDBC13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74C9AF63-238C-69F3-C5F7-D32BE32643D2}"/>
                </a:ext>
              </a:extLst>
            </p:cNvPr>
            <p:cNvGrpSpPr/>
            <p:nvPr/>
          </p:nvGrpSpPr>
          <p:grpSpPr>
            <a:xfrm>
              <a:off x="3828863" y="4505748"/>
              <a:ext cx="209550" cy="157163"/>
              <a:chOff x="6669881" y="4393406"/>
              <a:chExt cx="209550" cy="157163"/>
            </a:xfrm>
          </p:grpSpPr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E81EC6E3-09EC-5508-E38B-0CA2C7F2BAAB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8" name="Freeform: Shape 47">
                <a:extLst>
                  <a:ext uri="{FF2B5EF4-FFF2-40B4-BE49-F238E27FC236}">
                    <a16:creationId xmlns:a16="http://schemas.microsoft.com/office/drawing/2014/main" id="{1F013841-013A-99C8-A49E-BF3B7BC2D49C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E8792041-4DC9-2C7B-B6F8-0BB3E843B4B4}"/>
                </a:ext>
              </a:extLst>
            </p:cNvPr>
            <p:cNvGrpSpPr/>
            <p:nvPr/>
          </p:nvGrpSpPr>
          <p:grpSpPr>
            <a:xfrm>
              <a:off x="4271771" y="4495238"/>
              <a:ext cx="209550" cy="157163"/>
              <a:chOff x="6669881" y="4393406"/>
              <a:chExt cx="209550" cy="157163"/>
            </a:xfrm>
          </p:grpSpPr>
          <p:sp>
            <p:nvSpPr>
              <p:cNvPr id="45" name="Rectangle 44">
                <a:extLst>
                  <a:ext uri="{FF2B5EF4-FFF2-40B4-BE49-F238E27FC236}">
                    <a16:creationId xmlns:a16="http://schemas.microsoft.com/office/drawing/2014/main" id="{A71DB603-3A82-0725-132D-5E279359D8FC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6" name="Freeform: Shape 45">
                <a:extLst>
                  <a:ext uri="{FF2B5EF4-FFF2-40B4-BE49-F238E27FC236}">
                    <a16:creationId xmlns:a16="http://schemas.microsoft.com/office/drawing/2014/main" id="{BF427125-387E-C72C-D36C-66197A761F18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4B713541-59E6-3A81-E697-536CCE6BD1AA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908657" y="5300061"/>
              <a:ext cx="1003434" cy="1889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B5370099-3BDD-F680-6922-513591AFA944}"/>
                </a:ext>
              </a:extLst>
            </p:cNvPr>
            <p:cNvSpPr txBox="1"/>
            <p:nvPr/>
          </p:nvSpPr>
          <p:spPr>
            <a:xfrm rot="5400000">
              <a:off x="2135199" y="5589007"/>
              <a:ext cx="796202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GND</a:t>
              </a:r>
              <a:endParaRPr lang="LID4096" sz="1000" b="1" dirty="0"/>
            </a:p>
          </p:txBody>
        </p: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B818796E-2F23-FB82-753A-4B2FD3DE219C}"/>
                </a:ext>
              </a:extLst>
            </p:cNvPr>
            <p:cNvCxnSpPr>
              <a:cxnSpLocks/>
            </p:cNvCxnSpPr>
            <p:nvPr/>
          </p:nvCxnSpPr>
          <p:spPr>
            <a:xfrm>
              <a:off x="4334743" y="2222017"/>
              <a:ext cx="27524" cy="1673166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7BA32BCF-D8AA-FE4F-BDA0-47370C0C6A14}"/>
                </a:ext>
              </a:extLst>
            </p:cNvPr>
            <p:cNvSpPr txBox="1"/>
            <p:nvPr/>
          </p:nvSpPr>
          <p:spPr>
            <a:xfrm rot="5400000">
              <a:off x="4125363" y="2102273"/>
              <a:ext cx="760164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3.3V</a:t>
              </a:r>
              <a:endParaRPr lang="LID4096" sz="1000" b="1" dirty="0"/>
            </a:p>
          </p:txBody>
        </p: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C5FA835F-6E56-C7D6-C7FF-41F8AF3E893C}"/>
                </a:ext>
              </a:extLst>
            </p:cNvPr>
            <p:cNvCxnSpPr>
              <a:cxnSpLocks/>
            </p:cNvCxnSpPr>
            <p:nvPr/>
          </p:nvCxnSpPr>
          <p:spPr>
            <a:xfrm>
              <a:off x="2399207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84FF85F2-3387-8E04-8271-054C541B25E3}"/>
                </a:ext>
              </a:extLst>
            </p:cNvPr>
            <p:cNvSpPr txBox="1"/>
            <p:nvPr/>
          </p:nvSpPr>
          <p:spPr>
            <a:xfrm rot="5400000">
              <a:off x="2162151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bit0</a:t>
              </a:r>
              <a:endParaRPr lang="LID4096" sz="1000" b="1" dirty="0"/>
            </a:p>
          </p:txBody>
        </p: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8218160B-F0E1-FD3E-2B26-927F9FF2BA43}"/>
                </a:ext>
              </a:extLst>
            </p:cNvPr>
            <p:cNvCxnSpPr>
              <a:cxnSpLocks/>
            </p:cNvCxnSpPr>
            <p:nvPr/>
          </p:nvCxnSpPr>
          <p:spPr>
            <a:xfrm>
              <a:off x="2934442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2BEAFD54-A5A2-4418-1A85-1D59BAC8B2A8}"/>
                </a:ext>
              </a:extLst>
            </p:cNvPr>
            <p:cNvSpPr txBox="1"/>
            <p:nvPr/>
          </p:nvSpPr>
          <p:spPr>
            <a:xfrm rot="5400000">
              <a:off x="2764068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bit2</a:t>
              </a:r>
              <a:endParaRPr lang="LID4096" sz="1000" b="1" dirty="0"/>
            </a:p>
          </p:txBody>
        </p: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AC154782-62C6-109D-5CC4-5EAA9492C687}"/>
                </a:ext>
              </a:extLst>
            </p:cNvPr>
            <p:cNvCxnSpPr>
              <a:cxnSpLocks/>
            </p:cNvCxnSpPr>
            <p:nvPr/>
          </p:nvCxnSpPr>
          <p:spPr>
            <a:xfrm>
              <a:off x="3453714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FF9A5106-0CDA-9DF7-C066-3D5A00235334}"/>
                </a:ext>
              </a:extLst>
            </p:cNvPr>
            <p:cNvSpPr txBox="1"/>
            <p:nvPr/>
          </p:nvSpPr>
          <p:spPr>
            <a:xfrm rot="5400000">
              <a:off x="3213817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bit4</a:t>
              </a:r>
              <a:endParaRPr lang="LID4096" sz="1000" b="1" dirty="0"/>
            </a:p>
          </p:txBody>
        </p: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8A930BE7-DFF9-9C7C-AB18-7963E428A69B}"/>
                </a:ext>
              </a:extLst>
            </p:cNvPr>
            <p:cNvCxnSpPr>
              <a:cxnSpLocks/>
            </p:cNvCxnSpPr>
            <p:nvPr/>
          </p:nvCxnSpPr>
          <p:spPr>
            <a:xfrm>
              <a:off x="3907991" y="2335991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9330CB8A-7A09-CF2B-2869-830CA5D6BAF0}"/>
                </a:ext>
              </a:extLst>
            </p:cNvPr>
            <p:cNvSpPr txBox="1"/>
            <p:nvPr/>
          </p:nvSpPr>
          <p:spPr>
            <a:xfrm rot="5400000">
              <a:off x="3664934" y="206730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bit6</a:t>
              </a:r>
              <a:endParaRPr lang="LID4096" sz="1000" b="1" dirty="0"/>
            </a:p>
          </p:txBody>
        </p: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387553F7-2793-917D-FE04-EC580796A320}"/>
                </a:ext>
              </a:extLst>
            </p:cNvPr>
            <p:cNvCxnSpPr>
              <a:cxnSpLocks/>
            </p:cNvCxnSpPr>
            <p:nvPr/>
          </p:nvCxnSpPr>
          <p:spPr>
            <a:xfrm>
              <a:off x="2920379" y="4745914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A122F443-0872-1568-BF27-0037E93751FB}"/>
                </a:ext>
              </a:extLst>
            </p:cNvPr>
            <p:cNvSpPr txBox="1"/>
            <p:nvPr/>
          </p:nvSpPr>
          <p:spPr>
            <a:xfrm rot="5400000">
              <a:off x="2684413" y="559553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bit1</a:t>
              </a:r>
              <a:endParaRPr lang="LID4096" sz="1000" b="1" dirty="0"/>
            </a:p>
          </p:txBody>
        </p: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2D3CEAF0-38CE-C787-99C3-592046ED46BC}"/>
                </a:ext>
              </a:extLst>
            </p:cNvPr>
            <p:cNvCxnSpPr>
              <a:cxnSpLocks/>
            </p:cNvCxnSpPr>
            <p:nvPr/>
          </p:nvCxnSpPr>
          <p:spPr>
            <a:xfrm>
              <a:off x="3436440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173E085B-18C9-E3EF-D342-0D721BFFCAF9}"/>
                </a:ext>
              </a:extLst>
            </p:cNvPr>
            <p:cNvSpPr txBox="1"/>
            <p:nvPr/>
          </p:nvSpPr>
          <p:spPr>
            <a:xfrm rot="5400000">
              <a:off x="3200473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bit3</a:t>
              </a:r>
              <a:endParaRPr lang="LID4096" sz="1000" b="1" dirty="0"/>
            </a:p>
          </p:txBody>
        </p: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1BEB522E-DA47-8448-5AEE-7552F5D50CAD}"/>
                </a:ext>
              </a:extLst>
            </p:cNvPr>
            <p:cNvCxnSpPr>
              <a:cxnSpLocks/>
            </p:cNvCxnSpPr>
            <p:nvPr/>
          </p:nvCxnSpPr>
          <p:spPr>
            <a:xfrm>
              <a:off x="3918887" y="4744900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C7252D82-55A4-5CEA-3EB7-AD18E5E17365}"/>
                </a:ext>
              </a:extLst>
            </p:cNvPr>
            <p:cNvSpPr txBox="1"/>
            <p:nvPr/>
          </p:nvSpPr>
          <p:spPr>
            <a:xfrm rot="5400000">
              <a:off x="3682921" y="5594528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bit5</a:t>
              </a:r>
              <a:endParaRPr lang="LID4096" sz="1000" b="1" dirty="0"/>
            </a:p>
          </p:txBody>
        </p: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761CE372-A12C-E397-5A20-D2DFDD7AD9B7}"/>
                </a:ext>
              </a:extLst>
            </p:cNvPr>
            <p:cNvCxnSpPr>
              <a:cxnSpLocks/>
            </p:cNvCxnSpPr>
            <p:nvPr/>
          </p:nvCxnSpPr>
          <p:spPr>
            <a:xfrm>
              <a:off x="4372042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0A432E71-EB90-36A0-41EB-DF4D4BA303C3}"/>
                </a:ext>
              </a:extLst>
            </p:cNvPr>
            <p:cNvSpPr txBox="1"/>
            <p:nvPr/>
          </p:nvSpPr>
          <p:spPr>
            <a:xfrm rot="5400000">
              <a:off x="4136075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bit7</a:t>
              </a:r>
              <a:endParaRPr lang="LID4096" sz="1000" b="1" dirty="0"/>
            </a:p>
          </p:txBody>
        </p:sp>
      </p:grpSp>
      <p:sp>
        <p:nvSpPr>
          <p:cNvPr id="65" name="Oval 64">
            <a:extLst>
              <a:ext uri="{FF2B5EF4-FFF2-40B4-BE49-F238E27FC236}">
                <a16:creationId xmlns:a16="http://schemas.microsoft.com/office/drawing/2014/main" id="{4997575A-1B38-EFA2-1291-6C9147122F59}"/>
              </a:ext>
            </a:extLst>
          </p:cNvPr>
          <p:cNvSpPr/>
          <p:nvPr/>
        </p:nvSpPr>
        <p:spPr>
          <a:xfrm>
            <a:off x="2238258" y="4032560"/>
            <a:ext cx="125834" cy="125834"/>
          </a:xfrm>
          <a:prstGeom prst="ellipse">
            <a:avLst/>
          </a:pr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66" name="Oval 65">
            <a:extLst>
              <a:ext uri="{FF2B5EF4-FFF2-40B4-BE49-F238E27FC236}">
                <a16:creationId xmlns:a16="http://schemas.microsoft.com/office/drawing/2014/main" id="{F1414558-DB39-D14A-5875-DCF5B86B5305}"/>
              </a:ext>
            </a:extLst>
          </p:cNvPr>
          <p:cNvSpPr/>
          <p:nvPr/>
        </p:nvSpPr>
        <p:spPr>
          <a:xfrm>
            <a:off x="2506052" y="4272263"/>
            <a:ext cx="125834" cy="125834"/>
          </a:xfrm>
          <a:prstGeom prst="ellipse">
            <a:avLst/>
          </a:pr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67" name="Oval 66">
            <a:extLst>
              <a:ext uri="{FF2B5EF4-FFF2-40B4-BE49-F238E27FC236}">
                <a16:creationId xmlns:a16="http://schemas.microsoft.com/office/drawing/2014/main" id="{C9D0B913-5156-BD6C-4D3C-9904F34E0FCF}"/>
              </a:ext>
            </a:extLst>
          </p:cNvPr>
          <p:cNvSpPr/>
          <p:nvPr/>
        </p:nvSpPr>
        <p:spPr>
          <a:xfrm>
            <a:off x="2493131" y="4552583"/>
            <a:ext cx="125834" cy="125834"/>
          </a:xfrm>
          <a:prstGeom prst="ellipse">
            <a:avLst/>
          </a:pr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68" name="Freeform: Shape 67">
            <a:extLst>
              <a:ext uri="{FF2B5EF4-FFF2-40B4-BE49-F238E27FC236}">
                <a16:creationId xmlns:a16="http://schemas.microsoft.com/office/drawing/2014/main" id="{E5ED603F-C194-6D40-4407-59B8619CF689}"/>
              </a:ext>
            </a:extLst>
          </p:cNvPr>
          <p:cNvSpPr/>
          <p:nvPr/>
        </p:nvSpPr>
        <p:spPr>
          <a:xfrm>
            <a:off x="2620341" y="4273662"/>
            <a:ext cx="6210813" cy="1013986"/>
          </a:xfrm>
          <a:custGeom>
            <a:avLst/>
            <a:gdLst>
              <a:gd name="connsiteX0" fmla="*/ 0 w 5549318"/>
              <a:gd name="connsiteY0" fmla="*/ 178006 h 1556019"/>
              <a:gd name="connsiteX1" fmla="*/ 973123 w 5549318"/>
              <a:gd name="connsiteY1" fmla="*/ 6032 h 1556019"/>
              <a:gd name="connsiteX2" fmla="*/ 2063692 w 5549318"/>
              <a:gd name="connsiteY2" fmla="*/ 370953 h 1556019"/>
              <a:gd name="connsiteX3" fmla="*/ 4467138 w 5549318"/>
              <a:gd name="connsiteY3" fmla="*/ 1524439 h 1556019"/>
              <a:gd name="connsiteX4" fmla="*/ 5549318 w 5549318"/>
              <a:gd name="connsiteY4" fmla="*/ 1117573 h 1556019"/>
              <a:gd name="connsiteX0" fmla="*/ 0 w 5549318"/>
              <a:gd name="connsiteY0" fmla="*/ 175046 h 1553059"/>
              <a:gd name="connsiteX1" fmla="*/ 973123 w 5549318"/>
              <a:gd name="connsiteY1" fmla="*/ 3072 h 1553059"/>
              <a:gd name="connsiteX2" fmla="*/ 3044128 w 5549318"/>
              <a:gd name="connsiteY2" fmla="*/ 301727 h 1553059"/>
              <a:gd name="connsiteX3" fmla="*/ 4467138 w 5549318"/>
              <a:gd name="connsiteY3" fmla="*/ 1521479 h 1553059"/>
              <a:gd name="connsiteX4" fmla="*/ 5549318 w 5549318"/>
              <a:gd name="connsiteY4" fmla="*/ 1114613 h 1553059"/>
              <a:gd name="connsiteX0" fmla="*/ 0 w 5549318"/>
              <a:gd name="connsiteY0" fmla="*/ 254326 h 1632339"/>
              <a:gd name="connsiteX1" fmla="*/ 973123 w 5549318"/>
              <a:gd name="connsiteY1" fmla="*/ 82352 h 1632339"/>
              <a:gd name="connsiteX2" fmla="*/ 4467138 w 5549318"/>
              <a:gd name="connsiteY2" fmla="*/ 1600759 h 1632339"/>
              <a:gd name="connsiteX3" fmla="*/ 5549318 w 5549318"/>
              <a:gd name="connsiteY3" fmla="*/ 1193893 h 1632339"/>
              <a:gd name="connsiteX0" fmla="*/ 0 w 5549318"/>
              <a:gd name="connsiteY0" fmla="*/ 318292 h 1696305"/>
              <a:gd name="connsiteX1" fmla="*/ 2690392 w 5549318"/>
              <a:gd name="connsiteY1" fmla="*/ 71079 h 1696305"/>
              <a:gd name="connsiteX2" fmla="*/ 4467138 w 5549318"/>
              <a:gd name="connsiteY2" fmla="*/ 1664725 h 1696305"/>
              <a:gd name="connsiteX3" fmla="*/ 5549318 w 5549318"/>
              <a:gd name="connsiteY3" fmla="*/ 1257859 h 1696305"/>
              <a:gd name="connsiteX0" fmla="*/ 0 w 5549318"/>
              <a:gd name="connsiteY0" fmla="*/ 27604 h 1405617"/>
              <a:gd name="connsiteX1" fmla="*/ 3632721 w 5549318"/>
              <a:gd name="connsiteY1" fmla="*/ 347580 h 1405617"/>
              <a:gd name="connsiteX2" fmla="*/ 4467138 w 5549318"/>
              <a:gd name="connsiteY2" fmla="*/ 1374037 h 1405617"/>
              <a:gd name="connsiteX3" fmla="*/ 5549318 w 5549318"/>
              <a:gd name="connsiteY3" fmla="*/ 967171 h 1405617"/>
              <a:gd name="connsiteX0" fmla="*/ 0 w 5549318"/>
              <a:gd name="connsiteY0" fmla="*/ 22747 h 962314"/>
              <a:gd name="connsiteX1" fmla="*/ 3632721 w 5549318"/>
              <a:gd name="connsiteY1" fmla="*/ 342723 h 962314"/>
              <a:gd name="connsiteX2" fmla="*/ 5549318 w 5549318"/>
              <a:gd name="connsiteY2" fmla="*/ 962314 h 962314"/>
              <a:gd name="connsiteX0" fmla="*/ 0 w 5549318"/>
              <a:gd name="connsiteY0" fmla="*/ 37878 h 977445"/>
              <a:gd name="connsiteX1" fmla="*/ 3632721 w 5549318"/>
              <a:gd name="connsiteY1" fmla="*/ 357854 h 977445"/>
              <a:gd name="connsiteX2" fmla="*/ 5549318 w 5549318"/>
              <a:gd name="connsiteY2" fmla="*/ 977445 h 977445"/>
              <a:gd name="connsiteX0" fmla="*/ 0 w 5549318"/>
              <a:gd name="connsiteY0" fmla="*/ 60298 h 999865"/>
              <a:gd name="connsiteX1" fmla="*/ 3632721 w 5549318"/>
              <a:gd name="connsiteY1" fmla="*/ 380274 h 999865"/>
              <a:gd name="connsiteX2" fmla="*/ 5549318 w 5549318"/>
              <a:gd name="connsiteY2" fmla="*/ 999865 h 999865"/>
              <a:gd name="connsiteX0" fmla="*/ 0 w 6082478"/>
              <a:gd name="connsiteY0" fmla="*/ 20911 h 763698"/>
              <a:gd name="connsiteX1" fmla="*/ 3632721 w 6082478"/>
              <a:gd name="connsiteY1" fmla="*/ 340887 h 763698"/>
              <a:gd name="connsiteX2" fmla="*/ 6082478 w 6082478"/>
              <a:gd name="connsiteY2" fmla="*/ 763698 h 763698"/>
              <a:gd name="connsiteX0" fmla="*/ 0 w 6373857"/>
              <a:gd name="connsiteY0" fmla="*/ 19636 h 606157"/>
              <a:gd name="connsiteX1" fmla="*/ 3632721 w 6373857"/>
              <a:gd name="connsiteY1" fmla="*/ 339612 h 606157"/>
              <a:gd name="connsiteX2" fmla="*/ 6373857 w 6373857"/>
              <a:gd name="connsiteY2" fmla="*/ 606156 h 606157"/>
              <a:gd name="connsiteX0" fmla="*/ 0 w 6373857"/>
              <a:gd name="connsiteY0" fmla="*/ 19636 h 760798"/>
              <a:gd name="connsiteX1" fmla="*/ 3632721 w 6373857"/>
              <a:gd name="connsiteY1" fmla="*/ 339612 h 760798"/>
              <a:gd name="connsiteX2" fmla="*/ 6373857 w 6373857"/>
              <a:gd name="connsiteY2" fmla="*/ 606156 h 760798"/>
              <a:gd name="connsiteX0" fmla="*/ 0 w 6373857"/>
              <a:gd name="connsiteY0" fmla="*/ 19636 h 800544"/>
              <a:gd name="connsiteX1" fmla="*/ 3632721 w 6373857"/>
              <a:gd name="connsiteY1" fmla="*/ 339612 h 800544"/>
              <a:gd name="connsiteX2" fmla="*/ 6373857 w 6373857"/>
              <a:gd name="connsiteY2" fmla="*/ 606156 h 800544"/>
              <a:gd name="connsiteX0" fmla="*/ 0 w 6568943"/>
              <a:gd name="connsiteY0" fmla="*/ 19636 h 868368"/>
              <a:gd name="connsiteX1" fmla="*/ 3632721 w 6568943"/>
              <a:gd name="connsiteY1" fmla="*/ 339612 h 868368"/>
              <a:gd name="connsiteX2" fmla="*/ 6568943 w 6568943"/>
              <a:gd name="connsiteY2" fmla="*/ 687531 h 868368"/>
              <a:gd name="connsiteX0" fmla="*/ 0 w 6568943"/>
              <a:gd name="connsiteY0" fmla="*/ 19636 h 1001204"/>
              <a:gd name="connsiteX1" fmla="*/ 3632721 w 6568943"/>
              <a:gd name="connsiteY1" fmla="*/ 339612 h 1001204"/>
              <a:gd name="connsiteX2" fmla="*/ 6568943 w 6568943"/>
              <a:gd name="connsiteY2" fmla="*/ 687531 h 10012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568943" h="1001204">
                <a:moveTo>
                  <a:pt x="0" y="19636"/>
                </a:moveTo>
                <a:cubicBezTo>
                  <a:pt x="314587" y="-82430"/>
                  <a:pt x="2570412" y="241859"/>
                  <a:pt x="3632721" y="339612"/>
                </a:cubicBezTo>
                <a:cubicBezTo>
                  <a:pt x="4695030" y="437365"/>
                  <a:pt x="5026757" y="1522453"/>
                  <a:pt x="6568943" y="687531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69" name="Freeform: Shape 68">
            <a:extLst>
              <a:ext uri="{FF2B5EF4-FFF2-40B4-BE49-F238E27FC236}">
                <a16:creationId xmlns:a16="http://schemas.microsoft.com/office/drawing/2014/main" id="{BC6E9B62-4A1A-886B-2809-8FB826F0744A}"/>
              </a:ext>
            </a:extLst>
          </p:cNvPr>
          <p:cNvSpPr/>
          <p:nvPr/>
        </p:nvSpPr>
        <p:spPr>
          <a:xfrm>
            <a:off x="2616097" y="4551117"/>
            <a:ext cx="4505984" cy="517219"/>
          </a:xfrm>
          <a:custGeom>
            <a:avLst/>
            <a:gdLst>
              <a:gd name="connsiteX0" fmla="*/ 0 w 5549318"/>
              <a:gd name="connsiteY0" fmla="*/ 178006 h 1556019"/>
              <a:gd name="connsiteX1" fmla="*/ 973123 w 5549318"/>
              <a:gd name="connsiteY1" fmla="*/ 6032 h 1556019"/>
              <a:gd name="connsiteX2" fmla="*/ 2063692 w 5549318"/>
              <a:gd name="connsiteY2" fmla="*/ 370953 h 1556019"/>
              <a:gd name="connsiteX3" fmla="*/ 4467138 w 5549318"/>
              <a:gd name="connsiteY3" fmla="*/ 1524439 h 1556019"/>
              <a:gd name="connsiteX4" fmla="*/ 5549318 w 5549318"/>
              <a:gd name="connsiteY4" fmla="*/ 1117573 h 1556019"/>
              <a:gd name="connsiteX0" fmla="*/ 0 w 5549318"/>
              <a:gd name="connsiteY0" fmla="*/ 175046 h 1553059"/>
              <a:gd name="connsiteX1" fmla="*/ 973123 w 5549318"/>
              <a:gd name="connsiteY1" fmla="*/ 3072 h 1553059"/>
              <a:gd name="connsiteX2" fmla="*/ 3044128 w 5549318"/>
              <a:gd name="connsiteY2" fmla="*/ 301727 h 1553059"/>
              <a:gd name="connsiteX3" fmla="*/ 4467138 w 5549318"/>
              <a:gd name="connsiteY3" fmla="*/ 1521479 h 1553059"/>
              <a:gd name="connsiteX4" fmla="*/ 5549318 w 5549318"/>
              <a:gd name="connsiteY4" fmla="*/ 1114613 h 1553059"/>
              <a:gd name="connsiteX0" fmla="*/ 0 w 5549318"/>
              <a:gd name="connsiteY0" fmla="*/ 254326 h 1632339"/>
              <a:gd name="connsiteX1" fmla="*/ 973123 w 5549318"/>
              <a:gd name="connsiteY1" fmla="*/ 82352 h 1632339"/>
              <a:gd name="connsiteX2" fmla="*/ 4467138 w 5549318"/>
              <a:gd name="connsiteY2" fmla="*/ 1600759 h 1632339"/>
              <a:gd name="connsiteX3" fmla="*/ 5549318 w 5549318"/>
              <a:gd name="connsiteY3" fmla="*/ 1193893 h 1632339"/>
              <a:gd name="connsiteX0" fmla="*/ 0 w 5549318"/>
              <a:gd name="connsiteY0" fmla="*/ 318292 h 1696305"/>
              <a:gd name="connsiteX1" fmla="*/ 2690392 w 5549318"/>
              <a:gd name="connsiteY1" fmla="*/ 71079 h 1696305"/>
              <a:gd name="connsiteX2" fmla="*/ 4467138 w 5549318"/>
              <a:gd name="connsiteY2" fmla="*/ 1664725 h 1696305"/>
              <a:gd name="connsiteX3" fmla="*/ 5549318 w 5549318"/>
              <a:gd name="connsiteY3" fmla="*/ 1257859 h 1696305"/>
              <a:gd name="connsiteX0" fmla="*/ 0 w 5549318"/>
              <a:gd name="connsiteY0" fmla="*/ 27604 h 1405617"/>
              <a:gd name="connsiteX1" fmla="*/ 3632721 w 5549318"/>
              <a:gd name="connsiteY1" fmla="*/ 347580 h 1405617"/>
              <a:gd name="connsiteX2" fmla="*/ 4467138 w 5549318"/>
              <a:gd name="connsiteY2" fmla="*/ 1374037 h 1405617"/>
              <a:gd name="connsiteX3" fmla="*/ 5549318 w 5549318"/>
              <a:gd name="connsiteY3" fmla="*/ 967171 h 1405617"/>
              <a:gd name="connsiteX0" fmla="*/ 0 w 5549318"/>
              <a:gd name="connsiteY0" fmla="*/ 22747 h 962314"/>
              <a:gd name="connsiteX1" fmla="*/ 3632721 w 5549318"/>
              <a:gd name="connsiteY1" fmla="*/ 342723 h 962314"/>
              <a:gd name="connsiteX2" fmla="*/ 5549318 w 5549318"/>
              <a:gd name="connsiteY2" fmla="*/ 962314 h 962314"/>
              <a:gd name="connsiteX0" fmla="*/ 0 w 5549318"/>
              <a:gd name="connsiteY0" fmla="*/ 37878 h 977445"/>
              <a:gd name="connsiteX1" fmla="*/ 3632721 w 5549318"/>
              <a:gd name="connsiteY1" fmla="*/ 357854 h 977445"/>
              <a:gd name="connsiteX2" fmla="*/ 5549318 w 5549318"/>
              <a:gd name="connsiteY2" fmla="*/ 977445 h 977445"/>
              <a:gd name="connsiteX0" fmla="*/ 0 w 5549318"/>
              <a:gd name="connsiteY0" fmla="*/ 60298 h 999865"/>
              <a:gd name="connsiteX1" fmla="*/ 3632721 w 5549318"/>
              <a:gd name="connsiteY1" fmla="*/ 380274 h 999865"/>
              <a:gd name="connsiteX2" fmla="*/ 5549318 w 5549318"/>
              <a:gd name="connsiteY2" fmla="*/ 999865 h 999865"/>
              <a:gd name="connsiteX0" fmla="*/ 0 w 6082478"/>
              <a:gd name="connsiteY0" fmla="*/ 20911 h 763698"/>
              <a:gd name="connsiteX1" fmla="*/ 3632721 w 6082478"/>
              <a:gd name="connsiteY1" fmla="*/ 340887 h 763698"/>
              <a:gd name="connsiteX2" fmla="*/ 6082478 w 6082478"/>
              <a:gd name="connsiteY2" fmla="*/ 763698 h 763698"/>
              <a:gd name="connsiteX0" fmla="*/ 0 w 6373857"/>
              <a:gd name="connsiteY0" fmla="*/ 19636 h 606157"/>
              <a:gd name="connsiteX1" fmla="*/ 3632721 w 6373857"/>
              <a:gd name="connsiteY1" fmla="*/ 339612 h 606157"/>
              <a:gd name="connsiteX2" fmla="*/ 6373857 w 6373857"/>
              <a:gd name="connsiteY2" fmla="*/ 606156 h 606157"/>
              <a:gd name="connsiteX0" fmla="*/ 0 w 6373857"/>
              <a:gd name="connsiteY0" fmla="*/ 19636 h 760798"/>
              <a:gd name="connsiteX1" fmla="*/ 3632721 w 6373857"/>
              <a:gd name="connsiteY1" fmla="*/ 339612 h 760798"/>
              <a:gd name="connsiteX2" fmla="*/ 6373857 w 6373857"/>
              <a:gd name="connsiteY2" fmla="*/ 606156 h 760798"/>
              <a:gd name="connsiteX0" fmla="*/ 0 w 6373857"/>
              <a:gd name="connsiteY0" fmla="*/ 19636 h 800544"/>
              <a:gd name="connsiteX1" fmla="*/ 3632721 w 6373857"/>
              <a:gd name="connsiteY1" fmla="*/ 339612 h 800544"/>
              <a:gd name="connsiteX2" fmla="*/ 6373857 w 6373857"/>
              <a:gd name="connsiteY2" fmla="*/ 606156 h 800544"/>
              <a:gd name="connsiteX0" fmla="*/ 0 w 4836373"/>
              <a:gd name="connsiteY0" fmla="*/ 18030 h 614913"/>
              <a:gd name="connsiteX1" fmla="*/ 3632721 w 4836373"/>
              <a:gd name="connsiteY1" fmla="*/ 338006 h 614913"/>
              <a:gd name="connsiteX2" fmla="*/ 4836373 w 4836373"/>
              <a:gd name="connsiteY2" fmla="*/ 378831 h 614913"/>
              <a:gd name="connsiteX0" fmla="*/ 0 w 4836373"/>
              <a:gd name="connsiteY0" fmla="*/ 29772 h 588357"/>
              <a:gd name="connsiteX1" fmla="*/ 2206829 w 4836373"/>
              <a:gd name="connsiteY1" fmla="*/ 176118 h 588357"/>
              <a:gd name="connsiteX2" fmla="*/ 4836373 w 4836373"/>
              <a:gd name="connsiteY2" fmla="*/ 390573 h 588357"/>
              <a:gd name="connsiteX0" fmla="*/ 0 w 4836373"/>
              <a:gd name="connsiteY0" fmla="*/ 29772 h 390573"/>
              <a:gd name="connsiteX1" fmla="*/ 2206829 w 4836373"/>
              <a:gd name="connsiteY1" fmla="*/ 176118 h 390573"/>
              <a:gd name="connsiteX2" fmla="*/ 4836373 w 4836373"/>
              <a:gd name="connsiteY2" fmla="*/ 390573 h 390573"/>
              <a:gd name="connsiteX0" fmla="*/ 0 w 4836373"/>
              <a:gd name="connsiteY0" fmla="*/ 29772 h 390573"/>
              <a:gd name="connsiteX1" fmla="*/ 2206829 w 4836373"/>
              <a:gd name="connsiteY1" fmla="*/ 176118 h 390573"/>
              <a:gd name="connsiteX2" fmla="*/ 4836373 w 4836373"/>
              <a:gd name="connsiteY2" fmla="*/ 390573 h 390573"/>
              <a:gd name="connsiteX0" fmla="*/ 0 w 4836373"/>
              <a:gd name="connsiteY0" fmla="*/ 37814 h 398615"/>
              <a:gd name="connsiteX1" fmla="*/ 2206829 w 4836373"/>
              <a:gd name="connsiteY1" fmla="*/ 184160 h 398615"/>
              <a:gd name="connsiteX2" fmla="*/ 4836373 w 4836373"/>
              <a:gd name="connsiteY2" fmla="*/ 398615 h 398615"/>
              <a:gd name="connsiteX0" fmla="*/ 0 w 4836373"/>
              <a:gd name="connsiteY0" fmla="*/ 29773 h 390574"/>
              <a:gd name="connsiteX1" fmla="*/ 2206829 w 4836373"/>
              <a:gd name="connsiteY1" fmla="*/ 176119 h 390574"/>
              <a:gd name="connsiteX2" fmla="*/ 4836373 w 4836373"/>
              <a:gd name="connsiteY2" fmla="*/ 390574 h 390574"/>
              <a:gd name="connsiteX0" fmla="*/ 0 w 4761659"/>
              <a:gd name="connsiteY0" fmla="*/ 29773 h 518450"/>
              <a:gd name="connsiteX1" fmla="*/ 2206829 w 4761659"/>
              <a:gd name="connsiteY1" fmla="*/ 176119 h 518450"/>
              <a:gd name="connsiteX2" fmla="*/ 4761659 w 4761659"/>
              <a:gd name="connsiteY2" fmla="*/ 518450 h 518450"/>
              <a:gd name="connsiteX0" fmla="*/ 0 w 4765809"/>
              <a:gd name="connsiteY0" fmla="*/ 29773 h 510700"/>
              <a:gd name="connsiteX1" fmla="*/ 2206829 w 4765809"/>
              <a:gd name="connsiteY1" fmla="*/ 176119 h 510700"/>
              <a:gd name="connsiteX2" fmla="*/ 4765809 w 4765809"/>
              <a:gd name="connsiteY2" fmla="*/ 510700 h 5107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765809" h="510700">
                <a:moveTo>
                  <a:pt x="0" y="29773"/>
                </a:moveTo>
                <a:cubicBezTo>
                  <a:pt x="314587" y="-72293"/>
                  <a:pt x="1400767" y="115986"/>
                  <a:pt x="2206829" y="176119"/>
                </a:cubicBezTo>
                <a:cubicBezTo>
                  <a:pt x="3083344" y="247604"/>
                  <a:pt x="3542120" y="68805"/>
                  <a:pt x="4765809" y="510700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0" name="Freeform: Shape 69">
            <a:extLst>
              <a:ext uri="{FF2B5EF4-FFF2-40B4-BE49-F238E27FC236}">
                <a16:creationId xmlns:a16="http://schemas.microsoft.com/office/drawing/2014/main" id="{4B8A3950-6C19-60AE-7C6C-A1AF8FA7F1CB}"/>
              </a:ext>
            </a:extLst>
          </p:cNvPr>
          <p:cNvSpPr/>
          <p:nvPr/>
        </p:nvSpPr>
        <p:spPr>
          <a:xfrm>
            <a:off x="2354400" y="3714732"/>
            <a:ext cx="6286978" cy="1289894"/>
          </a:xfrm>
          <a:custGeom>
            <a:avLst/>
            <a:gdLst>
              <a:gd name="connsiteX0" fmla="*/ 0 w 5180202"/>
              <a:gd name="connsiteY0" fmla="*/ 0 h 850096"/>
              <a:gd name="connsiteX1" fmla="*/ 1249960 w 5180202"/>
              <a:gd name="connsiteY1" fmla="*/ 826315 h 850096"/>
              <a:gd name="connsiteX2" fmla="*/ 5180202 w 5180202"/>
              <a:gd name="connsiteY2" fmla="*/ 545284 h 850096"/>
              <a:gd name="connsiteX0" fmla="*/ 0 w 5415094"/>
              <a:gd name="connsiteY0" fmla="*/ 0 h 1936470"/>
              <a:gd name="connsiteX1" fmla="*/ 1484852 w 5415094"/>
              <a:gd name="connsiteY1" fmla="*/ 1912689 h 1936470"/>
              <a:gd name="connsiteX2" fmla="*/ 5415094 w 5415094"/>
              <a:gd name="connsiteY2" fmla="*/ 1631658 h 1936470"/>
              <a:gd name="connsiteX0" fmla="*/ 3044 w 5418138"/>
              <a:gd name="connsiteY0" fmla="*/ 0 h 1936470"/>
              <a:gd name="connsiteX1" fmla="*/ 1487896 w 5418138"/>
              <a:gd name="connsiteY1" fmla="*/ 1912689 h 1936470"/>
              <a:gd name="connsiteX2" fmla="*/ 5418138 w 5418138"/>
              <a:gd name="connsiteY2" fmla="*/ 1631658 h 1936470"/>
              <a:gd name="connsiteX0" fmla="*/ 2804 w 5480816"/>
              <a:gd name="connsiteY0" fmla="*/ 0 h 1978415"/>
              <a:gd name="connsiteX1" fmla="*/ 1550574 w 5480816"/>
              <a:gd name="connsiteY1" fmla="*/ 1954634 h 1978415"/>
              <a:gd name="connsiteX2" fmla="*/ 5480816 w 5480816"/>
              <a:gd name="connsiteY2" fmla="*/ 1673603 h 1978415"/>
              <a:gd name="connsiteX0" fmla="*/ 33957 w 5511969"/>
              <a:gd name="connsiteY0" fmla="*/ 0 h 1978415"/>
              <a:gd name="connsiteX1" fmla="*/ 1581727 w 5511969"/>
              <a:gd name="connsiteY1" fmla="*/ 1954634 h 1978415"/>
              <a:gd name="connsiteX2" fmla="*/ 5511969 w 5511969"/>
              <a:gd name="connsiteY2" fmla="*/ 1673603 h 1978415"/>
              <a:gd name="connsiteX0" fmla="*/ 47966 w 5192398"/>
              <a:gd name="connsiteY0" fmla="*/ 0 h 1070303"/>
              <a:gd name="connsiteX1" fmla="*/ 1262156 w 5192398"/>
              <a:gd name="connsiteY1" fmla="*/ 812615 h 1070303"/>
              <a:gd name="connsiteX2" fmla="*/ 5192398 w 5192398"/>
              <a:gd name="connsiteY2" fmla="*/ 531584 h 1070303"/>
              <a:gd name="connsiteX0" fmla="*/ 18350 w 5162782"/>
              <a:gd name="connsiteY0" fmla="*/ 0 h 970147"/>
              <a:gd name="connsiteX1" fmla="*/ 2507991 w 5162782"/>
              <a:gd name="connsiteY1" fmla="*/ 561449 h 970147"/>
              <a:gd name="connsiteX2" fmla="*/ 5162782 w 5162782"/>
              <a:gd name="connsiteY2" fmla="*/ 531584 h 970147"/>
              <a:gd name="connsiteX0" fmla="*/ 18009 w 5162441"/>
              <a:gd name="connsiteY0" fmla="*/ 0 h 1072106"/>
              <a:gd name="connsiteX1" fmla="*/ 2507650 w 5162441"/>
              <a:gd name="connsiteY1" fmla="*/ 561449 h 1072106"/>
              <a:gd name="connsiteX2" fmla="*/ 5162441 w 5162441"/>
              <a:gd name="connsiteY2" fmla="*/ 531584 h 1072106"/>
              <a:gd name="connsiteX0" fmla="*/ 18009 w 5162441"/>
              <a:gd name="connsiteY0" fmla="*/ 0 h 1072106"/>
              <a:gd name="connsiteX1" fmla="*/ 2507650 w 5162441"/>
              <a:gd name="connsiteY1" fmla="*/ 561449 h 1072106"/>
              <a:gd name="connsiteX2" fmla="*/ 5162441 w 5162441"/>
              <a:gd name="connsiteY2" fmla="*/ 531584 h 1072106"/>
              <a:gd name="connsiteX0" fmla="*/ 17575 w 5162007"/>
              <a:gd name="connsiteY0" fmla="*/ 0 h 1149203"/>
              <a:gd name="connsiteX1" fmla="*/ 2558234 w 5162007"/>
              <a:gd name="connsiteY1" fmla="*/ 734125 h 1149203"/>
              <a:gd name="connsiteX2" fmla="*/ 5162007 w 5162007"/>
              <a:gd name="connsiteY2" fmla="*/ 531584 h 1149203"/>
              <a:gd name="connsiteX0" fmla="*/ 17169 w 5161601"/>
              <a:gd name="connsiteY0" fmla="*/ 0 h 1084185"/>
              <a:gd name="connsiteX1" fmla="*/ 2557828 w 5161601"/>
              <a:gd name="connsiteY1" fmla="*/ 734125 h 1084185"/>
              <a:gd name="connsiteX2" fmla="*/ 5161601 w 5161601"/>
              <a:gd name="connsiteY2" fmla="*/ 531584 h 1084185"/>
              <a:gd name="connsiteX0" fmla="*/ 0 w 5144432"/>
              <a:gd name="connsiteY0" fmla="*/ 0 h 756623"/>
              <a:gd name="connsiteX1" fmla="*/ 2540659 w 5144432"/>
              <a:gd name="connsiteY1" fmla="*/ 734125 h 756623"/>
              <a:gd name="connsiteX2" fmla="*/ 5144432 w 5144432"/>
              <a:gd name="connsiteY2" fmla="*/ 531584 h 756623"/>
              <a:gd name="connsiteX0" fmla="*/ 0 w 5507847"/>
              <a:gd name="connsiteY0" fmla="*/ 0 h 756623"/>
              <a:gd name="connsiteX1" fmla="*/ 2540659 w 5507847"/>
              <a:gd name="connsiteY1" fmla="*/ 734125 h 756623"/>
              <a:gd name="connsiteX2" fmla="*/ 5507847 w 5507847"/>
              <a:gd name="connsiteY2" fmla="*/ 449522 h 756623"/>
              <a:gd name="connsiteX0" fmla="*/ 0 w 5507847"/>
              <a:gd name="connsiteY0" fmla="*/ 0 h 756623"/>
              <a:gd name="connsiteX1" fmla="*/ 2540659 w 5507847"/>
              <a:gd name="connsiteY1" fmla="*/ 734125 h 756623"/>
              <a:gd name="connsiteX2" fmla="*/ 5507847 w 5507847"/>
              <a:gd name="connsiteY2" fmla="*/ 449522 h 756623"/>
              <a:gd name="connsiteX0" fmla="*/ 0 w 5478539"/>
              <a:gd name="connsiteY0" fmla="*/ 0 h 782376"/>
              <a:gd name="connsiteX1" fmla="*/ 2511351 w 5478539"/>
              <a:gd name="connsiteY1" fmla="*/ 763432 h 782376"/>
              <a:gd name="connsiteX2" fmla="*/ 5478539 w 5478539"/>
              <a:gd name="connsiteY2" fmla="*/ 478829 h 782376"/>
              <a:gd name="connsiteX0" fmla="*/ 0 w 6008341"/>
              <a:gd name="connsiteY0" fmla="*/ 957525 h 1210169"/>
              <a:gd name="connsiteX1" fmla="*/ 3041153 w 6008341"/>
              <a:gd name="connsiteY1" fmla="*/ 284603 h 1210169"/>
              <a:gd name="connsiteX2" fmla="*/ 6008341 w 6008341"/>
              <a:gd name="connsiteY2" fmla="*/ 0 h 1210169"/>
              <a:gd name="connsiteX0" fmla="*/ 0 w 6008341"/>
              <a:gd name="connsiteY0" fmla="*/ 957525 h 957525"/>
              <a:gd name="connsiteX1" fmla="*/ 3041153 w 6008341"/>
              <a:gd name="connsiteY1" fmla="*/ 284603 h 957525"/>
              <a:gd name="connsiteX2" fmla="*/ 6008341 w 6008341"/>
              <a:gd name="connsiteY2" fmla="*/ 0 h 957525"/>
              <a:gd name="connsiteX0" fmla="*/ 0 w 6008341"/>
              <a:gd name="connsiteY0" fmla="*/ 957525 h 957525"/>
              <a:gd name="connsiteX1" fmla="*/ 6008341 w 6008341"/>
              <a:gd name="connsiteY1" fmla="*/ 0 h 957525"/>
              <a:gd name="connsiteX0" fmla="*/ 0 w 6286978"/>
              <a:gd name="connsiteY0" fmla="*/ 0 h 796710"/>
              <a:gd name="connsiteX1" fmla="*/ 6286978 w 6286978"/>
              <a:gd name="connsiteY1" fmla="*/ 796710 h 796710"/>
              <a:gd name="connsiteX0" fmla="*/ 0 w 6286978"/>
              <a:gd name="connsiteY0" fmla="*/ 0 h 847330"/>
              <a:gd name="connsiteX1" fmla="*/ 6286978 w 6286978"/>
              <a:gd name="connsiteY1" fmla="*/ 796710 h 847330"/>
              <a:gd name="connsiteX0" fmla="*/ 0 w 6286978"/>
              <a:gd name="connsiteY0" fmla="*/ 419634 h 1235572"/>
              <a:gd name="connsiteX1" fmla="*/ 6286978 w 6286978"/>
              <a:gd name="connsiteY1" fmla="*/ 1216344 h 1235572"/>
              <a:gd name="connsiteX0" fmla="*/ 0 w 6286978"/>
              <a:gd name="connsiteY0" fmla="*/ 369436 h 1289894"/>
              <a:gd name="connsiteX1" fmla="*/ 6286978 w 6286978"/>
              <a:gd name="connsiteY1" fmla="*/ 1166146 h 12898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286978" h="1289894">
                <a:moveTo>
                  <a:pt x="0" y="369436"/>
                </a:moveTo>
                <a:cubicBezTo>
                  <a:pt x="1318615" y="-993646"/>
                  <a:pt x="5246999" y="1909163"/>
                  <a:pt x="6286978" y="1166146"/>
                </a:cubicBezTo>
              </a:path>
            </a:pathLst>
          </a:cu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71" name="Group 70">
            <a:extLst>
              <a:ext uri="{FF2B5EF4-FFF2-40B4-BE49-F238E27FC236}">
                <a16:creationId xmlns:a16="http://schemas.microsoft.com/office/drawing/2014/main" id="{8132ABDF-7BBA-7314-5BED-B0264FC0AEF2}"/>
              </a:ext>
            </a:extLst>
          </p:cNvPr>
          <p:cNvGrpSpPr/>
          <p:nvPr/>
        </p:nvGrpSpPr>
        <p:grpSpPr>
          <a:xfrm rot="1056694">
            <a:off x="6947866" y="4707754"/>
            <a:ext cx="550143" cy="184758"/>
            <a:chOff x="7629989" y="5236460"/>
            <a:chExt cx="1027147" cy="344953"/>
          </a:xfrm>
        </p:grpSpPr>
        <p:sp>
          <p:nvSpPr>
            <p:cNvPr id="72" name="Oval 71">
              <a:extLst>
                <a:ext uri="{FF2B5EF4-FFF2-40B4-BE49-F238E27FC236}">
                  <a16:creationId xmlns:a16="http://schemas.microsoft.com/office/drawing/2014/main" id="{3F824E62-D18A-CCF6-7C7B-2CDD18B05560}"/>
                </a:ext>
              </a:extLst>
            </p:cNvPr>
            <p:cNvSpPr/>
            <p:nvPr/>
          </p:nvSpPr>
          <p:spPr>
            <a:xfrm>
              <a:off x="7629989" y="5236460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3" name="Oval 72">
              <a:extLst>
                <a:ext uri="{FF2B5EF4-FFF2-40B4-BE49-F238E27FC236}">
                  <a16:creationId xmlns:a16="http://schemas.microsoft.com/office/drawing/2014/main" id="{BE007184-353E-AB83-E941-B366AB795388}"/>
                </a:ext>
              </a:extLst>
            </p:cNvPr>
            <p:cNvSpPr/>
            <p:nvPr/>
          </p:nvSpPr>
          <p:spPr>
            <a:xfrm>
              <a:off x="8315512" y="5239789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4" name="Rectangle 73">
              <a:extLst>
                <a:ext uri="{FF2B5EF4-FFF2-40B4-BE49-F238E27FC236}">
                  <a16:creationId xmlns:a16="http://schemas.microsoft.com/office/drawing/2014/main" id="{9076ABA2-BAB4-BE3C-DCD6-ED3826D736E8}"/>
                </a:ext>
              </a:extLst>
            </p:cNvPr>
            <p:cNvSpPr/>
            <p:nvPr/>
          </p:nvSpPr>
          <p:spPr>
            <a:xfrm>
              <a:off x="7866077" y="5260841"/>
              <a:ext cx="541140" cy="292863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75" name="Straight Connector 74">
              <a:extLst>
                <a:ext uri="{FF2B5EF4-FFF2-40B4-BE49-F238E27FC236}">
                  <a16:creationId xmlns:a16="http://schemas.microsoft.com/office/drawing/2014/main" id="{A96AC2F0-3349-C722-F7D5-42B5A17118FA}"/>
                </a:ext>
              </a:extLst>
            </p:cNvPr>
            <p:cNvCxnSpPr/>
            <p:nvPr/>
          </p:nvCxnSpPr>
          <p:spPr>
            <a:xfrm>
              <a:off x="7953306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Straight Connector 75">
              <a:extLst>
                <a:ext uri="{FF2B5EF4-FFF2-40B4-BE49-F238E27FC236}">
                  <a16:creationId xmlns:a16="http://schemas.microsoft.com/office/drawing/2014/main" id="{DF9ED13A-4BDA-D219-C2D6-3686ED8303E3}"/>
                </a:ext>
              </a:extLst>
            </p:cNvPr>
            <p:cNvCxnSpPr/>
            <p:nvPr/>
          </p:nvCxnSpPr>
          <p:spPr>
            <a:xfrm>
              <a:off x="8266751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Straight Connector 76">
              <a:extLst>
                <a:ext uri="{FF2B5EF4-FFF2-40B4-BE49-F238E27FC236}">
                  <a16:creationId xmlns:a16="http://schemas.microsoft.com/office/drawing/2014/main" id="{E0F97200-83D4-B9D1-6078-21BC1237C721}"/>
                </a:ext>
              </a:extLst>
            </p:cNvPr>
            <p:cNvCxnSpPr/>
            <p:nvPr/>
          </p:nvCxnSpPr>
          <p:spPr>
            <a:xfrm>
              <a:off x="8099972" y="5260841"/>
              <a:ext cx="0" cy="292863"/>
            </a:xfrm>
            <a:prstGeom prst="line">
              <a:avLst/>
            </a:prstGeom>
            <a:ln w="5080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Straight Connector 77">
              <a:extLst>
                <a:ext uri="{FF2B5EF4-FFF2-40B4-BE49-F238E27FC236}">
                  <a16:creationId xmlns:a16="http://schemas.microsoft.com/office/drawing/2014/main" id="{E021C801-6413-21E3-3605-9BC87C82AE5B}"/>
                </a:ext>
              </a:extLst>
            </p:cNvPr>
            <p:cNvCxnSpPr/>
            <p:nvPr/>
          </p:nvCxnSpPr>
          <p:spPr>
            <a:xfrm>
              <a:off x="8196330" y="5260841"/>
              <a:ext cx="0" cy="292863"/>
            </a:xfrm>
            <a:prstGeom prst="line">
              <a:avLst/>
            </a:prstGeom>
            <a:ln w="50800"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9" name="TextBox 78">
            <a:extLst>
              <a:ext uri="{FF2B5EF4-FFF2-40B4-BE49-F238E27FC236}">
                <a16:creationId xmlns:a16="http://schemas.microsoft.com/office/drawing/2014/main" id="{F61850A0-3DE2-C313-DEA5-51C7ACD37F26}"/>
              </a:ext>
            </a:extLst>
          </p:cNvPr>
          <p:cNvSpPr txBox="1"/>
          <p:nvPr/>
        </p:nvSpPr>
        <p:spPr>
          <a:xfrm>
            <a:off x="5702060" y="2251494"/>
            <a:ext cx="4524124" cy="646331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rtlCol="0">
            <a:spAutoFit/>
          </a:bodyPr>
          <a:lstStyle/>
          <a:p>
            <a:r>
              <a:rPr lang="en-US" dirty="0" err="1"/>
              <a:t>Exempel</a:t>
            </a:r>
            <a:r>
              <a:rPr lang="en-US" dirty="0"/>
              <a:t>: </a:t>
            </a:r>
            <a:r>
              <a:rPr lang="en-US" dirty="0" err="1"/>
              <a:t>Lampan</a:t>
            </a:r>
            <a:r>
              <a:rPr lang="en-US" dirty="0"/>
              <a:t> </a:t>
            </a:r>
            <a:r>
              <a:rPr lang="en-US" dirty="0" err="1"/>
              <a:t>skall</a:t>
            </a:r>
            <a:r>
              <a:rPr lang="en-US" dirty="0"/>
              <a:t> t</a:t>
            </a:r>
            <a:r>
              <a:rPr lang="sv-SE" dirty="0"/>
              <a:t>ändas om </a:t>
            </a:r>
            <a:r>
              <a:rPr lang="sv-SE" i="1" dirty="0"/>
              <a:t>någon</a:t>
            </a:r>
            <a:r>
              <a:rPr lang="sv-SE" dirty="0"/>
              <a:t> av</a:t>
            </a:r>
          </a:p>
          <a:p>
            <a:r>
              <a:rPr lang="sv-SE" dirty="0"/>
              <a:t>pin5 eller pin6 är 0.</a:t>
            </a:r>
            <a:endParaRPr lang="LID4096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ACAC061-C3E4-83A7-6D2B-8EA6C4CA7A3F}"/>
              </a:ext>
            </a:extLst>
          </p:cNvPr>
          <p:cNvSpPr txBox="1"/>
          <p:nvPr/>
        </p:nvSpPr>
        <p:spPr>
          <a:xfrm>
            <a:off x="3143421" y="3283249"/>
            <a:ext cx="6319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dirty="0"/>
              <a:t>3.3V</a:t>
            </a:r>
            <a:endParaRPr lang="LID4096" dirty="0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66B6A17B-F222-5F18-421A-AEB6459EB351}"/>
              </a:ext>
            </a:extLst>
          </p:cNvPr>
          <p:cNvSpPr txBox="1"/>
          <p:nvPr/>
        </p:nvSpPr>
        <p:spPr>
          <a:xfrm>
            <a:off x="3352585" y="4098346"/>
            <a:ext cx="4427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dirty="0"/>
              <a:t>0V</a:t>
            </a:r>
            <a:endParaRPr lang="LID4096" dirty="0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9FD82ACD-B0A2-12CA-A766-3AE94AE4A07D}"/>
              </a:ext>
            </a:extLst>
          </p:cNvPr>
          <p:cNvSpPr txBox="1"/>
          <p:nvPr/>
        </p:nvSpPr>
        <p:spPr>
          <a:xfrm>
            <a:off x="3387607" y="4445260"/>
            <a:ext cx="9296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dirty="0" err="1"/>
              <a:t>floating</a:t>
            </a:r>
            <a:endParaRPr lang="LID4096" dirty="0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C5260744-4BBF-00F7-EE57-8BC609D4B7B7}"/>
              </a:ext>
            </a:extLst>
          </p:cNvPr>
          <p:cNvSpPr txBox="1"/>
          <p:nvPr/>
        </p:nvSpPr>
        <p:spPr>
          <a:xfrm>
            <a:off x="9546229" y="4645964"/>
            <a:ext cx="1639936" cy="369332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rtlCol="0">
            <a:spAutoFit/>
          </a:bodyPr>
          <a:lstStyle/>
          <a:p>
            <a:r>
              <a:rPr lang="sv-SE" dirty="0"/>
              <a:t>Lampan Lyser!</a:t>
            </a:r>
            <a:endParaRPr lang="LID4096" dirty="0"/>
          </a:p>
        </p:txBody>
      </p:sp>
      <p:sp>
        <p:nvSpPr>
          <p:cNvPr id="84" name="Freeform: Shape 83">
            <a:extLst>
              <a:ext uri="{FF2B5EF4-FFF2-40B4-BE49-F238E27FC236}">
                <a16:creationId xmlns:a16="http://schemas.microsoft.com/office/drawing/2014/main" id="{9DBEE814-D12E-CFE0-1A55-EBA86AF2E205}"/>
              </a:ext>
            </a:extLst>
          </p:cNvPr>
          <p:cNvSpPr/>
          <p:nvPr/>
        </p:nvSpPr>
        <p:spPr>
          <a:xfrm>
            <a:off x="2290313" y="3713672"/>
            <a:ext cx="8087264" cy="1298275"/>
          </a:xfrm>
          <a:custGeom>
            <a:avLst/>
            <a:gdLst>
              <a:gd name="csX0" fmla="*/ 0 w 8087264"/>
              <a:gd name="csY0" fmla="*/ 379562 h 1298275"/>
              <a:gd name="csX1" fmla="*/ 457200 w 8087264"/>
              <a:gd name="csY1" fmla="*/ 107830 h 1298275"/>
              <a:gd name="csX2" fmla="*/ 974785 w 8087264"/>
              <a:gd name="csY2" fmla="*/ 0 h 1298275"/>
              <a:gd name="csX3" fmla="*/ 1522562 w 8087264"/>
              <a:gd name="csY3" fmla="*/ 17253 h 1298275"/>
              <a:gd name="csX4" fmla="*/ 2165230 w 8087264"/>
              <a:gd name="csY4" fmla="*/ 163902 h 1298275"/>
              <a:gd name="csX5" fmla="*/ 3334110 w 8087264"/>
              <a:gd name="csY5" fmla="*/ 534837 h 1298275"/>
              <a:gd name="csX6" fmla="*/ 4615132 w 8087264"/>
              <a:gd name="csY6" fmla="*/ 1000664 h 1298275"/>
              <a:gd name="csX7" fmla="*/ 5464834 w 8087264"/>
              <a:gd name="csY7" fmla="*/ 1246517 h 1298275"/>
              <a:gd name="csX8" fmla="*/ 5939287 w 8087264"/>
              <a:gd name="csY8" fmla="*/ 1298275 h 1298275"/>
              <a:gd name="csX9" fmla="*/ 6331789 w 8087264"/>
              <a:gd name="csY9" fmla="*/ 1186132 h 1298275"/>
              <a:gd name="csX10" fmla="*/ 7026215 w 8087264"/>
              <a:gd name="csY10" fmla="*/ 780690 h 1298275"/>
              <a:gd name="csX11" fmla="*/ 8087264 w 8087264"/>
              <a:gd name="csY11" fmla="*/ 181154 h 12982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8087264" h="1298275">
                <a:moveTo>
                  <a:pt x="0" y="379562"/>
                </a:moveTo>
                <a:lnTo>
                  <a:pt x="457200" y="107830"/>
                </a:lnTo>
                <a:lnTo>
                  <a:pt x="974785" y="0"/>
                </a:lnTo>
                <a:lnTo>
                  <a:pt x="1522562" y="17253"/>
                </a:lnTo>
                <a:lnTo>
                  <a:pt x="2165230" y="163902"/>
                </a:lnTo>
                <a:lnTo>
                  <a:pt x="3334110" y="534837"/>
                </a:lnTo>
                <a:lnTo>
                  <a:pt x="4615132" y="1000664"/>
                </a:lnTo>
                <a:lnTo>
                  <a:pt x="5464834" y="1246517"/>
                </a:lnTo>
                <a:lnTo>
                  <a:pt x="5939287" y="1298275"/>
                </a:lnTo>
                <a:lnTo>
                  <a:pt x="6331789" y="1186132"/>
                </a:lnTo>
                <a:lnTo>
                  <a:pt x="7026215" y="780690"/>
                </a:lnTo>
                <a:lnTo>
                  <a:pt x="8087264" y="181154"/>
                </a:lnTo>
              </a:path>
            </a:pathLst>
          </a:custGeom>
          <a:noFill/>
          <a:ln>
            <a:solidFill>
              <a:srgbClr val="FFC000"/>
            </a:solidFill>
            <a:prstDash val="sysDash"/>
          </a:ln>
          <a:effectLst>
            <a:glow rad="63500">
              <a:schemeClr val="accent2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85" name="Freeform: Shape 84">
            <a:extLst>
              <a:ext uri="{FF2B5EF4-FFF2-40B4-BE49-F238E27FC236}">
                <a16:creationId xmlns:a16="http://schemas.microsoft.com/office/drawing/2014/main" id="{7C5CBB3F-F45F-8B96-68E8-258E4DFA3450}"/>
              </a:ext>
            </a:extLst>
          </p:cNvPr>
          <p:cNvSpPr/>
          <p:nvPr/>
        </p:nvSpPr>
        <p:spPr>
          <a:xfrm>
            <a:off x="6922698" y="4028536"/>
            <a:ext cx="3536830" cy="1263770"/>
          </a:xfrm>
          <a:custGeom>
            <a:avLst/>
            <a:gdLst>
              <a:gd name="csX0" fmla="*/ 3536830 w 3536830"/>
              <a:gd name="csY0" fmla="*/ 0 h 1263770"/>
              <a:gd name="csX1" fmla="*/ 1798608 w 3536830"/>
              <a:gd name="csY1" fmla="*/ 1013604 h 1263770"/>
              <a:gd name="csX2" fmla="*/ 1367287 w 3536830"/>
              <a:gd name="csY2" fmla="*/ 1194758 h 1263770"/>
              <a:gd name="csX3" fmla="*/ 1004977 w 3536830"/>
              <a:gd name="csY3" fmla="*/ 1263770 h 1263770"/>
              <a:gd name="csX4" fmla="*/ 672860 w 3536830"/>
              <a:gd name="csY4" fmla="*/ 1246517 h 1263770"/>
              <a:gd name="csX5" fmla="*/ 224287 w 3536830"/>
              <a:gd name="csY5" fmla="*/ 1052422 h 1263770"/>
              <a:gd name="csX6" fmla="*/ 0 w 3536830"/>
              <a:gd name="csY6" fmla="*/ 953219 h 126377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3536830" h="1263770">
                <a:moveTo>
                  <a:pt x="3536830" y="0"/>
                </a:moveTo>
                <a:lnTo>
                  <a:pt x="1798608" y="1013604"/>
                </a:lnTo>
                <a:lnTo>
                  <a:pt x="1367287" y="1194758"/>
                </a:lnTo>
                <a:lnTo>
                  <a:pt x="1004977" y="1263770"/>
                </a:lnTo>
                <a:lnTo>
                  <a:pt x="672860" y="1246517"/>
                </a:lnTo>
                <a:lnTo>
                  <a:pt x="224287" y="1052422"/>
                </a:lnTo>
                <a:lnTo>
                  <a:pt x="0" y="953219"/>
                </a:lnTo>
              </a:path>
            </a:pathLst>
          </a:custGeom>
          <a:noFill/>
          <a:ln>
            <a:solidFill>
              <a:srgbClr val="FFC000"/>
            </a:solidFill>
            <a:prstDash val="sysDash"/>
          </a:ln>
          <a:effectLst>
            <a:glow rad="63500">
              <a:schemeClr val="accent2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86" name="Freeform: Shape 85">
            <a:extLst>
              <a:ext uri="{FF2B5EF4-FFF2-40B4-BE49-F238E27FC236}">
                <a16:creationId xmlns:a16="http://schemas.microsoft.com/office/drawing/2014/main" id="{A14772A2-19E5-AB9D-3D65-AD832E1BD561}"/>
              </a:ext>
            </a:extLst>
          </p:cNvPr>
          <p:cNvSpPr/>
          <p:nvPr/>
        </p:nvSpPr>
        <p:spPr>
          <a:xfrm>
            <a:off x="2566358" y="4270075"/>
            <a:ext cx="4347714" cy="677174"/>
          </a:xfrm>
          <a:custGeom>
            <a:avLst/>
            <a:gdLst>
              <a:gd name="csX0" fmla="*/ 4347714 w 4347714"/>
              <a:gd name="csY0" fmla="*/ 677174 h 677174"/>
              <a:gd name="csX1" fmla="*/ 3786997 w 4347714"/>
              <a:gd name="csY1" fmla="*/ 401129 h 677174"/>
              <a:gd name="csX2" fmla="*/ 3446253 w 4347714"/>
              <a:gd name="csY2" fmla="*/ 327804 h 677174"/>
              <a:gd name="csX3" fmla="*/ 496019 w 4347714"/>
              <a:gd name="csY3" fmla="*/ 4314 h 677174"/>
              <a:gd name="csX4" fmla="*/ 138023 w 4347714"/>
              <a:gd name="csY4" fmla="*/ 0 h 677174"/>
              <a:gd name="csX5" fmla="*/ 0 w 4347714"/>
              <a:gd name="csY5" fmla="*/ 60385 h 67717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347714" h="677174">
                <a:moveTo>
                  <a:pt x="4347714" y="677174"/>
                </a:moveTo>
                <a:lnTo>
                  <a:pt x="3786997" y="401129"/>
                </a:lnTo>
                <a:lnTo>
                  <a:pt x="3446253" y="327804"/>
                </a:lnTo>
                <a:lnTo>
                  <a:pt x="496019" y="4314"/>
                </a:lnTo>
                <a:lnTo>
                  <a:pt x="138023" y="0"/>
                </a:lnTo>
                <a:lnTo>
                  <a:pt x="0" y="60385"/>
                </a:lnTo>
              </a:path>
            </a:pathLst>
          </a:custGeom>
          <a:noFill/>
          <a:ln>
            <a:solidFill>
              <a:srgbClr val="FFC000"/>
            </a:solidFill>
            <a:prstDash val="sysDash"/>
          </a:ln>
          <a:effectLst>
            <a:glow rad="63500">
              <a:schemeClr val="accent2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1578FDB7-24A6-0075-59DD-924B15AA00D2}"/>
              </a:ext>
            </a:extLst>
          </p:cNvPr>
          <p:cNvSpPr txBox="1"/>
          <p:nvPr/>
        </p:nvSpPr>
        <p:spPr>
          <a:xfrm>
            <a:off x="5441900" y="3254427"/>
            <a:ext cx="2710999" cy="369332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rtlCol="0">
            <a:spAutoFit/>
          </a:bodyPr>
          <a:lstStyle/>
          <a:p>
            <a:r>
              <a:rPr lang="sv-SE" dirty="0"/>
              <a:t>Om bit5 är </a:t>
            </a:r>
            <a:r>
              <a:rPr lang="sv-SE" b="1" dirty="0"/>
              <a:t>1</a:t>
            </a:r>
            <a:r>
              <a:rPr lang="sv-SE" dirty="0"/>
              <a:t> och bit 6 är </a:t>
            </a:r>
            <a:r>
              <a:rPr lang="sv-SE" b="1" dirty="0"/>
              <a:t>0</a:t>
            </a:r>
            <a:endParaRPr lang="LID4096" b="1" dirty="0"/>
          </a:p>
        </p:txBody>
      </p:sp>
    </p:spTree>
    <p:extLst>
      <p:ext uri="{BB962C8B-B14F-4D97-AF65-F5344CB8AC3E}">
        <p14:creationId xmlns:p14="http://schemas.microsoft.com/office/powerpoint/2010/main" val="24002020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1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" dur="5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4" grpId="0" animBg="1"/>
      <p:bldP spid="85" grpId="0" animBg="1"/>
      <p:bldP spid="86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973870-4061-F742-B115-B151F7F845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1276804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F1859C-8618-38B7-075D-BD59EC6981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dirty="0" err="1"/>
              <a:t>Keypad</a:t>
            </a:r>
            <a:endParaRPr lang="LID4096" dirty="0"/>
          </a:p>
        </p:txBody>
      </p:sp>
      <p:sp>
        <p:nvSpPr>
          <p:cNvPr id="155" name="Content Placeholder 154">
            <a:extLst>
              <a:ext uri="{FF2B5EF4-FFF2-40B4-BE49-F238E27FC236}">
                <a16:creationId xmlns:a16="http://schemas.microsoft.com/office/drawing/2014/main" id="{EB329D7E-D5C6-C71F-2779-086E0CB40D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LID4096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07016EF-A12B-8BE4-50D7-2C513DE19E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690688"/>
            <a:ext cx="4746017" cy="5167312"/>
          </a:xfrm>
          <a:prstGeom prst="rect">
            <a:avLst/>
          </a:prstGeom>
        </p:spPr>
      </p:pic>
      <p:grpSp>
        <p:nvGrpSpPr>
          <p:cNvPr id="154" name="Group 153">
            <a:extLst>
              <a:ext uri="{FF2B5EF4-FFF2-40B4-BE49-F238E27FC236}">
                <a16:creationId xmlns:a16="http://schemas.microsoft.com/office/drawing/2014/main" id="{AA7697EB-AC0B-85B7-454F-06C93B53EAD4}"/>
              </a:ext>
            </a:extLst>
          </p:cNvPr>
          <p:cNvGrpSpPr/>
          <p:nvPr/>
        </p:nvGrpSpPr>
        <p:grpSpPr>
          <a:xfrm>
            <a:off x="8625019" y="3694696"/>
            <a:ext cx="2076275" cy="2122414"/>
            <a:chOff x="8625019" y="3694696"/>
            <a:chExt cx="2076275" cy="2122414"/>
          </a:xfrm>
        </p:grpSpPr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4F459BB9-3689-FC33-87FA-7703A4385E93}"/>
                </a:ext>
              </a:extLst>
            </p:cNvPr>
            <p:cNvSpPr/>
            <p:nvPr/>
          </p:nvSpPr>
          <p:spPr>
            <a:xfrm>
              <a:off x="8625019" y="3694696"/>
              <a:ext cx="2076275" cy="2122414"/>
            </a:xfrm>
            <a:prstGeom prst="roundRect">
              <a:avLst>
                <a:gd name="adj" fmla="val 10606"/>
              </a:avLst>
            </a:pr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40D9DCEA-74DE-CC21-4EB2-9F02D5C73D42}"/>
                </a:ext>
              </a:extLst>
            </p:cNvPr>
            <p:cNvSpPr/>
            <p:nvPr/>
          </p:nvSpPr>
          <p:spPr>
            <a:xfrm>
              <a:off x="8864105" y="3958949"/>
              <a:ext cx="1371600" cy="1514213"/>
            </a:xfrm>
            <a:custGeom>
              <a:avLst/>
              <a:gdLst>
                <a:gd name="connsiteX0" fmla="*/ 541090 w 1371600"/>
                <a:gd name="connsiteY0" fmla="*/ 0 h 1514213"/>
                <a:gd name="connsiteX1" fmla="*/ 541090 w 1371600"/>
                <a:gd name="connsiteY1" fmla="*/ 130029 h 1514213"/>
                <a:gd name="connsiteX2" fmla="*/ 0 w 1371600"/>
                <a:gd name="connsiteY2" fmla="*/ 130029 h 1514213"/>
                <a:gd name="connsiteX3" fmla="*/ 0 w 1371600"/>
                <a:gd name="connsiteY3" fmla="*/ 1497435 h 1514213"/>
                <a:gd name="connsiteX4" fmla="*/ 1371600 w 1371600"/>
                <a:gd name="connsiteY4" fmla="*/ 1514213 h 15142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71600" h="1514213">
                  <a:moveTo>
                    <a:pt x="541090" y="0"/>
                  </a:moveTo>
                  <a:lnTo>
                    <a:pt x="541090" y="130029"/>
                  </a:lnTo>
                  <a:lnTo>
                    <a:pt x="0" y="130029"/>
                  </a:lnTo>
                  <a:lnTo>
                    <a:pt x="0" y="1497435"/>
                  </a:lnTo>
                  <a:lnTo>
                    <a:pt x="1371600" y="1514213"/>
                  </a:lnTo>
                </a:path>
              </a:pathLst>
            </a:custGeom>
            <a:noFill/>
            <a:ln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2D386DA3-DA03-5293-B143-E880112C8568}"/>
                </a:ext>
              </a:extLst>
            </p:cNvPr>
            <p:cNvSpPr/>
            <p:nvPr/>
          </p:nvSpPr>
          <p:spPr>
            <a:xfrm>
              <a:off x="8939606" y="3963143"/>
              <a:ext cx="1287710" cy="1170264"/>
            </a:xfrm>
            <a:custGeom>
              <a:avLst/>
              <a:gdLst>
                <a:gd name="connsiteX0" fmla="*/ 545284 w 1287710"/>
                <a:gd name="connsiteY0" fmla="*/ 0 h 1170264"/>
                <a:gd name="connsiteX1" fmla="*/ 541090 w 1287710"/>
                <a:gd name="connsiteY1" fmla="*/ 171975 h 1170264"/>
                <a:gd name="connsiteX2" fmla="*/ 0 w 1287710"/>
                <a:gd name="connsiteY2" fmla="*/ 176169 h 1170264"/>
                <a:gd name="connsiteX3" fmla="*/ 0 w 1287710"/>
                <a:gd name="connsiteY3" fmla="*/ 1166070 h 1170264"/>
                <a:gd name="connsiteX4" fmla="*/ 1287710 w 1287710"/>
                <a:gd name="connsiteY4" fmla="*/ 1170264 h 11702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87710" h="1170264">
                  <a:moveTo>
                    <a:pt x="545284" y="0"/>
                  </a:moveTo>
                  <a:lnTo>
                    <a:pt x="541090" y="171975"/>
                  </a:lnTo>
                  <a:lnTo>
                    <a:pt x="0" y="176169"/>
                  </a:lnTo>
                  <a:lnTo>
                    <a:pt x="0" y="1166070"/>
                  </a:lnTo>
                  <a:lnTo>
                    <a:pt x="1287710" y="1170264"/>
                  </a:lnTo>
                </a:path>
              </a:pathLst>
            </a:custGeom>
            <a:noFill/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E4BE3616-B8D8-5BFD-E39A-73DD31C72709}"/>
                </a:ext>
              </a:extLst>
            </p:cNvPr>
            <p:cNvSpPr/>
            <p:nvPr/>
          </p:nvSpPr>
          <p:spPr>
            <a:xfrm>
              <a:off x="9002523" y="3963143"/>
              <a:ext cx="1224793" cy="855677"/>
            </a:xfrm>
            <a:custGeom>
              <a:avLst/>
              <a:gdLst>
                <a:gd name="connsiteX0" fmla="*/ 587230 w 1224793"/>
                <a:gd name="connsiteY0" fmla="*/ 0 h 855677"/>
                <a:gd name="connsiteX1" fmla="*/ 591424 w 1224793"/>
                <a:gd name="connsiteY1" fmla="*/ 205531 h 855677"/>
                <a:gd name="connsiteX2" fmla="*/ 0 w 1224793"/>
                <a:gd name="connsiteY2" fmla="*/ 209725 h 855677"/>
                <a:gd name="connsiteX3" fmla="*/ 0 w 1224793"/>
                <a:gd name="connsiteY3" fmla="*/ 855677 h 855677"/>
                <a:gd name="connsiteX4" fmla="*/ 1224793 w 1224793"/>
                <a:gd name="connsiteY4" fmla="*/ 855677 h 8556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24793" h="855677">
                  <a:moveTo>
                    <a:pt x="587230" y="0"/>
                  </a:moveTo>
                  <a:lnTo>
                    <a:pt x="591424" y="205531"/>
                  </a:lnTo>
                  <a:lnTo>
                    <a:pt x="0" y="209725"/>
                  </a:lnTo>
                  <a:lnTo>
                    <a:pt x="0" y="855677"/>
                  </a:lnTo>
                  <a:lnTo>
                    <a:pt x="1224793" y="855677"/>
                  </a:lnTo>
                </a:path>
              </a:pathLst>
            </a:cu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12BC65FD-3336-F391-B770-4E0D8CAE1B57}"/>
                </a:ext>
              </a:extLst>
            </p:cNvPr>
            <p:cNvSpPr/>
            <p:nvPr/>
          </p:nvSpPr>
          <p:spPr>
            <a:xfrm>
              <a:off x="9073830" y="3963143"/>
              <a:ext cx="1145097" cy="545285"/>
            </a:xfrm>
            <a:custGeom>
              <a:avLst/>
              <a:gdLst>
                <a:gd name="connsiteX0" fmla="*/ 604007 w 1145097"/>
                <a:gd name="connsiteY0" fmla="*/ 0 h 545285"/>
                <a:gd name="connsiteX1" fmla="*/ 608201 w 1145097"/>
                <a:gd name="connsiteY1" fmla="*/ 239087 h 545285"/>
                <a:gd name="connsiteX2" fmla="*/ 0 w 1145097"/>
                <a:gd name="connsiteY2" fmla="*/ 239087 h 545285"/>
                <a:gd name="connsiteX3" fmla="*/ 0 w 1145097"/>
                <a:gd name="connsiteY3" fmla="*/ 536896 h 545285"/>
                <a:gd name="connsiteX4" fmla="*/ 1145097 w 1145097"/>
                <a:gd name="connsiteY4" fmla="*/ 545285 h 5452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45097" h="545285">
                  <a:moveTo>
                    <a:pt x="604007" y="0"/>
                  </a:moveTo>
                  <a:lnTo>
                    <a:pt x="608201" y="239087"/>
                  </a:lnTo>
                  <a:lnTo>
                    <a:pt x="0" y="239087"/>
                  </a:lnTo>
                  <a:lnTo>
                    <a:pt x="0" y="536896"/>
                  </a:lnTo>
                  <a:lnTo>
                    <a:pt x="1145097" y="545285"/>
                  </a:lnTo>
                </a:path>
              </a:pathLst>
            </a:custGeom>
            <a:noFill/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45C0ACCB-325F-B157-F8BE-3FCA0137A15A}"/>
                </a:ext>
              </a:extLst>
            </p:cNvPr>
            <p:cNvSpPr/>
            <p:nvPr/>
          </p:nvSpPr>
          <p:spPr>
            <a:xfrm>
              <a:off x="9862395" y="3963143"/>
              <a:ext cx="29361" cy="1598103"/>
            </a:xfrm>
            <a:custGeom>
              <a:avLst/>
              <a:gdLst>
                <a:gd name="connsiteX0" fmla="*/ 0 w 29361"/>
                <a:gd name="connsiteY0" fmla="*/ 0 h 1598103"/>
                <a:gd name="connsiteX1" fmla="*/ 29361 w 29361"/>
                <a:gd name="connsiteY1" fmla="*/ 1598103 h 15981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9361" h="1598103">
                  <a:moveTo>
                    <a:pt x="0" y="0"/>
                  </a:moveTo>
                  <a:lnTo>
                    <a:pt x="29361" y="1598103"/>
                  </a:lnTo>
                </a:path>
              </a:pathLst>
            </a:custGeom>
            <a:noFill/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A792672E-A19B-BFDD-19EF-FE2AF7ADE2AF}"/>
                </a:ext>
              </a:extLst>
            </p:cNvPr>
            <p:cNvSpPr/>
            <p:nvPr/>
          </p:nvSpPr>
          <p:spPr>
            <a:xfrm>
              <a:off x="9765921" y="3950560"/>
              <a:ext cx="453006" cy="1564547"/>
            </a:xfrm>
            <a:custGeom>
              <a:avLst/>
              <a:gdLst>
                <a:gd name="connsiteX0" fmla="*/ 0 w 453006"/>
                <a:gd name="connsiteY0" fmla="*/ 0 h 1564547"/>
                <a:gd name="connsiteX1" fmla="*/ 0 w 453006"/>
                <a:gd name="connsiteY1" fmla="*/ 167780 h 1564547"/>
                <a:gd name="connsiteX2" fmla="*/ 427839 w 453006"/>
                <a:gd name="connsiteY2" fmla="*/ 306198 h 1564547"/>
                <a:gd name="connsiteX3" fmla="*/ 453006 w 453006"/>
                <a:gd name="connsiteY3" fmla="*/ 1564547 h 15645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53006" h="1564547">
                  <a:moveTo>
                    <a:pt x="0" y="0"/>
                  </a:moveTo>
                  <a:lnTo>
                    <a:pt x="0" y="167780"/>
                  </a:lnTo>
                  <a:lnTo>
                    <a:pt x="427839" y="306198"/>
                  </a:lnTo>
                  <a:lnTo>
                    <a:pt x="453006" y="1564547"/>
                  </a:lnTo>
                </a:path>
              </a:pathLst>
            </a:custGeom>
            <a:noFill/>
            <a:ln>
              <a:solidFill>
                <a:schemeClr val="accent4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33BA5F87-C294-0AC1-E07A-76CDC569D857}"/>
                </a:ext>
              </a:extLst>
            </p:cNvPr>
            <p:cNvSpPr/>
            <p:nvPr/>
          </p:nvSpPr>
          <p:spPr>
            <a:xfrm>
              <a:off x="9577131" y="3955595"/>
              <a:ext cx="377928" cy="1505824"/>
            </a:xfrm>
            <a:custGeom>
              <a:avLst/>
              <a:gdLst>
                <a:gd name="connsiteX0" fmla="*/ 788566 w 788566"/>
                <a:gd name="connsiteY0" fmla="*/ 0 h 1505824"/>
                <a:gd name="connsiteX1" fmla="*/ 788566 w 788566"/>
                <a:gd name="connsiteY1" fmla="*/ 322976 h 1505824"/>
                <a:gd name="connsiteX2" fmla="*/ 4195 w 788566"/>
                <a:gd name="connsiteY2" fmla="*/ 322976 h 1505824"/>
                <a:gd name="connsiteX3" fmla="*/ 0 w 788566"/>
                <a:gd name="connsiteY3" fmla="*/ 1505824 h 1505824"/>
                <a:gd name="connsiteX0" fmla="*/ 788566 w 788566"/>
                <a:gd name="connsiteY0" fmla="*/ 0 h 1505824"/>
                <a:gd name="connsiteX1" fmla="*/ 788566 w 788566"/>
                <a:gd name="connsiteY1" fmla="*/ 322976 h 1505824"/>
                <a:gd name="connsiteX2" fmla="*/ 4195 w 788566"/>
                <a:gd name="connsiteY2" fmla="*/ 222308 h 1505824"/>
                <a:gd name="connsiteX3" fmla="*/ 0 w 788566"/>
                <a:gd name="connsiteY3" fmla="*/ 1505824 h 1505824"/>
                <a:gd name="connsiteX0" fmla="*/ 788566 w 788566"/>
                <a:gd name="connsiteY0" fmla="*/ 0 h 1505824"/>
                <a:gd name="connsiteX1" fmla="*/ 770865 w 788566"/>
                <a:gd name="connsiteY1" fmla="*/ 230698 h 1505824"/>
                <a:gd name="connsiteX2" fmla="*/ 4195 w 788566"/>
                <a:gd name="connsiteY2" fmla="*/ 222308 h 1505824"/>
                <a:gd name="connsiteX3" fmla="*/ 0 w 788566"/>
                <a:gd name="connsiteY3" fmla="*/ 1505824 h 1505824"/>
                <a:gd name="connsiteX0" fmla="*/ 788566 w 788566"/>
                <a:gd name="connsiteY0" fmla="*/ 0 h 1505824"/>
                <a:gd name="connsiteX1" fmla="*/ 770865 w 788566"/>
                <a:gd name="connsiteY1" fmla="*/ 230698 h 1505824"/>
                <a:gd name="connsiteX2" fmla="*/ 13044 w 788566"/>
                <a:gd name="connsiteY2" fmla="*/ 289419 h 1505824"/>
                <a:gd name="connsiteX3" fmla="*/ 0 w 788566"/>
                <a:gd name="connsiteY3" fmla="*/ 1505824 h 1505824"/>
                <a:gd name="connsiteX0" fmla="*/ 788566 w 788566"/>
                <a:gd name="connsiteY0" fmla="*/ 0 h 1505824"/>
                <a:gd name="connsiteX1" fmla="*/ 770865 w 788566"/>
                <a:gd name="connsiteY1" fmla="*/ 285226 h 1505824"/>
                <a:gd name="connsiteX2" fmla="*/ 13044 w 788566"/>
                <a:gd name="connsiteY2" fmla="*/ 289419 h 1505824"/>
                <a:gd name="connsiteX3" fmla="*/ 0 w 788566"/>
                <a:gd name="connsiteY3" fmla="*/ 1505824 h 1505824"/>
                <a:gd name="connsiteX0" fmla="*/ 788566 w 797417"/>
                <a:gd name="connsiteY0" fmla="*/ 0 h 1505824"/>
                <a:gd name="connsiteX1" fmla="*/ 797417 w 797417"/>
                <a:gd name="connsiteY1" fmla="*/ 285226 h 1505824"/>
                <a:gd name="connsiteX2" fmla="*/ 13044 w 797417"/>
                <a:gd name="connsiteY2" fmla="*/ 289419 h 1505824"/>
                <a:gd name="connsiteX3" fmla="*/ 0 w 797417"/>
                <a:gd name="connsiteY3" fmla="*/ 1505824 h 1505824"/>
                <a:gd name="connsiteX0" fmla="*/ 788566 w 797417"/>
                <a:gd name="connsiteY0" fmla="*/ 0 h 1505824"/>
                <a:gd name="connsiteX1" fmla="*/ 797417 w 797417"/>
                <a:gd name="connsiteY1" fmla="*/ 285226 h 1505824"/>
                <a:gd name="connsiteX2" fmla="*/ 13044 w 797417"/>
                <a:gd name="connsiteY2" fmla="*/ 285225 h 1505824"/>
                <a:gd name="connsiteX3" fmla="*/ 0 w 797417"/>
                <a:gd name="connsiteY3" fmla="*/ 1505824 h 15058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97417" h="1505824">
                  <a:moveTo>
                    <a:pt x="788566" y="0"/>
                  </a:moveTo>
                  <a:lnTo>
                    <a:pt x="797417" y="285226"/>
                  </a:lnTo>
                  <a:lnTo>
                    <a:pt x="13044" y="285225"/>
                  </a:lnTo>
                  <a:cubicBezTo>
                    <a:pt x="11646" y="679508"/>
                    <a:pt x="1398" y="1111541"/>
                    <a:pt x="0" y="1505824"/>
                  </a:cubicBezTo>
                </a:path>
              </a:pathLst>
            </a:custGeom>
            <a:noFill/>
            <a:ln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389C0C1B-82D0-BD74-6DFD-A3D2F8FA700D}"/>
                </a:ext>
              </a:extLst>
            </p:cNvPr>
            <p:cNvSpPr/>
            <p:nvPr/>
          </p:nvSpPr>
          <p:spPr>
            <a:xfrm>
              <a:off x="9258387" y="3958949"/>
              <a:ext cx="788566" cy="1505824"/>
            </a:xfrm>
            <a:custGeom>
              <a:avLst/>
              <a:gdLst>
                <a:gd name="connsiteX0" fmla="*/ 788566 w 788566"/>
                <a:gd name="connsiteY0" fmla="*/ 0 h 1505824"/>
                <a:gd name="connsiteX1" fmla="*/ 788566 w 788566"/>
                <a:gd name="connsiteY1" fmla="*/ 322976 h 1505824"/>
                <a:gd name="connsiteX2" fmla="*/ 4195 w 788566"/>
                <a:gd name="connsiteY2" fmla="*/ 322976 h 1505824"/>
                <a:gd name="connsiteX3" fmla="*/ 0 w 788566"/>
                <a:gd name="connsiteY3" fmla="*/ 1505824 h 15058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88566" h="1505824">
                  <a:moveTo>
                    <a:pt x="788566" y="0"/>
                  </a:moveTo>
                  <a:lnTo>
                    <a:pt x="788566" y="322976"/>
                  </a:lnTo>
                  <a:lnTo>
                    <a:pt x="4195" y="322976"/>
                  </a:lnTo>
                  <a:cubicBezTo>
                    <a:pt x="2797" y="717259"/>
                    <a:pt x="1398" y="1111541"/>
                    <a:pt x="0" y="1505824"/>
                  </a:cubicBezTo>
                </a:path>
              </a:pathLst>
            </a:custGeom>
            <a:noFill/>
            <a:ln>
              <a:solidFill>
                <a:schemeClr val="accent2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40867D81-DAA6-484F-AD5E-53F498BE28C4}"/>
                </a:ext>
              </a:extLst>
            </p:cNvPr>
            <p:cNvGrpSpPr/>
            <p:nvPr/>
          </p:nvGrpSpPr>
          <p:grpSpPr>
            <a:xfrm>
              <a:off x="9124170" y="4363941"/>
              <a:ext cx="255090" cy="255090"/>
              <a:chOff x="2766747" y="2052494"/>
              <a:chExt cx="255090" cy="255090"/>
            </a:xfrm>
          </p:grpSpPr>
          <p:sp>
            <p:nvSpPr>
              <p:cNvPr id="18" name="Rectangle: Rounded Corners 17">
                <a:extLst>
                  <a:ext uri="{FF2B5EF4-FFF2-40B4-BE49-F238E27FC236}">
                    <a16:creationId xmlns:a16="http://schemas.microsoft.com/office/drawing/2014/main" id="{AAD9E327-27FA-D16F-CD0B-0BF58C90772E}"/>
                  </a:ext>
                </a:extLst>
              </p:cNvPr>
              <p:cNvSpPr/>
              <p:nvPr/>
            </p:nvSpPr>
            <p:spPr>
              <a:xfrm>
                <a:off x="2766747" y="2052494"/>
                <a:ext cx="255090" cy="255090"/>
              </a:xfrm>
              <a:prstGeom prst="roundRect">
                <a:avLst>
                  <a:gd name="adj" fmla="val 9199"/>
                </a:avLst>
              </a:prstGeom>
              <a:solidFill>
                <a:schemeClr val="bg1">
                  <a:lumMod val="65000"/>
                </a:schemeClr>
              </a:solidFill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E797938D-8CA8-56DF-D743-28DB0708E0E7}"/>
                  </a:ext>
                </a:extLst>
              </p:cNvPr>
              <p:cNvSpPr/>
              <p:nvPr/>
            </p:nvSpPr>
            <p:spPr>
              <a:xfrm>
                <a:off x="2832379" y="2118126"/>
                <a:ext cx="123825" cy="123825"/>
              </a:xfrm>
              <a:prstGeom prst="ellipse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345E5EDD-DC6D-F931-E4D9-722C6577E1D6}"/>
                </a:ext>
              </a:extLst>
            </p:cNvPr>
            <p:cNvGrpSpPr/>
            <p:nvPr/>
          </p:nvGrpSpPr>
          <p:grpSpPr>
            <a:xfrm>
              <a:off x="9444891" y="4363941"/>
              <a:ext cx="255090" cy="255090"/>
              <a:chOff x="2766747" y="2052494"/>
              <a:chExt cx="255090" cy="255090"/>
            </a:xfrm>
          </p:grpSpPr>
          <p:sp>
            <p:nvSpPr>
              <p:cNvPr id="21" name="Rectangle: Rounded Corners 20">
                <a:extLst>
                  <a:ext uri="{FF2B5EF4-FFF2-40B4-BE49-F238E27FC236}">
                    <a16:creationId xmlns:a16="http://schemas.microsoft.com/office/drawing/2014/main" id="{6727CBDF-9046-7F9D-CD59-749653B1A148}"/>
                  </a:ext>
                </a:extLst>
              </p:cNvPr>
              <p:cNvSpPr/>
              <p:nvPr/>
            </p:nvSpPr>
            <p:spPr>
              <a:xfrm>
                <a:off x="2766747" y="2052494"/>
                <a:ext cx="255090" cy="255090"/>
              </a:xfrm>
              <a:prstGeom prst="roundRect">
                <a:avLst>
                  <a:gd name="adj" fmla="val 9199"/>
                </a:avLst>
              </a:prstGeom>
              <a:solidFill>
                <a:schemeClr val="bg1">
                  <a:lumMod val="65000"/>
                </a:schemeClr>
              </a:solidFill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7D1F1F86-6227-D09A-A1A4-65E709A192CF}"/>
                  </a:ext>
                </a:extLst>
              </p:cNvPr>
              <p:cNvSpPr/>
              <p:nvPr/>
            </p:nvSpPr>
            <p:spPr>
              <a:xfrm>
                <a:off x="2832379" y="2118126"/>
                <a:ext cx="123825" cy="123825"/>
              </a:xfrm>
              <a:prstGeom prst="ellipse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63889514-265D-CBB8-6423-385D2541560F}"/>
                </a:ext>
              </a:extLst>
            </p:cNvPr>
            <p:cNvGrpSpPr/>
            <p:nvPr/>
          </p:nvGrpSpPr>
          <p:grpSpPr>
            <a:xfrm>
              <a:off x="9765612" y="4363941"/>
              <a:ext cx="255090" cy="255090"/>
              <a:chOff x="2766747" y="2052494"/>
              <a:chExt cx="255090" cy="255090"/>
            </a:xfrm>
          </p:grpSpPr>
          <p:sp>
            <p:nvSpPr>
              <p:cNvPr id="24" name="Rectangle: Rounded Corners 23">
                <a:extLst>
                  <a:ext uri="{FF2B5EF4-FFF2-40B4-BE49-F238E27FC236}">
                    <a16:creationId xmlns:a16="http://schemas.microsoft.com/office/drawing/2014/main" id="{BB9A300C-7F01-D75A-C54C-8EA047E94F14}"/>
                  </a:ext>
                </a:extLst>
              </p:cNvPr>
              <p:cNvSpPr/>
              <p:nvPr/>
            </p:nvSpPr>
            <p:spPr>
              <a:xfrm>
                <a:off x="2766747" y="2052494"/>
                <a:ext cx="255090" cy="255090"/>
              </a:xfrm>
              <a:prstGeom prst="roundRect">
                <a:avLst>
                  <a:gd name="adj" fmla="val 9199"/>
                </a:avLst>
              </a:prstGeom>
              <a:solidFill>
                <a:schemeClr val="bg1">
                  <a:lumMod val="65000"/>
                </a:schemeClr>
              </a:solidFill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25" name="Oval 24">
                <a:extLst>
                  <a:ext uri="{FF2B5EF4-FFF2-40B4-BE49-F238E27FC236}">
                    <a16:creationId xmlns:a16="http://schemas.microsoft.com/office/drawing/2014/main" id="{21262C8B-EE5C-8F8F-8493-59204B100533}"/>
                  </a:ext>
                </a:extLst>
              </p:cNvPr>
              <p:cNvSpPr/>
              <p:nvPr/>
            </p:nvSpPr>
            <p:spPr>
              <a:xfrm>
                <a:off x="2832379" y="2118126"/>
                <a:ext cx="123825" cy="123825"/>
              </a:xfrm>
              <a:prstGeom prst="ellipse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BB61150E-8E6D-FBDA-370C-7435ACF06923}"/>
                </a:ext>
              </a:extLst>
            </p:cNvPr>
            <p:cNvGrpSpPr/>
            <p:nvPr/>
          </p:nvGrpSpPr>
          <p:grpSpPr>
            <a:xfrm>
              <a:off x="10086333" y="4363941"/>
              <a:ext cx="255090" cy="255090"/>
              <a:chOff x="2766747" y="2052494"/>
              <a:chExt cx="255090" cy="255090"/>
            </a:xfrm>
          </p:grpSpPr>
          <p:sp>
            <p:nvSpPr>
              <p:cNvPr id="27" name="Rectangle: Rounded Corners 26">
                <a:extLst>
                  <a:ext uri="{FF2B5EF4-FFF2-40B4-BE49-F238E27FC236}">
                    <a16:creationId xmlns:a16="http://schemas.microsoft.com/office/drawing/2014/main" id="{E9F67265-DFA3-81F4-DFBC-D0106C4E79CD}"/>
                  </a:ext>
                </a:extLst>
              </p:cNvPr>
              <p:cNvSpPr/>
              <p:nvPr/>
            </p:nvSpPr>
            <p:spPr>
              <a:xfrm>
                <a:off x="2766747" y="2052494"/>
                <a:ext cx="255090" cy="255090"/>
              </a:xfrm>
              <a:prstGeom prst="roundRect">
                <a:avLst>
                  <a:gd name="adj" fmla="val 9199"/>
                </a:avLst>
              </a:prstGeom>
              <a:solidFill>
                <a:schemeClr val="bg1">
                  <a:lumMod val="65000"/>
                </a:schemeClr>
              </a:solidFill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42C2254B-9956-4531-1F80-F49323B728F3}"/>
                  </a:ext>
                </a:extLst>
              </p:cNvPr>
              <p:cNvSpPr/>
              <p:nvPr/>
            </p:nvSpPr>
            <p:spPr>
              <a:xfrm>
                <a:off x="2832379" y="2118126"/>
                <a:ext cx="123825" cy="123825"/>
              </a:xfrm>
              <a:prstGeom prst="ellipse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7911D019-BF70-4072-C82F-3088FF77D28A}"/>
                </a:ext>
              </a:extLst>
            </p:cNvPr>
            <p:cNvGrpSpPr/>
            <p:nvPr/>
          </p:nvGrpSpPr>
          <p:grpSpPr>
            <a:xfrm>
              <a:off x="9124170" y="4684663"/>
              <a:ext cx="255090" cy="255090"/>
              <a:chOff x="2766747" y="2052494"/>
              <a:chExt cx="255090" cy="255090"/>
            </a:xfrm>
          </p:grpSpPr>
          <p:sp>
            <p:nvSpPr>
              <p:cNvPr id="30" name="Rectangle: Rounded Corners 29">
                <a:extLst>
                  <a:ext uri="{FF2B5EF4-FFF2-40B4-BE49-F238E27FC236}">
                    <a16:creationId xmlns:a16="http://schemas.microsoft.com/office/drawing/2014/main" id="{344EC4BC-1649-966E-DF5C-73C58CD8AF2E}"/>
                  </a:ext>
                </a:extLst>
              </p:cNvPr>
              <p:cNvSpPr/>
              <p:nvPr/>
            </p:nvSpPr>
            <p:spPr>
              <a:xfrm>
                <a:off x="2766747" y="2052494"/>
                <a:ext cx="255090" cy="255090"/>
              </a:xfrm>
              <a:prstGeom prst="roundRect">
                <a:avLst>
                  <a:gd name="adj" fmla="val 9199"/>
                </a:avLst>
              </a:prstGeom>
              <a:solidFill>
                <a:schemeClr val="bg1">
                  <a:lumMod val="65000"/>
                </a:schemeClr>
              </a:solidFill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1D6CDB5B-4A0B-EB10-467B-B31909793C95}"/>
                  </a:ext>
                </a:extLst>
              </p:cNvPr>
              <p:cNvSpPr/>
              <p:nvPr/>
            </p:nvSpPr>
            <p:spPr>
              <a:xfrm>
                <a:off x="2832379" y="2118126"/>
                <a:ext cx="123825" cy="123825"/>
              </a:xfrm>
              <a:prstGeom prst="ellipse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8F821B6F-73F0-86A8-06D3-4B4236428990}"/>
                </a:ext>
              </a:extLst>
            </p:cNvPr>
            <p:cNvGrpSpPr/>
            <p:nvPr/>
          </p:nvGrpSpPr>
          <p:grpSpPr>
            <a:xfrm>
              <a:off x="9444891" y="4684663"/>
              <a:ext cx="255090" cy="255090"/>
              <a:chOff x="2766747" y="2052494"/>
              <a:chExt cx="255090" cy="255090"/>
            </a:xfrm>
          </p:grpSpPr>
          <p:sp>
            <p:nvSpPr>
              <p:cNvPr id="33" name="Rectangle: Rounded Corners 32">
                <a:extLst>
                  <a:ext uri="{FF2B5EF4-FFF2-40B4-BE49-F238E27FC236}">
                    <a16:creationId xmlns:a16="http://schemas.microsoft.com/office/drawing/2014/main" id="{ADC4D4F7-4060-0FB9-1136-BCA18E2C02C4}"/>
                  </a:ext>
                </a:extLst>
              </p:cNvPr>
              <p:cNvSpPr/>
              <p:nvPr/>
            </p:nvSpPr>
            <p:spPr>
              <a:xfrm>
                <a:off x="2766747" y="2052494"/>
                <a:ext cx="255090" cy="255090"/>
              </a:xfrm>
              <a:prstGeom prst="roundRect">
                <a:avLst>
                  <a:gd name="adj" fmla="val 9199"/>
                </a:avLst>
              </a:prstGeom>
              <a:solidFill>
                <a:schemeClr val="bg1">
                  <a:lumMod val="65000"/>
                </a:schemeClr>
              </a:solidFill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34" name="Oval 33">
                <a:extLst>
                  <a:ext uri="{FF2B5EF4-FFF2-40B4-BE49-F238E27FC236}">
                    <a16:creationId xmlns:a16="http://schemas.microsoft.com/office/drawing/2014/main" id="{610CC0B7-0090-5646-63C9-E9B0B01BC38F}"/>
                  </a:ext>
                </a:extLst>
              </p:cNvPr>
              <p:cNvSpPr/>
              <p:nvPr/>
            </p:nvSpPr>
            <p:spPr>
              <a:xfrm>
                <a:off x="2832379" y="2118126"/>
                <a:ext cx="123825" cy="123825"/>
              </a:xfrm>
              <a:prstGeom prst="ellipse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BDB192A9-7FF4-ABF1-AEF7-B0A8B3FF3408}"/>
                </a:ext>
              </a:extLst>
            </p:cNvPr>
            <p:cNvGrpSpPr/>
            <p:nvPr/>
          </p:nvGrpSpPr>
          <p:grpSpPr>
            <a:xfrm>
              <a:off x="9765612" y="4684663"/>
              <a:ext cx="255090" cy="255090"/>
              <a:chOff x="2766747" y="2052494"/>
              <a:chExt cx="255090" cy="255090"/>
            </a:xfrm>
          </p:grpSpPr>
          <p:sp>
            <p:nvSpPr>
              <p:cNvPr id="36" name="Rectangle: Rounded Corners 35">
                <a:extLst>
                  <a:ext uri="{FF2B5EF4-FFF2-40B4-BE49-F238E27FC236}">
                    <a16:creationId xmlns:a16="http://schemas.microsoft.com/office/drawing/2014/main" id="{2F20E206-2E66-2A75-DEF2-0AB46C4AF418}"/>
                  </a:ext>
                </a:extLst>
              </p:cNvPr>
              <p:cNvSpPr/>
              <p:nvPr/>
            </p:nvSpPr>
            <p:spPr>
              <a:xfrm>
                <a:off x="2766747" y="2052494"/>
                <a:ext cx="255090" cy="255090"/>
              </a:xfrm>
              <a:prstGeom prst="roundRect">
                <a:avLst>
                  <a:gd name="adj" fmla="val 9199"/>
                </a:avLst>
              </a:prstGeom>
              <a:solidFill>
                <a:schemeClr val="bg1">
                  <a:lumMod val="65000"/>
                </a:schemeClr>
              </a:solidFill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37" name="Oval 36">
                <a:extLst>
                  <a:ext uri="{FF2B5EF4-FFF2-40B4-BE49-F238E27FC236}">
                    <a16:creationId xmlns:a16="http://schemas.microsoft.com/office/drawing/2014/main" id="{904E4E07-A1E8-EBBC-C7D4-F4073FFA3D39}"/>
                  </a:ext>
                </a:extLst>
              </p:cNvPr>
              <p:cNvSpPr/>
              <p:nvPr/>
            </p:nvSpPr>
            <p:spPr>
              <a:xfrm>
                <a:off x="2832379" y="2118126"/>
                <a:ext cx="123825" cy="123825"/>
              </a:xfrm>
              <a:prstGeom prst="ellipse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38" name="Group 37">
              <a:extLst>
                <a:ext uri="{FF2B5EF4-FFF2-40B4-BE49-F238E27FC236}">
                  <a16:creationId xmlns:a16="http://schemas.microsoft.com/office/drawing/2014/main" id="{03EF138D-27E4-8339-C5F6-62DCE698BAFC}"/>
                </a:ext>
              </a:extLst>
            </p:cNvPr>
            <p:cNvGrpSpPr/>
            <p:nvPr/>
          </p:nvGrpSpPr>
          <p:grpSpPr>
            <a:xfrm>
              <a:off x="10086333" y="4684663"/>
              <a:ext cx="255090" cy="255090"/>
              <a:chOff x="2766747" y="2052494"/>
              <a:chExt cx="255090" cy="255090"/>
            </a:xfrm>
          </p:grpSpPr>
          <p:sp>
            <p:nvSpPr>
              <p:cNvPr id="39" name="Rectangle: Rounded Corners 38">
                <a:extLst>
                  <a:ext uri="{FF2B5EF4-FFF2-40B4-BE49-F238E27FC236}">
                    <a16:creationId xmlns:a16="http://schemas.microsoft.com/office/drawing/2014/main" id="{C19D2322-5A34-EF0A-1228-BAFC9FC6D52B}"/>
                  </a:ext>
                </a:extLst>
              </p:cNvPr>
              <p:cNvSpPr/>
              <p:nvPr/>
            </p:nvSpPr>
            <p:spPr>
              <a:xfrm>
                <a:off x="2766747" y="2052494"/>
                <a:ext cx="255090" cy="255090"/>
              </a:xfrm>
              <a:prstGeom prst="roundRect">
                <a:avLst>
                  <a:gd name="adj" fmla="val 9199"/>
                </a:avLst>
              </a:prstGeom>
              <a:solidFill>
                <a:schemeClr val="bg1">
                  <a:lumMod val="65000"/>
                </a:schemeClr>
              </a:solidFill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0" name="Oval 39">
                <a:extLst>
                  <a:ext uri="{FF2B5EF4-FFF2-40B4-BE49-F238E27FC236}">
                    <a16:creationId xmlns:a16="http://schemas.microsoft.com/office/drawing/2014/main" id="{D581AF3B-605F-CCFC-3F43-913DC8478E29}"/>
                  </a:ext>
                </a:extLst>
              </p:cNvPr>
              <p:cNvSpPr/>
              <p:nvPr/>
            </p:nvSpPr>
            <p:spPr>
              <a:xfrm>
                <a:off x="2832379" y="2118126"/>
                <a:ext cx="123825" cy="123825"/>
              </a:xfrm>
              <a:prstGeom prst="ellipse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41" name="Group 40">
              <a:extLst>
                <a:ext uri="{FF2B5EF4-FFF2-40B4-BE49-F238E27FC236}">
                  <a16:creationId xmlns:a16="http://schemas.microsoft.com/office/drawing/2014/main" id="{88B8FCBD-4075-458B-EC74-538A91277912}"/>
                </a:ext>
              </a:extLst>
            </p:cNvPr>
            <p:cNvGrpSpPr/>
            <p:nvPr/>
          </p:nvGrpSpPr>
          <p:grpSpPr>
            <a:xfrm>
              <a:off x="9124170" y="5005385"/>
              <a:ext cx="255090" cy="255090"/>
              <a:chOff x="2766747" y="2052494"/>
              <a:chExt cx="255090" cy="255090"/>
            </a:xfrm>
          </p:grpSpPr>
          <p:sp>
            <p:nvSpPr>
              <p:cNvPr id="42" name="Rectangle: Rounded Corners 41">
                <a:extLst>
                  <a:ext uri="{FF2B5EF4-FFF2-40B4-BE49-F238E27FC236}">
                    <a16:creationId xmlns:a16="http://schemas.microsoft.com/office/drawing/2014/main" id="{0ED63CFE-80BD-2FCD-C1BE-E3B717C67CB4}"/>
                  </a:ext>
                </a:extLst>
              </p:cNvPr>
              <p:cNvSpPr/>
              <p:nvPr/>
            </p:nvSpPr>
            <p:spPr>
              <a:xfrm>
                <a:off x="2766747" y="2052494"/>
                <a:ext cx="255090" cy="255090"/>
              </a:xfrm>
              <a:prstGeom prst="roundRect">
                <a:avLst>
                  <a:gd name="adj" fmla="val 9199"/>
                </a:avLst>
              </a:prstGeom>
              <a:solidFill>
                <a:schemeClr val="bg1">
                  <a:lumMod val="65000"/>
                </a:schemeClr>
              </a:solidFill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3" name="Oval 42">
                <a:extLst>
                  <a:ext uri="{FF2B5EF4-FFF2-40B4-BE49-F238E27FC236}">
                    <a16:creationId xmlns:a16="http://schemas.microsoft.com/office/drawing/2014/main" id="{10700C6A-E02E-ADA9-FDAC-BDB5675BF18D}"/>
                  </a:ext>
                </a:extLst>
              </p:cNvPr>
              <p:cNvSpPr/>
              <p:nvPr/>
            </p:nvSpPr>
            <p:spPr>
              <a:xfrm>
                <a:off x="2832379" y="2118126"/>
                <a:ext cx="123825" cy="123825"/>
              </a:xfrm>
              <a:prstGeom prst="ellipse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44" name="Group 43">
              <a:extLst>
                <a:ext uri="{FF2B5EF4-FFF2-40B4-BE49-F238E27FC236}">
                  <a16:creationId xmlns:a16="http://schemas.microsoft.com/office/drawing/2014/main" id="{DF8E5511-5D2B-AA43-D517-BA48A6940064}"/>
                </a:ext>
              </a:extLst>
            </p:cNvPr>
            <p:cNvGrpSpPr/>
            <p:nvPr/>
          </p:nvGrpSpPr>
          <p:grpSpPr>
            <a:xfrm>
              <a:off x="9444891" y="5005385"/>
              <a:ext cx="255090" cy="255090"/>
              <a:chOff x="2766747" y="2052494"/>
              <a:chExt cx="255090" cy="255090"/>
            </a:xfrm>
          </p:grpSpPr>
          <p:sp>
            <p:nvSpPr>
              <p:cNvPr id="45" name="Rectangle: Rounded Corners 44">
                <a:extLst>
                  <a:ext uri="{FF2B5EF4-FFF2-40B4-BE49-F238E27FC236}">
                    <a16:creationId xmlns:a16="http://schemas.microsoft.com/office/drawing/2014/main" id="{0753FB7E-7583-2C03-A724-2A63075202A6}"/>
                  </a:ext>
                </a:extLst>
              </p:cNvPr>
              <p:cNvSpPr/>
              <p:nvPr/>
            </p:nvSpPr>
            <p:spPr>
              <a:xfrm>
                <a:off x="2766747" y="2052494"/>
                <a:ext cx="255090" cy="255090"/>
              </a:xfrm>
              <a:prstGeom prst="roundRect">
                <a:avLst>
                  <a:gd name="adj" fmla="val 9199"/>
                </a:avLst>
              </a:prstGeom>
              <a:solidFill>
                <a:schemeClr val="bg1">
                  <a:lumMod val="65000"/>
                </a:schemeClr>
              </a:solidFill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6" name="Oval 45">
                <a:extLst>
                  <a:ext uri="{FF2B5EF4-FFF2-40B4-BE49-F238E27FC236}">
                    <a16:creationId xmlns:a16="http://schemas.microsoft.com/office/drawing/2014/main" id="{16B6B542-DE4A-8AAA-EE6F-9BF704A1A802}"/>
                  </a:ext>
                </a:extLst>
              </p:cNvPr>
              <p:cNvSpPr/>
              <p:nvPr/>
            </p:nvSpPr>
            <p:spPr>
              <a:xfrm>
                <a:off x="2832379" y="2118126"/>
                <a:ext cx="123825" cy="123825"/>
              </a:xfrm>
              <a:prstGeom prst="ellipse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47" name="Group 46">
              <a:extLst>
                <a:ext uri="{FF2B5EF4-FFF2-40B4-BE49-F238E27FC236}">
                  <a16:creationId xmlns:a16="http://schemas.microsoft.com/office/drawing/2014/main" id="{BEEFD455-90B1-E48C-206F-A1B1426C1218}"/>
                </a:ext>
              </a:extLst>
            </p:cNvPr>
            <p:cNvGrpSpPr/>
            <p:nvPr/>
          </p:nvGrpSpPr>
          <p:grpSpPr>
            <a:xfrm>
              <a:off x="9765612" y="5005385"/>
              <a:ext cx="255090" cy="255090"/>
              <a:chOff x="2766747" y="2052494"/>
              <a:chExt cx="255090" cy="255090"/>
            </a:xfrm>
          </p:grpSpPr>
          <p:sp>
            <p:nvSpPr>
              <p:cNvPr id="48" name="Rectangle: Rounded Corners 47">
                <a:extLst>
                  <a:ext uri="{FF2B5EF4-FFF2-40B4-BE49-F238E27FC236}">
                    <a16:creationId xmlns:a16="http://schemas.microsoft.com/office/drawing/2014/main" id="{2416B8BA-F99A-C143-E77B-163802EB74B1}"/>
                  </a:ext>
                </a:extLst>
              </p:cNvPr>
              <p:cNvSpPr/>
              <p:nvPr/>
            </p:nvSpPr>
            <p:spPr>
              <a:xfrm>
                <a:off x="2766747" y="2052494"/>
                <a:ext cx="255090" cy="255090"/>
              </a:xfrm>
              <a:prstGeom prst="roundRect">
                <a:avLst>
                  <a:gd name="adj" fmla="val 9199"/>
                </a:avLst>
              </a:prstGeom>
              <a:solidFill>
                <a:schemeClr val="bg1">
                  <a:lumMod val="65000"/>
                </a:schemeClr>
              </a:solidFill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9" name="Oval 48">
                <a:extLst>
                  <a:ext uri="{FF2B5EF4-FFF2-40B4-BE49-F238E27FC236}">
                    <a16:creationId xmlns:a16="http://schemas.microsoft.com/office/drawing/2014/main" id="{1B41E38F-C9A6-9E08-CC4F-1AF76066C29C}"/>
                  </a:ext>
                </a:extLst>
              </p:cNvPr>
              <p:cNvSpPr/>
              <p:nvPr/>
            </p:nvSpPr>
            <p:spPr>
              <a:xfrm>
                <a:off x="2832379" y="2118126"/>
                <a:ext cx="123825" cy="123825"/>
              </a:xfrm>
              <a:prstGeom prst="ellipse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50" name="Group 49">
              <a:extLst>
                <a:ext uri="{FF2B5EF4-FFF2-40B4-BE49-F238E27FC236}">
                  <a16:creationId xmlns:a16="http://schemas.microsoft.com/office/drawing/2014/main" id="{2BFFC159-E3CA-7004-9611-C235A3BA8739}"/>
                </a:ext>
              </a:extLst>
            </p:cNvPr>
            <p:cNvGrpSpPr/>
            <p:nvPr/>
          </p:nvGrpSpPr>
          <p:grpSpPr>
            <a:xfrm>
              <a:off x="10086333" y="5005385"/>
              <a:ext cx="255090" cy="255090"/>
              <a:chOff x="2766747" y="2052494"/>
              <a:chExt cx="255090" cy="255090"/>
            </a:xfrm>
          </p:grpSpPr>
          <p:sp>
            <p:nvSpPr>
              <p:cNvPr id="51" name="Rectangle: Rounded Corners 50">
                <a:extLst>
                  <a:ext uri="{FF2B5EF4-FFF2-40B4-BE49-F238E27FC236}">
                    <a16:creationId xmlns:a16="http://schemas.microsoft.com/office/drawing/2014/main" id="{C2A69FF1-955D-4A1B-A1C5-D2FB105A5ADA}"/>
                  </a:ext>
                </a:extLst>
              </p:cNvPr>
              <p:cNvSpPr/>
              <p:nvPr/>
            </p:nvSpPr>
            <p:spPr>
              <a:xfrm>
                <a:off x="2766747" y="2052494"/>
                <a:ext cx="255090" cy="255090"/>
              </a:xfrm>
              <a:prstGeom prst="roundRect">
                <a:avLst>
                  <a:gd name="adj" fmla="val 9199"/>
                </a:avLst>
              </a:prstGeom>
              <a:solidFill>
                <a:schemeClr val="bg1">
                  <a:lumMod val="65000"/>
                </a:schemeClr>
              </a:solidFill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2" name="Oval 51">
                <a:extLst>
                  <a:ext uri="{FF2B5EF4-FFF2-40B4-BE49-F238E27FC236}">
                    <a16:creationId xmlns:a16="http://schemas.microsoft.com/office/drawing/2014/main" id="{BB387C96-7191-7545-C6A6-A3E0FB003673}"/>
                  </a:ext>
                </a:extLst>
              </p:cNvPr>
              <p:cNvSpPr/>
              <p:nvPr/>
            </p:nvSpPr>
            <p:spPr>
              <a:xfrm>
                <a:off x="2832379" y="2118126"/>
                <a:ext cx="123825" cy="123825"/>
              </a:xfrm>
              <a:prstGeom prst="ellipse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53" name="Group 52">
              <a:extLst>
                <a:ext uri="{FF2B5EF4-FFF2-40B4-BE49-F238E27FC236}">
                  <a16:creationId xmlns:a16="http://schemas.microsoft.com/office/drawing/2014/main" id="{237602F6-A624-E293-AEC0-A100D7348BBB}"/>
                </a:ext>
              </a:extLst>
            </p:cNvPr>
            <p:cNvGrpSpPr/>
            <p:nvPr/>
          </p:nvGrpSpPr>
          <p:grpSpPr>
            <a:xfrm>
              <a:off x="9124170" y="5326107"/>
              <a:ext cx="255090" cy="255090"/>
              <a:chOff x="2766747" y="2052494"/>
              <a:chExt cx="255090" cy="255090"/>
            </a:xfrm>
          </p:grpSpPr>
          <p:sp>
            <p:nvSpPr>
              <p:cNvPr id="54" name="Rectangle: Rounded Corners 53">
                <a:extLst>
                  <a:ext uri="{FF2B5EF4-FFF2-40B4-BE49-F238E27FC236}">
                    <a16:creationId xmlns:a16="http://schemas.microsoft.com/office/drawing/2014/main" id="{FBD901C8-1932-777D-3FE4-0E4F3A3B6F97}"/>
                  </a:ext>
                </a:extLst>
              </p:cNvPr>
              <p:cNvSpPr/>
              <p:nvPr/>
            </p:nvSpPr>
            <p:spPr>
              <a:xfrm>
                <a:off x="2766747" y="2052494"/>
                <a:ext cx="255090" cy="255090"/>
              </a:xfrm>
              <a:prstGeom prst="roundRect">
                <a:avLst>
                  <a:gd name="adj" fmla="val 9199"/>
                </a:avLst>
              </a:prstGeom>
              <a:solidFill>
                <a:schemeClr val="bg1">
                  <a:lumMod val="65000"/>
                </a:schemeClr>
              </a:solidFill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5" name="Oval 54">
                <a:extLst>
                  <a:ext uri="{FF2B5EF4-FFF2-40B4-BE49-F238E27FC236}">
                    <a16:creationId xmlns:a16="http://schemas.microsoft.com/office/drawing/2014/main" id="{937BC4CD-EAD2-DA18-D856-7F45D4EE29A3}"/>
                  </a:ext>
                </a:extLst>
              </p:cNvPr>
              <p:cNvSpPr/>
              <p:nvPr/>
            </p:nvSpPr>
            <p:spPr>
              <a:xfrm>
                <a:off x="2832379" y="2118126"/>
                <a:ext cx="123825" cy="123825"/>
              </a:xfrm>
              <a:prstGeom prst="ellipse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56" name="Group 55">
              <a:extLst>
                <a:ext uri="{FF2B5EF4-FFF2-40B4-BE49-F238E27FC236}">
                  <a16:creationId xmlns:a16="http://schemas.microsoft.com/office/drawing/2014/main" id="{D8ADF177-A663-FE91-A9B4-0A338E7E5DF4}"/>
                </a:ext>
              </a:extLst>
            </p:cNvPr>
            <p:cNvGrpSpPr/>
            <p:nvPr/>
          </p:nvGrpSpPr>
          <p:grpSpPr>
            <a:xfrm>
              <a:off x="9444891" y="5326107"/>
              <a:ext cx="255090" cy="255090"/>
              <a:chOff x="2766747" y="2052494"/>
              <a:chExt cx="255090" cy="255090"/>
            </a:xfrm>
          </p:grpSpPr>
          <p:sp>
            <p:nvSpPr>
              <p:cNvPr id="57" name="Rectangle: Rounded Corners 56">
                <a:extLst>
                  <a:ext uri="{FF2B5EF4-FFF2-40B4-BE49-F238E27FC236}">
                    <a16:creationId xmlns:a16="http://schemas.microsoft.com/office/drawing/2014/main" id="{F169AE8D-E5DB-5FF9-BDFF-630269A98A7C}"/>
                  </a:ext>
                </a:extLst>
              </p:cNvPr>
              <p:cNvSpPr/>
              <p:nvPr/>
            </p:nvSpPr>
            <p:spPr>
              <a:xfrm>
                <a:off x="2766747" y="2052494"/>
                <a:ext cx="255090" cy="255090"/>
              </a:xfrm>
              <a:prstGeom prst="roundRect">
                <a:avLst>
                  <a:gd name="adj" fmla="val 9199"/>
                </a:avLst>
              </a:prstGeom>
              <a:solidFill>
                <a:schemeClr val="bg1">
                  <a:lumMod val="65000"/>
                </a:schemeClr>
              </a:solidFill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8" name="Oval 57">
                <a:extLst>
                  <a:ext uri="{FF2B5EF4-FFF2-40B4-BE49-F238E27FC236}">
                    <a16:creationId xmlns:a16="http://schemas.microsoft.com/office/drawing/2014/main" id="{BEB2AE11-C16C-0218-2003-17AA3BB44FDD}"/>
                  </a:ext>
                </a:extLst>
              </p:cNvPr>
              <p:cNvSpPr/>
              <p:nvPr/>
            </p:nvSpPr>
            <p:spPr>
              <a:xfrm>
                <a:off x="2832379" y="2118126"/>
                <a:ext cx="123825" cy="123825"/>
              </a:xfrm>
              <a:prstGeom prst="ellipse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59" name="Group 58">
              <a:extLst>
                <a:ext uri="{FF2B5EF4-FFF2-40B4-BE49-F238E27FC236}">
                  <a16:creationId xmlns:a16="http://schemas.microsoft.com/office/drawing/2014/main" id="{29192983-FD47-CB26-788B-23B74D59121E}"/>
                </a:ext>
              </a:extLst>
            </p:cNvPr>
            <p:cNvGrpSpPr/>
            <p:nvPr/>
          </p:nvGrpSpPr>
          <p:grpSpPr>
            <a:xfrm>
              <a:off x="9765612" y="5326107"/>
              <a:ext cx="255090" cy="255090"/>
              <a:chOff x="2766747" y="2052494"/>
              <a:chExt cx="255090" cy="255090"/>
            </a:xfrm>
          </p:grpSpPr>
          <p:sp>
            <p:nvSpPr>
              <p:cNvPr id="60" name="Rectangle: Rounded Corners 59">
                <a:extLst>
                  <a:ext uri="{FF2B5EF4-FFF2-40B4-BE49-F238E27FC236}">
                    <a16:creationId xmlns:a16="http://schemas.microsoft.com/office/drawing/2014/main" id="{1628AED1-C0CD-D2D4-2960-046BE97AAB00}"/>
                  </a:ext>
                </a:extLst>
              </p:cNvPr>
              <p:cNvSpPr/>
              <p:nvPr/>
            </p:nvSpPr>
            <p:spPr>
              <a:xfrm>
                <a:off x="2766747" y="2052494"/>
                <a:ext cx="255090" cy="255090"/>
              </a:xfrm>
              <a:prstGeom prst="roundRect">
                <a:avLst>
                  <a:gd name="adj" fmla="val 9199"/>
                </a:avLst>
              </a:prstGeom>
              <a:solidFill>
                <a:schemeClr val="bg1">
                  <a:lumMod val="65000"/>
                </a:schemeClr>
              </a:solidFill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1" name="Oval 60">
                <a:extLst>
                  <a:ext uri="{FF2B5EF4-FFF2-40B4-BE49-F238E27FC236}">
                    <a16:creationId xmlns:a16="http://schemas.microsoft.com/office/drawing/2014/main" id="{96520779-36F3-C216-145B-677248EB4225}"/>
                  </a:ext>
                </a:extLst>
              </p:cNvPr>
              <p:cNvSpPr/>
              <p:nvPr/>
            </p:nvSpPr>
            <p:spPr>
              <a:xfrm>
                <a:off x="2832379" y="2118126"/>
                <a:ext cx="123825" cy="123825"/>
              </a:xfrm>
              <a:prstGeom prst="ellipse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2" name="Group 61">
              <a:extLst>
                <a:ext uri="{FF2B5EF4-FFF2-40B4-BE49-F238E27FC236}">
                  <a16:creationId xmlns:a16="http://schemas.microsoft.com/office/drawing/2014/main" id="{63373D38-6F31-F277-3D89-44D9857B948C}"/>
                </a:ext>
              </a:extLst>
            </p:cNvPr>
            <p:cNvGrpSpPr/>
            <p:nvPr/>
          </p:nvGrpSpPr>
          <p:grpSpPr>
            <a:xfrm>
              <a:off x="10086333" y="5326107"/>
              <a:ext cx="255090" cy="255090"/>
              <a:chOff x="2766747" y="2052494"/>
              <a:chExt cx="255090" cy="255090"/>
            </a:xfrm>
          </p:grpSpPr>
          <p:sp>
            <p:nvSpPr>
              <p:cNvPr id="63" name="Rectangle: Rounded Corners 62">
                <a:extLst>
                  <a:ext uri="{FF2B5EF4-FFF2-40B4-BE49-F238E27FC236}">
                    <a16:creationId xmlns:a16="http://schemas.microsoft.com/office/drawing/2014/main" id="{9F9C9426-F0B5-707E-E58C-93B7DAE74914}"/>
                  </a:ext>
                </a:extLst>
              </p:cNvPr>
              <p:cNvSpPr/>
              <p:nvPr/>
            </p:nvSpPr>
            <p:spPr>
              <a:xfrm>
                <a:off x="2766747" y="2052494"/>
                <a:ext cx="255090" cy="255090"/>
              </a:xfrm>
              <a:prstGeom prst="roundRect">
                <a:avLst>
                  <a:gd name="adj" fmla="val 9199"/>
                </a:avLst>
              </a:prstGeom>
              <a:solidFill>
                <a:schemeClr val="bg1">
                  <a:lumMod val="65000"/>
                </a:schemeClr>
              </a:solidFill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4" name="Oval 63">
                <a:extLst>
                  <a:ext uri="{FF2B5EF4-FFF2-40B4-BE49-F238E27FC236}">
                    <a16:creationId xmlns:a16="http://schemas.microsoft.com/office/drawing/2014/main" id="{CA713E09-C75E-2285-0C00-A7B95B31AAB2}"/>
                  </a:ext>
                </a:extLst>
              </p:cNvPr>
              <p:cNvSpPr/>
              <p:nvPr/>
            </p:nvSpPr>
            <p:spPr>
              <a:xfrm>
                <a:off x="2832379" y="2118126"/>
                <a:ext cx="123825" cy="123825"/>
              </a:xfrm>
              <a:prstGeom prst="ellipse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5" name="Group 64">
              <a:extLst>
                <a:ext uri="{FF2B5EF4-FFF2-40B4-BE49-F238E27FC236}">
                  <a16:creationId xmlns:a16="http://schemas.microsoft.com/office/drawing/2014/main" id="{202B8A53-2BF2-E45E-E15D-6490FCF9B79E}"/>
                </a:ext>
              </a:extLst>
            </p:cNvPr>
            <p:cNvGrpSpPr/>
            <p:nvPr/>
          </p:nvGrpSpPr>
          <p:grpSpPr>
            <a:xfrm>
              <a:off x="9317030" y="3891836"/>
              <a:ext cx="815362" cy="138419"/>
              <a:chOff x="5146646" y="1950440"/>
              <a:chExt cx="815362" cy="138419"/>
            </a:xfrm>
          </p:grpSpPr>
          <p:sp>
            <p:nvSpPr>
              <p:cNvPr id="66" name="Rectangle: Rounded Corners 65">
                <a:extLst>
                  <a:ext uri="{FF2B5EF4-FFF2-40B4-BE49-F238E27FC236}">
                    <a16:creationId xmlns:a16="http://schemas.microsoft.com/office/drawing/2014/main" id="{D9CB8BE2-4F25-2B20-0FCA-98644C1A2FA3}"/>
                  </a:ext>
                </a:extLst>
              </p:cNvPr>
              <p:cNvSpPr/>
              <p:nvPr/>
            </p:nvSpPr>
            <p:spPr>
              <a:xfrm>
                <a:off x="5146646" y="1950440"/>
                <a:ext cx="815362" cy="138419"/>
              </a:xfrm>
              <a:prstGeom prst="roundRect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7" name="Rectangle 66">
                <a:extLst>
                  <a:ext uri="{FF2B5EF4-FFF2-40B4-BE49-F238E27FC236}">
                    <a16:creationId xmlns:a16="http://schemas.microsoft.com/office/drawing/2014/main" id="{0AA7B3EE-C512-D3D1-5444-DA28237E4440}"/>
                  </a:ext>
                </a:extLst>
              </p:cNvPr>
              <p:cNvSpPr/>
              <p:nvPr/>
            </p:nvSpPr>
            <p:spPr>
              <a:xfrm rot="16200000">
                <a:off x="5201236" y="1992111"/>
                <a:ext cx="52322" cy="55076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8" name="Rectangle 67">
                <a:extLst>
                  <a:ext uri="{FF2B5EF4-FFF2-40B4-BE49-F238E27FC236}">
                    <a16:creationId xmlns:a16="http://schemas.microsoft.com/office/drawing/2014/main" id="{1AB14BB5-81DF-1DDB-E75A-4A2BB9CDCB9A}"/>
                  </a:ext>
                </a:extLst>
              </p:cNvPr>
              <p:cNvSpPr/>
              <p:nvPr/>
            </p:nvSpPr>
            <p:spPr>
              <a:xfrm rot="16200000">
                <a:off x="5294405" y="1992111"/>
                <a:ext cx="52322" cy="55076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7BDCE229-7BC3-F625-0FC0-E4659F164FE5}"/>
                  </a:ext>
                </a:extLst>
              </p:cNvPr>
              <p:cNvSpPr/>
              <p:nvPr/>
            </p:nvSpPr>
            <p:spPr>
              <a:xfrm rot="16200000">
                <a:off x="5387574" y="1992111"/>
                <a:ext cx="52322" cy="55076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0" name="Rectangle 69">
                <a:extLst>
                  <a:ext uri="{FF2B5EF4-FFF2-40B4-BE49-F238E27FC236}">
                    <a16:creationId xmlns:a16="http://schemas.microsoft.com/office/drawing/2014/main" id="{72E72183-13FE-8848-F81C-28E3F29DCDD5}"/>
                  </a:ext>
                </a:extLst>
              </p:cNvPr>
              <p:cNvSpPr/>
              <p:nvPr/>
            </p:nvSpPr>
            <p:spPr>
              <a:xfrm rot="16200000">
                <a:off x="5480743" y="1992111"/>
                <a:ext cx="52322" cy="55076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1" name="Rectangle 70">
                <a:extLst>
                  <a:ext uri="{FF2B5EF4-FFF2-40B4-BE49-F238E27FC236}">
                    <a16:creationId xmlns:a16="http://schemas.microsoft.com/office/drawing/2014/main" id="{646136DD-3F4D-CD9A-8C93-A790390409ED}"/>
                  </a:ext>
                </a:extLst>
              </p:cNvPr>
              <p:cNvSpPr/>
              <p:nvPr/>
            </p:nvSpPr>
            <p:spPr>
              <a:xfrm rot="16200000">
                <a:off x="5573912" y="1992111"/>
                <a:ext cx="52322" cy="55076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2" name="Rectangle 71">
                <a:extLst>
                  <a:ext uri="{FF2B5EF4-FFF2-40B4-BE49-F238E27FC236}">
                    <a16:creationId xmlns:a16="http://schemas.microsoft.com/office/drawing/2014/main" id="{59E3BE83-C227-038E-2B6C-BF91C4AA0DD0}"/>
                  </a:ext>
                </a:extLst>
              </p:cNvPr>
              <p:cNvSpPr/>
              <p:nvPr/>
            </p:nvSpPr>
            <p:spPr>
              <a:xfrm rot="16200000">
                <a:off x="5667081" y="1992111"/>
                <a:ext cx="52322" cy="55076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3" name="Rectangle 72">
                <a:extLst>
                  <a:ext uri="{FF2B5EF4-FFF2-40B4-BE49-F238E27FC236}">
                    <a16:creationId xmlns:a16="http://schemas.microsoft.com/office/drawing/2014/main" id="{E937A6A3-0993-3C80-AD38-D4B7EB191BB1}"/>
                  </a:ext>
                </a:extLst>
              </p:cNvPr>
              <p:cNvSpPr/>
              <p:nvPr/>
            </p:nvSpPr>
            <p:spPr>
              <a:xfrm rot="16200000">
                <a:off x="5760250" y="1992111"/>
                <a:ext cx="52322" cy="55076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4" name="Rectangle 73">
                <a:extLst>
                  <a:ext uri="{FF2B5EF4-FFF2-40B4-BE49-F238E27FC236}">
                    <a16:creationId xmlns:a16="http://schemas.microsoft.com/office/drawing/2014/main" id="{E72E080A-0EED-6A91-9B71-E8D0BEBE2D8F}"/>
                  </a:ext>
                </a:extLst>
              </p:cNvPr>
              <p:cNvSpPr/>
              <p:nvPr/>
            </p:nvSpPr>
            <p:spPr>
              <a:xfrm rot="16200000">
                <a:off x="5853419" y="1992111"/>
                <a:ext cx="52322" cy="55076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0C13E0A7-57D6-314D-CE68-F532497181ED}"/>
                </a:ext>
              </a:extLst>
            </p:cNvPr>
            <p:cNvSpPr txBox="1"/>
            <p:nvPr/>
          </p:nvSpPr>
          <p:spPr>
            <a:xfrm>
              <a:off x="9069930" y="3729000"/>
              <a:ext cx="1128835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700">
                  <a:solidFill>
                    <a:schemeClr val="bg1"/>
                  </a:solidFill>
                  <a:latin typeface="Consolas" panose="020B0609020204030204" pitchFamily="49" charset="0"/>
                </a:rPr>
                <a:t>pin 7 6 5 4 3 2 1 0</a:t>
              </a:r>
              <a:endParaRPr lang="LID4096" sz="700">
                <a:solidFill>
                  <a:schemeClr val="bg1"/>
                </a:solidFill>
                <a:latin typeface="Consolas" panose="020B0609020204030204" pitchFamily="49" charset="0"/>
              </a:endParaRPr>
            </a:p>
          </p:txBody>
        </p:sp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33078E08-A63A-61F9-2C82-A90B5EDD1C26}"/>
                </a:ext>
              </a:extLst>
            </p:cNvPr>
            <p:cNvSpPr txBox="1"/>
            <p:nvPr/>
          </p:nvSpPr>
          <p:spPr>
            <a:xfrm>
              <a:off x="9055467" y="4496249"/>
              <a:ext cx="218330" cy="1692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500"/>
                <a:t>0</a:t>
              </a:r>
              <a:endParaRPr lang="LID4096" sz="500"/>
            </a:p>
          </p:txBody>
        </p:sp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9AD1F547-A3CF-7B26-1B67-986A45069048}"/>
                </a:ext>
              </a:extLst>
            </p:cNvPr>
            <p:cNvSpPr txBox="1"/>
            <p:nvPr/>
          </p:nvSpPr>
          <p:spPr>
            <a:xfrm>
              <a:off x="9377524" y="4497315"/>
              <a:ext cx="218330" cy="1692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500"/>
                <a:t>1</a:t>
              </a:r>
              <a:endParaRPr lang="LID4096" sz="500"/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A1DC3A61-25AA-0A6B-59E0-280A47370E37}"/>
                </a:ext>
              </a:extLst>
            </p:cNvPr>
            <p:cNvSpPr txBox="1"/>
            <p:nvPr/>
          </p:nvSpPr>
          <p:spPr>
            <a:xfrm>
              <a:off x="9699581" y="4498381"/>
              <a:ext cx="218330" cy="1692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500"/>
                <a:t>2</a:t>
              </a:r>
              <a:endParaRPr lang="LID4096" sz="500"/>
            </a:p>
          </p:txBody>
        </p:sp>
        <p:sp>
          <p:nvSpPr>
            <p:cNvPr id="79" name="TextBox 78">
              <a:extLst>
                <a:ext uri="{FF2B5EF4-FFF2-40B4-BE49-F238E27FC236}">
                  <a16:creationId xmlns:a16="http://schemas.microsoft.com/office/drawing/2014/main" id="{0F6C82FF-25F4-66CB-089B-83B9CE584C44}"/>
                </a:ext>
              </a:extLst>
            </p:cNvPr>
            <p:cNvSpPr txBox="1"/>
            <p:nvPr/>
          </p:nvSpPr>
          <p:spPr>
            <a:xfrm>
              <a:off x="10021638" y="4499447"/>
              <a:ext cx="218330" cy="1692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500"/>
                <a:t>3</a:t>
              </a:r>
              <a:endParaRPr lang="LID4096" sz="500"/>
            </a:p>
          </p:txBody>
        </p:sp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90A7CE98-A734-DD93-A376-57AF847FD0FB}"/>
                </a:ext>
              </a:extLst>
            </p:cNvPr>
            <p:cNvSpPr txBox="1"/>
            <p:nvPr/>
          </p:nvSpPr>
          <p:spPr>
            <a:xfrm>
              <a:off x="9055467" y="4798723"/>
              <a:ext cx="218330" cy="1692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500"/>
                <a:t>4</a:t>
              </a:r>
              <a:endParaRPr lang="LID4096" sz="500"/>
            </a:p>
          </p:txBody>
        </p:sp>
        <p:sp>
          <p:nvSpPr>
            <p:cNvPr id="81" name="TextBox 80">
              <a:extLst>
                <a:ext uri="{FF2B5EF4-FFF2-40B4-BE49-F238E27FC236}">
                  <a16:creationId xmlns:a16="http://schemas.microsoft.com/office/drawing/2014/main" id="{DFE051CB-BBE0-8E9A-6158-D8AA6EE2392C}"/>
                </a:ext>
              </a:extLst>
            </p:cNvPr>
            <p:cNvSpPr txBox="1"/>
            <p:nvPr/>
          </p:nvSpPr>
          <p:spPr>
            <a:xfrm>
              <a:off x="9377524" y="4799789"/>
              <a:ext cx="218330" cy="1692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500"/>
                <a:t>5</a:t>
              </a:r>
              <a:endParaRPr lang="LID4096" sz="500"/>
            </a:p>
          </p:txBody>
        </p:sp>
        <p:sp>
          <p:nvSpPr>
            <p:cNvPr id="82" name="TextBox 81">
              <a:extLst>
                <a:ext uri="{FF2B5EF4-FFF2-40B4-BE49-F238E27FC236}">
                  <a16:creationId xmlns:a16="http://schemas.microsoft.com/office/drawing/2014/main" id="{9F56E598-6648-C7A2-D6B4-3E9287E62AA0}"/>
                </a:ext>
              </a:extLst>
            </p:cNvPr>
            <p:cNvSpPr txBox="1"/>
            <p:nvPr/>
          </p:nvSpPr>
          <p:spPr>
            <a:xfrm>
              <a:off x="9699581" y="4800855"/>
              <a:ext cx="218330" cy="1692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500"/>
                <a:t>6</a:t>
              </a:r>
              <a:endParaRPr lang="LID4096" sz="500"/>
            </a:p>
          </p:txBody>
        </p:sp>
        <p:sp>
          <p:nvSpPr>
            <p:cNvPr id="83" name="TextBox 82">
              <a:extLst>
                <a:ext uri="{FF2B5EF4-FFF2-40B4-BE49-F238E27FC236}">
                  <a16:creationId xmlns:a16="http://schemas.microsoft.com/office/drawing/2014/main" id="{F427242D-E662-A365-1551-E23497C1C370}"/>
                </a:ext>
              </a:extLst>
            </p:cNvPr>
            <p:cNvSpPr txBox="1"/>
            <p:nvPr/>
          </p:nvSpPr>
          <p:spPr>
            <a:xfrm>
              <a:off x="10021638" y="4801921"/>
              <a:ext cx="218330" cy="1692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500"/>
                <a:t>7</a:t>
              </a:r>
              <a:endParaRPr lang="LID4096" sz="500"/>
            </a:p>
          </p:txBody>
        </p:sp>
        <p:sp>
          <p:nvSpPr>
            <p:cNvPr id="84" name="TextBox 83">
              <a:extLst>
                <a:ext uri="{FF2B5EF4-FFF2-40B4-BE49-F238E27FC236}">
                  <a16:creationId xmlns:a16="http://schemas.microsoft.com/office/drawing/2014/main" id="{AB940078-8544-BA3B-2988-527E0942A544}"/>
                </a:ext>
              </a:extLst>
            </p:cNvPr>
            <p:cNvSpPr txBox="1"/>
            <p:nvPr/>
          </p:nvSpPr>
          <p:spPr>
            <a:xfrm>
              <a:off x="9054531" y="5124319"/>
              <a:ext cx="218330" cy="1692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500"/>
                <a:t>8</a:t>
              </a:r>
              <a:endParaRPr lang="LID4096" sz="500"/>
            </a:p>
          </p:txBody>
        </p:sp>
        <p:sp>
          <p:nvSpPr>
            <p:cNvPr id="85" name="TextBox 84">
              <a:extLst>
                <a:ext uri="{FF2B5EF4-FFF2-40B4-BE49-F238E27FC236}">
                  <a16:creationId xmlns:a16="http://schemas.microsoft.com/office/drawing/2014/main" id="{B0CD277B-2FDA-32AA-3A9E-E9CDF6952ABC}"/>
                </a:ext>
              </a:extLst>
            </p:cNvPr>
            <p:cNvSpPr txBox="1"/>
            <p:nvPr/>
          </p:nvSpPr>
          <p:spPr>
            <a:xfrm>
              <a:off x="9376588" y="5125385"/>
              <a:ext cx="218330" cy="1692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500"/>
                <a:t>9</a:t>
              </a:r>
              <a:endParaRPr lang="LID4096" sz="500"/>
            </a:p>
          </p:txBody>
        </p:sp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DC059E01-C1EC-F7EB-87AB-BFFE0BFB8B4C}"/>
                </a:ext>
              </a:extLst>
            </p:cNvPr>
            <p:cNvSpPr txBox="1"/>
            <p:nvPr/>
          </p:nvSpPr>
          <p:spPr>
            <a:xfrm>
              <a:off x="9698645" y="5126451"/>
              <a:ext cx="251992" cy="1692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500"/>
                <a:t>10</a:t>
              </a:r>
              <a:endParaRPr lang="LID4096" sz="500"/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DC6ED4C7-61E1-4E26-2E5D-4A7AF0AAE703}"/>
                </a:ext>
              </a:extLst>
            </p:cNvPr>
            <p:cNvSpPr txBox="1"/>
            <p:nvPr/>
          </p:nvSpPr>
          <p:spPr>
            <a:xfrm>
              <a:off x="10020702" y="5127517"/>
              <a:ext cx="251992" cy="1692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500"/>
                <a:t>11</a:t>
              </a:r>
              <a:endParaRPr lang="LID4096" sz="500"/>
            </a:p>
          </p:txBody>
        </p: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F545C94C-A22A-1346-E980-53F28D737531}"/>
                </a:ext>
              </a:extLst>
            </p:cNvPr>
            <p:cNvSpPr txBox="1"/>
            <p:nvPr/>
          </p:nvSpPr>
          <p:spPr>
            <a:xfrm>
              <a:off x="9053595" y="5449915"/>
              <a:ext cx="251992" cy="1692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500"/>
                <a:t>12</a:t>
              </a:r>
              <a:endParaRPr lang="LID4096" sz="500"/>
            </a:p>
          </p:txBody>
        </p:sp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id="{6DD01CF8-8DB1-0AC7-9E2C-A6E368606CAC}"/>
                </a:ext>
              </a:extLst>
            </p:cNvPr>
            <p:cNvSpPr txBox="1"/>
            <p:nvPr/>
          </p:nvSpPr>
          <p:spPr>
            <a:xfrm>
              <a:off x="9375652" y="5450981"/>
              <a:ext cx="251992" cy="1692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500"/>
                <a:t>13</a:t>
              </a:r>
              <a:endParaRPr lang="LID4096" sz="500"/>
            </a:p>
          </p:txBody>
        </p:sp>
        <p:sp>
          <p:nvSpPr>
            <p:cNvPr id="90" name="TextBox 89">
              <a:extLst>
                <a:ext uri="{FF2B5EF4-FFF2-40B4-BE49-F238E27FC236}">
                  <a16:creationId xmlns:a16="http://schemas.microsoft.com/office/drawing/2014/main" id="{9D3DADDE-A9EF-905D-E175-A2F58B1AC58F}"/>
                </a:ext>
              </a:extLst>
            </p:cNvPr>
            <p:cNvSpPr txBox="1"/>
            <p:nvPr/>
          </p:nvSpPr>
          <p:spPr>
            <a:xfrm>
              <a:off x="9697709" y="5452047"/>
              <a:ext cx="251992" cy="1692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500"/>
                <a:t>14</a:t>
              </a:r>
              <a:endParaRPr lang="LID4096" sz="500"/>
            </a:p>
          </p:txBody>
        </p:sp>
        <p:sp>
          <p:nvSpPr>
            <p:cNvPr id="91" name="TextBox 90">
              <a:extLst>
                <a:ext uri="{FF2B5EF4-FFF2-40B4-BE49-F238E27FC236}">
                  <a16:creationId xmlns:a16="http://schemas.microsoft.com/office/drawing/2014/main" id="{CAE9EF18-1B9E-88F7-6AD9-87A8C9C4B300}"/>
                </a:ext>
              </a:extLst>
            </p:cNvPr>
            <p:cNvSpPr txBox="1"/>
            <p:nvPr/>
          </p:nvSpPr>
          <p:spPr>
            <a:xfrm>
              <a:off x="10019766" y="5453113"/>
              <a:ext cx="251992" cy="1692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500"/>
                <a:t>15</a:t>
              </a:r>
              <a:endParaRPr lang="LID4096" sz="500"/>
            </a:p>
          </p:txBody>
        </p:sp>
      </p:grpSp>
      <p:grpSp>
        <p:nvGrpSpPr>
          <p:cNvPr id="92" name="Group 91">
            <a:extLst>
              <a:ext uri="{FF2B5EF4-FFF2-40B4-BE49-F238E27FC236}">
                <a16:creationId xmlns:a16="http://schemas.microsoft.com/office/drawing/2014/main" id="{31CF2C41-0059-0668-07E1-E63A5C4F4F7C}"/>
              </a:ext>
            </a:extLst>
          </p:cNvPr>
          <p:cNvGrpSpPr/>
          <p:nvPr/>
        </p:nvGrpSpPr>
        <p:grpSpPr>
          <a:xfrm rot="16200000">
            <a:off x="4869920" y="3380810"/>
            <a:ext cx="3095687" cy="2476441"/>
            <a:chOff x="436296" y="1927861"/>
            <a:chExt cx="5353797" cy="4282849"/>
          </a:xfrm>
        </p:grpSpPr>
        <p:pic>
          <p:nvPicPr>
            <p:cNvPr id="93" name="Picture 92">
              <a:extLst>
                <a:ext uri="{FF2B5EF4-FFF2-40B4-BE49-F238E27FC236}">
                  <a16:creationId xmlns:a16="http://schemas.microsoft.com/office/drawing/2014/main" id="{40E5771B-A5C4-6100-0C8D-029913F65C1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36296" y="2545839"/>
              <a:ext cx="5353797" cy="2772162"/>
            </a:xfrm>
            <a:prstGeom prst="rect">
              <a:avLst/>
            </a:prstGeom>
          </p:spPr>
        </p:pic>
        <p:sp>
          <p:nvSpPr>
            <p:cNvPr id="94" name="Rectangle 93">
              <a:extLst>
                <a:ext uri="{FF2B5EF4-FFF2-40B4-BE49-F238E27FC236}">
                  <a16:creationId xmlns:a16="http://schemas.microsoft.com/office/drawing/2014/main" id="{F4FBBA68-71E8-ADF8-3D34-FB12AA177BEE}"/>
                </a:ext>
              </a:extLst>
            </p:cNvPr>
            <p:cNvSpPr/>
            <p:nvPr/>
          </p:nvSpPr>
          <p:spPr>
            <a:xfrm>
              <a:off x="1597669" y="3554255"/>
              <a:ext cx="3381375" cy="1402081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5" name="Freeform: Shape 94">
              <a:extLst>
                <a:ext uri="{FF2B5EF4-FFF2-40B4-BE49-F238E27FC236}">
                  <a16:creationId xmlns:a16="http://schemas.microsoft.com/office/drawing/2014/main" id="{68EDA7C1-5AFB-8347-EBAC-3EB2E8B4EFC3}"/>
                </a:ext>
              </a:extLst>
            </p:cNvPr>
            <p:cNvSpPr/>
            <p:nvPr/>
          </p:nvSpPr>
          <p:spPr>
            <a:xfrm>
              <a:off x="1436663" y="3406140"/>
              <a:ext cx="3787140" cy="259080"/>
            </a:xfrm>
            <a:custGeom>
              <a:avLst/>
              <a:gdLst>
                <a:gd name="connsiteX0" fmla="*/ 3406140 w 3825240"/>
                <a:gd name="connsiteY0" fmla="*/ 0 h 259080"/>
                <a:gd name="connsiteX1" fmla="*/ 0 w 3825240"/>
                <a:gd name="connsiteY1" fmla="*/ 68580 h 259080"/>
                <a:gd name="connsiteX2" fmla="*/ 228600 w 3825240"/>
                <a:gd name="connsiteY2" fmla="*/ 259080 h 259080"/>
                <a:gd name="connsiteX3" fmla="*/ 3825240 w 3825240"/>
                <a:gd name="connsiteY3" fmla="*/ 167640 h 259080"/>
                <a:gd name="connsiteX4" fmla="*/ 3406140 w 3825240"/>
                <a:gd name="connsiteY4" fmla="*/ 0 h 259080"/>
                <a:gd name="connsiteX0" fmla="*/ 3406140 w 3787140"/>
                <a:gd name="connsiteY0" fmla="*/ 0 h 259080"/>
                <a:gd name="connsiteX1" fmla="*/ 0 w 3787140"/>
                <a:gd name="connsiteY1" fmla="*/ 68580 h 259080"/>
                <a:gd name="connsiteX2" fmla="*/ 228600 w 3787140"/>
                <a:gd name="connsiteY2" fmla="*/ 259080 h 259080"/>
                <a:gd name="connsiteX3" fmla="*/ 3787140 w 3787140"/>
                <a:gd name="connsiteY3" fmla="*/ 153353 h 259080"/>
                <a:gd name="connsiteX4" fmla="*/ 3406140 w 3787140"/>
                <a:gd name="connsiteY4" fmla="*/ 0 h 2590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87140" h="259080">
                  <a:moveTo>
                    <a:pt x="3406140" y="0"/>
                  </a:moveTo>
                  <a:lnTo>
                    <a:pt x="0" y="68580"/>
                  </a:lnTo>
                  <a:lnTo>
                    <a:pt x="228600" y="259080"/>
                  </a:lnTo>
                  <a:lnTo>
                    <a:pt x="3787140" y="153353"/>
                  </a:lnTo>
                  <a:lnTo>
                    <a:pt x="3406140" y="0"/>
                  </a:lnTo>
                  <a:close/>
                </a:path>
              </a:pathLst>
            </a:cu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6" name="Freeform: Shape 95">
              <a:extLst>
                <a:ext uri="{FF2B5EF4-FFF2-40B4-BE49-F238E27FC236}">
                  <a16:creationId xmlns:a16="http://schemas.microsoft.com/office/drawing/2014/main" id="{A3F62081-2BF3-E8A6-2FC1-2ED7753BDBEF}"/>
                </a:ext>
              </a:extLst>
            </p:cNvPr>
            <p:cNvSpPr/>
            <p:nvPr/>
          </p:nvSpPr>
          <p:spPr>
            <a:xfrm>
              <a:off x="1459523" y="3482340"/>
              <a:ext cx="205740" cy="1714500"/>
            </a:xfrm>
            <a:custGeom>
              <a:avLst/>
              <a:gdLst>
                <a:gd name="connsiteX0" fmla="*/ 0 w 205740"/>
                <a:gd name="connsiteY0" fmla="*/ 0 h 1714500"/>
                <a:gd name="connsiteX1" fmla="*/ 30480 w 205740"/>
                <a:gd name="connsiteY1" fmla="*/ 1539240 h 1714500"/>
                <a:gd name="connsiteX2" fmla="*/ 205740 w 205740"/>
                <a:gd name="connsiteY2" fmla="*/ 1714500 h 1714500"/>
                <a:gd name="connsiteX3" fmla="*/ 198120 w 205740"/>
                <a:gd name="connsiteY3" fmla="*/ 167640 h 1714500"/>
                <a:gd name="connsiteX4" fmla="*/ 0 w 205740"/>
                <a:gd name="connsiteY4" fmla="*/ 0 h 1714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5740" h="1714500">
                  <a:moveTo>
                    <a:pt x="0" y="0"/>
                  </a:moveTo>
                  <a:lnTo>
                    <a:pt x="30480" y="1539240"/>
                  </a:lnTo>
                  <a:lnTo>
                    <a:pt x="205740" y="1714500"/>
                  </a:lnTo>
                  <a:lnTo>
                    <a:pt x="198120" y="1676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7" name="Freeform: Shape 96">
              <a:extLst>
                <a:ext uri="{FF2B5EF4-FFF2-40B4-BE49-F238E27FC236}">
                  <a16:creationId xmlns:a16="http://schemas.microsoft.com/office/drawing/2014/main" id="{A3097CDF-7619-7C1B-FEC1-C3E1737FF64C}"/>
                </a:ext>
              </a:extLst>
            </p:cNvPr>
            <p:cNvSpPr/>
            <p:nvPr/>
          </p:nvSpPr>
          <p:spPr>
            <a:xfrm>
              <a:off x="1657643" y="3558540"/>
              <a:ext cx="3596640" cy="1653540"/>
            </a:xfrm>
            <a:custGeom>
              <a:avLst/>
              <a:gdLst>
                <a:gd name="connsiteX0" fmla="*/ 0 w 3680460"/>
                <a:gd name="connsiteY0" fmla="*/ 1653540 h 1653540"/>
                <a:gd name="connsiteX1" fmla="*/ 1463040 w 3680460"/>
                <a:gd name="connsiteY1" fmla="*/ 1592580 h 1653540"/>
                <a:gd name="connsiteX2" fmla="*/ 1463040 w 3680460"/>
                <a:gd name="connsiteY2" fmla="*/ 1417320 h 1653540"/>
                <a:gd name="connsiteX3" fmla="*/ 182880 w 3680460"/>
                <a:gd name="connsiteY3" fmla="*/ 1478280 h 1653540"/>
                <a:gd name="connsiteX4" fmla="*/ 160020 w 3680460"/>
                <a:gd name="connsiteY4" fmla="*/ 266700 h 1653540"/>
                <a:gd name="connsiteX5" fmla="*/ 3474720 w 3680460"/>
                <a:gd name="connsiteY5" fmla="*/ 160020 h 1653540"/>
                <a:gd name="connsiteX6" fmla="*/ 3467100 w 3680460"/>
                <a:gd name="connsiteY6" fmla="*/ 1424940 h 1653540"/>
                <a:gd name="connsiteX7" fmla="*/ 2278380 w 3680460"/>
                <a:gd name="connsiteY7" fmla="*/ 1432560 h 1653540"/>
                <a:gd name="connsiteX8" fmla="*/ 2263140 w 3680460"/>
                <a:gd name="connsiteY8" fmla="*/ 1584960 h 1653540"/>
                <a:gd name="connsiteX9" fmla="*/ 3680460 w 3680460"/>
                <a:gd name="connsiteY9" fmla="*/ 1546860 h 1653540"/>
                <a:gd name="connsiteX10" fmla="*/ 3589020 w 3680460"/>
                <a:gd name="connsiteY10" fmla="*/ 0 h 1653540"/>
                <a:gd name="connsiteX11" fmla="*/ 0 w 3680460"/>
                <a:gd name="connsiteY11" fmla="*/ 91440 h 1653540"/>
                <a:gd name="connsiteX12" fmla="*/ 0 w 3680460"/>
                <a:gd name="connsiteY12" fmla="*/ 1653540 h 1653540"/>
                <a:gd name="connsiteX0" fmla="*/ 0 w 3649980"/>
                <a:gd name="connsiteY0" fmla="*/ 1653540 h 1653540"/>
                <a:gd name="connsiteX1" fmla="*/ 1463040 w 3649980"/>
                <a:gd name="connsiteY1" fmla="*/ 1592580 h 1653540"/>
                <a:gd name="connsiteX2" fmla="*/ 1463040 w 3649980"/>
                <a:gd name="connsiteY2" fmla="*/ 1417320 h 1653540"/>
                <a:gd name="connsiteX3" fmla="*/ 182880 w 3649980"/>
                <a:gd name="connsiteY3" fmla="*/ 1478280 h 1653540"/>
                <a:gd name="connsiteX4" fmla="*/ 160020 w 3649980"/>
                <a:gd name="connsiteY4" fmla="*/ 266700 h 1653540"/>
                <a:gd name="connsiteX5" fmla="*/ 3474720 w 3649980"/>
                <a:gd name="connsiteY5" fmla="*/ 160020 h 1653540"/>
                <a:gd name="connsiteX6" fmla="*/ 3467100 w 3649980"/>
                <a:gd name="connsiteY6" fmla="*/ 1424940 h 1653540"/>
                <a:gd name="connsiteX7" fmla="*/ 2278380 w 3649980"/>
                <a:gd name="connsiteY7" fmla="*/ 1432560 h 1653540"/>
                <a:gd name="connsiteX8" fmla="*/ 2263140 w 3649980"/>
                <a:gd name="connsiteY8" fmla="*/ 1584960 h 1653540"/>
                <a:gd name="connsiteX9" fmla="*/ 3649980 w 3649980"/>
                <a:gd name="connsiteY9" fmla="*/ 1554480 h 1653540"/>
                <a:gd name="connsiteX10" fmla="*/ 3589020 w 3649980"/>
                <a:gd name="connsiteY10" fmla="*/ 0 h 1653540"/>
                <a:gd name="connsiteX11" fmla="*/ 0 w 3649980"/>
                <a:gd name="connsiteY11" fmla="*/ 91440 h 1653540"/>
                <a:gd name="connsiteX12" fmla="*/ 0 w 3649980"/>
                <a:gd name="connsiteY12" fmla="*/ 1653540 h 1653540"/>
                <a:gd name="connsiteX0" fmla="*/ 0 w 3596640"/>
                <a:gd name="connsiteY0" fmla="*/ 1653540 h 1653540"/>
                <a:gd name="connsiteX1" fmla="*/ 1463040 w 3596640"/>
                <a:gd name="connsiteY1" fmla="*/ 1592580 h 1653540"/>
                <a:gd name="connsiteX2" fmla="*/ 1463040 w 3596640"/>
                <a:gd name="connsiteY2" fmla="*/ 1417320 h 1653540"/>
                <a:gd name="connsiteX3" fmla="*/ 182880 w 3596640"/>
                <a:gd name="connsiteY3" fmla="*/ 1478280 h 1653540"/>
                <a:gd name="connsiteX4" fmla="*/ 160020 w 3596640"/>
                <a:gd name="connsiteY4" fmla="*/ 266700 h 1653540"/>
                <a:gd name="connsiteX5" fmla="*/ 3474720 w 3596640"/>
                <a:gd name="connsiteY5" fmla="*/ 160020 h 1653540"/>
                <a:gd name="connsiteX6" fmla="*/ 3467100 w 3596640"/>
                <a:gd name="connsiteY6" fmla="*/ 1424940 h 1653540"/>
                <a:gd name="connsiteX7" fmla="*/ 2278380 w 3596640"/>
                <a:gd name="connsiteY7" fmla="*/ 1432560 h 1653540"/>
                <a:gd name="connsiteX8" fmla="*/ 2263140 w 3596640"/>
                <a:gd name="connsiteY8" fmla="*/ 1584960 h 1653540"/>
                <a:gd name="connsiteX9" fmla="*/ 3596640 w 3596640"/>
                <a:gd name="connsiteY9" fmla="*/ 1546860 h 1653540"/>
                <a:gd name="connsiteX10" fmla="*/ 3589020 w 3596640"/>
                <a:gd name="connsiteY10" fmla="*/ 0 h 1653540"/>
                <a:gd name="connsiteX11" fmla="*/ 0 w 3596640"/>
                <a:gd name="connsiteY11" fmla="*/ 91440 h 1653540"/>
                <a:gd name="connsiteX12" fmla="*/ 0 w 3596640"/>
                <a:gd name="connsiteY12" fmla="*/ 1653540 h 165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6640" h="1653540">
                  <a:moveTo>
                    <a:pt x="0" y="1653540"/>
                  </a:moveTo>
                  <a:lnTo>
                    <a:pt x="1463040" y="1592580"/>
                  </a:lnTo>
                  <a:lnTo>
                    <a:pt x="1463040" y="1417320"/>
                  </a:lnTo>
                  <a:lnTo>
                    <a:pt x="182880" y="1478280"/>
                  </a:lnTo>
                  <a:lnTo>
                    <a:pt x="160020" y="266700"/>
                  </a:lnTo>
                  <a:lnTo>
                    <a:pt x="3474720" y="160020"/>
                  </a:lnTo>
                  <a:lnTo>
                    <a:pt x="3467100" y="1424940"/>
                  </a:lnTo>
                  <a:lnTo>
                    <a:pt x="2278380" y="1432560"/>
                  </a:lnTo>
                  <a:lnTo>
                    <a:pt x="2263140" y="1584960"/>
                  </a:lnTo>
                  <a:lnTo>
                    <a:pt x="3596640" y="1546860"/>
                  </a:lnTo>
                  <a:lnTo>
                    <a:pt x="3589020" y="0"/>
                  </a:lnTo>
                  <a:lnTo>
                    <a:pt x="0" y="91440"/>
                  </a:lnTo>
                  <a:lnTo>
                    <a:pt x="0" y="165354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8" name="Freeform: Shape 97">
              <a:extLst>
                <a:ext uri="{FF2B5EF4-FFF2-40B4-BE49-F238E27FC236}">
                  <a16:creationId xmlns:a16="http://schemas.microsoft.com/office/drawing/2014/main" id="{8661E0E4-60B9-9097-8D6D-5DBF714EFF0F}"/>
                </a:ext>
              </a:extLst>
            </p:cNvPr>
            <p:cNvSpPr/>
            <p:nvPr/>
          </p:nvSpPr>
          <p:spPr>
            <a:xfrm>
              <a:off x="1833379" y="3727133"/>
              <a:ext cx="3305175" cy="1312068"/>
            </a:xfrm>
            <a:custGeom>
              <a:avLst/>
              <a:gdLst>
                <a:gd name="connsiteX0" fmla="*/ 2943225 w 3305175"/>
                <a:gd name="connsiteY0" fmla="*/ 4762 h 1312068"/>
                <a:gd name="connsiteX1" fmla="*/ 2964657 w 3305175"/>
                <a:gd name="connsiteY1" fmla="*/ 1040606 h 1312068"/>
                <a:gd name="connsiteX2" fmla="*/ 0 w 3305175"/>
                <a:gd name="connsiteY2" fmla="*/ 1133475 h 1312068"/>
                <a:gd name="connsiteX3" fmla="*/ 7144 w 3305175"/>
                <a:gd name="connsiteY3" fmla="*/ 1312068 h 1312068"/>
                <a:gd name="connsiteX4" fmla="*/ 1290638 w 3305175"/>
                <a:gd name="connsiteY4" fmla="*/ 1254918 h 1312068"/>
                <a:gd name="connsiteX5" fmla="*/ 1362075 w 3305175"/>
                <a:gd name="connsiteY5" fmla="*/ 1202531 h 1312068"/>
                <a:gd name="connsiteX6" fmla="*/ 1431132 w 3305175"/>
                <a:gd name="connsiteY6" fmla="*/ 1185862 h 1312068"/>
                <a:gd name="connsiteX7" fmla="*/ 1735932 w 3305175"/>
                <a:gd name="connsiteY7" fmla="*/ 1171575 h 1312068"/>
                <a:gd name="connsiteX8" fmla="*/ 1902619 w 3305175"/>
                <a:gd name="connsiteY8" fmla="*/ 1178718 h 1312068"/>
                <a:gd name="connsiteX9" fmla="*/ 2100263 w 3305175"/>
                <a:gd name="connsiteY9" fmla="*/ 1264443 h 1312068"/>
                <a:gd name="connsiteX10" fmla="*/ 3300413 w 3305175"/>
                <a:gd name="connsiteY10" fmla="*/ 1257300 h 1312068"/>
                <a:gd name="connsiteX11" fmla="*/ 3305175 w 3305175"/>
                <a:gd name="connsiteY11" fmla="*/ 0 h 1312068"/>
                <a:gd name="connsiteX12" fmla="*/ 2943225 w 3305175"/>
                <a:gd name="connsiteY12" fmla="*/ 4762 h 1312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305175" h="1312068">
                  <a:moveTo>
                    <a:pt x="2943225" y="4762"/>
                  </a:moveTo>
                  <a:lnTo>
                    <a:pt x="2964657" y="1040606"/>
                  </a:lnTo>
                  <a:lnTo>
                    <a:pt x="0" y="1133475"/>
                  </a:lnTo>
                  <a:lnTo>
                    <a:pt x="7144" y="1312068"/>
                  </a:lnTo>
                  <a:lnTo>
                    <a:pt x="1290638" y="1254918"/>
                  </a:lnTo>
                  <a:lnTo>
                    <a:pt x="1362075" y="1202531"/>
                  </a:lnTo>
                  <a:lnTo>
                    <a:pt x="1431132" y="1185862"/>
                  </a:lnTo>
                  <a:lnTo>
                    <a:pt x="1735932" y="1171575"/>
                  </a:lnTo>
                  <a:lnTo>
                    <a:pt x="1902619" y="1178718"/>
                  </a:lnTo>
                  <a:lnTo>
                    <a:pt x="2100263" y="1264443"/>
                  </a:lnTo>
                  <a:lnTo>
                    <a:pt x="3300413" y="1257300"/>
                  </a:lnTo>
                  <a:cubicBezTo>
                    <a:pt x="3302000" y="838200"/>
                    <a:pt x="3303588" y="419100"/>
                    <a:pt x="3305175" y="0"/>
                  </a:cubicBezTo>
                  <a:lnTo>
                    <a:pt x="2943225" y="4762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9" name="Freeform: Shape 98">
              <a:extLst>
                <a:ext uri="{FF2B5EF4-FFF2-40B4-BE49-F238E27FC236}">
                  <a16:creationId xmlns:a16="http://schemas.microsoft.com/office/drawing/2014/main" id="{CB0F0862-948E-2641-C496-2A87DA88A1AE}"/>
                </a:ext>
              </a:extLst>
            </p:cNvPr>
            <p:cNvSpPr/>
            <p:nvPr/>
          </p:nvSpPr>
          <p:spPr>
            <a:xfrm>
              <a:off x="3119254" y="4896326"/>
              <a:ext cx="819150" cy="247650"/>
            </a:xfrm>
            <a:custGeom>
              <a:avLst/>
              <a:gdLst>
                <a:gd name="connsiteX0" fmla="*/ 802482 w 819150"/>
                <a:gd name="connsiteY0" fmla="*/ 242888 h 247650"/>
                <a:gd name="connsiteX1" fmla="*/ 588169 w 819150"/>
                <a:gd name="connsiteY1" fmla="*/ 116682 h 247650"/>
                <a:gd name="connsiteX2" fmla="*/ 452438 w 819150"/>
                <a:gd name="connsiteY2" fmla="*/ 95250 h 247650"/>
                <a:gd name="connsiteX3" fmla="*/ 192882 w 819150"/>
                <a:gd name="connsiteY3" fmla="*/ 92869 h 247650"/>
                <a:gd name="connsiteX4" fmla="*/ 76200 w 819150"/>
                <a:gd name="connsiteY4" fmla="*/ 140494 h 247650"/>
                <a:gd name="connsiteX5" fmla="*/ 11907 w 819150"/>
                <a:gd name="connsiteY5" fmla="*/ 247650 h 247650"/>
                <a:gd name="connsiteX6" fmla="*/ 0 w 819150"/>
                <a:gd name="connsiteY6" fmla="*/ 85725 h 247650"/>
                <a:gd name="connsiteX7" fmla="*/ 76200 w 819150"/>
                <a:gd name="connsiteY7" fmla="*/ 33338 h 247650"/>
                <a:gd name="connsiteX8" fmla="*/ 173832 w 819150"/>
                <a:gd name="connsiteY8" fmla="*/ 14288 h 247650"/>
                <a:gd name="connsiteX9" fmla="*/ 469107 w 819150"/>
                <a:gd name="connsiteY9" fmla="*/ 0 h 247650"/>
                <a:gd name="connsiteX10" fmla="*/ 616744 w 819150"/>
                <a:gd name="connsiteY10" fmla="*/ 14288 h 247650"/>
                <a:gd name="connsiteX11" fmla="*/ 819150 w 819150"/>
                <a:gd name="connsiteY11" fmla="*/ 95250 h 247650"/>
                <a:gd name="connsiteX12" fmla="*/ 802482 w 819150"/>
                <a:gd name="connsiteY12" fmla="*/ 242888 h 247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19150" h="247650">
                  <a:moveTo>
                    <a:pt x="802482" y="242888"/>
                  </a:moveTo>
                  <a:lnTo>
                    <a:pt x="588169" y="116682"/>
                  </a:lnTo>
                  <a:lnTo>
                    <a:pt x="452438" y="95250"/>
                  </a:lnTo>
                  <a:lnTo>
                    <a:pt x="192882" y="92869"/>
                  </a:lnTo>
                  <a:lnTo>
                    <a:pt x="76200" y="140494"/>
                  </a:lnTo>
                  <a:lnTo>
                    <a:pt x="11907" y="247650"/>
                  </a:lnTo>
                  <a:lnTo>
                    <a:pt x="0" y="85725"/>
                  </a:lnTo>
                  <a:lnTo>
                    <a:pt x="76200" y="33338"/>
                  </a:lnTo>
                  <a:lnTo>
                    <a:pt x="173832" y="14288"/>
                  </a:lnTo>
                  <a:lnTo>
                    <a:pt x="469107" y="0"/>
                  </a:lnTo>
                  <a:lnTo>
                    <a:pt x="616744" y="14288"/>
                  </a:lnTo>
                  <a:lnTo>
                    <a:pt x="819150" y="95250"/>
                  </a:lnTo>
                  <a:lnTo>
                    <a:pt x="802482" y="242888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100" name="Group 99">
              <a:extLst>
                <a:ext uri="{FF2B5EF4-FFF2-40B4-BE49-F238E27FC236}">
                  <a16:creationId xmlns:a16="http://schemas.microsoft.com/office/drawing/2014/main" id="{77CB23EF-2225-552F-D7DF-3892F8AF6CB4}"/>
                </a:ext>
              </a:extLst>
            </p:cNvPr>
            <p:cNvGrpSpPr/>
            <p:nvPr/>
          </p:nvGrpSpPr>
          <p:grpSpPr>
            <a:xfrm>
              <a:off x="4243204" y="4020026"/>
              <a:ext cx="209550" cy="157163"/>
              <a:chOff x="6669881" y="4393406"/>
              <a:chExt cx="209550" cy="157163"/>
            </a:xfrm>
          </p:grpSpPr>
          <p:sp>
            <p:nvSpPr>
              <p:cNvPr id="148" name="Rectangle 147">
                <a:extLst>
                  <a:ext uri="{FF2B5EF4-FFF2-40B4-BE49-F238E27FC236}">
                    <a16:creationId xmlns:a16="http://schemas.microsoft.com/office/drawing/2014/main" id="{F65027E0-B1BB-DF3B-0343-945080549BC8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149" name="Freeform: Shape 148">
                <a:extLst>
                  <a:ext uri="{FF2B5EF4-FFF2-40B4-BE49-F238E27FC236}">
                    <a16:creationId xmlns:a16="http://schemas.microsoft.com/office/drawing/2014/main" id="{4D9431CA-F78B-3108-5A9D-EBE465C17921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01" name="Group 100">
              <a:extLst>
                <a:ext uri="{FF2B5EF4-FFF2-40B4-BE49-F238E27FC236}">
                  <a16:creationId xmlns:a16="http://schemas.microsoft.com/office/drawing/2014/main" id="{59C75A58-3239-B7ED-B586-4C36A2E142C8}"/>
                </a:ext>
              </a:extLst>
            </p:cNvPr>
            <p:cNvGrpSpPr/>
            <p:nvPr/>
          </p:nvGrpSpPr>
          <p:grpSpPr>
            <a:xfrm>
              <a:off x="3797910" y="4050982"/>
              <a:ext cx="209550" cy="157163"/>
              <a:chOff x="6669881" y="4393406"/>
              <a:chExt cx="209550" cy="157163"/>
            </a:xfrm>
          </p:grpSpPr>
          <p:sp>
            <p:nvSpPr>
              <p:cNvPr id="146" name="Rectangle 145">
                <a:extLst>
                  <a:ext uri="{FF2B5EF4-FFF2-40B4-BE49-F238E27FC236}">
                    <a16:creationId xmlns:a16="http://schemas.microsoft.com/office/drawing/2014/main" id="{BD029AAC-7B10-BB0A-F686-F4E4F899A82B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147" name="Freeform: Shape 146">
                <a:extLst>
                  <a:ext uri="{FF2B5EF4-FFF2-40B4-BE49-F238E27FC236}">
                    <a16:creationId xmlns:a16="http://schemas.microsoft.com/office/drawing/2014/main" id="{B9516DE0-2D19-61AD-3054-C062C8CB55E2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02" name="Group 101">
              <a:extLst>
                <a:ext uri="{FF2B5EF4-FFF2-40B4-BE49-F238E27FC236}">
                  <a16:creationId xmlns:a16="http://schemas.microsoft.com/office/drawing/2014/main" id="{0BCF404D-524E-84AB-8F8C-0737AAF84E6D}"/>
                </a:ext>
              </a:extLst>
            </p:cNvPr>
            <p:cNvGrpSpPr/>
            <p:nvPr/>
          </p:nvGrpSpPr>
          <p:grpSpPr>
            <a:xfrm>
              <a:off x="3352616" y="4081938"/>
              <a:ext cx="209550" cy="157163"/>
              <a:chOff x="6669881" y="4393406"/>
              <a:chExt cx="209550" cy="157163"/>
            </a:xfrm>
          </p:grpSpPr>
          <p:sp>
            <p:nvSpPr>
              <p:cNvPr id="144" name="Rectangle 143">
                <a:extLst>
                  <a:ext uri="{FF2B5EF4-FFF2-40B4-BE49-F238E27FC236}">
                    <a16:creationId xmlns:a16="http://schemas.microsoft.com/office/drawing/2014/main" id="{62218516-9BA3-7EEE-E22C-7652A2165C17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145" name="Freeform: Shape 144">
                <a:extLst>
                  <a:ext uri="{FF2B5EF4-FFF2-40B4-BE49-F238E27FC236}">
                    <a16:creationId xmlns:a16="http://schemas.microsoft.com/office/drawing/2014/main" id="{47901B36-61FF-7CFC-8B66-8C776B9816D6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03" name="Group 102">
              <a:extLst>
                <a:ext uri="{FF2B5EF4-FFF2-40B4-BE49-F238E27FC236}">
                  <a16:creationId xmlns:a16="http://schemas.microsoft.com/office/drawing/2014/main" id="{F9395EFC-782A-C17C-9732-BAD4FA2D8934}"/>
                </a:ext>
              </a:extLst>
            </p:cNvPr>
            <p:cNvGrpSpPr/>
            <p:nvPr/>
          </p:nvGrpSpPr>
          <p:grpSpPr>
            <a:xfrm>
              <a:off x="2851360" y="4093844"/>
              <a:ext cx="209550" cy="157163"/>
              <a:chOff x="6669881" y="4393406"/>
              <a:chExt cx="209550" cy="157163"/>
            </a:xfrm>
          </p:grpSpPr>
          <p:sp>
            <p:nvSpPr>
              <p:cNvPr id="142" name="Rectangle 141">
                <a:extLst>
                  <a:ext uri="{FF2B5EF4-FFF2-40B4-BE49-F238E27FC236}">
                    <a16:creationId xmlns:a16="http://schemas.microsoft.com/office/drawing/2014/main" id="{4AEE4DC2-7843-4131-1361-00F8E1314395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143" name="Freeform: Shape 142">
                <a:extLst>
                  <a:ext uri="{FF2B5EF4-FFF2-40B4-BE49-F238E27FC236}">
                    <a16:creationId xmlns:a16="http://schemas.microsoft.com/office/drawing/2014/main" id="{4A021E05-4BB8-4D26-7878-402F8A119E0D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04" name="Group 103">
              <a:extLst>
                <a:ext uri="{FF2B5EF4-FFF2-40B4-BE49-F238E27FC236}">
                  <a16:creationId xmlns:a16="http://schemas.microsoft.com/office/drawing/2014/main" id="{2CF240F8-A935-8746-9C21-E77A112DA778}"/>
                </a:ext>
              </a:extLst>
            </p:cNvPr>
            <p:cNvGrpSpPr/>
            <p:nvPr/>
          </p:nvGrpSpPr>
          <p:grpSpPr>
            <a:xfrm>
              <a:off x="2345112" y="4113567"/>
              <a:ext cx="209550" cy="157163"/>
              <a:chOff x="6669881" y="4393406"/>
              <a:chExt cx="209550" cy="157163"/>
            </a:xfrm>
          </p:grpSpPr>
          <p:sp>
            <p:nvSpPr>
              <p:cNvPr id="140" name="Rectangle 139">
                <a:extLst>
                  <a:ext uri="{FF2B5EF4-FFF2-40B4-BE49-F238E27FC236}">
                    <a16:creationId xmlns:a16="http://schemas.microsoft.com/office/drawing/2014/main" id="{3C8F9854-A30E-554B-0710-2092A45FA5F0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141" name="Freeform: Shape 140">
                <a:extLst>
                  <a:ext uri="{FF2B5EF4-FFF2-40B4-BE49-F238E27FC236}">
                    <a16:creationId xmlns:a16="http://schemas.microsoft.com/office/drawing/2014/main" id="{2C316D5B-3D69-F200-0F69-F6B36EADC4EF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05" name="Group 104">
              <a:extLst>
                <a:ext uri="{FF2B5EF4-FFF2-40B4-BE49-F238E27FC236}">
                  <a16:creationId xmlns:a16="http://schemas.microsoft.com/office/drawing/2014/main" id="{5423C85C-B63C-C52C-B72D-5DE2CE110F29}"/>
                </a:ext>
              </a:extLst>
            </p:cNvPr>
            <p:cNvGrpSpPr/>
            <p:nvPr/>
          </p:nvGrpSpPr>
          <p:grpSpPr>
            <a:xfrm>
              <a:off x="2333205" y="4520758"/>
              <a:ext cx="209550" cy="157163"/>
              <a:chOff x="6669881" y="4393406"/>
              <a:chExt cx="209550" cy="157163"/>
            </a:xfrm>
          </p:grpSpPr>
          <p:sp>
            <p:nvSpPr>
              <p:cNvPr id="138" name="Rectangle 137">
                <a:extLst>
                  <a:ext uri="{FF2B5EF4-FFF2-40B4-BE49-F238E27FC236}">
                    <a16:creationId xmlns:a16="http://schemas.microsoft.com/office/drawing/2014/main" id="{29EC2649-EC6B-8CC8-DED4-ADFECD1AB289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139" name="Freeform: Shape 138">
                <a:extLst>
                  <a:ext uri="{FF2B5EF4-FFF2-40B4-BE49-F238E27FC236}">
                    <a16:creationId xmlns:a16="http://schemas.microsoft.com/office/drawing/2014/main" id="{1E766C1E-7BC5-3DA5-599B-FBAA9C2031F1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06" name="Group 105">
              <a:extLst>
                <a:ext uri="{FF2B5EF4-FFF2-40B4-BE49-F238E27FC236}">
                  <a16:creationId xmlns:a16="http://schemas.microsoft.com/office/drawing/2014/main" id="{8D5C4939-2BE6-A967-7235-1852AA1073A1}"/>
                </a:ext>
              </a:extLst>
            </p:cNvPr>
            <p:cNvGrpSpPr/>
            <p:nvPr/>
          </p:nvGrpSpPr>
          <p:grpSpPr>
            <a:xfrm>
              <a:off x="2848977" y="4506471"/>
              <a:ext cx="209550" cy="157163"/>
              <a:chOff x="6669881" y="4393406"/>
              <a:chExt cx="209550" cy="157163"/>
            </a:xfrm>
          </p:grpSpPr>
          <p:sp>
            <p:nvSpPr>
              <p:cNvPr id="136" name="Rectangle 135">
                <a:extLst>
                  <a:ext uri="{FF2B5EF4-FFF2-40B4-BE49-F238E27FC236}">
                    <a16:creationId xmlns:a16="http://schemas.microsoft.com/office/drawing/2014/main" id="{7C3CE46E-32B0-8789-6DE6-7B163406541D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137" name="Freeform: Shape 136">
                <a:extLst>
                  <a:ext uri="{FF2B5EF4-FFF2-40B4-BE49-F238E27FC236}">
                    <a16:creationId xmlns:a16="http://schemas.microsoft.com/office/drawing/2014/main" id="{BADF4C5C-815C-EB29-7DB6-F2C725DC4025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07" name="Group 106">
              <a:extLst>
                <a:ext uri="{FF2B5EF4-FFF2-40B4-BE49-F238E27FC236}">
                  <a16:creationId xmlns:a16="http://schemas.microsoft.com/office/drawing/2014/main" id="{1D39C0A8-2687-1EDD-214D-33A3C9317336}"/>
                </a:ext>
              </a:extLst>
            </p:cNvPr>
            <p:cNvGrpSpPr/>
            <p:nvPr/>
          </p:nvGrpSpPr>
          <p:grpSpPr>
            <a:xfrm>
              <a:off x="3359757" y="4500001"/>
              <a:ext cx="209550" cy="157163"/>
              <a:chOff x="6669881" y="4393406"/>
              <a:chExt cx="209550" cy="157163"/>
            </a:xfrm>
          </p:grpSpPr>
          <p:sp>
            <p:nvSpPr>
              <p:cNvPr id="134" name="Rectangle 133">
                <a:extLst>
                  <a:ext uri="{FF2B5EF4-FFF2-40B4-BE49-F238E27FC236}">
                    <a16:creationId xmlns:a16="http://schemas.microsoft.com/office/drawing/2014/main" id="{E9F8BC51-B965-0E67-DCEF-977AABAB0577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135" name="Freeform: Shape 134">
                <a:extLst>
                  <a:ext uri="{FF2B5EF4-FFF2-40B4-BE49-F238E27FC236}">
                    <a16:creationId xmlns:a16="http://schemas.microsoft.com/office/drawing/2014/main" id="{84A54A50-12A5-5D3B-BCE9-0B039C964598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08" name="Group 107">
              <a:extLst>
                <a:ext uri="{FF2B5EF4-FFF2-40B4-BE49-F238E27FC236}">
                  <a16:creationId xmlns:a16="http://schemas.microsoft.com/office/drawing/2014/main" id="{3C766A44-69C9-308C-760A-E77C1532950C}"/>
                </a:ext>
              </a:extLst>
            </p:cNvPr>
            <p:cNvGrpSpPr/>
            <p:nvPr/>
          </p:nvGrpSpPr>
          <p:grpSpPr>
            <a:xfrm>
              <a:off x="3828863" y="4505748"/>
              <a:ext cx="209550" cy="157163"/>
              <a:chOff x="6669881" y="4393406"/>
              <a:chExt cx="209550" cy="157163"/>
            </a:xfrm>
          </p:grpSpPr>
          <p:sp>
            <p:nvSpPr>
              <p:cNvPr id="132" name="Rectangle 131">
                <a:extLst>
                  <a:ext uri="{FF2B5EF4-FFF2-40B4-BE49-F238E27FC236}">
                    <a16:creationId xmlns:a16="http://schemas.microsoft.com/office/drawing/2014/main" id="{F8DA39A9-1E83-F010-E24A-8D333E881541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133" name="Freeform: Shape 132">
                <a:extLst>
                  <a:ext uri="{FF2B5EF4-FFF2-40B4-BE49-F238E27FC236}">
                    <a16:creationId xmlns:a16="http://schemas.microsoft.com/office/drawing/2014/main" id="{C5DC6D2A-A017-5DF2-1FB1-CDB2094B2686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09" name="Group 108">
              <a:extLst>
                <a:ext uri="{FF2B5EF4-FFF2-40B4-BE49-F238E27FC236}">
                  <a16:creationId xmlns:a16="http://schemas.microsoft.com/office/drawing/2014/main" id="{DF909EDC-5F5D-429E-867B-5FBE3CB590AC}"/>
                </a:ext>
              </a:extLst>
            </p:cNvPr>
            <p:cNvGrpSpPr/>
            <p:nvPr/>
          </p:nvGrpSpPr>
          <p:grpSpPr>
            <a:xfrm>
              <a:off x="4271771" y="4495238"/>
              <a:ext cx="209550" cy="157163"/>
              <a:chOff x="6669881" y="4393406"/>
              <a:chExt cx="209550" cy="157163"/>
            </a:xfrm>
          </p:grpSpPr>
          <p:sp>
            <p:nvSpPr>
              <p:cNvPr id="130" name="Rectangle 129">
                <a:extLst>
                  <a:ext uri="{FF2B5EF4-FFF2-40B4-BE49-F238E27FC236}">
                    <a16:creationId xmlns:a16="http://schemas.microsoft.com/office/drawing/2014/main" id="{0F9D9E5A-1728-B816-84EB-0DB239FC9F3E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131" name="Freeform: Shape 130">
                <a:extLst>
                  <a:ext uri="{FF2B5EF4-FFF2-40B4-BE49-F238E27FC236}">
                    <a16:creationId xmlns:a16="http://schemas.microsoft.com/office/drawing/2014/main" id="{8F688D6D-51AD-7A9F-1540-796CCDA34843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cxnSp>
          <p:nvCxnSpPr>
            <p:cNvPr id="110" name="Straight Connector 109">
              <a:extLst>
                <a:ext uri="{FF2B5EF4-FFF2-40B4-BE49-F238E27FC236}">
                  <a16:creationId xmlns:a16="http://schemas.microsoft.com/office/drawing/2014/main" id="{F03B1CA0-76B7-C1B5-0B1A-5476C9C1A100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908657" y="5300061"/>
              <a:ext cx="1003434" cy="1889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1" name="TextBox 110">
              <a:extLst>
                <a:ext uri="{FF2B5EF4-FFF2-40B4-BE49-F238E27FC236}">
                  <a16:creationId xmlns:a16="http://schemas.microsoft.com/office/drawing/2014/main" id="{AD13BF3B-905A-2362-8070-036BE2466062}"/>
                </a:ext>
              </a:extLst>
            </p:cNvPr>
            <p:cNvSpPr txBox="1"/>
            <p:nvPr/>
          </p:nvSpPr>
          <p:spPr>
            <a:xfrm rot="5400000">
              <a:off x="2135199" y="5589007"/>
              <a:ext cx="796202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GND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112" name="Straight Connector 111">
              <a:extLst>
                <a:ext uri="{FF2B5EF4-FFF2-40B4-BE49-F238E27FC236}">
                  <a16:creationId xmlns:a16="http://schemas.microsoft.com/office/drawing/2014/main" id="{FCE727DD-8D14-9057-0D50-1F25679F1365}"/>
                </a:ext>
              </a:extLst>
            </p:cNvPr>
            <p:cNvCxnSpPr>
              <a:cxnSpLocks/>
            </p:cNvCxnSpPr>
            <p:nvPr/>
          </p:nvCxnSpPr>
          <p:spPr>
            <a:xfrm>
              <a:off x="4334743" y="2222017"/>
              <a:ext cx="27524" cy="1673166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750E44E3-6D0C-54AC-1D93-0C9566E59690}"/>
                </a:ext>
              </a:extLst>
            </p:cNvPr>
            <p:cNvSpPr txBox="1"/>
            <p:nvPr/>
          </p:nvSpPr>
          <p:spPr>
            <a:xfrm rot="5400000">
              <a:off x="4125363" y="2102273"/>
              <a:ext cx="760164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3.3V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114" name="Straight Connector 113">
              <a:extLst>
                <a:ext uri="{FF2B5EF4-FFF2-40B4-BE49-F238E27FC236}">
                  <a16:creationId xmlns:a16="http://schemas.microsoft.com/office/drawing/2014/main" id="{E94399E2-85DD-A6DF-AC3F-73B2CA23B4F6}"/>
                </a:ext>
              </a:extLst>
            </p:cNvPr>
            <p:cNvCxnSpPr>
              <a:cxnSpLocks/>
            </p:cNvCxnSpPr>
            <p:nvPr/>
          </p:nvCxnSpPr>
          <p:spPr>
            <a:xfrm>
              <a:off x="2399207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5" name="TextBox 114">
              <a:extLst>
                <a:ext uri="{FF2B5EF4-FFF2-40B4-BE49-F238E27FC236}">
                  <a16:creationId xmlns:a16="http://schemas.microsoft.com/office/drawing/2014/main" id="{79388A41-CB8F-6A3F-B3E3-C1000DF5F773}"/>
                </a:ext>
              </a:extLst>
            </p:cNvPr>
            <p:cNvSpPr txBox="1"/>
            <p:nvPr/>
          </p:nvSpPr>
          <p:spPr>
            <a:xfrm rot="5400000">
              <a:off x="2137200" y="2092261"/>
              <a:ext cx="754619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pin0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116" name="Straight Connector 115">
              <a:extLst>
                <a:ext uri="{FF2B5EF4-FFF2-40B4-BE49-F238E27FC236}">
                  <a16:creationId xmlns:a16="http://schemas.microsoft.com/office/drawing/2014/main" id="{AF087D8E-C080-8562-0A06-3F63E6579633}"/>
                </a:ext>
              </a:extLst>
            </p:cNvPr>
            <p:cNvCxnSpPr>
              <a:cxnSpLocks/>
            </p:cNvCxnSpPr>
            <p:nvPr/>
          </p:nvCxnSpPr>
          <p:spPr>
            <a:xfrm>
              <a:off x="2934442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7" name="TextBox 116">
              <a:extLst>
                <a:ext uri="{FF2B5EF4-FFF2-40B4-BE49-F238E27FC236}">
                  <a16:creationId xmlns:a16="http://schemas.microsoft.com/office/drawing/2014/main" id="{0832B3D3-C539-829C-F975-1467EB8C1E89}"/>
                </a:ext>
              </a:extLst>
            </p:cNvPr>
            <p:cNvSpPr txBox="1"/>
            <p:nvPr/>
          </p:nvSpPr>
          <p:spPr>
            <a:xfrm rot="5400000">
              <a:off x="2739117" y="2092261"/>
              <a:ext cx="754619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pin2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118" name="Straight Connector 117">
              <a:extLst>
                <a:ext uri="{FF2B5EF4-FFF2-40B4-BE49-F238E27FC236}">
                  <a16:creationId xmlns:a16="http://schemas.microsoft.com/office/drawing/2014/main" id="{A1E8C8F8-AB72-0000-A8B1-1B87443073E7}"/>
                </a:ext>
              </a:extLst>
            </p:cNvPr>
            <p:cNvCxnSpPr>
              <a:cxnSpLocks/>
            </p:cNvCxnSpPr>
            <p:nvPr/>
          </p:nvCxnSpPr>
          <p:spPr>
            <a:xfrm>
              <a:off x="3453714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9" name="TextBox 118">
              <a:extLst>
                <a:ext uri="{FF2B5EF4-FFF2-40B4-BE49-F238E27FC236}">
                  <a16:creationId xmlns:a16="http://schemas.microsoft.com/office/drawing/2014/main" id="{0AA2447B-4494-8F6E-23FD-59744B28F99D}"/>
                </a:ext>
              </a:extLst>
            </p:cNvPr>
            <p:cNvSpPr txBox="1"/>
            <p:nvPr/>
          </p:nvSpPr>
          <p:spPr>
            <a:xfrm rot="5400000">
              <a:off x="3188866" y="2092261"/>
              <a:ext cx="754619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pin4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120" name="Straight Connector 119">
              <a:extLst>
                <a:ext uri="{FF2B5EF4-FFF2-40B4-BE49-F238E27FC236}">
                  <a16:creationId xmlns:a16="http://schemas.microsoft.com/office/drawing/2014/main" id="{99124659-BA2B-95C6-8437-F47E72F7B7E5}"/>
                </a:ext>
              </a:extLst>
            </p:cNvPr>
            <p:cNvCxnSpPr>
              <a:cxnSpLocks/>
            </p:cNvCxnSpPr>
            <p:nvPr/>
          </p:nvCxnSpPr>
          <p:spPr>
            <a:xfrm>
              <a:off x="3907991" y="2335991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1" name="TextBox 120">
              <a:extLst>
                <a:ext uri="{FF2B5EF4-FFF2-40B4-BE49-F238E27FC236}">
                  <a16:creationId xmlns:a16="http://schemas.microsoft.com/office/drawing/2014/main" id="{8867626D-D716-354D-921E-B291047C44D7}"/>
                </a:ext>
              </a:extLst>
            </p:cNvPr>
            <p:cNvSpPr txBox="1"/>
            <p:nvPr/>
          </p:nvSpPr>
          <p:spPr>
            <a:xfrm rot="5400000">
              <a:off x="3639983" y="2092259"/>
              <a:ext cx="754619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pin6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122" name="Straight Connector 121">
              <a:extLst>
                <a:ext uri="{FF2B5EF4-FFF2-40B4-BE49-F238E27FC236}">
                  <a16:creationId xmlns:a16="http://schemas.microsoft.com/office/drawing/2014/main" id="{0B40345D-ECF2-FD1F-2770-33F44A1660AC}"/>
                </a:ext>
              </a:extLst>
            </p:cNvPr>
            <p:cNvCxnSpPr>
              <a:cxnSpLocks/>
            </p:cNvCxnSpPr>
            <p:nvPr/>
          </p:nvCxnSpPr>
          <p:spPr>
            <a:xfrm>
              <a:off x="2920379" y="4745914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3" name="TextBox 122">
              <a:extLst>
                <a:ext uri="{FF2B5EF4-FFF2-40B4-BE49-F238E27FC236}">
                  <a16:creationId xmlns:a16="http://schemas.microsoft.com/office/drawing/2014/main" id="{FFE57D83-C2E1-7C82-31B9-46D6FFEAEE11}"/>
                </a:ext>
              </a:extLst>
            </p:cNvPr>
            <p:cNvSpPr txBox="1"/>
            <p:nvPr/>
          </p:nvSpPr>
          <p:spPr>
            <a:xfrm rot="5400000">
              <a:off x="2659462" y="5620489"/>
              <a:ext cx="754619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pin1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124" name="Straight Connector 123">
              <a:extLst>
                <a:ext uri="{FF2B5EF4-FFF2-40B4-BE49-F238E27FC236}">
                  <a16:creationId xmlns:a16="http://schemas.microsoft.com/office/drawing/2014/main" id="{DC33F8B7-AF66-E80F-BA2E-C48F32F588A8}"/>
                </a:ext>
              </a:extLst>
            </p:cNvPr>
            <p:cNvCxnSpPr>
              <a:cxnSpLocks/>
            </p:cNvCxnSpPr>
            <p:nvPr/>
          </p:nvCxnSpPr>
          <p:spPr>
            <a:xfrm>
              <a:off x="3436440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5" name="TextBox 124">
              <a:extLst>
                <a:ext uri="{FF2B5EF4-FFF2-40B4-BE49-F238E27FC236}">
                  <a16:creationId xmlns:a16="http://schemas.microsoft.com/office/drawing/2014/main" id="{F3B95270-708D-1D4A-50FE-092664947AA0}"/>
                </a:ext>
              </a:extLst>
            </p:cNvPr>
            <p:cNvSpPr txBox="1"/>
            <p:nvPr/>
          </p:nvSpPr>
          <p:spPr>
            <a:xfrm rot="5400000">
              <a:off x="3175523" y="5618462"/>
              <a:ext cx="754619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pin3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126" name="Straight Connector 125">
              <a:extLst>
                <a:ext uri="{FF2B5EF4-FFF2-40B4-BE49-F238E27FC236}">
                  <a16:creationId xmlns:a16="http://schemas.microsoft.com/office/drawing/2014/main" id="{1A071BEE-05AA-EBE1-3C43-7042870C77DE}"/>
                </a:ext>
              </a:extLst>
            </p:cNvPr>
            <p:cNvCxnSpPr>
              <a:cxnSpLocks/>
            </p:cNvCxnSpPr>
            <p:nvPr/>
          </p:nvCxnSpPr>
          <p:spPr>
            <a:xfrm>
              <a:off x="3918887" y="4744900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7" name="TextBox 126">
              <a:extLst>
                <a:ext uri="{FF2B5EF4-FFF2-40B4-BE49-F238E27FC236}">
                  <a16:creationId xmlns:a16="http://schemas.microsoft.com/office/drawing/2014/main" id="{172AE5D1-4445-86A0-EDD1-32ADE7B56F09}"/>
                </a:ext>
              </a:extLst>
            </p:cNvPr>
            <p:cNvSpPr txBox="1"/>
            <p:nvPr/>
          </p:nvSpPr>
          <p:spPr>
            <a:xfrm rot="5400000">
              <a:off x="3657971" y="5619479"/>
              <a:ext cx="754619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pin5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128" name="Straight Connector 127">
              <a:extLst>
                <a:ext uri="{FF2B5EF4-FFF2-40B4-BE49-F238E27FC236}">
                  <a16:creationId xmlns:a16="http://schemas.microsoft.com/office/drawing/2014/main" id="{5A98536D-1468-3943-19CB-D0E24F7ABE4F}"/>
                </a:ext>
              </a:extLst>
            </p:cNvPr>
            <p:cNvCxnSpPr>
              <a:cxnSpLocks/>
            </p:cNvCxnSpPr>
            <p:nvPr/>
          </p:nvCxnSpPr>
          <p:spPr>
            <a:xfrm>
              <a:off x="4372042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9" name="TextBox 128">
              <a:extLst>
                <a:ext uri="{FF2B5EF4-FFF2-40B4-BE49-F238E27FC236}">
                  <a16:creationId xmlns:a16="http://schemas.microsoft.com/office/drawing/2014/main" id="{7A168E95-EE4F-B185-5C51-D8CBDA609B93}"/>
                </a:ext>
              </a:extLst>
            </p:cNvPr>
            <p:cNvSpPr txBox="1"/>
            <p:nvPr/>
          </p:nvSpPr>
          <p:spPr>
            <a:xfrm rot="5400000">
              <a:off x="4111125" y="5618463"/>
              <a:ext cx="754619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pin7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</p:grpSp>
      <p:sp>
        <p:nvSpPr>
          <p:cNvPr id="150" name="Freeform: Shape 149">
            <a:extLst>
              <a:ext uri="{FF2B5EF4-FFF2-40B4-BE49-F238E27FC236}">
                <a16:creationId xmlns:a16="http://schemas.microsoft.com/office/drawing/2014/main" id="{6FF50CF8-72A6-742D-1B0C-E1C2EE0AC84D}"/>
              </a:ext>
            </a:extLst>
          </p:cNvPr>
          <p:cNvSpPr/>
          <p:nvPr/>
        </p:nvSpPr>
        <p:spPr>
          <a:xfrm>
            <a:off x="5000625" y="2609850"/>
            <a:ext cx="5043488" cy="2424113"/>
          </a:xfrm>
          <a:custGeom>
            <a:avLst/>
            <a:gdLst>
              <a:gd name="csX0" fmla="*/ 1304925 w 5043488"/>
              <a:gd name="csY0" fmla="*/ 2424113 h 2424113"/>
              <a:gd name="csX1" fmla="*/ 0 w 5043488"/>
              <a:gd name="csY1" fmla="*/ 2424113 h 2424113"/>
              <a:gd name="csX2" fmla="*/ 0 w 5043488"/>
              <a:gd name="csY2" fmla="*/ 0 h 2424113"/>
              <a:gd name="csX3" fmla="*/ 5043488 w 5043488"/>
              <a:gd name="csY3" fmla="*/ 0 h 2424113"/>
              <a:gd name="csX4" fmla="*/ 5043488 w 5043488"/>
              <a:gd name="csY4" fmla="*/ 1290638 h 24241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5043488" h="2424113">
                <a:moveTo>
                  <a:pt x="1304925" y="2424113"/>
                </a:moveTo>
                <a:lnTo>
                  <a:pt x="0" y="2424113"/>
                </a:lnTo>
                <a:lnTo>
                  <a:pt x="0" y="0"/>
                </a:lnTo>
                <a:lnTo>
                  <a:pt x="5043488" y="0"/>
                </a:lnTo>
                <a:lnTo>
                  <a:pt x="5043488" y="1290638"/>
                </a:lnTo>
              </a:path>
            </a:pathLst>
          </a:cu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1" name="Freeform: Shape 150">
            <a:extLst>
              <a:ext uri="{FF2B5EF4-FFF2-40B4-BE49-F238E27FC236}">
                <a16:creationId xmlns:a16="http://schemas.microsoft.com/office/drawing/2014/main" id="{0C8CD2C6-52C6-176E-0A54-E8E3CDCFEF9D}"/>
              </a:ext>
            </a:extLst>
          </p:cNvPr>
          <p:cNvSpPr/>
          <p:nvPr/>
        </p:nvSpPr>
        <p:spPr>
          <a:xfrm>
            <a:off x="6829425" y="2671763"/>
            <a:ext cx="3139382" cy="2057400"/>
          </a:xfrm>
          <a:custGeom>
            <a:avLst/>
            <a:gdLst>
              <a:gd name="csX0" fmla="*/ 0 w 3109913"/>
              <a:gd name="csY0" fmla="*/ 2057400 h 2057400"/>
              <a:gd name="csX1" fmla="*/ 1090613 w 3109913"/>
              <a:gd name="csY1" fmla="*/ 2057400 h 2057400"/>
              <a:gd name="csX2" fmla="*/ 1090613 w 3109913"/>
              <a:gd name="csY2" fmla="*/ 0 h 2057400"/>
              <a:gd name="csX3" fmla="*/ 3109913 w 3109913"/>
              <a:gd name="csY3" fmla="*/ 0 h 2057400"/>
              <a:gd name="csX4" fmla="*/ 3109913 w 3109913"/>
              <a:gd name="csY4" fmla="*/ 1228725 h 20574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3109913" h="2057400">
                <a:moveTo>
                  <a:pt x="0" y="2057400"/>
                </a:moveTo>
                <a:lnTo>
                  <a:pt x="1090613" y="2057400"/>
                </a:lnTo>
                <a:lnTo>
                  <a:pt x="1090613" y="0"/>
                </a:lnTo>
                <a:lnTo>
                  <a:pt x="3109913" y="0"/>
                </a:lnTo>
                <a:lnTo>
                  <a:pt x="3109913" y="1228725"/>
                </a:lnTo>
              </a:path>
            </a:pathLst>
          </a:custGeom>
          <a:noFill/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2" name="Freeform: Shape 151">
            <a:extLst>
              <a:ext uri="{FF2B5EF4-FFF2-40B4-BE49-F238E27FC236}">
                <a16:creationId xmlns:a16="http://schemas.microsoft.com/office/drawing/2014/main" id="{29091ABC-8964-2D88-DEBA-BCD10D04E888}"/>
              </a:ext>
            </a:extLst>
          </p:cNvPr>
          <p:cNvSpPr/>
          <p:nvPr/>
        </p:nvSpPr>
        <p:spPr>
          <a:xfrm>
            <a:off x="5110163" y="2776538"/>
            <a:ext cx="4757737" cy="1947862"/>
          </a:xfrm>
          <a:custGeom>
            <a:avLst/>
            <a:gdLst>
              <a:gd name="csX0" fmla="*/ 1362075 w 4757737"/>
              <a:gd name="csY0" fmla="*/ 1947862 h 1947862"/>
              <a:gd name="csX1" fmla="*/ 0 w 4757737"/>
              <a:gd name="csY1" fmla="*/ 1947862 h 1947862"/>
              <a:gd name="csX2" fmla="*/ 0 w 4757737"/>
              <a:gd name="csY2" fmla="*/ 0 h 1947862"/>
              <a:gd name="csX3" fmla="*/ 4757737 w 4757737"/>
              <a:gd name="csY3" fmla="*/ 0 h 1947862"/>
              <a:gd name="csX4" fmla="*/ 4757737 w 4757737"/>
              <a:gd name="csY4" fmla="*/ 1138237 h 19478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757737" h="1947862">
                <a:moveTo>
                  <a:pt x="1362075" y="1947862"/>
                </a:moveTo>
                <a:lnTo>
                  <a:pt x="0" y="1947862"/>
                </a:lnTo>
                <a:lnTo>
                  <a:pt x="0" y="0"/>
                </a:lnTo>
                <a:lnTo>
                  <a:pt x="4757737" y="0"/>
                </a:lnTo>
                <a:lnTo>
                  <a:pt x="4757737" y="1138237"/>
                </a:lnTo>
              </a:path>
            </a:pathLst>
          </a:custGeom>
          <a:noFill/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3" name="Freeform: Shape 152">
            <a:extLst>
              <a:ext uri="{FF2B5EF4-FFF2-40B4-BE49-F238E27FC236}">
                <a16:creationId xmlns:a16="http://schemas.microsoft.com/office/drawing/2014/main" id="{EE294B20-C1B4-1499-2AB8-7F168B6A3DC0}"/>
              </a:ext>
            </a:extLst>
          </p:cNvPr>
          <p:cNvSpPr/>
          <p:nvPr/>
        </p:nvSpPr>
        <p:spPr>
          <a:xfrm>
            <a:off x="6810374" y="2862263"/>
            <a:ext cx="2955547" cy="1581150"/>
          </a:xfrm>
          <a:custGeom>
            <a:avLst/>
            <a:gdLst>
              <a:gd name="csX0" fmla="*/ 0 w 2857500"/>
              <a:gd name="csY0" fmla="*/ 1581150 h 1581150"/>
              <a:gd name="csX1" fmla="*/ 1209675 w 2857500"/>
              <a:gd name="csY1" fmla="*/ 1581150 h 1581150"/>
              <a:gd name="csX2" fmla="*/ 1209675 w 2857500"/>
              <a:gd name="csY2" fmla="*/ 0 h 1581150"/>
              <a:gd name="csX3" fmla="*/ 2857500 w 2857500"/>
              <a:gd name="csY3" fmla="*/ 0 h 1581150"/>
              <a:gd name="csX4" fmla="*/ 2857500 w 2857500"/>
              <a:gd name="csY4" fmla="*/ 1066800 h 1581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857500" h="1581150">
                <a:moveTo>
                  <a:pt x="0" y="1581150"/>
                </a:moveTo>
                <a:lnTo>
                  <a:pt x="1209675" y="1581150"/>
                </a:lnTo>
                <a:lnTo>
                  <a:pt x="1209675" y="0"/>
                </a:lnTo>
                <a:lnTo>
                  <a:pt x="2857500" y="0"/>
                </a:lnTo>
                <a:lnTo>
                  <a:pt x="2857500" y="1066800"/>
                </a:lnTo>
              </a:path>
            </a:pathLst>
          </a:custGeom>
          <a:noFill/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4684500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0" grpId="0" animBg="1"/>
      <p:bldP spid="151" grpId="0" animBg="1"/>
      <p:bldP spid="152" grpId="0" animBg="1"/>
      <p:bldP spid="153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7F9BF7-0CBB-C2A8-D09C-33E7BE0526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6759BC-F175-0E98-46C1-E3DAC19E42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dirty="0" err="1"/>
              <a:t>Keypad</a:t>
            </a:r>
            <a:endParaRPr lang="LID4096" dirty="0"/>
          </a:p>
        </p:txBody>
      </p:sp>
      <p:sp>
        <p:nvSpPr>
          <p:cNvPr id="155" name="Content Placeholder 154">
            <a:extLst>
              <a:ext uri="{FF2B5EF4-FFF2-40B4-BE49-F238E27FC236}">
                <a16:creationId xmlns:a16="http://schemas.microsoft.com/office/drawing/2014/main" id="{C199F702-A10A-F9BB-4F84-A646485C19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LID4096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1A4D4BF-C31F-12D2-ECD8-2351092C04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690688"/>
            <a:ext cx="4746017" cy="5167312"/>
          </a:xfrm>
          <a:prstGeom prst="rect">
            <a:avLst/>
          </a:prstGeom>
        </p:spPr>
      </p:pic>
      <p:grpSp>
        <p:nvGrpSpPr>
          <p:cNvPr id="154" name="Group 153">
            <a:extLst>
              <a:ext uri="{FF2B5EF4-FFF2-40B4-BE49-F238E27FC236}">
                <a16:creationId xmlns:a16="http://schemas.microsoft.com/office/drawing/2014/main" id="{CE829952-DF09-3449-CBC9-BDD73670BA3D}"/>
              </a:ext>
            </a:extLst>
          </p:cNvPr>
          <p:cNvGrpSpPr/>
          <p:nvPr/>
        </p:nvGrpSpPr>
        <p:grpSpPr>
          <a:xfrm>
            <a:off x="8625019" y="3694696"/>
            <a:ext cx="2076275" cy="2122414"/>
            <a:chOff x="8625019" y="3694696"/>
            <a:chExt cx="2076275" cy="2122414"/>
          </a:xfrm>
        </p:grpSpPr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10AFEB93-5844-364A-3256-69A39FDF3C4B}"/>
                </a:ext>
              </a:extLst>
            </p:cNvPr>
            <p:cNvSpPr/>
            <p:nvPr/>
          </p:nvSpPr>
          <p:spPr>
            <a:xfrm>
              <a:off x="8625019" y="3694696"/>
              <a:ext cx="2076275" cy="2122414"/>
            </a:xfrm>
            <a:prstGeom prst="roundRect">
              <a:avLst>
                <a:gd name="adj" fmla="val 10606"/>
              </a:avLst>
            </a:pr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8D09F1E0-C363-968B-4DFD-5941842217D6}"/>
                </a:ext>
              </a:extLst>
            </p:cNvPr>
            <p:cNvSpPr/>
            <p:nvPr/>
          </p:nvSpPr>
          <p:spPr>
            <a:xfrm>
              <a:off x="8864105" y="3958949"/>
              <a:ext cx="1371600" cy="1514213"/>
            </a:xfrm>
            <a:custGeom>
              <a:avLst/>
              <a:gdLst>
                <a:gd name="connsiteX0" fmla="*/ 541090 w 1371600"/>
                <a:gd name="connsiteY0" fmla="*/ 0 h 1514213"/>
                <a:gd name="connsiteX1" fmla="*/ 541090 w 1371600"/>
                <a:gd name="connsiteY1" fmla="*/ 130029 h 1514213"/>
                <a:gd name="connsiteX2" fmla="*/ 0 w 1371600"/>
                <a:gd name="connsiteY2" fmla="*/ 130029 h 1514213"/>
                <a:gd name="connsiteX3" fmla="*/ 0 w 1371600"/>
                <a:gd name="connsiteY3" fmla="*/ 1497435 h 1514213"/>
                <a:gd name="connsiteX4" fmla="*/ 1371600 w 1371600"/>
                <a:gd name="connsiteY4" fmla="*/ 1514213 h 15142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71600" h="1514213">
                  <a:moveTo>
                    <a:pt x="541090" y="0"/>
                  </a:moveTo>
                  <a:lnTo>
                    <a:pt x="541090" y="130029"/>
                  </a:lnTo>
                  <a:lnTo>
                    <a:pt x="0" y="130029"/>
                  </a:lnTo>
                  <a:lnTo>
                    <a:pt x="0" y="1497435"/>
                  </a:lnTo>
                  <a:lnTo>
                    <a:pt x="1371600" y="1514213"/>
                  </a:lnTo>
                </a:path>
              </a:pathLst>
            </a:custGeom>
            <a:noFill/>
            <a:ln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AA12DD3F-D198-92E1-B328-100B8359B5D4}"/>
                </a:ext>
              </a:extLst>
            </p:cNvPr>
            <p:cNvSpPr/>
            <p:nvPr/>
          </p:nvSpPr>
          <p:spPr>
            <a:xfrm>
              <a:off x="8939606" y="3963143"/>
              <a:ext cx="1287710" cy="1170264"/>
            </a:xfrm>
            <a:custGeom>
              <a:avLst/>
              <a:gdLst>
                <a:gd name="connsiteX0" fmla="*/ 545284 w 1287710"/>
                <a:gd name="connsiteY0" fmla="*/ 0 h 1170264"/>
                <a:gd name="connsiteX1" fmla="*/ 541090 w 1287710"/>
                <a:gd name="connsiteY1" fmla="*/ 171975 h 1170264"/>
                <a:gd name="connsiteX2" fmla="*/ 0 w 1287710"/>
                <a:gd name="connsiteY2" fmla="*/ 176169 h 1170264"/>
                <a:gd name="connsiteX3" fmla="*/ 0 w 1287710"/>
                <a:gd name="connsiteY3" fmla="*/ 1166070 h 1170264"/>
                <a:gd name="connsiteX4" fmla="*/ 1287710 w 1287710"/>
                <a:gd name="connsiteY4" fmla="*/ 1170264 h 11702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87710" h="1170264">
                  <a:moveTo>
                    <a:pt x="545284" y="0"/>
                  </a:moveTo>
                  <a:lnTo>
                    <a:pt x="541090" y="171975"/>
                  </a:lnTo>
                  <a:lnTo>
                    <a:pt x="0" y="176169"/>
                  </a:lnTo>
                  <a:lnTo>
                    <a:pt x="0" y="1166070"/>
                  </a:lnTo>
                  <a:lnTo>
                    <a:pt x="1287710" y="1170264"/>
                  </a:lnTo>
                </a:path>
              </a:pathLst>
            </a:custGeom>
            <a:noFill/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2D34ECC7-5CED-0E95-F578-43C443822F80}"/>
                </a:ext>
              </a:extLst>
            </p:cNvPr>
            <p:cNvSpPr/>
            <p:nvPr/>
          </p:nvSpPr>
          <p:spPr>
            <a:xfrm>
              <a:off x="9002523" y="3963143"/>
              <a:ext cx="1224793" cy="855677"/>
            </a:xfrm>
            <a:custGeom>
              <a:avLst/>
              <a:gdLst>
                <a:gd name="connsiteX0" fmla="*/ 587230 w 1224793"/>
                <a:gd name="connsiteY0" fmla="*/ 0 h 855677"/>
                <a:gd name="connsiteX1" fmla="*/ 591424 w 1224793"/>
                <a:gd name="connsiteY1" fmla="*/ 205531 h 855677"/>
                <a:gd name="connsiteX2" fmla="*/ 0 w 1224793"/>
                <a:gd name="connsiteY2" fmla="*/ 209725 h 855677"/>
                <a:gd name="connsiteX3" fmla="*/ 0 w 1224793"/>
                <a:gd name="connsiteY3" fmla="*/ 855677 h 855677"/>
                <a:gd name="connsiteX4" fmla="*/ 1224793 w 1224793"/>
                <a:gd name="connsiteY4" fmla="*/ 855677 h 8556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24793" h="855677">
                  <a:moveTo>
                    <a:pt x="587230" y="0"/>
                  </a:moveTo>
                  <a:lnTo>
                    <a:pt x="591424" y="205531"/>
                  </a:lnTo>
                  <a:lnTo>
                    <a:pt x="0" y="209725"/>
                  </a:lnTo>
                  <a:lnTo>
                    <a:pt x="0" y="855677"/>
                  </a:lnTo>
                  <a:lnTo>
                    <a:pt x="1224793" y="855677"/>
                  </a:lnTo>
                </a:path>
              </a:pathLst>
            </a:cu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EEF23BB7-378D-3C1F-1768-69A11BFD59F3}"/>
                </a:ext>
              </a:extLst>
            </p:cNvPr>
            <p:cNvSpPr/>
            <p:nvPr/>
          </p:nvSpPr>
          <p:spPr>
            <a:xfrm>
              <a:off x="9073830" y="3963143"/>
              <a:ext cx="1145097" cy="545285"/>
            </a:xfrm>
            <a:custGeom>
              <a:avLst/>
              <a:gdLst>
                <a:gd name="connsiteX0" fmla="*/ 604007 w 1145097"/>
                <a:gd name="connsiteY0" fmla="*/ 0 h 545285"/>
                <a:gd name="connsiteX1" fmla="*/ 608201 w 1145097"/>
                <a:gd name="connsiteY1" fmla="*/ 239087 h 545285"/>
                <a:gd name="connsiteX2" fmla="*/ 0 w 1145097"/>
                <a:gd name="connsiteY2" fmla="*/ 239087 h 545285"/>
                <a:gd name="connsiteX3" fmla="*/ 0 w 1145097"/>
                <a:gd name="connsiteY3" fmla="*/ 536896 h 545285"/>
                <a:gd name="connsiteX4" fmla="*/ 1145097 w 1145097"/>
                <a:gd name="connsiteY4" fmla="*/ 545285 h 5452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45097" h="545285">
                  <a:moveTo>
                    <a:pt x="604007" y="0"/>
                  </a:moveTo>
                  <a:lnTo>
                    <a:pt x="608201" y="239087"/>
                  </a:lnTo>
                  <a:lnTo>
                    <a:pt x="0" y="239087"/>
                  </a:lnTo>
                  <a:lnTo>
                    <a:pt x="0" y="536896"/>
                  </a:lnTo>
                  <a:lnTo>
                    <a:pt x="1145097" y="545285"/>
                  </a:lnTo>
                </a:path>
              </a:pathLst>
            </a:custGeom>
            <a:noFill/>
            <a:ln>
              <a:solidFill>
                <a:schemeClr val="bg1"/>
              </a:solidFill>
            </a:ln>
            <a:effectLst>
              <a:glow rad="63500">
                <a:srgbClr val="FFFF00">
                  <a:alpha val="40000"/>
                </a:srgbClr>
              </a:glo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0A824167-B6E9-A929-6BEE-EBC6310C8CAE}"/>
                </a:ext>
              </a:extLst>
            </p:cNvPr>
            <p:cNvSpPr/>
            <p:nvPr/>
          </p:nvSpPr>
          <p:spPr>
            <a:xfrm>
              <a:off x="9862395" y="3963143"/>
              <a:ext cx="29361" cy="1598103"/>
            </a:xfrm>
            <a:custGeom>
              <a:avLst/>
              <a:gdLst>
                <a:gd name="connsiteX0" fmla="*/ 0 w 29361"/>
                <a:gd name="connsiteY0" fmla="*/ 0 h 1598103"/>
                <a:gd name="connsiteX1" fmla="*/ 29361 w 29361"/>
                <a:gd name="connsiteY1" fmla="*/ 1598103 h 15981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9361" h="1598103">
                  <a:moveTo>
                    <a:pt x="0" y="0"/>
                  </a:moveTo>
                  <a:lnTo>
                    <a:pt x="29361" y="1598103"/>
                  </a:lnTo>
                </a:path>
              </a:pathLst>
            </a:custGeom>
            <a:noFill/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A57D9220-AED1-7DE2-FB80-BE15711427A6}"/>
                </a:ext>
              </a:extLst>
            </p:cNvPr>
            <p:cNvSpPr/>
            <p:nvPr/>
          </p:nvSpPr>
          <p:spPr>
            <a:xfrm>
              <a:off x="9765921" y="3950560"/>
              <a:ext cx="453006" cy="1564547"/>
            </a:xfrm>
            <a:custGeom>
              <a:avLst/>
              <a:gdLst>
                <a:gd name="connsiteX0" fmla="*/ 0 w 453006"/>
                <a:gd name="connsiteY0" fmla="*/ 0 h 1564547"/>
                <a:gd name="connsiteX1" fmla="*/ 0 w 453006"/>
                <a:gd name="connsiteY1" fmla="*/ 167780 h 1564547"/>
                <a:gd name="connsiteX2" fmla="*/ 427839 w 453006"/>
                <a:gd name="connsiteY2" fmla="*/ 306198 h 1564547"/>
                <a:gd name="connsiteX3" fmla="*/ 453006 w 453006"/>
                <a:gd name="connsiteY3" fmla="*/ 1564547 h 15645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53006" h="1564547">
                  <a:moveTo>
                    <a:pt x="0" y="0"/>
                  </a:moveTo>
                  <a:lnTo>
                    <a:pt x="0" y="167780"/>
                  </a:lnTo>
                  <a:lnTo>
                    <a:pt x="427839" y="306198"/>
                  </a:lnTo>
                  <a:lnTo>
                    <a:pt x="453006" y="1564547"/>
                  </a:lnTo>
                </a:path>
              </a:pathLst>
            </a:custGeom>
            <a:noFill/>
            <a:ln>
              <a:solidFill>
                <a:schemeClr val="accent4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67F6A113-2E17-1D85-6259-CCF446CD6C2C}"/>
                </a:ext>
              </a:extLst>
            </p:cNvPr>
            <p:cNvSpPr/>
            <p:nvPr/>
          </p:nvSpPr>
          <p:spPr>
            <a:xfrm>
              <a:off x="9577131" y="3955595"/>
              <a:ext cx="377928" cy="1505824"/>
            </a:xfrm>
            <a:custGeom>
              <a:avLst/>
              <a:gdLst>
                <a:gd name="connsiteX0" fmla="*/ 788566 w 788566"/>
                <a:gd name="connsiteY0" fmla="*/ 0 h 1505824"/>
                <a:gd name="connsiteX1" fmla="*/ 788566 w 788566"/>
                <a:gd name="connsiteY1" fmla="*/ 322976 h 1505824"/>
                <a:gd name="connsiteX2" fmla="*/ 4195 w 788566"/>
                <a:gd name="connsiteY2" fmla="*/ 322976 h 1505824"/>
                <a:gd name="connsiteX3" fmla="*/ 0 w 788566"/>
                <a:gd name="connsiteY3" fmla="*/ 1505824 h 1505824"/>
                <a:gd name="connsiteX0" fmla="*/ 788566 w 788566"/>
                <a:gd name="connsiteY0" fmla="*/ 0 h 1505824"/>
                <a:gd name="connsiteX1" fmla="*/ 788566 w 788566"/>
                <a:gd name="connsiteY1" fmla="*/ 322976 h 1505824"/>
                <a:gd name="connsiteX2" fmla="*/ 4195 w 788566"/>
                <a:gd name="connsiteY2" fmla="*/ 222308 h 1505824"/>
                <a:gd name="connsiteX3" fmla="*/ 0 w 788566"/>
                <a:gd name="connsiteY3" fmla="*/ 1505824 h 1505824"/>
                <a:gd name="connsiteX0" fmla="*/ 788566 w 788566"/>
                <a:gd name="connsiteY0" fmla="*/ 0 h 1505824"/>
                <a:gd name="connsiteX1" fmla="*/ 770865 w 788566"/>
                <a:gd name="connsiteY1" fmla="*/ 230698 h 1505824"/>
                <a:gd name="connsiteX2" fmla="*/ 4195 w 788566"/>
                <a:gd name="connsiteY2" fmla="*/ 222308 h 1505824"/>
                <a:gd name="connsiteX3" fmla="*/ 0 w 788566"/>
                <a:gd name="connsiteY3" fmla="*/ 1505824 h 1505824"/>
                <a:gd name="connsiteX0" fmla="*/ 788566 w 788566"/>
                <a:gd name="connsiteY0" fmla="*/ 0 h 1505824"/>
                <a:gd name="connsiteX1" fmla="*/ 770865 w 788566"/>
                <a:gd name="connsiteY1" fmla="*/ 230698 h 1505824"/>
                <a:gd name="connsiteX2" fmla="*/ 13044 w 788566"/>
                <a:gd name="connsiteY2" fmla="*/ 289419 h 1505824"/>
                <a:gd name="connsiteX3" fmla="*/ 0 w 788566"/>
                <a:gd name="connsiteY3" fmla="*/ 1505824 h 1505824"/>
                <a:gd name="connsiteX0" fmla="*/ 788566 w 788566"/>
                <a:gd name="connsiteY0" fmla="*/ 0 h 1505824"/>
                <a:gd name="connsiteX1" fmla="*/ 770865 w 788566"/>
                <a:gd name="connsiteY1" fmla="*/ 285226 h 1505824"/>
                <a:gd name="connsiteX2" fmla="*/ 13044 w 788566"/>
                <a:gd name="connsiteY2" fmla="*/ 289419 h 1505824"/>
                <a:gd name="connsiteX3" fmla="*/ 0 w 788566"/>
                <a:gd name="connsiteY3" fmla="*/ 1505824 h 1505824"/>
                <a:gd name="connsiteX0" fmla="*/ 788566 w 797417"/>
                <a:gd name="connsiteY0" fmla="*/ 0 h 1505824"/>
                <a:gd name="connsiteX1" fmla="*/ 797417 w 797417"/>
                <a:gd name="connsiteY1" fmla="*/ 285226 h 1505824"/>
                <a:gd name="connsiteX2" fmla="*/ 13044 w 797417"/>
                <a:gd name="connsiteY2" fmla="*/ 289419 h 1505824"/>
                <a:gd name="connsiteX3" fmla="*/ 0 w 797417"/>
                <a:gd name="connsiteY3" fmla="*/ 1505824 h 1505824"/>
                <a:gd name="connsiteX0" fmla="*/ 788566 w 797417"/>
                <a:gd name="connsiteY0" fmla="*/ 0 h 1505824"/>
                <a:gd name="connsiteX1" fmla="*/ 797417 w 797417"/>
                <a:gd name="connsiteY1" fmla="*/ 285226 h 1505824"/>
                <a:gd name="connsiteX2" fmla="*/ 13044 w 797417"/>
                <a:gd name="connsiteY2" fmla="*/ 285225 h 1505824"/>
                <a:gd name="connsiteX3" fmla="*/ 0 w 797417"/>
                <a:gd name="connsiteY3" fmla="*/ 1505824 h 15058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97417" h="1505824">
                  <a:moveTo>
                    <a:pt x="788566" y="0"/>
                  </a:moveTo>
                  <a:lnTo>
                    <a:pt x="797417" y="285226"/>
                  </a:lnTo>
                  <a:lnTo>
                    <a:pt x="13044" y="285225"/>
                  </a:lnTo>
                  <a:cubicBezTo>
                    <a:pt x="11646" y="679508"/>
                    <a:pt x="1398" y="1111541"/>
                    <a:pt x="0" y="1505824"/>
                  </a:cubicBezTo>
                </a:path>
              </a:pathLst>
            </a:custGeom>
            <a:noFill/>
            <a:ln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7AF60598-25F4-2172-9E8D-2636EF37C6CB}"/>
                </a:ext>
              </a:extLst>
            </p:cNvPr>
            <p:cNvSpPr/>
            <p:nvPr/>
          </p:nvSpPr>
          <p:spPr>
            <a:xfrm>
              <a:off x="9258387" y="3958949"/>
              <a:ext cx="788566" cy="1505824"/>
            </a:xfrm>
            <a:custGeom>
              <a:avLst/>
              <a:gdLst>
                <a:gd name="connsiteX0" fmla="*/ 788566 w 788566"/>
                <a:gd name="connsiteY0" fmla="*/ 0 h 1505824"/>
                <a:gd name="connsiteX1" fmla="*/ 788566 w 788566"/>
                <a:gd name="connsiteY1" fmla="*/ 322976 h 1505824"/>
                <a:gd name="connsiteX2" fmla="*/ 4195 w 788566"/>
                <a:gd name="connsiteY2" fmla="*/ 322976 h 1505824"/>
                <a:gd name="connsiteX3" fmla="*/ 0 w 788566"/>
                <a:gd name="connsiteY3" fmla="*/ 1505824 h 15058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88566" h="1505824">
                  <a:moveTo>
                    <a:pt x="788566" y="0"/>
                  </a:moveTo>
                  <a:lnTo>
                    <a:pt x="788566" y="322976"/>
                  </a:lnTo>
                  <a:lnTo>
                    <a:pt x="4195" y="322976"/>
                  </a:lnTo>
                  <a:cubicBezTo>
                    <a:pt x="2797" y="717259"/>
                    <a:pt x="1398" y="1111541"/>
                    <a:pt x="0" y="1505824"/>
                  </a:cubicBezTo>
                </a:path>
              </a:pathLst>
            </a:custGeom>
            <a:noFill/>
            <a:ln>
              <a:solidFill>
                <a:schemeClr val="accent2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E08C2D1A-CA27-B1A3-A832-11BED95F3B8C}"/>
                </a:ext>
              </a:extLst>
            </p:cNvPr>
            <p:cNvGrpSpPr/>
            <p:nvPr/>
          </p:nvGrpSpPr>
          <p:grpSpPr>
            <a:xfrm>
              <a:off x="9124170" y="4363941"/>
              <a:ext cx="255090" cy="255090"/>
              <a:chOff x="2766747" y="2052494"/>
              <a:chExt cx="255090" cy="255090"/>
            </a:xfrm>
          </p:grpSpPr>
          <p:sp>
            <p:nvSpPr>
              <p:cNvPr id="18" name="Rectangle: Rounded Corners 17">
                <a:extLst>
                  <a:ext uri="{FF2B5EF4-FFF2-40B4-BE49-F238E27FC236}">
                    <a16:creationId xmlns:a16="http://schemas.microsoft.com/office/drawing/2014/main" id="{EC3708CA-3E81-1E83-583D-F6FD76C87AED}"/>
                  </a:ext>
                </a:extLst>
              </p:cNvPr>
              <p:cNvSpPr/>
              <p:nvPr/>
            </p:nvSpPr>
            <p:spPr>
              <a:xfrm>
                <a:off x="2766747" y="2052494"/>
                <a:ext cx="255090" cy="255090"/>
              </a:xfrm>
              <a:prstGeom prst="roundRect">
                <a:avLst>
                  <a:gd name="adj" fmla="val 9199"/>
                </a:avLst>
              </a:prstGeom>
              <a:solidFill>
                <a:schemeClr val="bg1">
                  <a:lumMod val="65000"/>
                </a:schemeClr>
              </a:solidFill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2A2306FC-CF57-4C4F-0466-8C691F64FA02}"/>
                  </a:ext>
                </a:extLst>
              </p:cNvPr>
              <p:cNvSpPr/>
              <p:nvPr/>
            </p:nvSpPr>
            <p:spPr>
              <a:xfrm>
                <a:off x="2832379" y="2118126"/>
                <a:ext cx="123825" cy="123825"/>
              </a:xfrm>
              <a:prstGeom prst="ellipse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D5E6BDA5-6158-A35E-D265-E1F0B0CB0858}"/>
                </a:ext>
              </a:extLst>
            </p:cNvPr>
            <p:cNvGrpSpPr/>
            <p:nvPr/>
          </p:nvGrpSpPr>
          <p:grpSpPr>
            <a:xfrm>
              <a:off x="9444891" y="4363941"/>
              <a:ext cx="255090" cy="255090"/>
              <a:chOff x="2766747" y="2052494"/>
              <a:chExt cx="255090" cy="255090"/>
            </a:xfrm>
          </p:grpSpPr>
          <p:sp>
            <p:nvSpPr>
              <p:cNvPr id="21" name="Rectangle: Rounded Corners 20">
                <a:extLst>
                  <a:ext uri="{FF2B5EF4-FFF2-40B4-BE49-F238E27FC236}">
                    <a16:creationId xmlns:a16="http://schemas.microsoft.com/office/drawing/2014/main" id="{1CFEAB41-9BB6-50A3-A821-3C529A33B5A2}"/>
                  </a:ext>
                </a:extLst>
              </p:cNvPr>
              <p:cNvSpPr/>
              <p:nvPr/>
            </p:nvSpPr>
            <p:spPr>
              <a:xfrm>
                <a:off x="2766747" y="2052494"/>
                <a:ext cx="255090" cy="255090"/>
              </a:xfrm>
              <a:prstGeom prst="roundRect">
                <a:avLst>
                  <a:gd name="adj" fmla="val 9199"/>
                </a:avLst>
              </a:prstGeom>
              <a:solidFill>
                <a:schemeClr val="bg1">
                  <a:lumMod val="65000"/>
                </a:schemeClr>
              </a:solidFill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631FBD90-5F9C-E4FD-7333-BD50A3E4D72B}"/>
                  </a:ext>
                </a:extLst>
              </p:cNvPr>
              <p:cNvSpPr/>
              <p:nvPr/>
            </p:nvSpPr>
            <p:spPr>
              <a:xfrm>
                <a:off x="2832379" y="2118126"/>
                <a:ext cx="123825" cy="123825"/>
              </a:xfrm>
              <a:prstGeom prst="ellipse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D7161EC7-3B95-8ABF-28D4-028E29807044}"/>
                </a:ext>
              </a:extLst>
            </p:cNvPr>
            <p:cNvGrpSpPr/>
            <p:nvPr/>
          </p:nvGrpSpPr>
          <p:grpSpPr>
            <a:xfrm>
              <a:off x="9765612" y="4363941"/>
              <a:ext cx="255090" cy="255090"/>
              <a:chOff x="2766747" y="2052494"/>
              <a:chExt cx="255090" cy="255090"/>
            </a:xfrm>
          </p:grpSpPr>
          <p:sp>
            <p:nvSpPr>
              <p:cNvPr id="24" name="Rectangle: Rounded Corners 23">
                <a:extLst>
                  <a:ext uri="{FF2B5EF4-FFF2-40B4-BE49-F238E27FC236}">
                    <a16:creationId xmlns:a16="http://schemas.microsoft.com/office/drawing/2014/main" id="{A978D60E-4471-FFFF-DC55-3D1E9F070484}"/>
                  </a:ext>
                </a:extLst>
              </p:cNvPr>
              <p:cNvSpPr/>
              <p:nvPr/>
            </p:nvSpPr>
            <p:spPr>
              <a:xfrm>
                <a:off x="2766747" y="2052494"/>
                <a:ext cx="255090" cy="255090"/>
              </a:xfrm>
              <a:prstGeom prst="roundRect">
                <a:avLst>
                  <a:gd name="adj" fmla="val 9199"/>
                </a:avLst>
              </a:prstGeom>
              <a:solidFill>
                <a:schemeClr val="bg1">
                  <a:lumMod val="65000"/>
                </a:schemeClr>
              </a:solidFill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25" name="Oval 24">
                <a:extLst>
                  <a:ext uri="{FF2B5EF4-FFF2-40B4-BE49-F238E27FC236}">
                    <a16:creationId xmlns:a16="http://schemas.microsoft.com/office/drawing/2014/main" id="{419AE07C-C37C-5CB2-41F7-26DD446A6749}"/>
                  </a:ext>
                </a:extLst>
              </p:cNvPr>
              <p:cNvSpPr/>
              <p:nvPr/>
            </p:nvSpPr>
            <p:spPr>
              <a:xfrm>
                <a:off x="2832379" y="2118126"/>
                <a:ext cx="123825" cy="123825"/>
              </a:xfrm>
              <a:prstGeom prst="ellipse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750D99DE-29C3-4499-ECA5-D5406F1E2677}"/>
                </a:ext>
              </a:extLst>
            </p:cNvPr>
            <p:cNvGrpSpPr/>
            <p:nvPr/>
          </p:nvGrpSpPr>
          <p:grpSpPr>
            <a:xfrm>
              <a:off x="10086333" y="4363941"/>
              <a:ext cx="255090" cy="255090"/>
              <a:chOff x="2766747" y="2052494"/>
              <a:chExt cx="255090" cy="255090"/>
            </a:xfrm>
          </p:grpSpPr>
          <p:sp>
            <p:nvSpPr>
              <p:cNvPr id="27" name="Rectangle: Rounded Corners 26">
                <a:extLst>
                  <a:ext uri="{FF2B5EF4-FFF2-40B4-BE49-F238E27FC236}">
                    <a16:creationId xmlns:a16="http://schemas.microsoft.com/office/drawing/2014/main" id="{B2F7C65D-A21D-99C6-76B7-CCF311FB1EC7}"/>
                  </a:ext>
                </a:extLst>
              </p:cNvPr>
              <p:cNvSpPr/>
              <p:nvPr/>
            </p:nvSpPr>
            <p:spPr>
              <a:xfrm>
                <a:off x="2766747" y="2052494"/>
                <a:ext cx="255090" cy="255090"/>
              </a:xfrm>
              <a:prstGeom prst="roundRect">
                <a:avLst>
                  <a:gd name="adj" fmla="val 9199"/>
                </a:avLst>
              </a:prstGeom>
              <a:solidFill>
                <a:schemeClr val="bg1">
                  <a:lumMod val="65000"/>
                </a:schemeClr>
              </a:solidFill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D763746A-A377-64CA-C928-95D4A086366D}"/>
                  </a:ext>
                </a:extLst>
              </p:cNvPr>
              <p:cNvSpPr/>
              <p:nvPr/>
            </p:nvSpPr>
            <p:spPr>
              <a:xfrm>
                <a:off x="2832379" y="2118126"/>
                <a:ext cx="123825" cy="123825"/>
              </a:xfrm>
              <a:prstGeom prst="ellipse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DF8E151C-3884-C510-0F38-397126340040}"/>
                </a:ext>
              </a:extLst>
            </p:cNvPr>
            <p:cNvGrpSpPr/>
            <p:nvPr/>
          </p:nvGrpSpPr>
          <p:grpSpPr>
            <a:xfrm>
              <a:off x="9124170" y="4684663"/>
              <a:ext cx="255090" cy="255090"/>
              <a:chOff x="2766747" y="2052494"/>
              <a:chExt cx="255090" cy="255090"/>
            </a:xfrm>
          </p:grpSpPr>
          <p:sp>
            <p:nvSpPr>
              <p:cNvPr id="30" name="Rectangle: Rounded Corners 29">
                <a:extLst>
                  <a:ext uri="{FF2B5EF4-FFF2-40B4-BE49-F238E27FC236}">
                    <a16:creationId xmlns:a16="http://schemas.microsoft.com/office/drawing/2014/main" id="{EFEAB9C4-72D7-8E14-360E-ED086F443110}"/>
                  </a:ext>
                </a:extLst>
              </p:cNvPr>
              <p:cNvSpPr/>
              <p:nvPr/>
            </p:nvSpPr>
            <p:spPr>
              <a:xfrm>
                <a:off x="2766747" y="2052494"/>
                <a:ext cx="255090" cy="255090"/>
              </a:xfrm>
              <a:prstGeom prst="roundRect">
                <a:avLst>
                  <a:gd name="adj" fmla="val 9199"/>
                </a:avLst>
              </a:prstGeom>
              <a:solidFill>
                <a:schemeClr val="bg1">
                  <a:lumMod val="65000"/>
                </a:schemeClr>
              </a:solidFill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B5713BBB-40C5-E61C-3D46-4F3CE052A6D4}"/>
                  </a:ext>
                </a:extLst>
              </p:cNvPr>
              <p:cNvSpPr/>
              <p:nvPr/>
            </p:nvSpPr>
            <p:spPr>
              <a:xfrm>
                <a:off x="2832379" y="2118126"/>
                <a:ext cx="123825" cy="123825"/>
              </a:xfrm>
              <a:prstGeom prst="ellipse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EC1A536A-00F0-217C-299E-0B50FB5318E1}"/>
                </a:ext>
              </a:extLst>
            </p:cNvPr>
            <p:cNvGrpSpPr/>
            <p:nvPr/>
          </p:nvGrpSpPr>
          <p:grpSpPr>
            <a:xfrm>
              <a:off x="9444891" y="4684663"/>
              <a:ext cx="255090" cy="255090"/>
              <a:chOff x="2766747" y="2052494"/>
              <a:chExt cx="255090" cy="255090"/>
            </a:xfrm>
          </p:grpSpPr>
          <p:sp>
            <p:nvSpPr>
              <p:cNvPr id="33" name="Rectangle: Rounded Corners 32">
                <a:extLst>
                  <a:ext uri="{FF2B5EF4-FFF2-40B4-BE49-F238E27FC236}">
                    <a16:creationId xmlns:a16="http://schemas.microsoft.com/office/drawing/2014/main" id="{0168CB51-7C2A-F78B-6908-4242ED079D31}"/>
                  </a:ext>
                </a:extLst>
              </p:cNvPr>
              <p:cNvSpPr/>
              <p:nvPr/>
            </p:nvSpPr>
            <p:spPr>
              <a:xfrm>
                <a:off x="2766747" y="2052494"/>
                <a:ext cx="255090" cy="255090"/>
              </a:xfrm>
              <a:prstGeom prst="roundRect">
                <a:avLst>
                  <a:gd name="adj" fmla="val 9199"/>
                </a:avLst>
              </a:prstGeom>
              <a:solidFill>
                <a:schemeClr val="bg1">
                  <a:lumMod val="65000"/>
                </a:schemeClr>
              </a:solidFill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34" name="Oval 33">
                <a:extLst>
                  <a:ext uri="{FF2B5EF4-FFF2-40B4-BE49-F238E27FC236}">
                    <a16:creationId xmlns:a16="http://schemas.microsoft.com/office/drawing/2014/main" id="{945F9AA7-5630-FCF7-79B2-F71E9B4A31F3}"/>
                  </a:ext>
                </a:extLst>
              </p:cNvPr>
              <p:cNvSpPr/>
              <p:nvPr/>
            </p:nvSpPr>
            <p:spPr>
              <a:xfrm>
                <a:off x="2832379" y="2118126"/>
                <a:ext cx="123825" cy="123825"/>
              </a:xfrm>
              <a:prstGeom prst="ellipse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64DCAC6C-D02E-4A14-30D1-21BE9D5F4218}"/>
                </a:ext>
              </a:extLst>
            </p:cNvPr>
            <p:cNvGrpSpPr/>
            <p:nvPr/>
          </p:nvGrpSpPr>
          <p:grpSpPr>
            <a:xfrm>
              <a:off x="9765612" y="4684663"/>
              <a:ext cx="255090" cy="255090"/>
              <a:chOff x="2766747" y="2052494"/>
              <a:chExt cx="255090" cy="255090"/>
            </a:xfrm>
          </p:grpSpPr>
          <p:sp>
            <p:nvSpPr>
              <p:cNvPr id="36" name="Rectangle: Rounded Corners 35">
                <a:extLst>
                  <a:ext uri="{FF2B5EF4-FFF2-40B4-BE49-F238E27FC236}">
                    <a16:creationId xmlns:a16="http://schemas.microsoft.com/office/drawing/2014/main" id="{3F339A95-F649-751C-4652-5930DD181C31}"/>
                  </a:ext>
                </a:extLst>
              </p:cNvPr>
              <p:cNvSpPr/>
              <p:nvPr/>
            </p:nvSpPr>
            <p:spPr>
              <a:xfrm>
                <a:off x="2766747" y="2052494"/>
                <a:ext cx="255090" cy="255090"/>
              </a:xfrm>
              <a:prstGeom prst="roundRect">
                <a:avLst>
                  <a:gd name="adj" fmla="val 9199"/>
                </a:avLst>
              </a:prstGeom>
              <a:solidFill>
                <a:schemeClr val="bg1">
                  <a:lumMod val="65000"/>
                </a:schemeClr>
              </a:solidFill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37" name="Oval 36">
                <a:extLst>
                  <a:ext uri="{FF2B5EF4-FFF2-40B4-BE49-F238E27FC236}">
                    <a16:creationId xmlns:a16="http://schemas.microsoft.com/office/drawing/2014/main" id="{BC80A3B8-5C57-8864-1D09-CDE5D9AE9E93}"/>
                  </a:ext>
                </a:extLst>
              </p:cNvPr>
              <p:cNvSpPr/>
              <p:nvPr/>
            </p:nvSpPr>
            <p:spPr>
              <a:xfrm>
                <a:off x="2832379" y="2118126"/>
                <a:ext cx="123825" cy="123825"/>
              </a:xfrm>
              <a:prstGeom prst="ellipse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38" name="Group 37">
              <a:extLst>
                <a:ext uri="{FF2B5EF4-FFF2-40B4-BE49-F238E27FC236}">
                  <a16:creationId xmlns:a16="http://schemas.microsoft.com/office/drawing/2014/main" id="{D5614D65-7FA0-6A2E-6CFF-017143945F63}"/>
                </a:ext>
              </a:extLst>
            </p:cNvPr>
            <p:cNvGrpSpPr/>
            <p:nvPr/>
          </p:nvGrpSpPr>
          <p:grpSpPr>
            <a:xfrm>
              <a:off x="10086333" y="4684663"/>
              <a:ext cx="255090" cy="255090"/>
              <a:chOff x="2766747" y="2052494"/>
              <a:chExt cx="255090" cy="255090"/>
            </a:xfrm>
          </p:grpSpPr>
          <p:sp>
            <p:nvSpPr>
              <p:cNvPr id="39" name="Rectangle: Rounded Corners 38">
                <a:extLst>
                  <a:ext uri="{FF2B5EF4-FFF2-40B4-BE49-F238E27FC236}">
                    <a16:creationId xmlns:a16="http://schemas.microsoft.com/office/drawing/2014/main" id="{2425BD81-27A4-0089-EB1F-7CB8E6B4F1C0}"/>
                  </a:ext>
                </a:extLst>
              </p:cNvPr>
              <p:cNvSpPr/>
              <p:nvPr/>
            </p:nvSpPr>
            <p:spPr>
              <a:xfrm>
                <a:off x="2766747" y="2052494"/>
                <a:ext cx="255090" cy="255090"/>
              </a:xfrm>
              <a:prstGeom prst="roundRect">
                <a:avLst>
                  <a:gd name="adj" fmla="val 9199"/>
                </a:avLst>
              </a:prstGeom>
              <a:solidFill>
                <a:schemeClr val="bg1">
                  <a:lumMod val="65000"/>
                </a:schemeClr>
              </a:solidFill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0" name="Oval 39">
                <a:extLst>
                  <a:ext uri="{FF2B5EF4-FFF2-40B4-BE49-F238E27FC236}">
                    <a16:creationId xmlns:a16="http://schemas.microsoft.com/office/drawing/2014/main" id="{7BE0443D-6D07-3C59-C62F-159189457BCC}"/>
                  </a:ext>
                </a:extLst>
              </p:cNvPr>
              <p:cNvSpPr/>
              <p:nvPr/>
            </p:nvSpPr>
            <p:spPr>
              <a:xfrm>
                <a:off x="2832379" y="2118126"/>
                <a:ext cx="123825" cy="123825"/>
              </a:xfrm>
              <a:prstGeom prst="ellipse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41" name="Group 40">
              <a:extLst>
                <a:ext uri="{FF2B5EF4-FFF2-40B4-BE49-F238E27FC236}">
                  <a16:creationId xmlns:a16="http://schemas.microsoft.com/office/drawing/2014/main" id="{210907B7-EE11-1CB6-859E-AE8E5DB0461C}"/>
                </a:ext>
              </a:extLst>
            </p:cNvPr>
            <p:cNvGrpSpPr/>
            <p:nvPr/>
          </p:nvGrpSpPr>
          <p:grpSpPr>
            <a:xfrm>
              <a:off x="9124170" y="5005385"/>
              <a:ext cx="255090" cy="255090"/>
              <a:chOff x="2766747" y="2052494"/>
              <a:chExt cx="255090" cy="255090"/>
            </a:xfrm>
          </p:grpSpPr>
          <p:sp>
            <p:nvSpPr>
              <p:cNvPr id="42" name="Rectangle: Rounded Corners 41">
                <a:extLst>
                  <a:ext uri="{FF2B5EF4-FFF2-40B4-BE49-F238E27FC236}">
                    <a16:creationId xmlns:a16="http://schemas.microsoft.com/office/drawing/2014/main" id="{636733B1-B1B2-09FA-FCC8-DEA6FC02A852}"/>
                  </a:ext>
                </a:extLst>
              </p:cNvPr>
              <p:cNvSpPr/>
              <p:nvPr/>
            </p:nvSpPr>
            <p:spPr>
              <a:xfrm>
                <a:off x="2766747" y="2052494"/>
                <a:ext cx="255090" cy="255090"/>
              </a:xfrm>
              <a:prstGeom prst="roundRect">
                <a:avLst>
                  <a:gd name="adj" fmla="val 9199"/>
                </a:avLst>
              </a:prstGeom>
              <a:solidFill>
                <a:schemeClr val="bg1">
                  <a:lumMod val="65000"/>
                </a:schemeClr>
              </a:solidFill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3" name="Oval 42">
                <a:extLst>
                  <a:ext uri="{FF2B5EF4-FFF2-40B4-BE49-F238E27FC236}">
                    <a16:creationId xmlns:a16="http://schemas.microsoft.com/office/drawing/2014/main" id="{BE89CDAB-095E-C31F-C82B-7C6E84EF15F8}"/>
                  </a:ext>
                </a:extLst>
              </p:cNvPr>
              <p:cNvSpPr/>
              <p:nvPr/>
            </p:nvSpPr>
            <p:spPr>
              <a:xfrm>
                <a:off x="2832379" y="2118126"/>
                <a:ext cx="123825" cy="123825"/>
              </a:xfrm>
              <a:prstGeom prst="ellipse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44" name="Group 43">
              <a:extLst>
                <a:ext uri="{FF2B5EF4-FFF2-40B4-BE49-F238E27FC236}">
                  <a16:creationId xmlns:a16="http://schemas.microsoft.com/office/drawing/2014/main" id="{70B91593-D8EE-8E19-D076-4003BB61D9ED}"/>
                </a:ext>
              </a:extLst>
            </p:cNvPr>
            <p:cNvGrpSpPr/>
            <p:nvPr/>
          </p:nvGrpSpPr>
          <p:grpSpPr>
            <a:xfrm>
              <a:off x="9444891" y="5005385"/>
              <a:ext cx="255090" cy="255090"/>
              <a:chOff x="2766747" y="2052494"/>
              <a:chExt cx="255090" cy="255090"/>
            </a:xfrm>
          </p:grpSpPr>
          <p:sp>
            <p:nvSpPr>
              <p:cNvPr id="45" name="Rectangle: Rounded Corners 44">
                <a:extLst>
                  <a:ext uri="{FF2B5EF4-FFF2-40B4-BE49-F238E27FC236}">
                    <a16:creationId xmlns:a16="http://schemas.microsoft.com/office/drawing/2014/main" id="{7B6FD339-AB0B-10C5-E6A0-55CA28BCD009}"/>
                  </a:ext>
                </a:extLst>
              </p:cNvPr>
              <p:cNvSpPr/>
              <p:nvPr/>
            </p:nvSpPr>
            <p:spPr>
              <a:xfrm>
                <a:off x="2766747" y="2052494"/>
                <a:ext cx="255090" cy="255090"/>
              </a:xfrm>
              <a:prstGeom prst="roundRect">
                <a:avLst>
                  <a:gd name="adj" fmla="val 9199"/>
                </a:avLst>
              </a:prstGeom>
              <a:solidFill>
                <a:schemeClr val="bg1">
                  <a:lumMod val="65000"/>
                </a:schemeClr>
              </a:solidFill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6" name="Oval 45">
                <a:extLst>
                  <a:ext uri="{FF2B5EF4-FFF2-40B4-BE49-F238E27FC236}">
                    <a16:creationId xmlns:a16="http://schemas.microsoft.com/office/drawing/2014/main" id="{459240C0-75CE-27A7-445A-9882E457CAC5}"/>
                  </a:ext>
                </a:extLst>
              </p:cNvPr>
              <p:cNvSpPr/>
              <p:nvPr/>
            </p:nvSpPr>
            <p:spPr>
              <a:xfrm>
                <a:off x="2832379" y="2118126"/>
                <a:ext cx="123825" cy="123825"/>
              </a:xfrm>
              <a:prstGeom prst="ellipse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47" name="Group 46">
              <a:extLst>
                <a:ext uri="{FF2B5EF4-FFF2-40B4-BE49-F238E27FC236}">
                  <a16:creationId xmlns:a16="http://schemas.microsoft.com/office/drawing/2014/main" id="{3F700028-EBAC-2F56-9422-0C1A8ECEC667}"/>
                </a:ext>
              </a:extLst>
            </p:cNvPr>
            <p:cNvGrpSpPr/>
            <p:nvPr/>
          </p:nvGrpSpPr>
          <p:grpSpPr>
            <a:xfrm>
              <a:off x="9765612" y="5005385"/>
              <a:ext cx="255090" cy="255090"/>
              <a:chOff x="2766747" y="2052494"/>
              <a:chExt cx="255090" cy="255090"/>
            </a:xfrm>
          </p:grpSpPr>
          <p:sp>
            <p:nvSpPr>
              <p:cNvPr id="48" name="Rectangle: Rounded Corners 47">
                <a:extLst>
                  <a:ext uri="{FF2B5EF4-FFF2-40B4-BE49-F238E27FC236}">
                    <a16:creationId xmlns:a16="http://schemas.microsoft.com/office/drawing/2014/main" id="{EA8C9D5B-9A72-202C-8654-4F5DFD65CAD6}"/>
                  </a:ext>
                </a:extLst>
              </p:cNvPr>
              <p:cNvSpPr/>
              <p:nvPr/>
            </p:nvSpPr>
            <p:spPr>
              <a:xfrm>
                <a:off x="2766747" y="2052494"/>
                <a:ext cx="255090" cy="255090"/>
              </a:xfrm>
              <a:prstGeom prst="roundRect">
                <a:avLst>
                  <a:gd name="adj" fmla="val 9199"/>
                </a:avLst>
              </a:prstGeom>
              <a:solidFill>
                <a:schemeClr val="bg1">
                  <a:lumMod val="65000"/>
                </a:schemeClr>
              </a:solidFill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9" name="Oval 48">
                <a:extLst>
                  <a:ext uri="{FF2B5EF4-FFF2-40B4-BE49-F238E27FC236}">
                    <a16:creationId xmlns:a16="http://schemas.microsoft.com/office/drawing/2014/main" id="{706E0DC9-51AA-0A33-0070-1739C5A2C741}"/>
                  </a:ext>
                </a:extLst>
              </p:cNvPr>
              <p:cNvSpPr/>
              <p:nvPr/>
            </p:nvSpPr>
            <p:spPr>
              <a:xfrm>
                <a:off x="2832379" y="2118126"/>
                <a:ext cx="123825" cy="123825"/>
              </a:xfrm>
              <a:prstGeom prst="ellipse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50" name="Group 49">
              <a:extLst>
                <a:ext uri="{FF2B5EF4-FFF2-40B4-BE49-F238E27FC236}">
                  <a16:creationId xmlns:a16="http://schemas.microsoft.com/office/drawing/2014/main" id="{A999576A-8567-5BE9-1ACC-A3387ADCAE1A}"/>
                </a:ext>
              </a:extLst>
            </p:cNvPr>
            <p:cNvGrpSpPr/>
            <p:nvPr/>
          </p:nvGrpSpPr>
          <p:grpSpPr>
            <a:xfrm>
              <a:off x="10086333" y="5005385"/>
              <a:ext cx="255090" cy="255090"/>
              <a:chOff x="2766747" y="2052494"/>
              <a:chExt cx="255090" cy="255090"/>
            </a:xfrm>
          </p:grpSpPr>
          <p:sp>
            <p:nvSpPr>
              <p:cNvPr id="51" name="Rectangle: Rounded Corners 50">
                <a:extLst>
                  <a:ext uri="{FF2B5EF4-FFF2-40B4-BE49-F238E27FC236}">
                    <a16:creationId xmlns:a16="http://schemas.microsoft.com/office/drawing/2014/main" id="{76A8CBA8-CE73-EF0A-C745-CE69D3A9FB8B}"/>
                  </a:ext>
                </a:extLst>
              </p:cNvPr>
              <p:cNvSpPr/>
              <p:nvPr/>
            </p:nvSpPr>
            <p:spPr>
              <a:xfrm>
                <a:off x="2766747" y="2052494"/>
                <a:ext cx="255090" cy="255090"/>
              </a:xfrm>
              <a:prstGeom prst="roundRect">
                <a:avLst>
                  <a:gd name="adj" fmla="val 9199"/>
                </a:avLst>
              </a:prstGeom>
              <a:solidFill>
                <a:schemeClr val="bg1">
                  <a:lumMod val="65000"/>
                </a:schemeClr>
              </a:solidFill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2" name="Oval 51">
                <a:extLst>
                  <a:ext uri="{FF2B5EF4-FFF2-40B4-BE49-F238E27FC236}">
                    <a16:creationId xmlns:a16="http://schemas.microsoft.com/office/drawing/2014/main" id="{7FE6557C-96BD-8003-5C7D-AA57A5A6F752}"/>
                  </a:ext>
                </a:extLst>
              </p:cNvPr>
              <p:cNvSpPr/>
              <p:nvPr/>
            </p:nvSpPr>
            <p:spPr>
              <a:xfrm>
                <a:off x="2832379" y="2118126"/>
                <a:ext cx="123825" cy="123825"/>
              </a:xfrm>
              <a:prstGeom prst="ellipse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53" name="Group 52">
              <a:extLst>
                <a:ext uri="{FF2B5EF4-FFF2-40B4-BE49-F238E27FC236}">
                  <a16:creationId xmlns:a16="http://schemas.microsoft.com/office/drawing/2014/main" id="{AACC9C48-44C9-918E-C54A-24133AA18F68}"/>
                </a:ext>
              </a:extLst>
            </p:cNvPr>
            <p:cNvGrpSpPr/>
            <p:nvPr/>
          </p:nvGrpSpPr>
          <p:grpSpPr>
            <a:xfrm>
              <a:off x="9124170" y="5326107"/>
              <a:ext cx="255090" cy="255090"/>
              <a:chOff x="2766747" y="2052494"/>
              <a:chExt cx="255090" cy="255090"/>
            </a:xfrm>
          </p:grpSpPr>
          <p:sp>
            <p:nvSpPr>
              <p:cNvPr id="54" name="Rectangle: Rounded Corners 53">
                <a:extLst>
                  <a:ext uri="{FF2B5EF4-FFF2-40B4-BE49-F238E27FC236}">
                    <a16:creationId xmlns:a16="http://schemas.microsoft.com/office/drawing/2014/main" id="{24AC2D61-AB03-0F9E-9158-40A69A170692}"/>
                  </a:ext>
                </a:extLst>
              </p:cNvPr>
              <p:cNvSpPr/>
              <p:nvPr/>
            </p:nvSpPr>
            <p:spPr>
              <a:xfrm>
                <a:off x="2766747" y="2052494"/>
                <a:ext cx="255090" cy="255090"/>
              </a:xfrm>
              <a:prstGeom prst="roundRect">
                <a:avLst>
                  <a:gd name="adj" fmla="val 9199"/>
                </a:avLst>
              </a:prstGeom>
              <a:solidFill>
                <a:schemeClr val="bg1">
                  <a:lumMod val="65000"/>
                </a:schemeClr>
              </a:solidFill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5" name="Oval 54">
                <a:extLst>
                  <a:ext uri="{FF2B5EF4-FFF2-40B4-BE49-F238E27FC236}">
                    <a16:creationId xmlns:a16="http://schemas.microsoft.com/office/drawing/2014/main" id="{C8EA936F-8892-C1BD-5BA3-7783AE1720BC}"/>
                  </a:ext>
                </a:extLst>
              </p:cNvPr>
              <p:cNvSpPr/>
              <p:nvPr/>
            </p:nvSpPr>
            <p:spPr>
              <a:xfrm>
                <a:off x="2832379" y="2118126"/>
                <a:ext cx="123825" cy="123825"/>
              </a:xfrm>
              <a:prstGeom prst="ellipse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56" name="Group 55">
              <a:extLst>
                <a:ext uri="{FF2B5EF4-FFF2-40B4-BE49-F238E27FC236}">
                  <a16:creationId xmlns:a16="http://schemas.microsoft.com/office/drawing/2014/main" id="{F10A74AB-D977-93BC-97A6-31C50A7369FC}"/>
                </a:ext>
              </a:extLst>
            </p:cNvPr>
            <p:cNvGrpSpPr/>
            <p:nvPr/>
          </p:nvGrpSpPr>
          <p:grpSpPr>
            <a:xfrm>
              <a:off x="9444891" y="5326107"/>
              <a:ext cx="255090" cy="255090"/>
              <a:chOff x="2766747" y="2052494"/>
              <a:chExt cx="255090" cy="255090"/>
            </a:xfrm>
          </p:grpSpPr>
          <p:sp>
            <p:nvSpPr>
              <p:cNvPr id="57" name="Rectangle: Rounded Corners 56">
                <a:extLst>
                  <a:ext uri="{FF2B5EF4-FFF2-40B4-BE49-F238E27FC236}">
                    <a16:creationId xmlns:a16="http://schemas.microsoft.com/office/drawing/2014/main" id="{47FA4A57-E82A-F4F7-A3EF-BF6B26C79F4A}"/>
                  </a:ext>
                </a:extLst>
              </p:cNvPr>
              <p:cNvSpPr/>
              <p:nvPr/>
            </p:nvSpPr>
            <p:spPr>
              <a:xfrm>
                <a:off x="2766747" y="2052494"/>
                <a:ext cx="255090" cy="255090"/>
              </a:xfrm>
              <a:prstGeom prst="roundRect">
                <a:avLst>
                  <a:gd name="adj" fmla="val 9199"/>
                </a:avLst>
              </a:prstGeom>
              <a:solidFill>
                <a:schemeClr val="bg1">
                  <a:lumMod val="65000"/>
                </a:schemeClr>
              </a:solidFill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8" name="Oval 57">
                <a:extLst>
                  <a:ext uri="{FF2B5EF4-FFF2-40B4-BE49-F238E27FC236}">
                    <a16:creationId xmlns:a16="http://schemas.microsoft.com/office/drawing/2014/main" id="{AB7CAE3F-5360-8C2B-0D15-F93404AAE67A}"/>
                  </a:ext>
                </a:extLst>
              </p:cNvPr>
              <p:cNvSpPr/>
              <p:nvPr/>
            </p:nvSpPr>
            <p:spPr>
              <a:xfrm>
                <a:off x="2832379" y="2118126"/>
                <a:ext cx="123825" cy="123825"/>
              </a:xfrm>
              <a:prstGeom prst="ellipse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59" name="Group 58">
              <a:extLst>
                <a:ext uri="{FF2B5EF4-FFF2-40B4-BE49-F238E27FC236}">
                  <a16:creationId xmlns:a16="http://schemas.microsoft.com/office/drawing/2014/main" id="{ACB3C165-CA4A-6B84-B022-A11F6D816221}"/>
                </a:ext>
              </a:extLst>
            </p:cNvPr>
            <p:cNvGrpSpPr/>
            <p:nvPr/>
          </p:nvGrpSpPr>
          <p:grpSpPr>
            <a:xfrm>
              <a:off x="9765612" y="5326107"/>
              <a:ext cx="255090" cy="255090"/>
              <a:chOff x="2766747" y="2052494"/>
              <a:chExt cx="255090" cy="255090"/>
            </a:xfrm>
          </p:grpSpPr>
          <p:sp>
            <p:nvSpPr>
              <p:cNvPr id="60" name="Rectangle: Rounded Corners 59">
                <a:extLst>
                  <a:ext uri="{FF2B5EF4-FFF2-40B4-BE49-F238E27FC236}">
                    <a16:creationId xmlns:a16="http://schemas.microsoft.com/office/drawing/2014/main" id="{794785C2-EE1A-499B-A2B2-A86FE0A19236}"/>
                  </a:ext>
                </a:extLst>
              </p:cNvPr>
              <p:cNvSpPr/>
              <p:nvPr/>
            </p:nvSpPr>
            <p:spPr>
              <a:xfrm>
                <a:off x="2766747" y="2052494"/>
                <a:ext cx="255090" cy="255090"/>
              </a:xfrm>
              <a:prstGeom prst="roundRect">
                <a:avLst>
                  <a:gd name="adj" fmla="val 9199"/>
                </a:avLst>
              </a:prstGeom>
              <a:solidFill>
                <a:schemeClr val="bg1">
                  <a:lumMod val="65000"/>
                </a:schemeClr>
              </a:solidFill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1" name="Oval 60">
                <a:extLst>
                  <a:ext uri="{FF2B5EF4-FFF2-40B4-BE49-F238E27FC236}">
                    <a16:creationId xmlns:a16="http://schemas.microsoft.com/office/drawing/2014/main" id="{8B480161-C78D-482A-2D52-7275547800FC}"/>
                  </a:ext>
                </a:extLst>
              </p:cNvPr>
              <p:cNvSpPr/>
              <p:nvPr/>
            </p:nvSpPr>
            <p:spPr>
              <a:xfrm>
                <a:off x="2832379" y="2118126"/>
                <a:ext cx="123825" cy="123825"/>
              </a:xfrm>
              <a:prstGeom prst="ellipse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2" name="Group 61">
              <a:extLst>
                <a:ext uri="{FF2B5EF4-FFF2-40B4-BE49-F238E27FC236}">
                  <a16:creationId xmlns:a16="http://schemas.microsoft.com/office/drawing/2014/main" id="{7F0ECBE2-FF83-73D9-CCC8-EB8BF6F3D048}"/>
                </a:ext>
              </a:extLst>
            </p:cNvPr>
            <p:cNvGrpSpPr/>
            <p:nvPr/>
          </p:nvGrpSpPr>
          <p:grpSpPr>
            <a:xfrm>
              <a:off x="10086333" y="5326107"/>
              <a:ext cx="255090" cy="255090"/>
              <a:chOff x="2766747" y="2052494"/>
              <a:chExt cx="255090" cy="255090"/>
            </a:xfrm>
          </p:grpSpPr>
          <p:sp>
            <p:nvSpPr>
              <p:cNvPr id="63" name="Rectangle: Rounded Corners 62">
                <a:extLst>
                  <a:ext uri="{FF2B5EF4-FFF2-40B4-BE49-F238E27FC236}">
                    <a16:creationId xmlns:a16="http://schemas.microsoft.com/office/drawing/2014/main" id="{F5EDFE05-8F19-0D40-C0E5-831676151A62}"/>
                  </a:ext>
                </a:extLst>
              </p:cNvPr>
              <p:cNvSpPr/>
              <p:nvPr/>
            </p:nvSpPr>
            <p:spPr>
              <a:xfrm>
                <a:off x="2766747" y="2052494"/>
                <a:ext cx="255090" cy="255090"/>
              </a:xfrm>
              <a:prstGeom prst="roundRect">
                <a:avLst>
                  <a:gd name="adj" fmla="val 9199"/>
                </a:avLst>
              </a:prstGeom>
              <a:solidFill>
                <a:schemeClr val="bg1">
                  <a:lumMod val="65000"/>
                </a:schemeClr>
              </a:solidFill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4" name="Oval 63">
                <a:extLst>
                  <a:ext uri="{FF2B5EF4-FFF2-40B4-BE49-F238E27FC236}">
                    <a16:creationId xmlns:a16="http://schemas.microsoft.com/office/drawing/2014/main" id="{8D95C069-A93C-9C43-1D63-35CBEE33BDEC}"/>
                  </a:ext>
                </a:extLst>
              </p:cNvPr>
              <p:cNvSpPr/>
              <p:nvPr/>
            </p:nvSpPr>
            <p:spPr>
              <a:xfrm>
                <a:off x="2832379" y="2118126"/>
                <a:ext cx="123825" cy="123825"/>
              </a:xfrm>
              <a:prstGeom prst="ellipse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5" name="Group 64">
              <a:extLst>
                <a:ext uri="{FF2B5EF4-FFF2-40B4-BE49-F238E27FC236}">
                  <a16:creationId xmlns:a16="http://schemas.microsoft.com/office/drawing/2014/main" id="{F3682CE1-B352-FB53-1C5D-E84CD25284A8}"/>
                </a:ext>
              </a:extLst>
            </p:cNvPr>
            <p:cNvGrpSpPr/>
            <p:nvPr/>
          </p:nvGrpSpPr>
          <p:grpSpPr>
            <a:xfrm>
              <a:off x="9317030" y="3891836"/>
              <a:ext cx="815362" cy="138419"/>
              <a:chOff x="5146646" y="1950440"/>
              <a:chExt cx="815362" cy="138419"/>
            </a:xfrm>
          </p:grpSpPr>
          <p:sp>
            <p:nvSpPr>
              <p:cNvPr id="66" name="Rectangle: Rounded Corners 65">
                <a:extLst>
                  <a:ext uri="{FF2B5EF4-FFF2-40B4-BE49-F238E27FC236}">
                    <a16:creationId xmlns:a16="http://schemas.microsoft.com/office/drawing/2014/main" id="{5CC930C7-9A24-F161-21BD-EA66D0857D81}"/>
                  </a:ext>
                </a:extLst>
              </p:cNvPr>
              <p:cNvSpPr/>
              <p:nvPr/>
            </p:nvSpPr>
            <p:spPr>
              <a:xfrm>
                <a:off x="5146646" y="1950440"/>
                <a:ext cx="815362" cy="138419"/>
              </a:xfrm>
              <a:prstGeom prst="roundRect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7" name="Rectangle 66">
                <a:extLst>
                  <a:ext uri="{FF2B5EF4-FFF2-40B4-BE49-F238E27FC236}">
                    <a16:creationId xmlns:a16="http://schemas.microsoft.com/office/drawing/2014/main" id="{228F95D3-4FE4-6032-AD8B-5A39B17EEA76}"/>
                  </a:ext>
                </a:extLst>
              </p:cNvPr>
              <p:cNvSpPr/>
              <p:nvPr/>
            </p:nvSpPr>
            <p:spPr>
              <a:xfrm rot="16200000">
                <a:off x="5201236" y="1992111"/>
                <a:ext cx="52322" cy="55076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8" name="Rectangle 67">
                <a:extLst>
                  <a:ext uri="{FF2B5EF4-FFF2-40B4-BE49-F238E27FC236}">
                    <a16:creationId xmlns:a16="http://schemas.microsoft.com/office/drawing/2014/main" id="{3789488A-DC59-D7A5-E860-6447A9D867F0}"/>
                  </a:ext>
                </a:extLst>
              </p:cNvPr>
              <p:cNvSpPr/>
              <p:nvPr/>
            </p:nvSpPr>
            <p:spPr>
              <a:xfrm rot="16200000">
                <a:off x="5294405" y="1992111"/>
                <a:ext cx="52322" cy="55076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65A9F432-2CD1-1F5C-0A04-175EB2B79A18}"/>
                  </a:ext>
                </a:extLst>
              </p:cNvPr>
              <p:cNvSpPr/>
              <p:nvPr/>
            </p:nvSpPr>
            <p:spPr>
              <a:xfrm rot="16200000">
                <a:off x="5387574" y="1992111"/>
                <a:ext cx="52322" cy="55076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0" name="Rectangle 69">
                <a:extLst>
                  <a:ext uri="{FF2B5EF4-FFF2-40B4-BE49-F238E27FC236}">
                    <a16:creationId xmlns:a16="http://schemas.microsoft.com/office/drawing/2014/main" id="{3A99BF26-6E55-B42F-3B0F-072C504981DC}"/>
                  </a:ext>
                </a:extLst>
              </p:cNvPr>
              <p:cNvSpPr/>
              <p:nvPr/>
            </p:nvSpPr>
            <p:spPr>
              <a:xfrm rot="16200000">
                <a:off x="5480743" y="1992111"/>
                <a:ext cx="52322" cy="55076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1" name="Rectangle 70">
                <a:extLst>
                  <a:ext uri="{FF2B5EF4-FFF2-40B4-BE49-F238E27FC236}">
                    <a16:creationId xmlns:a16="http://schemas.microsoft.com/office/drawing/2014/main" id="{018544A8-E4F5-76F9-F8B3-8CC30D6635F6}"/>
                  </a:ext>
                </a:extLst>
              </p:cNvPr>
              <p:cNvSpPr/>
              <p:nvPr/>
            </p:nvSpPr>
            <p:spPr>
              <a:xfrm rot="16200000">
                <a:off x="5573912" y="1992111"/>
                <a:ext cx="52322" cy="55076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2" name="Rectangle 71">
                <a:extLst>
                  <a:ext uri="{FF2B5EF4-FFF2-40B4-BE49-F238E27FC236}">
                    <a16:creationId xmlns:a16="http://schemas.microsoft.com/office/drawing/2014/main" id="{3160F894-1353-3376-789B-168063129E0D}"/>
                  </a:ext>
                </a:extLst>
              </p:cNvPr>
              <p:cNvSpPr/>
              <p:nvPr/>
            </p:nvSpPr>
            <p:spPr>
              <a:xfrm rot="16200000">
                <a:off x="5667081" y="1992111"/>
                <a:ext cx="52322" cy="55076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3" name="Rectangle 72">
                <a:extLst>
                  <a:ext uri="{FF2B5EF4-FFF2-40B4-BE49-F238E27FC236}">
                    <a16:creationId xmlns:a16="http://schemas.microsoft.com/office/drawing/2014/main" id="{7C263237-6359-E1EA-471F-C20C0B824E35}"/>
                  </a:ext>
                </a:extLst>
              </p:cNvPr>
              <p:cNvSpPr/>
              <p:nvPr/>
            </p:nvSpPr>
            <p:spPr>
              <a:xfrm rot="16200000">
                <a:off x="5760250" y="1992111"/>
                <a:ext cx="52322" cy="55076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4" name="Rectangle 73">
                <a:extLst>
                  <a:ext uri="{FF2B5EF4-FFF2-40B4-BE49-F238E27FC236}">
                    <a16:creationId xmlns:a16="http://schemas.microsoft.com/office/drawing/2014/main" id="{97B90D7B-78AD-87CC-7D6F-5DFC188C96D5}"/>
                  </a:ext>
                </a:extLst>
              </p:cNvPr>
              <p:cNvSpPr/>
              <p:nvPr/>
            </p:nvSpPr>
            <p:spPr>
              <a:xfrm rot="16200000">
                <a:off x="5853419" y="1992111"/>
                <a:ext cx="52322" cy="55076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0C1FD97B-666C-8AC4-B438-4E65040763DF}"/>
                </a:ext>
              </a:extLst>
            </p:cNvPr>
            <p:cNvSpPr txBox="1"/>
            <p:nvPr/>
          </p:nvSpPr>
          <p:spPr>
            <a:xfrm>
              <a:off x="9069930" y="3729000"/>
              <a:ext cx="1128835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700">
                  <a:solidFill>
                    <a:schemeClr val="bg1"/>
                  </a:solidFill>
                  <a:latin typeface="Consolas" panose="020B0609020204030204" pitchFamily="49" charset="0"/>
                </a:rPr>
                <a:t>pin 7 6 5 4 3 2 1 0</a:t>
              </a:r>
              <a:endParaRPr lang="LID4096" sz="700">
                <a:solidFill>
                  <a:schemeClr val="bg1"/>
                </a:solidFill>
                <a:latin typeface="Consolas" panose="020B0609020204030204" pitchFamily="49" charset="0"/>
              </a:endParaRPr>
            </a:p>
          </p:txBody>
        </p:sp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0FA44378-CEEE-5889-5550-D1173161044F}"/>
                </a:ext>
              </a:extLst>
            </p:cNvPr>
            <p:cNvSpPr txBox="1"/>
            <p:nvPr/>
          </p:nvSpPr>
          <p:spPr>
            <a:xfrm>
              <a:off x="9055467" y="4496249"/>
              <a:ext cx="218330" cy="1692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500"/>
                <a:t>0</a:t>
              </a:r>
              <a:endParaRPr lang="LID4096" sz="500"/>
            </a:p>
          </p:txBody>
        </p:sp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3C544F0D-790A-77B4-1158-952BB7F0AB31}"/>
                </a:ext>
              </a:extLst>
            </p:cNvPr>
            <p:cNvSpPr txBox="1"/>
            <p:nvPr/>
          </p:nvSpPr>
          <p:spPr>
            <a:xfrm>
              <a:off x="9377524" y="4497315"/>
              <a:ext cx="218330" cy="1692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500"/>
                <a:t>1</a:t>
              </a:r>
              <a:endParaRPr lang="LID4096" sz="500"/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8654B079-5512-C8E2-6C1D-CCE3DDA93F2B}"/>
                </a:ext>
              </a:extLst>
            </p:cNvPr>
            <p:cNvSpPr txBox="1"/>
            <p:nvPr/>
          </p:nvSpPr>
          <p:spPr>
            <a:xfrm>
              <a:off x="9699581" y="4498381"/>
              <a:ext cx="218330" cy="1692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500"/>
                <a:t>2</a:t>
              </a:r>
              <a:endParaRPr lang="LID4096" sz="500"/>
            </a:p>
          </p:txBody>
        </p:sp>
        <p:sp>
          <p:nvSpPr>
            <p:cNvPr id="79" name="TextBox 78">
              <a:extLst>
                <a:ext uri="{FF2B5EF4-FFF2-40B4-BE49-F238E27FC236}">
                  <a16:creationId xmlns:a16="http://schemas.microsoft.com/office/drawing/2014/main" id="{732321D7-3662-E478-F730-DA9483EF0E18}"/>
                </a:ext>
              </a:extLst>
            </p:cNvPr>
            <p:cNvSpPr txBox="1"/>
            <p:nvPr/>
          </p:nvSpPr>
          <p:spPr>
            <a:xfrm>
              <a:off x="10021638" y="4499447"/>
              <a:ext cx="218330" cy="1692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500"/>
                <a:t>3</a:t>
              </a:r>
              <a:endParaRPr lang="LID4096" sz="500"/>
            </a:p>
          </p:txBody>
        </p:sp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A3ED4565-884A-33D7-8C5C-8D3916AC404A}"/>
                </a:ext>
              </a:extLst>
            </p:cNvPr>
            <p:cNvSpPr txBox="1"/>
            <p:nvPr/>
          </p:nvSpPr>
          <p:spPr>
            <a:xfrm>
              <a:off x="9055467" y="4798723"/>
              <a:ext cx="218330" cy="1692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500"/>
                <a:t>4</a:t>
              </a:r>
              <a:endParaRPr lang="LID4096" sz="500"/>
            </a:p>
          </p:txBody>
        </p:sp>
        <p:sp>
          <p:nvSpPr>
            <p:cNvPr id="81" name="TextBox 80">
              <a:extLst>
                <a:ext uri="{FF2B5EF4-FFF2-40B4-BE49-F238E27FC236}">
                  <a16:creationId xmlns:a16="http://schemas.microsoft.com/office/drawing/2014/main" id="{E277D826-A429-329A-3A06-CCC45D030BB3}"/>
                </a:ext>
              </a:extLst>
            </p:cNvPr>
            <p:cNvSpPr txBox="1"/>
            <p:nvPr/>
          </p:nvSpPr>
          <p:spPr>
            <a:xfrm>
              <a:off x="9377524" y="4799789"/>
              <a:ext cx="218330" cy="1692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500"/>
                <a:t>5</a:t>
              </a:r>
              <a:endParaRPr lang="LID4096" sz="500"/>
            </a:p>
          </p:txBody>
        </p:sp>
        <p:sp>
          <p:nvSpPr>
            <p:cNvPr id="82" name="TextBox 81">
              <a:extLst>
                <a:ext uri="{FF2B5EF4-FFF2-40B4-BE49-F238E27FC236}">
                  <a16:creationId xmlns:a16="http://schemas.microsoft.com/office/drawing/2014/main" id="{69E22303-D1C1-A5A0-CD42-43FACCC514D5}"/>
                </a:ext>
              </a:extLst>
            </p:cNvPr>
            <p:cNvSpPr txBox="1"/>
            <p:nvPr/>
          </p:nvSpPr>
          <p:spPr>
            <a:xfrm>
              <a:off x="9699581" y="4800855"/>
              <a:ext cx="218330" cy="1692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500"/>
                <a:t>6</a:t>
              </a:r>
              <a:endParaRPr lang="LID4096" sz="500"/>
            </a:p>
          </p:txBody>
        </p:sp>
        <p:sp>
          <p:nvSpPr>
            <p:cNvPr id="83" name="TextBox 82">
              <a:extLst>
                <a:ext uri="{FF2B5EF4-FFF2-40B4-BE49-F238E27FC236}">
                  <a16:creationId xmlns:a16="http://schemas.microsoft.com/office/drawing/2014/main" id="{50F399E2-10AB-4837-5323-985194448524}"/>
                </a:ext>
              </a:extLst>
            </p:cNvPr>
            <p:cNvSpPr txBox="1"/>
            <p:nvPr/>
          </p:nvSpPr>
          <p:spPr>
            <a:xfrm>
              <a:off x="10021638" y="4801921"/>
              <a:ext cx="218330" cy="1692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500"/>
                <a:t>7</a:t>
              </a:r>
              <a:endParaRPr lang="LID4096" sz="500"/>
            </a:p>
          </p:txBody>
        </p:sp>
        <p:sp>
          <p:nvSpPr>
            <p:cNvPr id="84" name="TextBox 83">
              <a:extLst>
                <a:ext uri="{FF2B5EF4-FFF2-40B4-BE49-F238E27FC236}">
                  <a16:creationId xmlns:a16="http://schemas.microsoft.com/office/drawing/2014/main" id="{0E6398BA-6F2E-17CA-D193-DDDF6E8885BD}"/>
                </a:ext>
              </a:extLst>
            </p:cNvPr>
            <p:cNvSpPr txBox="1"/>
            <p:nvPr/>
          </p:nvSpPr>
          <p:spPr>
            <a:xfrm>
              <a:off x="9054531" y="5124319"/>
              <a:ext cx="218330" cy="1692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500"/>
                <a:t>8</a:t>
              </a:r>
              <a:endParaRPr lang="LID4096" sz="500"/>
            </a:p>
          </p:txBody>
        </p:sp>
        <p:sp>
          <p:nvSpPr>
            <p:cNvPr id="85" name="TextBox 84">
              <a:extLst>
                <a:ext uri="{FF2B5EF4-FFF2-40B4-BE49-F238E27FC236}">
                  <a16:creationId xmlns:a16="http://schemas.microsoft.com/office/drawing/2014/main" id="{867EC8F5-791E-BE09-DADE-CCD55B93AAB7}"/>
                </a:ext>
              </a:extLst>
            </p:cNvPr>
            <p:cNvSpPr txBox="1"/>
            <p:nvPr/>
          </p:nvSpPr>
          <p:spPr>
            <a:xfrm>
              <a:off x="9376588" y="5125385"/>
              <a:ext cx="218330" cy="1692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500"/>
                <a:t>9</a:t>
              </a:r>
              <a:endParaRPr lang="LID4096" sz="500"/>
            </a:p>
          </p:txBody>
        </p:sp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112D51BA-54F9-FDEF-6439-65E3C0879D3C}"/>
                </a:ext>
              </a:extLst>
            </p:cNvPr>
            <p:cNvSpPr txBox="1"/>
            <p:nvPr/>
          </p:nvSpPr>
          <p:spPr>
            <a:xfrm>
              <a:off x="9698645" y="5126451"/>
              <a:ext cx="251992" cy="1692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500"/>
                <a:t>10</a:t>
              </a:r>
              <a:endParaRPr lang="LID4096" sz="500"/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C75D11F9-54E3-29A8-CBEE-7A4312CFB9CC}"/>
                </a:ext>
              </a:extLst>
            </p:cNvPr>
            <p:cNvSpPr txBox="1"/>
            <p:nvPr/>
          </p:nvSpPr>
          <p:spPr>
            <a:xfrm>
              <a:off x="10020702" y="5127517"/>
              <a:ext cx="251992" cy="1692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500"/>
                <a:t>11</a:t>
              </a:r>
              <a:endParaRPr lang="LID4096" sz="500"/>
            </a:p>
          </p:txBody>
        </p: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25687D50-BB9E-1004-EBC6-D7AA971F727E}"/>
                </a:ext>
              </a:extLst>
            </p:cNvPr>
            <p:cNvSpPr txBox="1"/>
            <p:nvPr/>
          </p:nvSpPr>
          <p:spPr>
            <a:xfrm>
              <a:off x="9053595" y="5449915"/>
              <a:ext cx="251992" cy="1692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500"/>
                <a:t>12</a:t>
              </a:r>
              <a:endParaRPr lang="LID4096" sz="500"/>
            </a:p>
          </p:txBody>
        </p:sp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id="{0CFA8270-C78D-BA1C-65E6-DB80B62FE44E}"/>
                </a:ext>
              </a:extLst>
            </p:cNvPr>
            <p:cNvSpPr txBox="1"/>
            <p:nvPr/>
          </p:nvSpPr>
          <p:spPr>
            <a:xfrm>
              <a:off x="9375652" y="5450981"/>
              <a:ext cx="251992" cy="1692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500"/>
                <a:t>13</a:t>
              </a:r>
              <a:endParaRPr lang="LID4096" sz="500"/>
            </a:p>
          </p:txBody>
        </p:sp>
        <p:sp>
          <p:nvSpPr>
            <p:cNvPr id="90" name="TextBox 89">
              <a:extLst>
                <a:ext uri="{FF2B5EF4-FFF2-40B4-BE49-F238E27FC236}">
                  <a16:creationId xmlns:a16="http://schemas.microsoft.com/office/drawing/2014/main" id="{18D5DBA5-F4B4-39EF-2A83-D328EEF9FC9D}"/>
                </a:ext>
              </a:extLst>
            </p:cNvPr>
            <p:cNvSpPr txBox="1"/>
            <p:nvPr/>
          </p:nvSpPr>
          <p:spPr>
            <a:xfrm>
              <a:off x="9697709" y="5452047"/>
              <a:ext cx="251992" cy="1692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500"/>
                <a:t>14</a:t>
              </a:r>
              <a:endParaRPr lang="LID4096" sz="500"/>
            </a:p>
          </p:txBody>
        </p:sp>
        <p:sp>
          <p:nvSpPr>
            <p:cNvPr id="91" name="TextBox 90">
              <a:extLst>
                <a:ext uri="{FF2B5EF4-FFF2-40B4-BE49-F238E27FC236}">
                  <a16:creationId xmlns:a16="http://schemas.microsoft.com/office/drawing/2014/main" id="{C7D30A1F-020A-9245-9479-BA89C3ED2DD7}"/>
                </a:ext>
              </a:extLst>
            </p:cNvPr>
            <p:cNvSpPr txBox="1"/>
            <p:nvPr/>
          </p:nvSpPr>
          <p:spPr>
            <a:xfrm>
              <a:off x="10019766" y="5453113"/>
              <a:ext cx="251992" cy="1692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500"/>
                <a:t>15</a:t>
              </a:r>
              <a:endParaRPr lang="LID4096" sz="500"/>
            </a:p>
          </p:txBody>
        </p:sp>
      </p:grpSp>
      <p:grpSp>
        <p:nvGrpSpPr>
          <p:cNvPr id="92" name="Group 91">
            <a:extLst>
              <a:ext uri="{FF2B5EF4-FFF2-40B4-BE49-F238E27FC236}">
                <a16:creationId xmlns:a16="http://schemas.microsoft.com/office/drawing/2014/main" id="{2DAC3951-3FA6-0574-402B-912A99B67C53}"/>
              </a:ext>
            </a:extLst>
          </p:cNvPr>
          <p:cNvGrpSpPr/>
          <p:nvPr/>
        </p:nvGrpSpPr>
        <p:grpSpPr>
          <a:xfrm rot="16200000">
            <a:off x="4869920" y="3380810"/>
            <a:ext cx="3095687" cy="2476441"/>
            <a:chOff x="436296" y="1927861"/>
            <a:chExt cx="5353797" cy="4282849"/>
          </a:xfrm>
        </p:grpSpPr>
        <p:pic>
          <p:nvPicPr>
            <p:cNvPr id="93" name="Picture 92">
              <a:extLst>
                <a:ext uri="{FF2B5EF4-FFF2-40B4-BE49-F238E27FC236}">
                  <a16:creationId xmlns:a16="http://schemas.microsoft.com/office/drawing/2014/main" id="{CFE6444B-5891-E01D-E148-507A60C5DC5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36296" y="2545839"/>
              <a:ext cx="5353797" cy="2772162"/>
            </a:xfrm>
            <a:prstGeom prst="rect">
              <a:avLst/>
            </a:prstGeom>
          </p:spPr>
        </p:pic>
        <p:sp>
          <p:nvSpPr>
            <p:cNvPr id="94" name="Rectangle 93">
              <a:extLst>
                <a:ext uri="{FF2B5EF4-FFF2-40B4-BE49-F238E27FC236}">
                  <a16:creationId xmlns:a16="http://schemas.microsoft.com/office/drawing/2014/main" id="{DE8BDD05-7932-D422-F1B4-110E85578333}"/>
                </a:ext>
              </a:extLst>
            </p:cNvPr>
            <p:cNvSpPr/>
            <p:nvPr/>
          </p:nvSpPr>
          <p:spPr>
            <a:xfrm>
              <a:off x="1597669" y="3554255"/>
              <a:ext cx="3381375" cy="1402081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5" name="Freeform: Shape 94">
              <a:extLst>
                <a:ext uri="{FF2B5EF4-FFF2-40B4-BE49-F238E27FC236}">
                  <a16:creationId xmlns:a16="http://schemas.microsoft.com/office/drawing/2014/main" id="{C27839A9-4852-4EB4-B847-E40F6521F26E}"/>
                </a:ext>
              </a:extLst>
            </p:cNvPr>
            <p:cNvSpPr/>
            <p:nvPr/>
          </p:nvSpPr>
          <p:spPr>
            <a:xfrm>
              <a:off x="1436663" y="3406140"/>
              <a:ext cx="3787140" cy="259080"/>
            </a:xfrm>
            <a:custGeom>
              <a:avLst/>
              <a:gdLst>
                <a:gd name="connsiteX0" fmla="*/ 3406140 w 3825240"/>
                <a:gd name="connsiteY0" fmla="*/ 0 h 259080"/>
                <a:gd name="connsiteX1" fmla="*/ 0 w 3825240"/>
                <a:gd name="connsiteY1" fmla="*/ 68580 h 259080"/>
                <a:gd name="connsiteX2" fmla="*/ 228600 w 3825240"/>
                <a:gd name="connsiteY2" fmla="*/ 259080 h 259080"/>
                <a:gd name="connsiteX3" fmla="*/ 3825240 w 3825240"/>
                <a:gd name="connsiteY3" fmla="*/ 167640 h 259080"/>
                <a:gd name="connsiteX4" fmla="*/ 3406140 w 3825240"/>
                <a:gd name="connsiteY4" fmla="*/ 0 h 259080"/>
                <a:gd name="connsiteX0" fmla="*/ 3406140 w 3787140"/>
                <a:gd name="connsiteY0" fmla="*/ 0 h 259080"/>
                <a:gd name="connsiteX1" fmla="*/ 0 w 3787140"/>
                <a:gd name="connsiteY1" fmla="*/ 68580 h 259080"/>
                <a:gd name="connsiteX2" fmla="*/ 228600 w 3787140"/>
                <a:gd name="connsiteY2" fmla="*/ 259080 h 259080"/>
                <a:gd name="connsiteX3" fmla="*/ 3787140 w 3787140"/>
                <a:gd name="connsiteY3" fmla="*/ 153353 h 259080"/>
                <a:gd name="connsiteX4" fmla="*/ 3406140 w 3787140"/>
                <a:gd name="connsiteY4" fmla="*/ 0 h 2590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87140" h="259080">
                  <a:moveTo>
                    <a:pt x="3406140" y="0"/>
                  </a:moveTo>
                  <a:lnTo>
                    <a:pt x="0" y="68580"/>
                  </a:lnTo>
                  <a:lnTo>
                    <a:pt x="228600" y="259080"/>
                  </a:lnTo>
                  <a:lnTo>
                    <a:pt x="3787140" y="153353"/>
                  </a:lnTo>
                  <a:lnTo>
                    <a:pt x="3406140" y="0"/>
                  </a:lnTo>
                  <a:close/>
                </a:path>
              </a:pathLst>
            </a:cu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6" name="Freeform: Shape 95">
              <a:extLst>
                <a:ext uri="{FF2B5EF4-FFF2-40B4-BE49-F238E27FC236}">
                  <a16:creationId xmlns:a16="http://schemas.microsoft.com/office/drawing/2014/main" id="{E725F958-8EFC-51FF-8085-ED057EAE1B59}"/>
                </a:ext>
              </a:extLst>
            </p:cNvPr>
            <p:cNvSpPr/>
            <p:nvPr/>
          </p:nvSpPr>
          <p:spPr>
            <a:xfrm>
              <a:off x="1459523" y="3482340"/>
              <a:ext cx="205740" cy="1714500"/>
            </a:xfrm>
            <a:custGeom>
              <a:avLst/>
              <a:gdLst>
                <a:gd name="connsiteX0" fmla="*/ 0 w 205740"/>
                <a:gd name="connsiteY0" fmla="*/ 0 h 1714500"/>
                <a:gd name="connsiteX1" fmla="*/ 30480 w 205740"/>
                <a:gd name="connsiteY1" fmla="*/ 1539240 h 1714500"/>
                <a:gd name="connsiteX2" fmla="*/ 205740 w 205740"/>
                <a:gd name="connsiteY2" fmla="*/ 1714500 h 1714500"/>
                <a:gd name="connsiteX3" fmla="*/ 198120 w 205740"/>
                <a:gd name="connsiteY3" fmla="*/ 167640 h 1714500"/>
                <a:gd name="connsiteX4" fmla="*/ 0 w 205740"/>
                <a:gd name="connsiteY4" fmla="*/ 0 h 1714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5740" h="1714500">
                  <a:moveTo>
                    <a:pt x="0" y="0"/>
                  </a:moveTo>
                  <a:lnTo>
                    <a:pt x="30480" y="1539240"/>
                  </a:lnTo>
                  <a:lnTo>
                    <a:pt x="205740" y="1714500"/>
                  </a:lnTo>
                  <a:lnTo>
                    <a:pt x="198120" y="1676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7" name="Freeform: Shape 96">
              <a:extLst>
                <a:ext uri="{FF2B5EF4-FFF2-40B4-BE49-F238E27FC236}">
                  <a16:creationId xmlns:a16="http://schemas.microsoft.com/office/drawing/2014/main" id="{CE5EDCC3-DA6B-F303-668D-4D15B76DFCC7}"/>
                </a:ext>
              </a:extLst>
            </p:cNvPr>
            <p:cNvSpPr/>
            <p:nvPr/>
          </p:nvSpPr>
          <p:spPr>
            <a:xfrm>
              <a:off x="1657643" y="3558540"/>
              <a:ext cx="3596640" cy="1653540"/>
            </a:xfrm>
            <a:custGeom>
              <a:avLst/>
              <a:gdLst>
                <a:gd name="connsiteX0" fmla="*/ 0 w 3680460"/>
                <a:gd name="connsiteY0" fmla="*/ 1653540 h 1653540"/>
                <a:gd name="connsiteX1" fmla="*/ 1463040 w 3680460"/>
                <a:gd name="connsiteY1" fmla="*/ 1592580 h 1653540"/>
                <a:gd name="connsiteX2" fmla="*/ 1463040 w 3680460"/>
                <a:gd name="connsiteY2" fmla="*/ 1417320 h 1653540"/>
                <a:gd name="connsiteX3" fmla="*/ 182880 w 3680460"/>
                <a:gd name="connsiteY3" fmla="*/ 1478280 h 1653540"/>
                <a:gd name="connsiteX4" fmla="*/ 160020 w 3680460"/>
                <a:gd name="connsiteY4" fmla="*/ 266700 h 1653540"/>
                <a:gd name="connsiteX5" fmla="*/ 3474720 w 3680460"/>
                <a:gd name="connsiteY5" fmla="*/ 160020 h 1653540"/>
                <a:gd name="connsiteX6" fmla="*/ 3467100 w 3680460"/>
                <a:gd name="connsiteY6" fmla="*/ 1424940 h 1653540"/>
                <a:gd name="connsiteX7" fmla="*/ 2278380 w 3680460"/>
                <a:gd name="connsiteY7" fmla="*/ 1432560 h 1653540"/>
                <a:gd name="connsiteX8" fmla="*/ 2263140 w 3680460"/>
                <a:gd name="connsiteY8" fmla="*/ 1584960 h 1653540"/>
                <a:gd name="connsiteX9" fmla="*/ 3680460 w 3680460"/>
                <a:gd name="connsiteY9" fmla="*/ 1546860 h 1653540"/>
                <a:gd name="connsiteX10" fmla="*/ 3589020 w 3680460"/>
                <a:gd name="connsiteY10" fmla="*/ 0 h 1653540"/>
                <a:gd name="connsiteX11" fmla="*/ 0 w 3680460"/>
                <a:gd name="connsiteY11" fmla="*/ 91440 h 1653540"/>
                <a:gd name="connsiteX12" fmla="*/ 0 w 3680460"/>
                <a:gd name="connsiteY12" fmla="*/ 1653540 h 1653540"/>
                <a:gd name="connsiteX0" fmla="*/ 0 w 3649980"/>
                <a:gd name="connsiteY0" fmla="*/ 1653540 h 1653540"/>
                <a:gd name="connsiteX1" fmla="*/ 1463040 w 3649980"/>
                <a:gd name="connsiteY1" fmla="*/ 1592580 h 1653540"/>
                <a:gd name="connsiteX2" fmla="*/ 1463040 w 3649980"/>
                <a:gd name="connsiteY2" fmla="*/ 1417320 h 1653540"/>
                <a:gd name="connsiteX3" fmla="*/ 182880 w 3649980"/>
                <a:gd name="connsiteY3" fmla="*/ 1478280 h 1653540"/>
                <a:gd name="connsiteX4" fmla="*/ 160020 w 3649980"/>
                <a:gd name="connsiteY4" fmla="*/ 266700 h 1653540"/>
                <a:gd name="connsiteX5" fmla="*/ 3474720 w 3649980"/>
                <a:gd name="connsiteY5" fmla="*/ 160020 h 1653540"/>
                <a:gd name="connsiteX6" fmla="*/ 3467100 w 3649980"/>
                <a:gd name="connsiteY6" fmla="*/ 1424940 h 1653540"/>
                <a:gd name="connsiteX7" fmla="*/ 2278380 w 3649980"/>
                <a:gd name="connsiteY7" fmla="*/ 1432560 h 1653540"/>
                <a:gd name="connsiteX8" fmla="*/ 2263140 w 3649980"/>
                <a:gd name="connsiteY8" fmla="*/ 1584960 h 1653540"/>
                <a:gd name="connsiteX9" fmla="*/ 3649980 w 3649980"/>
                <a:gd name="connsiteY9" fmla="*/ 1554480 h 1653540"/>
                <a:gd name="connsiteX10" fmla="*/ 3589020 w 3649980"/>
                <a:gd name="connsiteY10" fmla="*/ 0 h 1653540"/>
                <a:gd name="connsiteX11" fmla="*/ 0 w 3649980"/>
                <a:gd name="connsiteY11" fmla="*/ 91440 h 1653540"/>
                <a:gd name="connsiteX12" fmla="*/ 0 w 3649980"/>
                <a:gd name="connsiteY12" fmla="*/ 1653540 h 1653540"/>
                <a:gd name="connsiteX0" fmla="*/ 0 w 3596640"/>
                <a:gd name="connsiteY0" fmla="*/ 1653540 h 1653540"/>
                <a:gd name="connsiteX1" fmla="*/ 1463040 w 3596640"/>
                <a:gd name="connsiteY1" fmla="*/ 1592580 h 1653540"/>
                <a:gd name="connsiteX2" fmla="*/ 1463040 w 3596640"/>
                <a:gd name="connsiteY2" fmla="*/ 1417320 h 1653540"/>
                <a:gd name="connsiteX3" fmla="*/ 182880 w 3596640"/>
                <a:gd name="connsiteY3" fmla="*/ 1478280 h 1653540"/>
                <a:gd name="connsiteX4" fmla="*/ 160020 w 3596640"/>
                <a:gd name="connsiteY4" fmla="*/ 266700 h 1653540"/>
                <a:gd name="connsiteX5" fmla="*/ 3474720 w 3596640"/>
                <a:gd name="connsiteY5" fmla="*/ 160020 h 1653540"/>
                <a:gd name="connsiteX6" fmla="*/ 3467100 w 3596640"/>
                <a:gd name="connsiteY6" fmla="*/ 1424940 h 1653540"/>
                <a:gd name="connsiteX7" fmla="*/ 2278380 w 3596640"/>
                <a:gd name="connsiteY7" fmla="*/ 1432560 h 1653540"/>
                <a:gd name="connsiteX8" fmla="*/ 2263140 w 3596640"/>
                <a:gd name="connsiteY8" fmla="*/ 1584960 h 1653540"/>
                <a:gd name="connsiteX9" fmla="*/ 3596640 w 3596640"/>
                <a:gd name="connsiteY9" fmla="*/ 1546860 h 1653540"/>
                <a:gd name="connsiteX10" fmla="*/ 3589020 w 3596640"/>
                <a:gd name="connsiteY10" fmla="*/ 0 h 1653540"/>
                <a:gd name="connsiteX11" fmla="*/ 0 w 3596640"/>
                <a:gd name="connsiteY11" fmla="*/ 91440 h 1653540"/>
                <a:gd name="connsiteX12" fmla="*/ 0 w 3596640"/>
                <a:gd name="connsiteY12" fmla="*/ 1653540 h 165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6640" h="1653540">
                  <a:moveTo>
                    <a:pt x="0" y="1653540"/>
                  </a:moveTo>
                  <a:lnTo>
                    <a:pt x="1463040" y="1592580"/>
                  </a:lnTo>
                  <a:lnTo>
                    <a:pt x="1463040" y="1417320"/>
                  </a:lnTo>
                  <a:lnTo>
                    <a:pt x="182880" y="1478280"/>
                  </a:lnTo>
                  <a:lnTo>
                    <a:pt x="160020" y="266700"/>
                  </a:lnTo>
                  <a:lnTo>
                    <a:pt x="3474720" y="160020"/>
                  </a:lnTo>
                  <a:lnTo>
                    <a:pt x="3467100" y="1424940"/>
                  </a:lnTo>
                  <a:lnTo>
                    <a:pt x="2278380" y="1432560"/>
                  </a:lnTo>
                  <a:lnTo>
                    <a:pt x="2263140" y="1584960"/>
                  </a:lnTo>
                  <a:lnTo>
                    <a:pt x="3596640" y="1546860"/>
                  </a:lnTo>
                  <a:lnTo>
                    <a:pt x="3589020" y="0"/>
                  </a:lnTo>
                  <a:lnTo>
                    <a:pt x="0" y="91440"/>
                  </a:lnTo>
                  <a:lnTo>
                    <a:pt x="0" y="165354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8" name="Freeform: Shape 97">
              <a:extLst>
                <a:ext uri="{FF2B5EF4-FFF2-40B4-BE49-F238E27FC236}">
                  <a16:creationId xmlns:a16="http://schemas.microsoft.com/office/drawing/2014/main" id="{E00F88A2-5DF0-F104-00CE-71F075EA2564}"/>
                </a:ext>
              </a:extLst>
            </p:cNvPr>
            <p:cNvSpPr/>
            <p:nvPr/>
          </p:nvSpPr>
          <p:spPr>
            <a:xfrm>
              <a:off x="1833379" y="3727133"/>
              <a:ext cx="3305175" cy="1312068"/>
            </a:xfrm>
            <a:custGeom>
              <a:avLst/>
              <a:gdLst>
                <a:gd name="connsiteX0" fmla="*/ 2943225 w 3305175"/>
                <a:gd name="connsiteY0" fmla="*/ 4762 h 1312068"/>
                <a:gd name="connsiteX1" fmla="*/ 2964657 w 3305175"/>
                <a:gd name="connsiteY1" fmla="*/ 1040606 h 1312068"/>
                <a:gd name="connsiteX2" fmla="*/ 0 w 3305175"/>
                <a:gd name="connsiteY2" fmla="*/ 1133475 h 1312068"/>
                <a:gd name="connsiteX3" fmla="*/ 7144 w 3305175"/>
                <a:gd name="connsiteY3" fmla="*/ 1312068 h 1312068"/>
                <a:gd name="connsiteX4" fmla="*/ 1290638 w 3305175"/>
                <a:gd name="connsiteY4" fmla="*/ 1254918 h 1312068"/>
                <a:gd name="connsiteX5" fmla="*/ 1362075 w 3305175"/>
                <a:gd name="connsiteY5" fmla="*/ 1202531 h 1312068"/>
                <a:gd name="connsiteX6" fmla="*/ 1431132 w 3305175"/>
                <a:gd name="connsiteY6" fmla="*/ 1185862 h 1312068"/>
                <a:gd name="connsiteX7" fmla="*/ 1735932 w 3305175"/>
                <a:gd name="connsiteY7" fmla="*/ 1171575 h 1312068"/>
                <a:gd name="connsiteX8" fmla="*/ 1902619 w 3305175"/>
                <a:gd name="connsiteY8" fmla="*/ 1178718 h 1312068"/>
                <a:gd name="connsiteX9" fmla="*/ 2100263 w 3305175"/>
                <a:gd name="connsiteY9" fmla="*/ 1264443 h 1312068"/>
                <a:gd name="connsiteX10" fmla="*/ 3300413 w 3305175"/>
                <a:gd name="connsiteY10" fmla="*/ 1257300 h 1312068"/>
                <a:gd name="connsiteX11" fmla="*/ 3305175 w 3305175"/>
                <a:gd name="connsiteY11" fmla="*/ 0 h 1312068"/>
                <a:gd name="connsiteX12" fmla="*/ 2943225 w 3305175"/>
                <a:gd name="connsiteY12" fmla="*/ 4762 h 1312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305175" h="1312068">
                  <a:moveTo>
                    <a:pt x="2943225" y="4762"/>
                  </a:moveTo>
                  <a:lnTo>
                    <a:pt x="2964657" y="1040606"/>
                  </a:lnTo>
                  <a:lnTo>
                    <a:pt x="0" y="1133475"/>
                  </a:lnTo>
                  <a:lnTo>
                    <a:pt x="7144" y="1312068"/>
                  </a:lnTo>
                  <a:lnTo>
                    <a:pt x="1290638" y="1254918"/>
                  </a:lnTo>
                  <a:lnTo>
                    <a:pt x="1362075" y="1202531"/>
                  </a:lnTo>
                  <a:lnTo>
                    <a:pt x="1431132" y="1185862"/>
                  </a:lnTo>
                  <a:lnTo>
                    <a:pt x="1735932" y="1171575"/>
                  </a:lnTo>
                  <a:lnTo>
                    <a:pt x="1902619" y="1178718"/>
                  </a:lnTo>
                  <a:lnTo>
                    <a:pt x="2100263" y="1264443"/>
                  </a:lnTo>
                  <a:lnTo>
                    <a:pt x="3300413" y="1257300"/>
                  </a:lnTo>
                  <a:cubicBezTo>
                    <a:pt x="3302000" y="838200"/>
                    <a:pt x="3303588" y="419100"/>
                    <a:pt x="3305175" y="0"/>
                  </a:cubicBezTo>
                  <a:lnTo>
                    <a:pt x="2943225" y="4762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9" name="Freeform: Shape 98">
              <a:extLst>
                <a:ext uri="{FF2B5EF4-FFF2-40B4-BE49-F238E27FC236}">
                  <a16:creationId xmlns:a16="http://schemas.microsoft.com/office/drawing/2014/main" id="{C661794A-E00D-C466-59D3-B265A2B88228}"/>
                </a:ext>
              </a:extLst>
            </p:cNvPr>
            <p:cNvSpPr/>
            <p:nvPr/>
          </p:nvSpPr>
          <p:spPr>
            <a:xfrm>
              <a:off x="3119254" y="4896326"/>
              <a:ext cx="819150" cy="247650"/>
            </a:xfrm>
            <a:custGeom>
              <a:avLst/>
              <a:gdLst>
                <a:gd name="connsiteX0" fmla="*/ 802482 w 819150"/>
                <a:gd name="connsiteY0" fmla="*/ 242888 h 247650"/>
                <a:gd name="connsiteX1" fmla="*/ 588169 w 819150"/>
                <a:gd name="connsiteY1" fmla="*/ 116682 h 247650"/>
                <a:gd name="connsiteX2" fmla="*/ 452438 w 819150"/>
                <a:gd name="connsiteY2" fmla="*/ 95250 h 247650"/>
                <a:gd name="connsiteX3" fmla="*/ 192882 w 819150"/>
                <a:gd name="connsiteY3" fmla="*/ 92869 h 247650"/>
                <a:gd name="connsiteX4" fmla="*/ 76200 w 819150"/>
                <a:gd name="connsiteY4" fmla="*/ 140494 h 247650"/>
                <a:gd name="connsiteX5" fmla="*/ 11907 w 819150"/>
                <a:gd name="connsiteY5" fmla="*/ 247650 h 247650"/>
                <a:gd name="connsiteX6" fmla="*/ 0 w 819150"/>
                <a:gd name="connsiteY6" fmla="*/ 85725 h 247650"/>
                <a:gd name="connsiteX7" fmla="*/ 76200 w 819150"/>
                <a:gd name="connsiteY7" fmla="*/ 33338 h 247650"/>
                <a:gd name="connsiteX8" fmla="*/ 173832 w 819150"/>
                <a:gd name="connsiteY8" fmla="*/ 14288 h 247650"/>
                <a:gd name="connsiteX9" fmla="*/ 469107 w 819150"/>
                <a:gd name="connsiteY9" fmla="*/ 0 h 247650"/>
                <a:gd name="connsiteX10" fmla="*/ 616744 w 819150"/>
                <a:gd name="connsiteY10" fmla="*/ 14288 h 247650"/>
                <a:gd name="connsiteX11" fmla="*/ 819150 w 819150"/>
                <a:gd name="connsiteY11" fmla="*/ 95250 h 247650"/>
                <a:gd name="connsiteX12" fmla="*/ 802482 w 819150"/>
                <a:gd name="connsiteY12" fmla="*/ 242888 h 247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19150" h="247650">
                  <a:moveTo>
                    <a:pt x="802482" y="242888"/>
                  </a:moveTo>
                  <a:lnTo>
                    <a:pt x="588169" y="116682"/>
                  </a:lnTo>
                  <a:lnTo>
                    <a:pt x="452438" y="95250"/>
                  </a:lnTo>
                  <a:lnTo>
                    <a:pt x="192882" y="92869"/>
                  </a:lnTo>
                  <a:lnTo>
                    <a:pt x="76200" y="140494"/>
                  </a:lnTo>
                  <a:lnTo>
                    <a:pt x="11907" y="247650"/>
                  </a:lnTo>
                  <a:lnTo>
                    <a:pt x="0" y="85725"/>
                  </a:lnTo>
                  <a:lnTo>
                    <a:pt x="76200" y="33338"/>
                  </a:lnTo>
                  <a:lnTo>
                    <a:pt x="173832" y="14288"/>
                  </a:lnTo>
                  <a:lnTo>
                    <a:pt x="469107" y="0"/>
                  </a:lnTo>
                  <a:lnTo>
                    <a:pt x="616744" y="14288"/>
                  </a:lnTo>
                  <a:lnTo>
                    <a:pt x="819150" y="95250"/>
                  </a:lnTo>
                  <a:lnTo>
                    <a:pt x="802482" y="242888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100" name="Group 99">
              <a:extLst>
                <a:ext uri="{FF2B5EF4-FFF2-40B4-BE49-F238E27FC236}">
                  <a16:creationId xmlns:a16="http://schemas.microsoft.com/office/drawing/2014/main" id="{E499BC15-3E83-B8C7-9277-BC76D95AEEDB}"/>
                </a:ext>
              </a:extLst>
            </p:cNvPr>
            <p:cNvGrpSpPr/>
            <p:nvPr/>
          </p:nvGrpSpPr>
          <p:grpSpPr>
            <a:xfrm>
              <a:off x="4243204" y="4020026"/>
              <a:ext cx="209550" cy="157163"/>
              <a:chOff x="6669881" y="4393406"/>
              <a:chExt cx="209550" cy="157163"/>
            </a:xfrm>
          </p:grpSpPr>
          <p:sp>
            <p:nvSpPr>
              <p:cNvPr id="148" name="Rectangle 147">
                <a:extLst>
                  <a:ext uri="{FF2B5EF4-FFF2-40B4-BE49-F238E27FC236}">
                    <a16:creationId xmlns:a16="http://schemas.microsoft.com/office/drawing/2014/main" id="{702C37DD-779B-288C-8894-7E618F01D90F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149" name="Freeform: Shape 148">
                <a:extLst>
                  <a:ext uri="{FF2B5EF4-FFF2-40B4-BE49-F238E27FC236}">
                    <a16:creationId xmlns:a16="http://schemas.microsoft.com/office/drawing/2014/main" id="{FF40F0E9-7A36-1D85-220F-472D65643A3C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01" name="Group 100">
              <a:extLst>
                <a:ext uri="{FF2B5EF4-FFF2-40B4-BE49-F238E27FC236}">
                  <a16:creationId xmlns:a16="http://schemas.microsoft.com/office/drawing/2014/main" id="{59061EBB-6AFE-2485-A8FF-06CAAAB30443}"/>
                </a:ext>
              </a:extLst>
            </p:cNvPr>
            <p:cNvGrpSpPr/>
            <p:nvPr/>
          </p:nvGrpSpPr>
          <p:grpSpPr>
            <a:xfrm>
              <a:off x="3797910" y="4050982"/>
              <a:ext cx="209550" cy="157163"/>
              <a:chOff x="6669881" y="4393406"/>
              <a:chExt cx="209550" cy="157163"/>
            </a:xfrm>
          </p:grpSpPr>
          <p:sp>
            <p:nvSpPr>
              <p:cNvPr id="146" name="Rectangle 145">
                <a:extLst>
                  <a:ext uri="{FF2B5EF4-FFF2-40B4-BE49-F238E27FC236}">
                    <a16:creationId xmlns:a16="http://schemas.microsoft.com/office/drawing/2014/main" id="{65D6B6A5-45EA-43B8-552C-3B05CDACA828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147" name="Freeform: Shape 146">
                <a:extLst>
                  <a:ext uri="{FF2B5EF4-FFF2-40B4-BE49-F238E27FC236}">
                    <a16:creationId xmlns:a16="http://schemas.microsoft.com/office/drawing/2014/main" id="{778520E0-C5B1-F479-0744-9C86142A1CDB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02" name="Group 101">
              <a:extLst>
                <a:ext uri="{FF2B5EF4-FFF2-40B4-BE49-F238E27FC236}">
                  <a16:creationId xmlns:a16="http://schemas.microsoft.com/office/drawing/2014/main" id="{045ED954-909B-A4A6-288D-CD2D8D8FDB65}"/>
                </a:ext>
              </a:extLst>
            </p:cNvPr>
            <p:cNvGrpSpPr/>
            <p:nvPr/>
          </p:nvGrpSpPr>
          <p:grpSpPr>
            <a:xfrm>
              <a:off x="3352616" y="4081938"/>
              <a:ext cx="209550" cy="157163"/>
              <a:chOff x="6669881" y="4393406"/>
              <a:chExt cx="209550" cy="157163"/>
            </a:xfrm>
          </p:grpSpPr>
          <p:sp>
            <p:nvSpPr>
              <p:cNvPr id="144" name="Rectangle 143">
                <a:extLst>
                  <a:ext uri="{FF2B5EF4-FFF2-40B4-BE49-F238E27FC236}">
                    <a16:creationId xmlns:a16="http://schemas.microsoft.com/office/drawing/2014/main" id="{FA7205FC-7B10-CE2F-7288-21C1BB61097D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145" name="Freeform: Shape 144">
                <a:extLst>
                  <a:ext uri="{FF2B5EF4-FFF2-40B4-BE49-F238E27FC236}">
                    <a16:creationId xmlns:a16="http://schemas.microsoft.com/office/drawing/2014/main" id="{396D52A8-3AD1-440A-D289-68FBDA948F0F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03" name="Group 102">
              <a:extLst>
                <a:ext uri="{FF2B5EF4-FFF2-40B4-BE49-F238E27FC236}">
                  <a16:creationId xmlns:a16="http://schemas.microsoft.com/office/drawing/2014/main" id="{5AC3151E-93FD-779B-10BF-106C125204C8}"/>
                </a:ext>
              </a:extLst>
            </p:cNvPr>
            <p:cNvGrpSpPr/>
            <p:nvPr/>
          </p:nvGrpSpPr>
          <p:grpSpPr>
            <a:xfrm>
              <a:off x="2851360" y="4093844"/>
              <a:ext cx="209550" cy="157163"/>
              <a:chOff x="6669881" y="4393406"/>
              <a:chExt cx="209550" cy="157163"/>
            </a:xfrm>
          </p:grpSpPr>
          <p:sp>
            <p:nvSpPr>
              <p:cNvPr id="142" name="Rectangle 141">
                <a:extLst>
                  <a:ext uri="{FF2B5EF4-FFF2-40B4-BE49-F238E27FC236}">
                    <a16:creationId xmlns:a16="http://schemas.microsoft.com/office/drawing/2014/main" id="{8520E1EE-B74E-D1EE-7757-E6EE3EFEF0CF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143" name="Freeform: Shape 142">
                <a:extLst>
                  <a:ext uri="{FF2B5EF4-FFF2-40B4-BE49-F238E27FC236}">
                    <a16:creationId xmlns:a16="http://schemas.microsoft.com/office/drawing/2014/main" id="{66FF54C5-787A-1D15-6C42-05F9831A5F13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04" name="Group 103">
              <a:extLst>
                <a:ext uri="{FF2B5EF4-FFF2-40B4-BE49-F238E27FC236}">
                  <a16:creationId xmlns:a16="http://schemas.microsoft.com/office/drawing/2014/main" id="{7F322C4C-F0B7-6783-50E6-EB6CC97D863D}"/>
                </a:ext>
              </a:extLst>
            </p:cNvPr>
            <p:cNvGrpSpPr/>
            <p:nvPr/>
          </p:nvGrpSpPr>
          <p:grpSpPr>
            <a:xfrm>
              <a:off x="2345112" y="4113567"/>
              <a:ext cx="209550" cy="157163"/>
              <a:chOff x="6669881" y="4393406"/>
              <a:chExt cx="209550" cy="157163"/>
            </a:xfrm>
          </p:grpSpPr>
          <p:sp>
            <p:nvSpPr>
              <p:cNvPr id="140" name="Rectangle 139">
                <a:extLst>
                  <a:ext uri="{FF2B5EF4-FFF2-40B4-BE49-F238E27FC236}">
                    <a16:creationId xmlns:a16="http://schemas.microsoft.com/office/drawing/2014/main" id="{07201FCF-7C21-2DC3-54AA-0B28BB7AACE4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141" name="Freeform: Shape 140">
                <a:extLst>
                  <a:ext uri="{FF2B5EF4-FFF2-40B4-BE49-F238E27FC236}">
                    <a16:creationId xmlns:a16="http://schemas.microsoft.com/office/drawing/2014/main" id="{BF5BF8B1-C090-6E98-5480-3421D596039F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05" name="Group 104">
              <a:extLst>
                <a:ext uri="{FF2B5EF4-FFF2-40B4-BE49-F238E27FC236}">
                  <a16:creationId xmlns:a16="http://schemas.microsoft.com/office/drawing/2014/main" id="{DCF3F9EE-0892-7001-0FE1-3029650ED021}"/>
                </a:ext>
              </a:extLst>
            </p:cNvPr>
            <p:cNvGrpSpPr/>
            <p:nvPr/>
          </p:nvGrpSpPr>
          <p:grpSpPr>
            <a:xfrm>
              <a:off x="2333205" y="4520758"/>
              <a:ext cx="209550" cy="157163"/>
              <a:chOff x="6669881" y="4393406"/>
              <a:chExt cx="209550" cy="157163"/>
            </a:xfrm>
          </p:grpSpPr>
          <p:sp>
            <p:nvSpPr>
              <p:cNvPr id="138" name="Rectangle 137">
                <a:extLst>
                  <a:ext uri="{FF2B5EF4-FFF2-40B4-BE49-F238E27FC236}">
                    <a16:creationId xmlns:a16="http://schemas.microsoft.com/office/drawing/2014/main" id="{5FACFD21-CA8B-C492-BBDE-0B0A2A9A0C3F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139" name="Freeform: Shape 138">
                <a:extLst>
                  <a:ext uri="{FF2B5EF4-FFF2-40B4-BE49-F238E27FC236}">
                    <a16:creationId xmlns:a16="http://schemas.microsoft.com/office/drawing/2014/main" id="{F2F58D88-D248-B72C-CF50-688463D2AF10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06" name="Group 105">
              <a:extLst>
                <a:ext uri="{FF2B5EF4-FFF2-40B4-BE49-F238E27FC236}">
                  <a16:creationId xmlns:a16="http://schemas.microsoft.com/office/drawing/2014/main" id="{59560E27-5A48-F024-BDAC-E160E7656D31}"/>
                </a:ext>
              </a:extLst>
            </p:cNvPr>
            <p:cNvGrpSpPr/>
            <p:nvPr/>
          </p:nvGrpSpPr>
          <p:grpSpPr>
            <a:xfrm>
              <a:off x="2848977" y="4506471"/>
              <a:ext cx="209550" cy="157163"/>
              <a:chOff x="6669881" y="4393406"/>
              <a:chExt cx="209550" cy="157163"/>
            </a:xfrm>
          </p:grpSpPr>
          <p:sp>
            <p:nvSpPr>
              <p:cNvPr id="136" name="Rectangle 135">
                <a:extLst>
                  <a:ext uri="{FF2B5EF4-FFF2-40B4-BE49-F238E27FC236}">
                    <a16:creationId xmlns:a16="http://schemas.microsoft.com/office/drawing/2014/main" id="{29B9A261-7611-F832-F55F-DAE77403CF57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137" name="Freeform: Shape 136">
                <a:extLst>
                  <a:ext uri="{FF2B5EF4-FFF2-40B4-BE49-F238E27FC236}">
                    <a16:creationId xmlns:a16="http://schemas.microsoft.com/office/drawing/2014/main" id="{0784FA23-5AA9-CBF4-8719-F8F376EB4268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07" name="Group 106">
              <a:extLst>
                <a:ext uri="{FF2B5EF4-FFF2-40B4-BE49-F238E27FC236}">
                  <a16:creationId xmlns:a16="http://schemas.microsoft.com/office/drawing/2014/main" id="{555CFFED-3808-77FE-FF82-D49018C1168F}"/>
                </a:ext>
              </a:extLst>
            </p:cNvPr>
            <p:cNvGrpSpPr/>
            <p:nvPr/>
          </p:nvGrpSpPr>
          <p:grpSpPr>
            <a:xfrm>
              <a:off x="3359757" y="4500001"/>
              <a:ext cx="209550" cy="157163"/>
              <a:chOff x="6669881" y="4393406"/>
              <a:chExt cx="209550" cy="157163"/>
            </a:xfrm>
          </p:grpSpPr>
          <p:sp>
            <p:nvSpPr>
              <p:cNvPr id="134" name="Rectangle 133">
                <a:extLst>
                  <a:ext uri="{FF2B5EF4-FFF2-40B4-BE49-F238E27FC236}">
                    <a16:creationId xmlns:a16="http://schemas.microsoft.com/office/drawing/2014/main" id="{EBB8D74A-8E1A-8D2F-98C0-E0863012A06C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135" name="Freeform: Shape 134">
                <a:extLst>
                  <a:ext uri="{FF2B5EF4-FFF2-40B4-BE49-F238E27FC236}">
                    <a16:creationId xmlns:a16="http://schemas.microsoft.com/office/drawing/2014/main" id="{61646931-4A5A-EA45-65A3-E4805F51FA28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08" name="Group 107">
              <a:extLst>
                <a:ext uri="{FF2B5EF4-FFF2-40B4-BE49-F238E27FC236}">
                  <a16:creationId xmlns:a16="http://schemas.microsoft.com/office/drawing/2014/main" id="{6A1DDC80-8F27-0BB0-1134-7C07A8926553}"/>
                </a:ext>
              </a:extLst>
            </p:cNvPr>
            <p:cNvGrpSpPr/>
            <p:nvPr/>
          </p:nvGrpSpPr>
          <p:grpSpPr>
            <a:xfrm>
              <a:off x="3828863" y="4505748"/>
              <a:ext cx="209550" cy="157163"/>
              <a:chOff x="6669881" y="4393406"/>
              <a:chExt cx="209550" cy="157163"/>
            </a:xfrm>
          </p:grpSpPr>
          <p:sp>
            <p:nvSpPr>
              <p:cNvPr id="132" name="Rectangle 131">
                <a:extLst>
                  <a:ext uri="{FF2B5EF4-FFF2-40B4-BE49-F238E27FC236}">
                    <a16:creationId xmlns:a16="http://schemas.microsoft.com/office/drawing/2014/main" id="{D9C204E4-E459-AEE5-24E4-48BB8061689D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133" name="Freeform: Shape 132">
                <a:extLst>
                  <a:ext uri="{FF2B5EF4-FFF2-40B4-BE49-F238E27FC236}">
                    <a16:creationId xmlns:a16="http://schemas.microsoft.com/office/drawing/2014/main" id="{ED3FEC60-5561-C340-9C5B-15111D52B325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09" name="Group 108">
              <a:extLst>
                <a:ext uri="{FF2B5EF4-FFF2-40B4-BE49-F238E27FC236}">
                  <a16:creationId xmlns:a16="http://schemas.microsoft.com/office/drawing/2014/main" id="{62EC4F58-03D8-8CAA-B2F1-407907570C6B}"/>
                </a:ext>
              </a:extLst>
            </p:cNvPr>
            <p:cNvGrpSpPr/>
            <p:nvPr/>
          </p:nvGrpSpPr>
          <p:grpSpPr>
            <a:xfrm>
              <a:off x="4271771" y="4495238"/>
              <a:ext cx="209550" cy="157163"/>
              <a:chOff x="6669881" y="4393406"/>
              <a:chExt cx="209550" cy="157163"/>
            </a:xfrm>
          </p:grpSpPr>
          <p:sp>
            <p:nvSpPr>
              <p:cNvPr id="130" name="Rectangle 129">
                <a:extLst>
                  <a:ext uri="{FF2B5EF4-FFF2-40B4-BE49-F238E27FC236}">
                    <a16:creationId xmlns:a16="http://schemas.microsoft.com/office/drawing/2014/main" id="{E9BB44DC-8A70-0B36-D04A-A758A4E91838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131" name="Freeform: Shape 130">
                <a:extLst>
                  <a:ext uri="{FF2B5EF4-FFF2-40B4-BE49-F238E27FC236}">
                    <a16:creationId xmlns:a16="http://schemas.microsoft.com/office/drawing/2014/main" id="{5E4185D9-5083-0F2E-E7BF-C3FCE9871A15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cxnSp>
          <p:nvCxnSpPr>
            <p:cNvPr id="110" name="Straight Connector 109">
              <a:extLst>
                <a:ext uri="{FF2B5EF4-FFF2-40B4-BE49-F238E27FC236}">
                  <a16:creationId xmlns:a16="http://schemas.microsoft.com/office/drawing/2014/main" id="{4A1F9BA3-F593-0FD5-8132-D24ED4A4A488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908657" y="5300061"/>
              <a:ext cx="1003434" cy="1889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1" name="TextBox 110">
              <a:extLst>
                <a:ext uri="{FF2B5EF4-FFF2-40B4-BE49-F238E27FC236}">
                  <a16:creationId xmlns:a16="http://schemas.microsoft.com/office/drawing/2014/main" id="{292B176D-A45E-0E9D-6BB2-4307D7743853}"/>
                </a:ext>
              </a:extLst>
            </p:cNvPr>
            <p:cNvSpPr txBox="1"/>
            <p:nvPr/>
          </p:nvSpPr>
          <p:spPr>
            <a:xfrm rot="5400000">
              <a:off x="2135199" y="5589007"/>
              <a:ext cx="796202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GND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112" name="Straight Connector 111">
              <a:extLst>
                <a:ext uri="{FF2B5EF4-FFF2-40B4-BE49-F238E27FC236}">
                  <a16:creationId xmlns:a16="http://schemas.microsoft.com/office/drawing/2014/main" id="{1E03186C-E87D-AECB-9979-FCFC0FCF14DD}"/>
                </a:ext>
              </a:extLst>
            </p:cNvPr>
            <p:cNvCxnSpPr>
              <a:cxnSpLocks/>
            </p:cNvCxnSpPr>
            <p:nvPr/>
          </p:nvCxnSpPr>
          <p:spPr>
            <a:xfrm>
              <a:off x="4334743" y="2222017"/>
              <a:ext cx="27524" cy="1673166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0CD6FCB2-93CE-DBAA-1EB6-5A650128FC3A}"/>
                </a:ext>
              </a:extLst>
            </p:cNvPr>
            <p:cNvSpPr txBox="1"/>
            <p:nvPr/>
          </p:nvSpPr>
          <p:spPr>
            <a:xfrm rot="5400000">
              <a:off x="4125363" y="2102273"/>
              <a:ext cx="760164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3.3V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114" name="Straight Connector 113">
              <a:extLst>
                <a:ext uri="{FF2B5EF4-FFF2-40B4-BE49-F238E27FC236}">
                  <a16:creationId xmlns:a16="http://schemas.microsoft.com/office/drawing/2014/main" id="{E4D41C24-55B2-021D-6D01-37F518812DE3}"/>
                </a:ext>
              </a:extLst>
            </p:cNvPr>
            <p:cNvCxnSpPr>
              <a:cxnSpLocks/>
            </p:cNvCxnSpPr>
            <p:nvPr/>
          </p:nvCxnSpPr>
          <p:spPr>
            <a:xfrm>
              <a:off x="2399207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5" name="TextBox 114">
              <a:extLst>
                <a:ext uri="{FF2B5EF4-FFF2-40B4-BE49-F238E27FC236}">
                  <a16:creationId xmlns:a16="http://schemas.microsoft.com/office/drawing/2014/main" id="{99A50C29-DC01-15AE-AB2F-9041031EC5A5}"/>
                </a:ext>
              </a:extLst>
            </p:cNvPr>
            <p:cNvSpPr txBox="1"/>
            <p:nvPr/>
          </p:nvSpPr>
          <p:spPr>
            <a:xfrm rot="5400000">
              <a:off x="2137200" y="2092261"/>
              <a:ext cx="754619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pin0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116" name="Straight Connector 115">
              <a:extLst>
                <a:ext uri="{FF2B5EF4-FFF2-40B4-BE49-F238E27FC236}">
                  <a16:creationId xmlns:a16="http://schemas.microsoft.com/office/drawing/2014/main" id="{8BE19FD0-DBBF-DB1F-ADFB-B1807FB9349F}"/>
                </a:ext>
              </a:extLst>
            </p:cNvPr>
            <p:cNvCxnSpPr>
              <a:cxnSpLocks/>
            </p:cNvCxnSpPr>
            <p:nvPr/>
          </p:nvCxnSpPr>
          <p:spPr>
            <a:xfrm>
              <a:off x="2934442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7" name="TextBox 116">
              <a:extLst>
                <a:ext uri="{FF2B5EF4-FFF2-40B4-BE49-F238E27FC236}">
                  <a16:creationId xmlns:a16="http://schemas.microsoft.com/office/drawing/2014/main" id="{0078D183-427D-D207-120F-399D75C710AE}"/>
                </a:ext>
              </a:extLst>
            </p:cNvPr>
            <p:cNvSpPr txBox="1"/>
            <p:nvPr/>
          </p:nvSpPr>
          <p:spPr>
            <a:xfrm rot="5400000">
              <a:off x="2739117" y="2092261"/>
              <a:ext cx="754619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pin2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118" name="Straight Connector 117">
              <a:extLst>
                <a:ext uri="{FF2B5EF4-FFF2-40B4-BE49-F238E27FC236}">
                  <a16:creationId xmlns:a16="http://schemas.microsoft.com/office/drawing/2014/main" id="{20936E88-76CB-27E1-2755-CF025462A84C}"/>
                </a:ext>
              </a:extLst>
            </p:cNvPr>
            <p:cNvCxnSpPr>
              <a:cxnSpLocks/>
            </p:cNvCxnSpPr>
            <p:nvPr/>
          </p:nvCxnSpPr>
          <p:spPr>
            <a:xfrm>
              <a:off x="3453714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9" name="TextBox 118">
              <a:extLst>
                <a:ext uri="{FF2B5EF4-FFF2-40B4-BE49-F238E27FC236}">
                  <a16:creationId xmlns:a16="http://schemas.microsoft.com/office/drawing/2014/main" id="{39CAEB67-5F3D-DC69-172D-71A3EA01BC80}"/>
                </a:ext>
              </a:extLst>
            </p:cNvPr>
            <p:cNvSpPr txBox="1"/>
            <p:nvPr/>
          </p:nvSpPr>
          <p:spPr>
            <a:xfrm rot="5400000">
              <a:off x="3188866" y="2092261"/>
              <a:ext cx="754619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pin4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120" name="Straight Connector 119">
              <a:extLst>
                <a:ext uri="{FF2B5EF4-FFF2-40B4-BE49-F238E27FC236}">
                  <a16:creationId xmlns:a16="http://schemas.microsoft.com/office/drawing/2014/main" id="{965B6C99-FD07-2B34-98FA-D327007847B2}"/>
                </a:ext>
              </a:extLst>
            </p:cNvPr>
            <p:cNvCxnSpPr>
              <a:cxnSpLocks/>
            </p:cNvCxnSpPr>
            <p:nvPr/>
          </p:nvCxnSpPr>
          <p:spPr>
            <a:xfrm>
              <a:off x="3907991" y="2335991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1" name="TextBox 120">
              <a:extLst>
                <a:ext uri="{FF2B5EF4-FFF2-40B4-BE49-F238E27FC236}">
                  <a16:creationId xmlns:a16="http://schemas.microsoft.com/office/drawing/2014/main" id="{0832AD4D-6AA7-69C6-1025-6C38340260B0}"/>
                </a:ext>
              </a:extLst>
            </p:cNvPr>
            <p:cNvSpPr txBox="1"/>
            <p:nvPr/>
          </p:nvSpPr>
          <p:spPr>
            <a:xfrm rot="5400000">
              <a:off x="3639983" y="2092259"/>
              <a:ext cx="754619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pin6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122" name="Straight Connector 121">
              <a:extLst>
                <a:ext uri="{FF2B5EF4-FFF2-40B4-BE49-F238E27FC236}">
                  <a16:creationId xmlns:a16="http://schemas.microsoft.com/office/drawing/2014/main" id="{12B60673-61DD-3BE6-F911-F7CD65DA0E23}"/>
                </a:ext>
              </a:extLst>
            </p:cNvPr>
            <p:cNvCxnSpPr>
              <a:cxnSpLocks/>
            </p:cNvCxnSpPr>
            <p:nvPr/>
          </p:nvCxnSpPr>
          <p:spPr>
            <a:xfrm>
              <a:off x="2920379" y="4745914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3" name="TextBox 122">
              <a:extLst>
                <a:ext uri="{FF2B5EF4-FFF2-40B4-BE49-F238E27FC236}">
                  <a16:creationId xmlns:a16="http://schemas.microsoft.com/office/drawing/2014/main" id="{784D36D7-F46E-07D2-02B9-A9D6C22CD963}"/>
                </a:ext>
              </a:extLst>
            </p:cNvPr>
            <p:cNvSpPr txBox="1"/>
            <p:nvPr/>
          </p:nvSpPr>
          <p:spPr>
            <a:xfrm rot="5400000">
              <a:off x="2659462" y="5620489"/>
              <a:ext cx="754619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pin1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124" name="Straight Connector 123">
              <a:extLst>
                <a:ext uri="{FF2B5EF4-FFF2-40B4-BE49-F238E27FC236}">
                  <a16:creationId xmlns:a16="http://schemas.microsoft.com/office/drawing/2014/main" id="{3B52A1F6-0762-D4F5-4B45-8CD0E529C2B8}"/>
                </a:ext>
              </a:extLst>
            </p:cNvPr>
            <p:cNvCxnSpPr>
              <a:cxnSpLocks/>
            </p:cNvCxnSpPr>
            <p:nvPr/>
          </p:nvCxnSpPr>
          <p:spPr>
            <a:xfrm>
              <a:off x="3436440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5" name="TextBox 124">
              <a:extLst>
                <a:ext uri="{FF2B5EF4-FFF2-40B4-BE49-F238E27FC236}">
                  <a16:creationId xmlns:a16="http://schemas.microsoft.com/office/drawing/2014/main" id="{CB4A565F-70E8-A0C4-AB6F-9474CCEEBBD8}"/>
                </a:ext>
              </a:extLst>
            </p:cNvPr>
            <p:cNvSpPr txBox="1"/>
            <p:nvPr/>
          </p:nvSpPr>
          <p:spPr>
            <a:xfrm rot="5400000">
              <a:off x="3175523" y="5618462"/>
              <a:ext cx="754619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pin3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126" name="Straight Connector 125">
              <a:extLst>
                <a:ext uri="{FF2B5EF4-FFF2-40B4-BE49-F238E27FC236}">
                  <a16:creationId xmlns:a16="http://schemas.microsoft.com/office/drawing/2014/main" id="{0E440D81-A8A6-03C7-0217-75F8DBAC6AB3}"/>
                </a:ext>
              </a:extLst>
            </p:cNvPr>
            <p:cNvCxnSpPr>
              <a:cxnSpLocks/>
            </p:cNvCxnSpPr>
            <p:nvPr/>
          </p:nvCxnSpPr>
          <p:spPr>
            <a:xfrm>
              <a:off x="3918887" y="4744900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7" name="TextBox 126">
              <a:extLst>
                <a:ext uri="{FF2B5EF4-FFF2-40B4-BE49-F238E27FC236}">
                  <a16:creationId xmlns:a16="http://schemas.microsoft.com/office/drawing/2014/main" id="{F57918B0-F419-B04F-252E-0D70D7A94D5F}"/>
                </a:ext>
              </a:extLst>
            </p:cNvPr>
            <p:cNvSpPr txBox="1"/>
            <p:nvPr/>
          </p:nvSpPr>
          <p:spPr>
            <a:xfrm rot="5400000">
              <a:off x="3657971" y="5619479"/>
              <a:ext cx="754619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pin5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128" name="Straight Connector 127">
              <a:extLst>
                <a:ext uri="{FF2B5EF4-FFF2-40B4-BE49-F238E27FC236}">
                  <a16:creationId xmlns:a16="http://schemas.microsoft.com/office/drawing/2014/main" id="{31DEBE29-F793-EA1F-F613-8927D1077CE1}"/>
                </a:ext>
              </a:extLst>
            </p:cNvPr>
            <p:cNvCxnSpPr>
              <a:cxnSpLocks/>
            </p:cNvCxnSpPr>
            <p:nvPr/>
          </p:nvCxnSpPr>
          <p:spPr>
            <a:xfrm>
              <a:off x="4372042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9" name="TextBox 128">
              <a:extLst>
                <a:ext uri="{FF2B5EF4-FFF2-40B4-BE49-F238E27FC236}">
                  <a16:creationId xmlns:a16="http://schemas.microsoft.com/office/drawing/2014/main" id="{1A048B61-ABE7-B72C-734F-59F5B6BC1857}"/>
                </a:ext>
              </a:extLst>
            </p:cNvPr>
            <p:cNvSpPr txBox="1"/>
            <p:nvPr/>
          </p:nvSpPr>
          <p:spPr>
            <a:xfrm rot="5400000">
              <a:off x="4111125" y="5618463"/>
              <a:ext cx="754619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pin7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</p:grpSp>
      <p:sp>
        <p:nvSpPr>
          <p:cNvPr id="150" name="Freeform: Shape 149">
            <a:extLst>
              <a:ext uri="{FF2B5EF4-FFF2-40B4-BE49-F238E27FC236}">
                <a16:creationId xmlns:a16="http://schemas.microsoft.com/office/drawing/2014/main" id="{DB0BAD39-5C89-2461-AD49-5856ADE12236}"/>
              </a:ext>
            </a:extLst>
          </p:cNvPr>
          <p:cNvSpPr/>
          <p:nvPr/>
        </p:nvSpPr>
        <p:spPr>
          <a:xfrm>
            <a:off x="5000625" y="2609850"/>
            <a:ext cx="5043488" cy="2424113"/>
          </a:xfrm>
          <a:custGeom>
            <a:avLst/>
            <a:gdLst>
              <a:gd name="csX0" fmla="*/ 1304925 w 5043488"/>
              <a:gd name="csY0" fmla="*/ 2424113 h 2424113"/>
              <a:gd name="csX1" fmla="*/ 0 w 5043488"/>
              <a:gd name="csY1" fmla="*/ 2424113 h 2424113"/>
              <a:gd name="csX2" fmla="*/ 0 w 5043488"/>
              <a:gd name="csY2" fmla="*/ 0 h 2424113"/>
              <a:gd name="csX3" fmla="*/ 5043488 w 5043488"/>
              <a:gd name="csY3" fmla="*/ 0 h 2424113"/>
              <a:gd name="csX4" fmla="*/ 5043488 w 5043488"/>
              <a:gd name="csY4" fmla="*/ 1290638 h 24241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5043488" h="2424113">
                <a:moveTo>
                  <a:pt x="1304925" y="2424113"/>
                </a:moveTo>
                <a:lnTo>
                  <a:pt x="0" y="2424113"/>
                </a:lnTo>
                <a:lnTo>
                  <a:pt x="0" y="0"/>
                </a:lnTo>
                <a:lnTo>
                  <a:pt x="5043488" y="0"/>
                </a:lnTo>
                <a:lnTo>
                  <a:pt x="5043488" y="1290638"/>
                </a:lnTo>
              </a:path>
            </a:pathLst>
          </a:cu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1" name="Freeform: Shape 150">
            <a:extLst>
              <a:ext uri="{FF2B5EF4-FFF2-40B4-BE49-F238E27FC236}">
                <a16:creationId xmlns:a16="http://schemas.microsoft.com/office/drawing/2014/main" id="{462CE98F-085E-49BE-7D68-514AD9B07FD9}"/>
              </a:ext>
            </a:extLst>
          </p:cNvPr>
          <p:cNvSpPr/>
          <p:nvPr/>
        </p:nvSpPr>
        <p:spPr>
          <a:xfrm>
            <a:off x="6829425" y="2671763"/>
            <a:ext cx="3139382" cy="2057400"/>
          </a:xfrm>
          <a:custGeom>
            <a:avLst/>
            <a:gdLst>
              <a:gd name="csX0" fmla="*/ 0 w 3109913"/>
              <a:gd name="csY0" fmla="*/ 2057400 h 2057400"/>
              <a:gd name="csX1" fmla="*/ 1090613 w 3109913"/>
              <a:gd name="csY1" fmla="*/ 2057400 h 2057400"/>
              <a:gd name="csX2" fmla="*/ 1090613 w 3109913"/>
              <a:gd name="csY2" fmla="*/ 0 h 2057400"/>
              <a:gd name="csX3" fmla="*/ 3109913 w 3109913"/>
              <a:gd name="csY3" fmla="*/ 0 h 2057400"/>
              <a:gd name="csX4" fmla="*/ 3109913 w 3109913"/>
              <a:gd name="csY4" fmla="*/ 1228725 h 20574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3109913" h="2057400">
                <a:moveTo>
                  <a:pt x="0" y="2057400"/>
                </a:moveTo>
                <a:lnTo>
                  <a:pt x="1090613" y="2057400"/>
                </a:lnTo>
                <a:lnTo>
                  <a:pt x="1090613" y="0"/>
                </a:lnTo>
                <a:lnTo>
                  <a:pt x="3109913" y="0"/>
                </a:lnTo>
                <a:lnTo>
                  <a:pt x="3109913" y="1228725"/>
                </a:lnTo>
              </a:path>
            </a:pathLst>
          </a:custGeom>
          <a:noFill/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2" name="Freeform: Shape 151">
            <a:extLst>
              <a:ext uri="{FF2B5EF4-FFF2-40B4-BE49-F238E27FC236}">
                <a16:creationId xmlns:a16="http://schemas.microsoft.com/office/drawing/2014/main" id="{5F3FFE50-4C53-B823-C074-538653FD0E93}"/>
              </a:ext>
            </a:extLst>
          </p:cNvPr>
          <p:cNvSpPr/>
          <p:nvPr/>
        </p:nvSpPr>
        <p:spPr>
          <a:xfrm>
            <a:off x="5110163" y="2776538"/>
            <a:ext cx="4757737" cy="1947862"/>
          </a:xfrm>
          <a:custGeom>
            <a:avLst/>
            <a:gdLst>
              <a:gd name="csX0" fmla="*/ 1362075 w 4757737"/>
              <a:gd name="csY0" fmla="*/ 1947862 h 1947862"/>
              <a:gd name="csX1" fmla="*/ 0 w 4757737"/>
              <a:gd name="csY1" fmla="*/ 1947862 h 1947862"/>
              <a:gd name="csX2" fmla="*/ 0 w 4757737"/>
              <a:gd name="csY2" fmla="*/ 0 h 1947862"/>
              <a:gd name="csX3" fmla="*/ 4757737 w 4757737"/>
              <a:gd name="csY3" fmla="*/ 0 h 1947862"/>
              <a:gd name="csX4" fmla="*/ 4757737 w 4757737"/>
              <a:gd name="csY4" fmla="*/ 1138237 h 19478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757737" h="1947862">
                <a:moveTo>
                  <a:pt x="1362075" y="1947862"/>
                </a:moveTo>
                <a:lnTo>
                  <a:pt x="0" y="1947862"/>
                </a:lnTo>
                <a:lnTo>
                  <a:pt x="0" y="0"/>
                </a:lnTo>
                <a:lnTo>
                  <a:pt x="4757737" y="0"/>
                </a:lnTo>
                <a:lnTo>
                  <a:pt x="4757737" y="1138237"/>
                </a:lnTo>
              </a:path>
            </a:pathLst>
          </a:custGeom>
          <a:noFill/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3" name="Freeform: Shape 152">
            <a:extLst>
              <a:ext uri="{FF2B5EF4-FFF2-40B4-BE49-F238E27FC236}">
                <a16:creationId xmlns:a16="http://schemas.microsoft.com/office/drawing/2014/main" id="{A49F3146-4B69-AC63-FEDF-960BF422DAC5}"/>
              </a:ext>
            </a:extLst>
          </p:cNvPr>
          <p:cNvSpPr/>
          <p:nvPr/>
        </p:nvSpPr>
        <p:spPr>
          <a:xfrm>
            <a:off x="6810374" y="2862263"/>
            <a:ext cx="2955547" cy="1581150"/>
          </a:xfrm>
          <a:custGeom>
            <a:avLst/>
            <a:gdLst>
              <a:gd name="csX0" fmla="*/ 0 w 2857500"/>
              <a:gd name="csY0" fmla="*/ 1581150 h 1581150"/>
              <a:gd name="csX1" fmla="*/ 1209675 w 2857500"/>
              <a:gd name="csY1" fmla="*/ 1581150 h 1581150"/>
              <a:gd name="csX2" fmla="*/ 1209675 w 2857500"/>
              <a:gd name="csY2" fmla="*/ 0 h 1581150"/>
              <a:gd name="csX3" fmla="*/ 2857500 w 2857500"/>
              <a:gd name="csY3" fmla="*/ 0 h 1581150"/>
              <a:gd name="csX4" fmla="*/ 2857500 w 2857500"/>
              <a:gd name="csY4" fmla="*/ 1066800 h 1581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857500" h="1581150">
                <a:moveTo>
                  <a:pt x="0" y="1581150"/>
                </a:moveTo>
                <a:lnTo>
                  <a:pt x="1209675" y="1581150"/>
                </a:lnTo>
                <a:lnTo>
                  <a:pt x="1209675" y="0"/>
                </a:lnTo>
                <a:lnTo>
                  <a:pt x="2857500" y="0"/>
                </a:lnTo>
                <a:lnTo>
                  <a:pt x="2857500" y="1066800"/>
                </a:lnTo>
              </a:path>
            </a:pathLst>
          </a:custGeom>
          <a:noFill/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B3BD26D-D7B5-8D33-80F1-FF4665FE585A}"/>
              </a:ext>
            </a:extLst>
          </p:cNvPr>
          <p:cNvSpPr/>
          <p:nvPr/>
        </p:nvSpPr>
        <p:spPr>
          <a:xfrm>
            <a:off x="5786438" y="2990850"/>
            <a:ext cx="3900487" cy="938213"/>
          </a:xfrm>
          <a:custGeom>
            <a:avLst/>
            <a:gdLst>
              <a:gd name="csX0" fmla="*/ 619125 w 3900487"/>
              <a:gd name="csY0" fmla="*/ 938213 h 938213"/>
              <a:gd name="csX1" fmla="*/ 0 w 3900487"/>
              <a:gd name="csY1" fmla="*/ 938213 h 938213"/>
              <a:gd name="csX2" fmla="*/ 0 w 3900487"/>
              <a:gd name="csY2" fmla="*/ 0 h 938213"/>
              <a:gd name="csX3" fmla="*/ 3900487 w 3900487"/>
              <a:gd name="csY3" fmla="*/ 0 h 938213"/>
              <a:gd name="csX4" fmla="*/ 3900487 w 3900487"/>
              <a:gd name="csY4" fmla="*/ 933450 h 9382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3900487" h="938213">
                <a:moveTo>
                  <a:pt x="619125" y="938213"/>
                </a:moveTo>
                <a:lnTo>
                  <a:pt x="0" y="938213"/>
                </a:lnTo>
                <a:lnTo>
                  <a:pt x="0" y="0"/>
                </a:lnTo>
                <a:lnTo>
                  <a:pt x="3900487" y="0"/>
                </a:lnTo>
                <a:lnTo>
                  <a:pt x="3900487" y="933450"/>
                </a:lnTo>
              </a:path>
            </a:pathLst>
          </a:custGeom>
          <a:noFill/>
          <a:ln>
            <a:solidFill>
              <a:schemeClr val="bg1"/>
            </a:solidFill>
          </a:ln>
          <a:effectLst>
            <a:glow rad="63500">
              <a:srgbClr val="FFFF00">
                <a:alpha val="4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50746433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2F7997-F329-9E8A-4502-E52C79126B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8902FD-BDAE-1F03-4CE5-36D3F1E8C6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dirty="0" err="1"/>
              <a:t>Keypad</a:t>
            </a:r>
            <a:endParaRPr lang="LID4096" dirty="0"/>
          </a:p>
        </p:txBody>
      </p:sp>
      <p:sp>
        <p:nvSpPr>
          <p:cNvPr id="155" name="Content Placeholder 154">
            <a:extLst>
              <a:ext uri="{FF2B5EF4-FFF2-40B4-BE49-F238E27FC236}">
                <a16:creationId xmlns:a16="http://schemas.microsoft.com/office/drawing/2014/main" id="{539D0634-AC49-E0B5-3CAA-91963FD7FD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LID4096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AA8DD47-A6CA-4261-3877-9F35936C58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690688"/>
            <a:ext cx="4746017" cy="5167312"/>
          </a:xfrm>
          <a:prstGeom prst="rect">
            <a:avLst/>
          </a:prstGeom>
        </p:spPr>
      </p:pic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A766D524-44A6-FCA8-FB04-712A85E971E6}"/>
              </a:ext>
            </a:extLst>
          </p:cNvPr>
          <p:cNvSpPr/>
          <p:nvPr/>
        </p:nvSpPr>
        <p:spPr>
          <a:xfrm>
            <a:off x="8625019" y="3694696"/>
            <a:ext cx="2076275" cy="2122414"/>
          </a:xfrm>
          <a:prstGeom prst="roundRect">
            <a:avLst>
              <a:gd name="adj" fmla="val 10606"/>
            </a:avLst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0A9A8DEA-E79B-7044-C8AC-3063702CED6D}"/>
              </a:ext>
            </a:extLst>
          </p:cNvPr>
          <p:cNvSpPr/>
          <p:nvPr/>
        </p:nvSpPr>
        <p:spPr>
          <a:xfrm>
            <a:off x="8864105" y="3958949"/>
            <a:ext cx="1371600" cy="1514213"/>
          </a:xfrm>
          <a:custGeom>
            <a:avLst/>
            <a:gdLst>
              <a:gd name="connsiteX0" fmla="*/ 541090 w 1371600"/>
              <a:gd name="connsiteY0" fmla="*/ 0 h 1514213"/>
              <a:gd name="connsiteX1" fmla="*/ 541090 w 1371600"/>
              <a:gd name="connsiteY1" fmla="*/ 130029 h 1514213"/>
              <a:gd name="connsiteX2" fmla="*/ 0 w 1371600"/>
              <a:gd name="connsiteY2" fmla="*/ 130029 h 1514213"/>
              <a:gd name="connsiteX3" fmla="*/ 0 w 1371600"/>
              <a:gd name="connsiteY3" fmla="*/ 1497435 h 1514213"/>
              <a:gd name="connsiteX4" fmla="*/ 1371600 w 1371600"/>
              <a:gd name="connsiteY4" fmla="*/ 1514213 h 15142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71600" h="1514213">
                <a:moveTo>
                  <a:pt x="541090" y="0"/>
                </a:moveTo>
                <a:lnTo>
                  <a:pt x="541090" y="130029"/>
                </a:lnTo>
                <a:lnTo>
                  <a:pt x="0" y="130029"/>
                </a:lnTo>
                <a:lnTo>
                  <a:pt x="0" y="1497435"/>
                </a:lnTo>
                <a:lnTo>
                  <a:pt x="1371600" y="1514213"/>
                </a:lnTo>
              </a:path>
            </a:pathLst>
          </a:custGeom>
          <a:noFill/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3CABF047-A9E5-3C7E-7354-AFB7495BB4BB}"/>
              </a:ext>
            </a:extLst>
          </p:cNvPr>
          <p:cNvSpPr/>
          <p:nvPr/>
        </p:nvSpPr>
        <p:spPr>
          <a:xfrm>
            <a:off x="8939606" y="3963143"/>
            <a:ext cx="1287710" cy="1170264"/>
          </a:xfrm>
          <a:custGeom>
            <a:avLst/>
            <a:gdLst>
              <a:gd name="connsiteX0" fmla="*/ 545284 w 1287710"/>
              <a:gd name="connsiteY0" fmla="*/ 0 h 1170264"/>
              <a:gd name="connsiteX1" fmla="*/ 541090 w 1287710"/>
              <a:gd name="connsiteY1" fmla="*/ 171975 h 1170264"/>
              <a:gd name="connsiteX2" fmla="*/ 0 w 1287710"/>
              <a:gd name="connsiteY2" fmla="*/ 176169 h 1170264"/>
              <a:gd name="connsiteX3" fmla="*/ 0 w 1287710"/>
              <a:gd name="connsiteY3" fmla="*/ 1166070 h 1170264"/>
              <a:gd name="connsiteX4" fmla="*/ 1287710 w 1287710"/>
              <a:gd name="connsiteY4" fmla="*/ 1170264 h 11702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87710" h="1170264">
                <a:moveTo>
                  <a:pt x="545284" y="0"/>
                </a:moveTo>
                <a:lnTo>
                  <a:pt x="541090" y="171975"/>
                </a:lnTo>
                <a:lnTo>
                  <a:pt x="0" y="176169"/>
                </a:lnTo>
                <a:lnTo>
                  <a:pt x="0" y="1166070"/>
                </a:lnTo>
                <a:lnTo>
                  <a:pt x="1287710" y="1170264"/>
                </a:lnTo>
              </a:path>
            </a:pathLst>
          </a:custGeom>
          <a:noFill/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BAEEEA6A-22D4-646C-9203-B15B80AD10E1}"/>
              </a:ext>
            </a:extLst>
          </p:cNvPr>
          <p:cNvSpPr/>
          <p:nvPr/>
        </p:nvSpPr>
        <p:spPr>
          <a:xfrm>
            <a:off x="9002523" y="3963143"/>
            <a:ext cx="1224793" cy="855677"/>
          </a:xfrm>
          <a:custGeom>
            <a:avLst/>
            <a:gdLst>
              <a:gd name="connsiteX0" fmla="*/ 587230 w 1224793"/>
              <a:gd name="connsiteY0" fmla="*/ 0 h 855677"/>
              <a:gd name="connsiteX1" fmla="*/ 591424 w 1224793"/>
              <a:gd name="connsiteY1" fmla="*/ 205531 h 855677"/>
              <a:gd name="connsiteX2" fmla="*/ 0 w 1224793"/>
              <a:gd name="connsiteY2" fmla="*/ 209725 h 855677"/>
              <a:gd name="connsiteX3" fmla="*/ 0 w 1224793"/>
              <a:gd name="connsiteY3" fmla="*/ 855677 h 855677"/>
              <a:gd name="connsiteX4" fmla="*/ 1224793 w 1224793"/>
              <a:gd name="connsiteY4" fmla="*/ 855677 h 8556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24793" h="855677">
                <a:moveTo>
                  <a:pt x="587230" y="0"/>
                </a:moveTo>
                <a:lnTo>
                  <a:pt x="591424" y="205531"/>
                </a:lnTo>
                <a:lnTo>
                  <a:pt x="0" y="209725"/>
                </a:lnTo>
                <a:lnTo>
                  <a:pt x="0" y="855677"/>
                </a:lnTo>
                <a:lnTo>
                  <a:pt x="1224793" y="855677"/>
                </a:lnTo>
              </a:path>
            </a:pathLst>
          </a:custGeom>
          <a:noFill/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F1ED8745-AB75-56A3-668C-7C4ECFBE0D77}"/>
              </a:ext>
            </a:extLst>
          </p:cNvPr>
          <p:cNvSpPr/>
          <p:nvPr/>
        </p:nvSpPr>
        <p:spPr>
          <a:xfrm>
            <a:off x="9073830" y="3963143"/>
            <a:ext cx="1145097" cy="545285"/>
          </a:xfrm>
          <a:custGeom>
            <a:avLst/>
            <a:gdLst>
              <a:gd name="connsiteX0" fmla="*/ 604007 w 1145097"/>
              <a:gd name="connsiteY0" fmla="*/ 0 h 545285"/>
              <a:gd name="connsiteX1" fmla="*/ 608201 w 1145097"/>
              <a:gd name="connsiteY1" fmla="*/ 239087 h 545285"/>
              <a:gd name="connsiteX2" fmla="*/ 0 w 1145097"/>
              <a:gd name="connsiteY2" fmla="*/ 239087 h 545285"/>
              <a:gd name="connsiteX3" fmla="*/ 0 w 1145097"/>
              <a:gd name="connsiteY3" fmla="*/ 536896 h 545285"/>
              <a:gd name="connsiteX4" fmla="*/ 1145097 w 1145097"/>
              <a:gd name="connsiteY4" fmla="*/ 545285 h 5452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45097" h="545285">
                <a:moveTo>
                  <a:pt x="604007" y="0"/>
                </a:moveTo>
                <a:lnTo>
                  <a:pt x="608201" y="239087"/>
                </a:lnTo>
                <a:lnTo>
                  <a:pt x="0" y="239087"/>
                </a:lnTo>
                <a:lnTo>
                  <a:pt x="0" y="536896"/>
                </a:lnTo>
                <a:lnTo>
                  <a:pt x="1145097" y="545285"/>
                </a:lnTo>
              </a:path>
            </a:pathLst>
          </a:custGeom>
          <a:noFill/>
          <a:ln>
            <a:solidFill>
              <a:schemeClr val="bg1"/>
            </a:solidFill>
          </a:ln>
          <a:effectLst>
            <a:glow rad="63500">
              <a:srgbClr val="FFFF00">
                <a:alpha val="4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91F95349-1B39-0F6C-B81C-24B412C4284B}"/>
              </a:ext>
            </a:extLst>
          </p:cNvPr>
          <p:cNvSpPr/>
          <p:nvPr/>
        </p:nvSpPr>
        <p:spPr>
          <a:xfrm>
            <a:off x="9862395" y="3963143"/>
            <a:ext cx="29361" cy="1598103"/>
          </a:xfrm>
          <a:custGeom>
            <a:avLst/>
            <a:gdLst>
              <a:gd name="connsiteX0" fmla="*/ 0 w 29361"/>
              <a:gd name="connsiteY0" fmla="*/ 0 h 1598103"/>
              <a:gd name="connsiteX1" fmla="*/ 29361 w 29361"/>
              <a:gd name="connsiteY1" fmla="*/ 1598103 h 15981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9361" h="1598103">
                <a:moveTo>
                  <a:pt x="0" y="0"/>
                </a:moveTo>
                <a:lnTo>
                  <a:pt x="29361" y="1598103"/>
                </a:lnTo>
              </a:path>
            </a:pathLst>
          </a:custGeom>
          <a:noFill/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0CC2BC0D-9117-6D60-0388-924AB85707D6}"/>
              </a:ext>
            </a:extLst>
          </p:cNvPr>
          <p:cNvSpPr/>
          <p:nvPr/>
        </p:nvSpPr>
        <p:spPr>
          <a:xfrm>
            <a:off x="9765921" y="3950560"/>
            <a:ext cx="453006" cy="1564547"/>
          </a:xfrm>
          <a:custGeom>
            <a:avLst/>
            <a:gdLst>
              <a:gd name="connsiteX0" fmla="*/ 0 w 453006"/>
              <a:gd name="connsiteY0" fmla="*/ 0 h 1564547"/>
              <a:gd name="connsiteX1" fmla="*/ 0 w 453006"/>
              <a:gd name="connsiteY1" fmla="*/ 167780 h 1564547"/>
              <a:gd name="connsiteX2" fmla="*/ 427839 w 453006"/>
              <a:gd name="connsiteY2" fmla="*/ 306198 h 1564547"/>
              <a:gd name="connsiteX3" fmla="*/ 453006 w 453006"/>
              <a:gd name="connsiteY3" fmla="*/ 1564547 h 15645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53006" h="1564547">
                <a:moveTo>
                  <a:pt x="0" y="0"/>
                </a:moveTo>
                <a:lnTo>
                  <a:pt x="0" y="167780"/>
                </a:lnTo>
                <a:lnTo>
                  <a:pt x="427839" y="306198"/>
                </a:lnTo>
                <a:lnTo>
                  <a:pt x="453006" y="1564547"/>
                </a:lnTo>
              </a:path>
            </a:pathLst>
          </a:custGeom>
          <a:noFill/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B7790350-923F-AE35-AB62-C584F0B50DAD}"/>
              </a:ext>
            </a:extLst>
          </p:cNvPr>
          <p:cNvSpPr/>
          <p:nvPr/>
        </p:nvSpPr>
        <p:spPr>
          <a:xfrm>
            <a:off x="9577131" y="3955595"/>
            <a:ext cx="377928" cy="1505824"/>
          </a:xfrm>
          <a:custGeom>
            <a:avLst/>
            <a:gdLst>
              <a:gd name="connsiteX0" fmla="*/ 788566 w 788566"/>
              <a:gd name="connsiteY0" fmla="*/ 0 h 1505824"/>
              <a:gd name="connsiteX1" fmla="*/ 788566 w 788566"/>
              <a:gd name="connsiteY1" fmla="*/ 322976 h 1505824"/>
              <a:gd name="connsiteX2" fmla="*/ 4195 w 788566"/>
              <a:gd name="connsiteY2" fmla="*/ 322976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88566 w 788566"/>
              <a:gd name="connsiteY1" fmla="*/ 322976 h 1505824"/>
              <a:gd name="connsiteX2" fmla="*/ 4195 w 788566"/>
              <a:gd name="connsiteY2" fmla="*/ 222308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70865 w 788566"/>
              <a:gd name="connsiteY1" fmla="*/ 230698 h 1505824"/>
              <a:gd name="connsiteX2" fmla="*/ 4195 w 788566"/>
              <a:gd name="connsiteY2" fmla="*/ 222308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70865 w 788566"/>
              <a:gd name="connsiteY1" fmla="*/ 230698 h 1505824"/>
              <a:gd name="connsiteX2" fmla="*/ 13044 w 788566"/>
              <a:gd name="connsiteY2" fmla="*/ 289419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70865 w 788566"/>
              <a:gd name="connsiteY1" fmla="*/ 285226 h 1505824"/>
              <a:gd name="connsiteX2" fmla="*/ 13044 w 788566"/>
              <a:gd name="connsiteY2" fmla="*/ 289419 h 1505824"/>
              <a:gd name="connsiteX3" fmla="*/ 0 w 788566"/>
              <a:gd name="connsiteY3" fmla="*/ 1505824 h 1505824"/>
              <a:gd name="connsiteX0" fmla="*/ 788566 w 797417"/>
              <a:gd name="connsiteY0" fmla="*/ 0 h 1505824"/>
              <a:gd name="connsiteX1" fmla="*/ 797417 w 797417"/>
              <a:gd name="connsiteY1" fmla="*/ 285226 h 1505824"/>
              <a:gd name="connsiteX2" fmla="*/ 13044 w 797417"/>
              <a:gd name="connsiteY2" fmla="*/ 289419 h 1505824"/>
              <a:gd name="connsiteX3" fmla="*/ 0 w 797417"/>
              <a:gd name="connsiteY3" fmla="*/ 1505824 h 1505824"/>
              <a:gd name="connsiteX0" fmla="*/ 788566 w 797417"/>
              <a:gd name="connsiteY0" fmla="*/ 0 h 1505824"/>
              <a:gd name="connsiteX1" fmla="*/ 797417 w 797417"/>
              <a:gd name="connsiteY1" fmla="*/ 285226 h 1505824"/>
              <a:gd name="connsiteX2" fmla="*/ 13044 w 797417"/>
              <a:gd name="connsiteY2" fmla="*/ 285225 h 1505824"/>
              <a:gd name="connsiteX3" fmla="*/ 0 w 797417"/>
              <a:gd name="connsiteY3" fmla="*/ 1505824 h 15058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97417" h="1505824">
                <a:moveTo>
                  <a:pt x="788566" y="0"/>
                </a:moveTo>
                <a:lnTo>
                  <a:pt x="797417" y="285226"/>
                </a:lnTo>
                <a:lnTo>
                  <a:pt x="13044" y="285225"/>
                </a:lnTo>
                <a:cubicBezTo>
                  <a:pt x="11646" y="679508"/>
                  <a:pt x="1398" y="1111541"/>
                  <a:pt x="0" y="1505824"/>
                </a:cubicBezTo>
              </a:path>
            </a:pathLst>
          </a:custGeom>
          <a:noFill/>
          <a:ln>
            <a:solidFill>
              <a:schemeClr val="accent6">
                <a:lumMod val="60000"/>
                <a:lumOff val="40000"/>
              </a:schemeClr>
            </a:solidFill>
          </a:ln>
          <a:effectLst>
            <a:glow rad="63500">
              <a:schemeClr val="accent6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C7732D21-5987-359E-C22C-B2F5C7206988}"/>
              </a:ext>
            </a:extLst>
          </p:cNvPr>
          <p:cNvSpPr/>
          <p:nvPr/>
        </p:nvSpPr>
        <p:spPr>
          <a:xfrm>
            <a:off x="9258387" y="3958949"/>
            <a:ext cx="788566" cy="1505824"/>
          </a:xfrm>
          <a:custGeom>
            <a:avLst/>
            <a:gdLst>
              <a:gd name="connsiteX0" fmla="*/ 788566 w 788566"/>
              <a:gd name="connsiteY0" fmla="*/ 0 h 1505824"/>
              <a:gd name="connsiteX1" fmla="*/ 788566 w 788566"/>
              <a:gd name="connsiteY1" fmla="*/ 322976 h 1505824"/>
              <a:gd name="connsiteX2" fmla="*/ 4195 w 788566"/>
              <a:gd name="connsiteY2" fmla="*/ 322976 h 1505824"/>
              <a:gd name="connsiteX3" fmla="*/ 0 w 788566"/>
              <a:gd name="connsiteY3" fmla="*/ 1505824 h 15058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88566" h="1505824">
                <a:moveTo>
                  <a:pt x="788566" y="0"/>
                </a:moveTo>
                <a:lnTo>
                  <a:pt x="788566" y="322976"/>
                </a:lnTo>
                <a:lnTo>
                  <a:pt x="4195" y="322976"/>
                </a:lnTo>
                <a:cubicBezTo>
                  <a:pt x="2797" y="717259"/>
                  <a:pt x="1398" y="1111541"/>
                  <a:pt x="0" y="1505824"/>
                </a:cubicBezTo>
              </a:path>
            </a:pathLst>
          </a:custGeom>
          <a:noFill/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2C01635D-5BDA-9122-081D-216632A8858C}"/>
              </a:ext>
            </a:extLst>
          </p:cNvPr>
          <p:cNvGrpSpPr/>
          <p:nvPr/>
        </p:nvGrpSpPr>
        <p:grpSpPr>
          <a:xfrm>
            <a:off x="9124170" y="4363941"/>
            <a:ext cx="255090" cy="255090"/>
            <a:chOff x="2766747" y="2052494"/>
            <a:chExt cx="255090" cy="255090"/>
          </a:xfrm>
        </p:grpSpPr>
        <p:sp>
          <p:nvSpPr>
            <p:cNvPr id="18" name="Rectangle: Rounded Corners 17">
              <a:extLst>
                <a:ext uri="{FF2B5EF4-FFF2-40B4-BE49-F238E27FC236}">
                  <a16:creationId xmlns:a16="http://schemas.microsoft.com/office/drawing/2014/main" id="{C380E113-68B9-3273-6907-1D5AB31C73F2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E4DC8315-6A1D-5C9C-FF5B-4038F425E864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1E6D8C09-6839-5F64-0E3D-0BCE83B6FB2D}"/>
              </a:ext>
            </a:extLst>
          </p:cNvPr>
          <p:cNvGrpSpPr/>
          <p:nvPr/>
        </p:nvGrpSpPr>
        <p:grpSpPr>
          <a:xfrm>
            <a:off x="9444891" y="4363941"/>
            <a:ext cx="255090" cy="255090"/>
            <a:chOff x="2766747" y="2052494"/>
            <a:chExt cx="255090" cy="255090"/>
          </a:xfrm>
        </p:grpSpPr>
        <p:sp>
          <p:nvSpPr>
            <p:cNvPr id="21" name="Rectangle: Rounded Corners 20">
              <a:extLst>
                <a:ext uri="{FF2B5EF4-FFF2-40B4-BE49-F238E27FC236}">
                  <a16:creationId xmlns:a16="http://schemas.microsoft.com/office/drawing/2014/main" id="{560C8FB5-4B94-47B1-15C6-1D70E389E9F6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163252EB-6F4E-7D42-A2CB-8A02ECD62569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1EDB23CB-2888-AEA9-0DDA-0575981CCAE2}"/>
              </a:ext>
            </a:extLst>
          </p:cNvPr>
          <p:cNvGrpSpPr/>
          <p:nvPr/>
        </p:nvGrpSpPr>
        <p:grpSpPr>
          <a:xfrm>
            <a:off x="9765612" y="4363941"/>
            <a:ext cx="255090" cy="255090"/>
            <a:chOff x="2766747" y="2052494"/>
            <a:chExt cx="255090" cy="255090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58997CE4-C0A2-B2A6-D6E9-CD70D49C589A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A17347F9-3175-6B4A-C915-A7862FFA5D04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D4C69661-EA9E-9AB5-C2CF-B92A24BFB217}"/>
              </a:ext>
            </a:extLst>
          </p:cNvPr>
          <p:cNvGrpSpPr/>
          <p:nvPr/>
        </p:nvGrpSpPr>
        <p:grpSpPr>
          <a:xfrm>
            <a:off x="10086333" y="4363941"/>
            <a:ext cx="255090" cy="255090"/>
            <a:chOff x="2766747" y="2052494"/>
            <a:chExt cx="255090" cy="255090"/>
          </a:xfrm>
        </p:grpSpPr>
        <p:sp>
          <p:nvSpPr>
            <p:cNvPr id="27" name="Rectangle: Rounded Corners 26">
              <a:extLst>
                <a:ext uri="{FF2B5EF4-FFF2-40B4-BE49-F238E27FC236}">
                  <a16:creationId xmlns:a16="http://schemas.microsoft.com/office/drawing/2014/main" id="{6B3FD233-CA02-0D58-315D-303B627470FB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D2747DE9-2C1E-ED8D-C303-065B53ED1B8C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316DB064-8318-FF52-5936-2F0EDBC93BCC}"/>
              </a:ext>
            </a:extLst>
          </p:cNvPr>
          <p:cNvGrpSpPr/>
          <p:nvPr/>
        </p:nvGrpSpPr>
        <p:grpSpPr>
          <a:xfrm>
            <a:off x="9124170" y="4684663"/>
            <a:ext cx="255090" cy="255090"/>
            <a:chOff x="2766747" y="2052494"/>
            <a:chExt cx="255090" cy="255090"/>
          </a:xfrm>
        </p:grpSpPr>
        <p:sp>
          <p:nvSpPr>
            <p:cNvPr id="30" name="Rectangle: Rounded Corners 29">
              <a:extLst>
                <a:ext uri="{FF2B5EF4-FFF2-40B4-BE49-F238E27FC236}">
                  <a16:creationId xmlns:a16="http://schemas.microsoft.com/office/drawing/2014/main" id="{7C304964-3F3E-DDE4-E884-9D6760DC73C7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C738F293-4C7A-C9AB-D05F-11BEE8A3D6FE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CC1AC9CC-AD95-E3CA-5C1D-73CAB5709992}"/>
              </a:ext>
            </a:extLst>
          </p:cNvPr>
          <p:cNvGrpSpPr/>
          <p:nvPr/>
        </p:nvGrpSpPr>
        <p:grpSpPr>
          <a:xfrm>
            <a:off x="9444891" y="4684663"/>
            <a:ext cx="255090" cy="255090"/>
            <a:chOff x="2766747" y="2052494"/>
            <a:chExt cx="255090" cy="255090"/>
          </a:xfrm>
        </p:grpSpPr>
        <p:sp>
          <p:nvSpPr>
            <p:cNvPr id="33" name="Rectangle: Rounded Corners 32">
              <a:extLst>
                <a:ext uri="{FF2B5EF4-FFF2-40B4-BE49-F238E27FC236}">
                  <a16:creationId xmlns:a16="http://schemas.microsoft.com/office/drawing/2014/main" id="{62BFB7D3-FBC2-C0C8-E678-A2A5DAB16987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34" name="Oval 33">
              <a:extLst>
                <a:ext uri="{FF2B5EF4-FFF2-40B4-BE49-F238E27FC236}">
                  <a16:creationId xmlns:a16="http://schemas.microsoft.com/office/drawing/2014/main" id="{5D075E5C-426B-DAC0-49B3-85701E405E4B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B518D1DB-C439-D2AA-63B4-E411E549C419}"/>
              </a:ext>
            </a:extLst>
          </p:cNvPr>
          <p:cNvGrpSpPr/>
          <p:nvPr/>
        </p:nvGrpSpPr>
        <p:grpSpPr>
          <a:xfrm>
            <a:off x="9765612" y="4684663"/>
            <a:ext cx="255090" cy="255090"/>
            <a:chOff x="2766747" y="2052494"/>
            <a:chExt cx="255090" cy="255090"/>
          </a:xfrm>
        </p:grpSpPr>
        <p:sp>
          <p:nvSpPr>
            <p:cNvPr id="36" name="Rectangle: Rounded Corners 35">
              <a:extLst>
                <a:ext uri="{FF2B5EF4-FFF2-40B4-BE49-F238E27FC236}">
                  <a16:creationId xmlns:a16="http://schemas.microsoft.com/office/drawing/2014/main" id="{6B5F9179-5DC1-80B6-3AD4-1F1FDD6EBD0C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DA507709-C516-8A5E-A986-3625D733637C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D4D9FC24-A1D7-0476-48E3-C276D77A2E1D}"/>
              </a:ext>
            </a:extLst>
          </p:cNvPr>
          <p:cNvGrpSpPr/>
          <p:nvPr/>
        </p:nvGrpSpPr>
        <p:grpSpPr>
          <a:xfrm>
            <a:off x="10086333" y="4684663"/>
            <a:ext cx="255090" cy="255090"/>
            <a:chOff x="2766747" y="2052494"/>
            <a:chExt cx="255090" cy="255090"/>
          </a:xfrm>
        </p:grpSpPr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1A282504-EFBD-3E1B-4856-A416042614E5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0" name="Oval 39">
              <a:extLst>
                <a:ext uri="{FF2B5EF4-FFF2-40B4-BE49-F238E27FC236}">
                  <a16:creationId xmlns:a16="http://schemas.microsoft.com/office/drawing/2014/main" id="{0101990C-2EB9-2277-A6DD-873FBE7C0A30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60C65CEA-09C8-EA48-FC3E-039BB0D8D650}"/>
              </a:ext>
            </a:extLst>
          </p:cNvPr>
          <p:cNvGrpSpPr/>
          <p:nvPr/>
        </p:nvGrpSpPr>
        <p:grpSpPr>
          <a:xfrm>
            <a:off x="9124170" y="5005385"/>
            <a:ext cx="255090" cy="255090"/>
            <a:chOff x="2766747" y="2052494"/>
            <a:chExt cx="255090" cy="255090"/>
          </a:xfrm>
        </p:grpSpPr>
        <p:sp>
          <p:nvSpPr>
            <p:cNvPr id="42" name="Rectangle: Rounded Corners 41">
              <a:extLst>
                <a:ext uri="{FF2B5EF4-FFF2-40B4-BE49-F238E27FC236}">
                  <a16:creationId xmlns:a16="http://schemas.microsoft.com/office/drawing/2014/main" id="{1B5802D2-B9A9-B8A0-90DD-D6161362C6BB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3" name="Oval 42">
              <a:extLst>
                <a:ext uri="{FF2B5EF4-FFF2-40B4-BE49-F238E27FC236}">
                  <a16:creationId xmlns:a16="http://schemas.microsoft.com/office/drawing/2014/main" id="{EBEF9947-A52A-D20E-0E89-8CBB91933F18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541E65E7-6FAC-056E-000B-A0F10AC0F7FB}"/>
              </a:ext>
            </a:extLst>
          </p:cNvPr>
          <p:cNvGrpSpPr/>
          <p:nvPr/>
        </p:nvGrpSpPr>
        <p:grpSpPr>
          <a:xfrm>
            <a:off x="9444891" y="5005385"/>
            <a:ext cx="255090" cy="255090"/>
            <a:chOff x="2766747" y="2052494"/>
            <a:chExt cx="255090" cy="255090"/>
          </a:xfrm>
        </p:grpSpPr>
        <p:sp>
          <p:nvSpPr>
            <p:cNvPr id="45" name="Rectangle: Rounded Corners 44">
              <a:extLst>
                <a:ext uri="{FF2B5EF4-FFF2-40B4-BE49-F238E27FC236}">
                  <a16:creationId xmlns:a16="http://schemas.microsoft.com/office/drawing/2014/main" id="{9D319EDB-9BDE-7703-337A-BA4D01EE97A5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6" name="Oval 45">
              <a:extLst>
                <a:ext uri="{FF2B5EF4-FFF2-40B4-BE49-F238E27FC236}">
                  <a16:creationId xmlns:a16="http://schemas.microsoft.com/office/drawing/2014/main" id="{1796F081-1EB3-E027-7AF0-7AB48FA92807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DBC38C1C-8E2B-374F-D4EB-946A1FAD800F}"/>
              </a:ext>
            </a:extLst>
          </p:cNvPr>
          <p:cNvGrpSpPr/>
          <p:nvPr/>
        </p:nvGrpSpPr>
        <p:grpSpPr>
          <a:xfrm>
            <a:off x="9765612" y="5005385"/>
            <a:ext cx="255090" cy="255090"/>
            <a:chOff x="2766747" y="2052494"/>
            <a:chExt cx="255090" cy="255090"/>
          </a:xfrm>
        </p:grpSpPr>
        <p:sp>
          <p:nvSpPr>
            <p:cNvPr id="48" name="Rectangle: Rounded Corners 47">
              <a:extLst>
                <a:ext uri="{FF2B5EF4-FFF2-40B4-BE49-F238E27FC236}">
                  <a16:creationId xmlns:a16="http://schemas.microsoft.com/office/drawing/2014/main" id="{C361C5CC-7309-A856-68ED-DAA0DAD9C7CD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616E37B9-B590-6916-647A-E79BC0C0584D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B8FC6F10-A56A-87D3-F67B-65EBEA71A9D8}"/>
              </a:ext>
            </a:extLst>
          </p:cNvPr>
          <p:cNvGrpSpPr/>
          <p:nvPr/>
        </p:nvGrpSpPr>
        <p:grpSpPr>
          <a:xfrm>
            <a:off x="10086333" y="5005385"/>
            <a:ext cx="255090" cy="255090"/>
            <a:chOff x="2766747" y="2052494"/>
            <a:chExt cx="255090" cy="255090"/>
          </a:xfrm>
        </p:grpSpPr>
        <p:sp>
          <p:nvSpPr>
            <p:cNvPr id="51" name="Rectangle: Rounded Corners 50">
              <a:extLst>
                <a:ext uri="{FF2B5EF4-FFF2-40B4-BE49-F238E27FC236}">
                  <a16:creationId xmlns:a16="http://schemas.microsoft.com/office/drawing/2014/main" id="{8D1088C8-F551-8CA4-0DF7-51AF09D4ABAA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CEC6F4E0-06C4-307A-0B08-F542C74F64E9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4571BD79-492F-0B7A-C46A-98DAED55E6BE}"/>
              </a:ext>
            </a:extLst>
          </p:cNvPr>
          <p:cNvGrpSpPr/>
          <p:nvPr/>
        </p:nvGrpSpPr>
        <p:grpSpPr>
          <a:xfrm>
            <a:off x="9124170" y="5326107"/>
            <a:ext cx="255090" cy="255090"/>
            <a:chOff x="2766747" y="2052494"/>
            <a:chExt cx="255090" cy="255090"/>
          </a:xfrm>
        </p:grpSpPr>
        <p:sp>
          <p:nvSpPr>
            <p:cNvPr id="54" name="Rectangle: Rounded Corners 53">
              <a:extLst>
                <a:ext uri="{FF2B5EF4-FFF2-40B4-BE49-F238E27FC236}">
                  <a16:creationId xmlns:a16="http://schemas.microsoft.com/office/drawing/2014/main" id="{F6F947F4-EF41-2D3F-B4BE-2F3BEFF04CEF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5" name="Oval 54">
              <a:extLst>
                <a:ext uri="{FF2B5EF4-FFF2-40B4-BE49-F238E27FC236}">
                  <a16:creationId xmlns:a16="http://schemas.microsoft.com/office/drawing/2014/main" id="{2F64A5FC-8E45-6DFE-0C86-DD73C164D0C3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56B9B035-8B3D-4508-04F5-6E06F7DB6272}"/>
              </a:ext>
            </a:extLst>
          </p:cNvPr>
          <p:cNvGrpSpPr/>
          <p:nvPr/>
        </p:nvGrpSpPr>
        <p:grpSpPr>
          <a:xfrm>
            <a:off x="9444891" y="5326107"/>
            <a:ext cx="255090" cy="255090"/>
            <a:chOff x="2766747" y="2052494"/>
            <a:chExt cx="255090" cy="255090"/>
          </a:xfrm>
        </p:grpSpPr>
        <p:sp>
          <p:nvSpPr>
            <p:cNvPr id="57" name="Rectangle: Rounded Corners 56">
              <a:extLst>
                <a:ext uri="{FF2B5EF4-FFF2-40B4-BE49-F238E27FC236}">
                  <a16:creationId xmlns:a16="http://schemas.microsoft.com/office/drawing/2014/main" id="{683BAE8B-B151-5145-7E8A-784D2F890B83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8" name="Oval 57">
              <a:extLst>
                <a:ext uri="{FF2B5EF4-FFF2-40B4-BE49-F238E27FC236}">
                  <a16:creationId xmlns:a16="http://schemas.microsoft.com/office/drawing/2014/main" id="{670F5799-2BE4-2B62-49F1-4FDDCB307719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1C694F11-FC78-014B-17BE-14312B722C03}"/>
              </a:ext>
            </a:extLst>
          </p:cNvPr>
          <p:cNvGrpSpPr/>
          <p:nvPr/>
        </p:nvGrpSpPr>
        <p:grpSpPr>
          <a:xfrm>
            <a:off x="9765612" y="5326107"/>
            <a:ext cx="255090" cy="255090"/>
            <a:chOff x="2766747" y="2052494"/>
            <a:chExt cx="255090" cy="255090"/>
          </a:xfrm>
        </p:grpSpPr>
        <p:sp>
          <p:nvSpPr>
            <p:cNvPr id="60" name="Rectangle: Rounded Corners 59">
              <a:extLst>
                <a:ext uri="{FF2B5EF4-FFF2-40B4-BE49-F238E27FC236}">
                  <a16:creationId xmlns:a16="http://schemas.microsoft.com/office/drawing/2014/main" id="{0A36E6D9-D0D8-A94B-20EC-3B7754B4BCE7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1" name="Oval 60">
              <a:extLst>
                <a:ext uri="{FF2B5EF4-FFF2-40B4-BE49-F238E27FC236}">
                  <a16:creationId xmlns:a16="http://schemas.microsoft.com/office/drawing/2014/main" id="{8157A09B-99D4-ADA1-5C94-F06BFC95D927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64FA3941-FA86-2501-C321-CD27B9133A2E}"/>
              </a:ext>
            </a:extLst>
          </p:cNvPr>
          <p:cNvGrpSpPr/>
          <p:nvPr/>
        </p:nvGrpSpPr>
        <p:grpSpPr>
          <a:xfrm>
            <a:off x="10086333" y="5326107"/>
            <a:ext cx="255090" cy="255090"/>
            <a:chOff x="2766747" y="2052494"/>
            <a:chExt cx="255090" cy="255090"/>
          </a:xfrm>
        </p:grpSpPr>
        <p:sp>
          <p:nvSpPr>
            <p:cNvPr id="63" name="Rectangle: Rounded Corners 62">
              <a:extLst>
                <a:ext uri="{FF2B5EF4-FFF2-40B4-BE49-F238E27FC236}">
                  <a16:creationId xmlns:a16="http://schemas.microsoft.com/office/drawing/2014/main" id="{43E91582-2A57-D2DD-8C7F-539E08435AC9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4" name="Oval 63">
              <a:extLst>
                <a:ext uri="{FF2B5EF4-FFF2-40B4-BE49-F238E27FC236}">
                  <a16:creationId xmlns:a16="http://schemas.microsoft.com/office/drawing/2014/main" id="{24F63795-4143-289F-2075-EDF9140295C2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9EBF2626-7830-15D6-F19E-B1DD93CEE88E}"/>
              </a:ext>
            </a:extLst>
          </p:cNvPr>
          <p:cNvGrpSpPr/>
          <p:nvPr/>
        </p:nvGrpSpPr>
        <p:grpSpPr>
          <a:xfrm>
            <a:off x="9317030" y="3891836"/>
            <a:ext cx="815362" cy="138419"/>
            <a:chOff x="5146646" y="1950440"/>
            <a:chExt cx="815362" cy="138419"/>
          </a:xfrm>
        </p:grpSpPr>
        <p:sp>
          <p:nvSpPr>
            <p:cNvPr id="66" name="Rectangle: Rounded Corners 65">
              <a:extLst>
                <a:ext uri="{FF2B5EF4-FFF2-40B4-BE49-F238E27FC236}">
                  <a16:creationId xmlns:a16="http://schemas.microsoft.com/office/drawing/2014/main" id="{A07CE394-E3CE-5C15-CF3F-B1772707B200}"/>
                </a:ext>
              </a:extLst>
            </p:cNvPr>
            <p:cNvSpPr/>
            <p:nvPr/>
          </p:nvSpPr>
          <p:spPr>
            <a:xfrm>
              <a:off x="5146646" y="1950440"/>
              <a:ext cx="815362" cy="138419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9383F969-4EAB-9CD5-A91D-C6B0081F6D3A}"/>
                </a:ext>
              </a:extLst>
            </p:cNvPr>
            <p:cNvSpPr/>
            <p:nvPr/>
          </p:nvSpPr>
          <p:spPr>
            <a:xfrm rot="16200000">
              <a:off x="5201236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8" name="Rectangle 67">
              <a:extLst>
                <a:ext uri="{FF2B5EF4-FFF2-40B4-BE49-F238E27FC236}">
                  <a16:creationId xmlns:a16="http://schemas.microsoft.com/office/drawing/2014/main" id="{5BDE93BD-ACF3-019A-592F-3D93F2F2F4DE}"/>
                </a:ext>
              </a:extLst>
            </p:cNvPr>
            <p:cNvSpPr/>
            <p:nvPr/>
          </p:nvSpPr>
          <p:spPr>
            <a:xfrm rot="16200000">
              <a:off x="5294405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ABA95DB7-73EC-0E1C-40D2-31162C8B2BA5}"/>
                </a:ext>
              </a:extLst>
            </p:cNvPr>
            <p:cNvSpPr/>
            <p:nvPr/>
          </p:nvSpPr>
          <p:spPr>
            <a:xfrm rot="16200000">
              <a:off x="5387574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BF74B7E4-0ACB-5595-1B9D-0DD7753AEC0C}"/>
                </a:ext>
              </a:extLst>
            </p:cNvPr>
            <p:cNvSpPr/>
            <p:nvPr/>
          </p:nvSpPr>
          <p:spPr>
            <a:xfrm rot="16200000">
              <a:off x="5480743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1360A933-CF67-DE88-1F18-9D7BC475F188}"/>
                </a:ext>
              </a:extLst>
            </p:cNvPr>
            <p:cNvSpPr/>
            <p:nvPr/>
          </p:nvSpPr>
          <p:spPr>
            <a:xfrm rot="16200000">
              <a:off x="5573912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D3C3A140-08F6-AAC1-5899-4ECB47607D69}"/>
                </a:ext>
              </a:extLst>
            </p:cNvPr>
            <p:cNvSpPr/>
            <p:nvPr/>
          </p:nvSpPr>
          <p:spPr>
            <a:xfrm rot="16200000">
              <a:off x="5667081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11C61A36-546D-2D4C-6006-FB7C8E1E04F9}"/>
                </a:ext>
              </a:extLst>
            </p:cNvPr>
            <p:cNvSpPr/>
            <p:nvPr/>
          </p:nvSpPr>
          <p:spPr>
            <a:xfrm rot="16200000">
              <a:off x="5760250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4" name="Rectangle 73">
              <a:extLst>
                <a:ext uri="{FF2B5EF4-FFF2-40B4-BE49-F238E27FC236}">
                  <a16:creationId xmlns:a16="http://schemas.microsoft.com/office/drawing/2014/main" id="{9D21CA24-5BAD-5E4D-1B7E-0A932613A902}"/>
                </a:ext>
              </a:extLst>
            </p:cNvPr>
            <p:cNvSpPr/>
            <p:nvPr/>
          </p:nvSpPr>
          <p:spPr>
            <a:xfrm rot="16200000">
              <a:off x="5853419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sp>
        <p:nvSpPr>
          <p:cNvPr id="75" name="TextBox 74">
            <a:extLst>
              <a:ext uri="{FF2B5EF4-FFF2-40B4-BE49-F238E27FC236}">
                <a16:creationId xmlns:a16="http://schemas.microsoft.com/office/drawing/2014/main" id="{3F6E10B3-92EB-1A5A-FA2D-CA22AF273740}"/>
              </a:ext>
            </a:extLst>
          </p:cNvPr>
          <p:cNvSpPr txBox="1"/>
          <p:nvPr/>
        </p:nvSpPr>
        <p:spPr>
          <a:xfrm>
            <a:off x="9069930" y="3729000"/>
            <a:ext cx="1128835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700">
                <a:solidFill>
                  <a:schemeClr val="bg1"/>
                </a:solidFill>
                <a:latin typeface="Consolas" panose="020B0609020204030204" pitchFamily="49" charset="0"/>
              </a:rPr>
              <a:t>pin 7 6 5 4 3 2 1 0</a:t>
            </a:r>
            <a:endParaRPr lang="LID4096" sz="70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255D2FAD-586A-70B0-C380-73E601B8FE25}"/>
              </a:ext>
            </a:extLst>
          </p:cNvPr>
          <p:cNvSpPr txBox="1"/>
          <p:nvPr/>
        </p:nvSpPr>
        <p:spPr>
          <a:xfrm>
            <a:off x="9055467" y="4496249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0</a:t>
            </a:r>
            <a:endParaRPr lang="LID4096" sz="500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93674474-E755-764E-047D-796D2F4A758B}"/>
              </a:ext>
            </a:extLst>
          </p:cNvPr>
          <p:cNvSpPr txBox="1"/>
          <p:nvPr/>
        </p:nvSpPr>
        <p:spPr>
          <a:xfrm>
            <a:off x="9377524" y="4497315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</a:t>
            </a:r>
            <a:endParaRPr lang="LID4096" sz="500"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3B69655C-18C2-AF63-D86E-7DD1C7372072}"/>
              </a:ext>
            </a:extLst>
          </p:cNvPr>
          <p:cNvSpPr txBox="1"/>
          <p:nvPr/>
        </p:nvSpPr>
        <p:spPr>
          <a:xfrm>
            <a:off x="9699581" y="4498381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2</a:t>
            </a:r>
            <a:endParaRPr lang="LID4096" sz="500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83F4EF6C-0F26-8D4A-9CCD-EBFA2BBA2DC9}"/>
              </a:ext>
            </a:extLst>
          </p:cNvPr>
          <p:cNvSpPr txBox="1"/>
          <p:nvPr/>
        </p:nvSpPr>
        <p:spPr>
          <a:xfrm>
            <a:off x="10021638" y="4499447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3</a:t>
            </a:r>
            <a:endParaRPr lang="LID4096" sz="500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70C172CC-DD14-ECE9-612D-1EF39AA5B72B}"/>
              </a:ext>
            </a:extLst>
          </p:cNvPr>
          <p:cNvSpPr txBox="1"/>
          <p:nvPr/>
        </p:nvSpPr>
        <p:spPr>
          <a:xfrm>
            <a:off x="9055467" y="4798723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4</a:t>
            </a:r>
            <a:endParaRPr lang="LID4096" sz="500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994EE3D0-19BE-9B26-5D61-D3A104A0B53F}"/>
              </a:ext>
            </a:extLst>
          </p:cNvPr>
          <p:cNvSpPr txBox="1"/>
          <p:nvPr/>
        </p:nvSpPr>
        <p:spPr>
          <a:xfrm>
            <a:off x="9377524" y="4799789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5</a:t>
            </a:r>
            <a:endParaRPr lang="LID4096" sz="500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B639BEB9-664D-6D7F-1A75-A79E122D3234}"/>
              </a:ext>
            </a:extLst>
          </p:cNvPr>
          <p:cNvSpPr txBox="1"/>
          <p:nvPr/>
        </p:nvSpPr>
        <p:spPr>
          <a:xfrm>
            <a:off x="9699581" y="4800855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6</a:t>
            </a:r>
            <a:endParaRPr lang="LID4096" sz="500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1D08AFE0-508E-B294-F7F5-BDA838FE195E}"/>
              </a:ext>
            </a:extLst>
          </p:cNvPr>
          <p:cNvSpPr txBox="1"/>
          <p:nvPr/>
        </p:nvSpPr>
        <p:spPr>
          <a:xfrm>
            <a:off x="10021638" y="4801921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7</a:t>
            </a:r>
            <a:endParaRPr lang="LID4096" sz="500"/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F88D5E48-8B5A-2299-E5E1-8D3A77916C92}"/>
              </a:ext>
            </a:extLst>
          </p:cNvPr>
          <p:cNvSpPr txBox="1"/>
          <p:nvPr/>
        </p:nvSpPr>
        <p:spPr>
          <a:xfrm>
            <a:off x="9054531" y="5124319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8</a:t>
            </a:r>
            <a:endParaRPr lang="LID4096" sz="500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D7A58264-E79B-BCD6-F964-EFA9595BD136}"/>
              </a:ext>
            </a:extLst>
          </p:cNvPr>
          <p:cNvSpPr txBox="1"/>
          <p:nvPr/>
        </p:nvSpPr>
        <p:spPr>
          <a:xfrm>
            <a:off x="9376588" y="5125385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9</a:t>
            </a:r>
            <a:endParaRPr lang="LID4096" sz="500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8B23167A-32E0-3E67-C72E-2E74657FCC05}"/>
              </a:ext>
            </a:extLst>
          </p:cNvPr>
          <p:cNvSpPr txBox="1"/>
          <p:nvPr/>
        </p:nvSpPr>
        <p:spPr>
          <a:xfrm>
            <a:off x="9698645" y="5126451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10</a:t>
            </a:r>
            <a:endParaRPr lang="LID4096" sz="500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E6AB3377-A4D7-DCFC-951D-9B05F380505D}"/>
              </a:ext>
            </a:extLst>
          </p:cNvPr>
          <p:cNvSpPr txBox="1"/>
          <p:nvPr/>
        </p:nvSpPr>
        <p:spPr>
          <a:xfrm>
            <a:off x="10020702" y="5127517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11</a:t>
            </a:r>
            <a:endParaRPr lang="LID4096" sz="500"/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B24A464B-C957-672C-9EFE-880A7941A1C2}"/>
              </a:ext>
            </a:extLst>
          </p:cNvPr>
          <p:cNvSpPr txBox="1"/>
          <p:nvPr/>
        </p:nvSpPr>
        <p:spPr>
          <a:xfrm>
            <a:off x="9053595" y="5449915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12</a:t>
            </a:r>
            <a:endParaRPr lang="LID4096" sz="500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5B1F125A-AD4E-A4A9-816E-136B2B112524}"/>
              </a:ext>
            </a:extLst>
          </p:cNvPr>
          <p:cNvSpPr txBox="1"/>
          <p:nvPr/>
        </p:nvSpPr>
        <p:spPr>
          <a:xfrm>
            <a:off x="9375652" y="5450981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13</a:t>
            </a:r>
            <a:endParaRPr lang="LID4096" sz="500"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1F536D36-3AB0-4E81-034F-A0BABF7D7561}"/>
              </a:ext>
            </a:extLst>
          </p:cNvPr>
          <p:cNvSpPr txBox="1"/>
          <p:nvPr/>
        </p:nvSpPr>
        <p:spPr>
          <a:xfrm>
            <a:off x="9697709" y="5452047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14</a:t>
            </a:r>
            <a:endParaRPr lang="LID4096" sz="500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81712C34-555B-2AEF-894D-658F552884B9}"/>
              </a:ext>
            </a:extLst>
          </p:cNvPr>
          <p:cNvSpPr txBox="1"/>
          <p:nvPr/>
        </p:nvSpPr>
        <p:spPr>
          <a:xfrm>
            <a:off x="10019766" y="5453113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15</a:t>
            </a:r>
            <a:endParaRPr lang="LID4096" sz="500"/>
          </a:p>
        </p:txBody>
      </p:sp>
      <p:grpSp>
        <p:nvGrpSpPr>
          <p:cNvPr id="92" name="Group 91">
            <a:extLst>
              <a:ext uri="{FF2B5EF4-FFF2-40B4-BE49-F238E27FC236}">
                <a16:creationId xmlns:a16="http://schemas.microsoft.com/office/drawing/2014/main" id="{AB26E377-20B0-5FD1-EDB5-45402251677F}"/>
              </a:ext>
            </a:extLst>
          </p:cNvPr>
          <p:cNvGrpSpPr/>
          <p:nvPr/>
        </p:nvGrpSpPr>
        <p:grpSpPr>
          <a:xfrm rot="16200000">
            <a:off x="4869920" y="3380810"/>
            <a:ext cx="3095687" cy="2476441"/>
            <a:chOff x="436296" y="1927861"/>
            <a:chExt cx="5353797" cy="4282849"/>
          </a:xfrm>
        </p:grpSpPr>
        <p:pic>
          <p:nvPicPr>
            <p:cNvPr id="93" name="Picture 92">
              <a:extLst>
                <a:ext uri="{FF2B5EF4-FFF2-40B4-BE49-F238E27FC236}">
                  <a16:creationId xmlns:a16="http://schemas.microsoft.com/office/drawing/2014/main" id="{C288BFF9-C42A-4673-8817-5F160CD8E21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36296" y="2545839"/>
              <a:ext cx="5353797" cy="2772162"/>
            </a:xfrm>
            <a:prstGeom prst="rect">
              <a:avLst/>
            </a:prstGeom>
          </p:spPr>
        </p:pic>
        <p:sp>
          <p:nvSpPr>
            <p:cNvPr id="94" name="Rectangle 93">
              <a:extLst>
                <a:ext uri="{FF2B5EF4-FFF2-40B4-BE49-F238E27FC236}">
                  <a16:creationId xmlns:a16="http://schemas.microsoft.com/office/drawing/2014/main" id="{10665748-FDD8-51FA-DCE6-13E62485109B}"/>
                </a:ext>
              </a:extLst>
            </p:cNvPr>
            <p:cNvSpPr/>
            <p:nvPr/>
          </p:nvSpPr>
          <p:spPr>
            <a:xfrm>
              <a:off x="1597669" y="3554255"/>
              <a:ext cx="3381375" cy="1402081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5" name="Freeform: Shape 94">
              <a:extLst>
                <a:ext uri="{FF2B5EF4-FFF2-40B4-BE49-F238E27FC236}">
                  <a16:creationId xmlns:a16="http://schemas.microsoft.com/office/drawing/2014/main" id="{92C02A86-5925-0156-3E8A-7BDAE15EA3EF}"/>
                </a:ext>
              </a:extLst>
            </p:cNvPr>
            <p:cNvSpPr/>
            <p:nvPr/>
          </p:nvSpPr>
          <p:spPr>
            <a:xfrm>
              <a:off x="1436663" y="3406140"/>
              <a:ext cx="3787140" cy="259080"/>
            </a:xfrm>
            <a:custGeom>
              <a:avLst/>
              <a:gdLst>
                <a:gd name="connsiteX0" fmla="*/ 3406140 w 3825240"/>
                <a:gd name="connsiteY0" fmla="*/ 0 h 259080"/>
                <a:gd name="connsiteX1" fmla="*/ 0 w 3825240"/>
                <a:gd name="connsiteY1" fmla="*/ 68580 h 259080"/>
                <a:gd name="connsiteX2" fmla="*/ 228600 w 3825240"/>
                <a:gd name="connsiteY2" fmla="*/ 259080 h 259080"/>
                <a:gd name="connsiteX3" fmla="*/ 3825240 w 3825240"/>
                <a:gd name="connsiteY3" fmla="*/ 167640 h 259080"/>
                <a:gd name="connsiteX4" fmla="*/ 3406140 w 3825240"/>
                <a:gd name="connsiteY4" fmla="*/ 0 h 259080"/>
                <a:gd name="connsiteX0" fmla="*/ 3406140 w 3787140"/>
                <a:gd name="connsiteY0" fmla="*/ 0 h 259080"/>
                <a:gd name="connsiteX1" fmla="*/ 0 w 3787140"/>
                <a:gd name="connsiteY1" fmla="*/ 68580 h 259080"/>
                <a:gd name="connsiteX2" fmla="*/ 228600 w 3787140"/>
                <a:gd name="connsiteY2" fmla="*/ 259080 h 259080"/>
                <a:gd name="connsiteX3" fmla="*/ 3787140 w 3787140"/>
                <a:gd name="connsiteY3" fmla="*/ 153353 h 259080"/>
                <a:gd name="connsiteX4" fmla="*/ 3406140 w 3787140"/>
                <a:gd name="connsiteY4" fmla="*/ 0 h 2590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87140" h="259080">
                  <a:moveTo>
                    <a:pt x="3406140" y="0"/>
                  </a:moveTo>
                  <a:lnTo>
                    <a:pt x="0" y="68580"/>
                  </a:lnTo>
                  <a:lnTo>
                    <a:pt x="228600" y="259080"/>
                  </a:lnTo>
                  <a:lnTo>
                    <a:pt x="3787140" y="153353"/>
                  </a:lnTo>
                  <a:lnTo>
                    <a:pt x="3406140" y="0"/>
                  </a:lnTo>
                  <a:close/>
                </a:path>
              </a:pathLst>
            </a:cu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6" name="Freeform: Shape 95">
              <a:extLst>
                <a:ext uri="{FF2B5EF4-FFF2-40B4-BE49-F238E27FC236}">
                  <a16:creationId xmlns:a16="http://schemas.microsoft.com/office/drawing/2014/main" id="{23C8D499-C1BB-2B38-FBCF-0DA478FC9086}"/>
                </a:ext>
              </a:extLst>
            </p:cNvPr>
            <p:cNvSpPr/>
            <p:nvPr/>
          </p:nvSpPr>
          <p:spPr>
            <a:xfrm>
              <a:off x="1459523" y="3482340"/>
              <a:ext cx="205740" cy="1714500"/>
            </a:xfrm>
            <a:custGeom>
              <a:avLst/>
              <a:gdLst>
                <a:gd name="connsiteX0" fmla="*/ 0 w 205740"/>
                <a:gd name="connsiteY0" fmla="*/ 0 h 1714500"/>
                <a:gd name="connsiteX1" fmla="*/ 30480 w 205740"/>
                <a:gd name="connsiteY1" fmla="*/ 1539240 h 1714500"/>
                <a:gd name="connsiteX2" fmla="*/ 205740 w 205740"/>
                <a:gd name="connsiteY2" fmla="*/ 1714500 h 1714500"/>
                <a:gd name="connsiteX3" fmla="*/ 198120 w 205740"/>
                <a:gd name="connsiteY3" fmla="*/ 167640 h 1714500"/>
                <a:gd name="connsiteX4" fmla="*/ 0 w 205740"/>
                <a:gd name="connsiteY4" fmla="*/ 0 h 1714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5740" h="1714500">
                  <a:moveTo>
                    <a:pt x="0" y="0"/>
                  </a:moveTo>
                  <a:lnTo>
                    <a:pt x="30480" y="1539240"/>
                  </a:lnTo>
                  <a:lnTo>
                    <a:pt x="205740" y="1714500"/>
                  </a:lnTo>
                  <a:lnTo>
                    <a:pt x="198120" y="1676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7" name="Freeform: Shape 96">
              <a:extLst>
                <a:ext uri="{FF2B5EF4-FFF2-40B4-BE49-F238E27FC236}">
                  <a16:creationId xmlns:a16="http://schemas.microsoft.com/office/drawing/2014/main" id="{34D82998-6792-0AF0-3783-DCE596450064}"/>
                </a:ext>
              </a:extLst>
            </p:cNvPr>
            <p:cNvSpPr/>
            <p:nvPr/>
          </p:nvSpPr>
          <p:spPr>
            <a:xfrm>
              <a:off x="1657643" y="3558540"/>
              <a:ext cx="3596640" cy="1653540"/>
            </a:xfrm>
            <a:custGeom>
              <a:avLst/>
              <a:gdLst>
                <a:gd name="connsiteX0" fmla="*/ 0 w 3680460"/>
                <a:gd name="connsiteY0" fmla="*/ 1653540 h 1653540"/>
                <a:gd name="connsiteX1" fmla="*/ 1463040 w 3680460"/>
                <a:gd name="connsiteY1" fmla="*/ 1592580 h 1653540"/>
                <a:gd name="connsiteX2" fmla="*/ 1463040 w 3680460"/>
                <a:gd name="connsiteY2" fmla="*/ 1417320 h 1653540"/>
                <a:gd name="connsiteX3" fmla="*/ 182880 w 3680460"/>
                <a:gd name="connsiteY3" fmla="*/ 1478280 h 1653540"/>
                <a:gd name="connsiteX4" fmla="*/ 160020 w 3680460"/>
                <a:gd name="connsiteY4" fmla="*/ 266700 h 1653540"/>
                <a:gd name="connsiteX5" fmla="*/ 3474720 w 3680460"/>
                <a:gd name="connsiteY5" fmla="*/ 160020 h 1653540"/>
                <a:gd name="connsiteX6" fmla="*/ 3467100 w 3680460"/>
                <a:gd name="connsiteY6" fmla="*/ 1424940 h 1653540"/>
                <a:gd name="connsiteX7" fmla="*/ 2278380 w 3680460"/>
                <a:gd name="connsiteY7" fmla="*/ 1432560 h 1653540"/>
                <a:gd name="connsiteX8" fmla="*/ 2263140 w 3680460"/>
                <a:gd name="connsiteY8" fmla="*/ 1584960 h 1653540"/>
                <a:gd name="connsiteX9" fmla="*/ 3680460 w 3680460"/>
                <a:gd name="connsiteY9" fmla="*/ 1546860 h 1653540"/>
                <a:gd name="connsiteX10" fmla="*/ 3589020 w 3680460"/>
                <a:gd name="connsiteY10" fmla="*/ 0 h 1653540"/>
                <a:gd name="connsiteX11" fmla="*/ 0 w 3680460"/>
                <a:gd name="connsiteY11" fmla="*/ 91440 h 1653540"/>
                <a:gd name="connsiteX12" fmla="*/ 0 w 3680460"/>
                <a:gd name="connsiteY12" fmla="*/ 1653540 h 1653540"/>
                <a:gd name="connsiteX0" fmla="*/ 0 w 3649980"/>
                <a:gd name="connsiteY0" fmla="*/ 1653540 h 1653540"/>
                <a:gd name="connsiteX1" fmla="*/ 1463040 w 3649980"/>
                <a:gd name="connsiteY1" fmla="*/ 1592580 h 1653540"/>
                <a:gd name="connsiteX2" fmla="*/ 1463040 w 3649980"/>
                <a:gd name="connsiteY2" fmla="*/ 1417320 h 1653540"/>
                <a:gd name="connsiteX3" fmla="*/ 182880 w 3649980"/>
                <a:gd name="connsiteY3" fmla="*/ 1478280 h 1653540"/>
                <a:gd name="connsiteX4" fmla="*/ 160020 w 3649980"/>
                <a:gd name="connsiteY4" fmla="*/ 266700 h 1653540"/>
                <a:gd name="connsiteX5" fmla="*/ 3474720 w 3649980"/>
                <a:gd name="connsiteY5" fmla="*/ 160020 h 1653540"/>
                <a:gd name="connsiteX6" fmla="*/ 3467100 w 3649980"/>
                <a:gd name="connsiteY6" fmla="*/ 1424940 h 1653540"/>
                <a:gd name="connsiteX7" fmla="*/ 2278380 w 3649980"/>
                <a:gd name="connsiteY7" fmla="*/ 1432560 h 1653540"/>
                <a:gd name="connsiteX8" fmla="*/ 2263140 w 3649980"/>
                <a:gd name="connsiteY8" fmla="*/ 1584960 h 1653540"/>
                <a:gd name="connsiteX9" fmla="*/ 3649980 w 3649980"/>
                <a:gd name="connsiteY9" fmla="*/ 1554480 h 1653540"/>
                <a:gd name="connsiteX10" fmla="*/ 3589020 w 3649980"/>
                <a:gd name="connsiteY10" fmla="*/ 0 h 1653540"/>
                <a:gd name="connsiteX11" fmla="*/ 0 w 3649980"/>
                <a:gd name="connsiteY11" fmla="*/ 91440 h 1653540"/>
                <a:gd name="connsiteX12" fmla="*/ 0 w 3649980"/>
                <a:gd name="connsiteY12" fmla="*/ 1653540 h 1653540"/>
                <a:gd name="connsiteX0" fmla="*/ 0 w 3596640"/>
                <a:gd name="connsiteY0" fmla="*/ 1653540 h 1653540"/>
                <a:gd name="connsiteX1" fmla="*/ 1463040 w 3596640"/>
                <a:gd name="connsiteY1" fmla="*/ 1592580 h 1653540"/>
                <a:gd name="connsiteX2" fmla="*/ 1463040 w 3596640"/>
                <a:gd name="connsiteY2" fmla="*/ 1417320 h 1653540"/>
                <a:gd name="connsiteX3" fmla="*/ 182880 w 3596640"/>
                <a:gd name="connsiteY3" fmla="*/ 1478280 h 1653540"/>
                <a:gd name="connsiteX4" fmla="*/ 160020 w 3596640"/>
                <a:gd name="connsiteY4" fmla="*/ 266700 h 1653540"/>
                <a:gd name="connsiteX5" fmla="*/ 3474720 w 3596640"/>
                <a:gd name="connsiteY5" fmla="*/ 160020 h 1653540"/>
                <a:gd name="connsiteX6" fmla="*/ 3467100 w 3596640"/>
                <a:gd name="connsiteY6" fmla="*/ 1424940 h 1653540"/>
                <a:gd name="connsiteX7" fmla="*/ 2278380 w 3596640"/>
                <a:gd name="connsiteY7" fmla="*/ 1432560 h 1653540"/>
                <a:gd name="connsiteX8" fmla="*/ 2263140 w 3596640"/>
                <a:gd name="connsiteY8" fmla="*/ 1584960 h 1653540"/>
                <a:gd name="connsiteX9" fmla="*/ 3596640 w 3596640"/>
                <a:gd name="connsiteY9" fmla="*/ 1546860 h 1653540"/>
                <a:gd name="connsiteX10" fmla="*/ 3589020 w 3596640"/>
                <a:gd name="connsiteY10" fmla="*/ 0 h 1653540"/>
                <a:gd name="connsiteX11" fmla="*/ 0 w 3596640"/>
                <a:gd name="connsiteY11" fmla="*/ 91440 h 1653540"/>
                <a:gd name="connsiteX12" fmla="*/ 0 w 3596640"/>
                <a:gd name="connsiteY12" fmla="*/ 1653540 h 165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6640" h="1653540">
                  <a:moveTo>
                    <a:pt x="0" y="1653540"/>
                  </a:moveTo>
                  <a:lnTo>
                    <a:pt x="1463040" y="1592580"/>
                  </a:lnTo>
                  <a:lnTo>
                    <a:pt x="1463040" y="1417320"/>
                  </a:lnTo>
                  <a:lnTo>
                    <a:pt x="182880" y="1478280"/>
                  </a:lnTo>
                  <a:lnTo>
                    <a:pt x="160020" y="266700"/>
                  </a:lnTo>
                  <a:lnTo>
                    <a:pt x="3474720" y="160020"/>
                  </a:lnTo>
                  <a:lnTo>
                    <a:pt x="3467100" y="1424940"/>
                  </a:lnTo>
                  <a:lnTo>
                    <a:pt x="2278380" y="1432560"/>
                  </a:lnTo>
                  <a:lnTo>
                    <a:pt x="2263140" y="1584960"/>
                  </a:lnTo>
                  <a:lnTo>
                    <a:pt x="3596640" y="1546860"/>
                  </a:lnTo>
                  <a:lnTo>
                    <a:pt x="3589020" y="0"/>
                  </a:lnTo>
                  <a:lnTo>
                    <a:pt x="0" y="91440"/>
                  </a:lnTo>
                  <a:lnTo>
                    <a:pt x="0" y="165354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8" name="Freeform: Shape 97">
              <a:extLst>
                <a:ext uri="{FF2B5EF4-FFF2-40B4-BE49-F238E27FC236}">
                  <a16:creationId xmlns:a16="http://schemas.microsoft.com/office/drawing/2014/main" id="{75405E3E-0271-8E25-D828-62706247EAE8}"/>
                </a:ext>
              </a:extLst>
            </p:cNvPr>
            <p:cNvSpPr/>
            <p:nvPr/>
          </p:nvSpPr>
          <p:spPr>
            <a:xfrm>
              <a:off x="1833379" y="3727133"/>
              <a:ext cx="3305175" cy="1312068"/>
            </a:xfrm>
            <a:custGeom>
              <a:avLst/>
              <a:gdLst>
                <a:gd name="connsiteX0" fmla="*/ 2943225 w 3305175"/>
                <a:gd name="connsiteY0" fmla="*/ 4762 h 1312068"/>
                <a:gd name="connsiteX1" fmla="*/ 2964657 w 3305175"/>
                <a:gd name="connsiteY1" fmla="*/ 1040606 h 1312068"/>
                <a:gd name="connsiteX2" fmla="*/ 0 w 3305175"/>
                <a:gd name="connsiteY2" fmla="*/ 1133475 h 1312068"/>
                <a:gd name="connsiteX3" fmla="*/ 7144 w 3305175"/>
                <a:gd name="connsiteY3" fmla="*/ 1312068 h 1312068"/>
                <a:gd name="connsiteX4" fmla="*/ 1290638 w 3305175"/>
                <a:gd name="connsiteY4" fmla="*/ 1254918 h 1312068"/>
                <a:gd name="connsiteX5" fmla="*/ 1362075 w 3305175"/>
                <a:gd name="connsiteY5" fmla="*/ 1202531 h 1312068"/>
                <a:gd name="connsiteX6" fmla="*/ 1431132 w 3305175"/>
                <a:gd name="connsiteY6" fmla="*/ 1185862 h 1312068"/>
                <a:gd name="connsiteX7" fmla="*/ 1735932 w 3305175"/>
                <a:gd name="connsiteY7" fmla="*/ 1171575 h 1312068"/>
                <a:gd name="connsiteX8" fmla="*/ 1902619 w 3305175"/>
                <a:gd name="connsiteY8" fmla="*/ 1178718 h 1312068"/>
                <a:gd name="connsiteX9" fmla="*/ 2100263 w 3305175"/>
                <a:gd name="connsiteY9" fmla="*/ 1264443 h 1312068"/>
                <a:gd name="connsiteX10" fmla="*/ 3300413 w 3305175"/>
                <a:gd name="connsiteY10" fmla="*/ 1257300 h 1312068"/>
                <a:gd name="connsiteX11" fmla="*/ 3305175 w 3305175"/>
                <a:gd name="connsiteY11" fmla="*/ 0 h 1312068"/>
                <a:gd name="connsiteX12" fmla="*/ 2943225 w 3305175"/>
                <a:gd name="connsiteY12" fmla="*/ 4762 h 1312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305175" h="1312068">
                  <a:moveTo>
                    <a:pt x="2943225" y="4762"/>
                  </a:moveTo>
                  <a:lnTo>
                    <a:pt x="2964657" y="1040606"/>
                  </a:lnTo>
                  <a:lnTo>
                    <a:pt x="0" y="1133475"/>
                  </a:lnTo>
                  <a:lnTo>
                    <a:pt x="7144" y="1312068"/>
                  </a:lnTo>
                  <a:lnTo>
                    <a:pt x="1290638" y="1254918"/>
                  </a:lnTo>
                  <a:lnTo>
                    <a:pt x="1362075" y="1202531"/>
                  </a:lnTo>
                  <a:lnTo>
                    <a:pt x="1431132" y="1185862"/>
                  </a:lnTo>
                  <a:lnTo>
                    <a:pt x="1735932" y="1171575"/>
                  </a:lnTo>
                  <a:lnTo>
                    <a:pt x="1902619" y="1178718"/>
                  </a:lnTo>
                  <a:lnTo>
                    <a:pt x="2100263" y="1264443"/>
                  </a:lnTo>
                  <a:lnTo>
                    <a:pt x="3300413" y="1257300"/>
                  </a:lnTo>
                  <a:cubicBezTo>
                    <a:pt x="3302000" y="838200"/>
                    <a:pt x="3303588" y="419100"/>
                    <a:pt x="3305175" y="0"/>
                  </a:cubicBezTo>
                  <a:lnTo>
                    <a:pt x="2943225" y="4762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9" name="Freeform: Shape 98">
              <a:extLst>
                <a:ext uri="{FF2B5EF4-FFF2-40B4-BE49-F238E27FC236}">
                  <a16:creationId xmlns:a16="http://schemas.microsoft.com/office/drawing/2014/main" id="{B35F1CDE-4C3F-C2AC-FACE-2AD04B860474}"/>
                </a:ext>
              </a:extLst>
            </p:cNvPr>
            <p:cNvSpPr/>
            <p:nvPr/>
          </p:nvSpPr>
          <p:spPr>
            <a:xfrm>
              <a:off x="3119254" y="4896326"/>
              <a:ext cx="819150" cy="247650"/>
            </a:xfrm>
            <a:custGeom>
              <a:avLst/>
              <a:gdLst>
                <a:gd name="connsiteX0" fmla="*/ 802482 w 819150"/>
                <a:gd name="connsiteY0" fmla="*/ 242888 h 247650"/>
                <a:gd name="connsiteX1" fmla="*/ 588169 w 819150"/>
                <a:gd name="connsiteY1" fmla="*/ 116682 h 247650"/>
                <a:gd name="connsiteX2" fmla="*/ 452438 w 819150"/>
                <a:gd name="connsiteY2" fmla="*/ 95250 h 247650"/>
                <a:gd name="connsiteX3" fmla="*/ 192882 w 819150"/>
                <a:gd name="connsiteY3" fmla="*/ 92869 h 247650"/>
                <a:gd name="connsiteX4" fmla="*/ 76200 w 819150"/>
                <a:gd name="connsiteY4" fmla="*/ 140494 h 247650"/>
                <a:gd name="connsiteX5" fmla="*/ 11907 w 819150"/>
                <a:gd name="connsiteY5" fmla="*/ 247650 h 247650"/>
                <a:gd name="connsiteX6" fmla="*/ 0 w 819150"/>
                <a:gd name="connsiteY6" fmla="*/ 85725 h 247650"/>
                <a:gd name="connsiteX7" fmla="*/ 76200 w 819150"/>
                <a:gd name="connsiteY7" fmla="*/ 33338 h 247650"/>
                <a:gd name="connsiteX8" fmla="*/ 173832 w 819150"/>
                <a:gd name="connsiteY8" fmla="*/ 14288 h 247650"/>
                <a:gd name="connsiteX9" fmla="*/ 469107 w 819150"/>
                <a:gd name="connsiteY9" fmla="*/ 0 h 247650"/>
                <a:gd name="connsiteX10" fmla="*/ 616744 w 819150"/>
                <a:gd name="connsiteY10" fmla="*/ 14288 h 247650"/>
                <a:gd name="connsiteX11" fmla="*/ 819150 w 819150"/>
                <a:gd name="connsiteY11" fmla="*/ 95250 h 247650"/>
                <a:gd name="connsiteX12" fmla="*/ 802482 w 819150"/>
                <a:gd name="connsiteY12" fmla="*/ 242888 h 247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19150" h="247650">
                  <a:moveTo>
                    <a:pt x="802482" y="242888"/>
                  </a:moveTo>
                  <a:lnTo>
                    <a:pt x="588169" y="116682"/>
                  </a:lnTo>
                  <a:lnTo>
                    <a:pt x="452438" y="95250"/>
                  </a:lnTo>
                  <a:lnTo>
                    <a:pt x="192882" y="92869"/>
                  </a:lnTo>
                  <a:lnTo>
                    <a:pt x="76200" y="140494"/>
                  </a:lnTo>
                  <a:lnTo>
                    <a:pt x="11907" y="247650"/>
                  </a:lnTo>
                  <a:lnTo>
                    <a:pt x="0" y="85725"/>
                  </a:lnTo>
                  <a:lnTo>
                    <a:pt x="76200" y="33338"/>
                  </a:lnTo>
                  <a:lnTo>
                    <a:pt x="173832" y="14288"/>
                  </a:lnTo>
                  <a:lnTo>
                    <a:pt x="469107" y="0"/>
                  </a:lnTo>
                  <a:lnTo>
                    <a:pt x="616744" y="14288"/>
                  </a:lnTo>
                  <a:lnTo>
                    <a:pt x="819150" y="95250"/>
                  </a:lnTo>
                  <a:lnTo>
                    <a:pt x="802482" y="242888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100" name="Group 99">
              <a:extLst>
                <a:ext uri="{FF2B5EF4-FFF2-40B4-BE49-F238E27FC236}">
                  <a16:creationId xmlns:a16="http://schemas.microsoft.com/office/drawing/2014/main" id="{F16D1C5D-634A-16AF-6BBF-B70502D63ABA}"/>
                </a:ext>
              </a:extLst>
            </p:cNvPr>
            <p:cNvGrpSpPr/>
            <p:nvPr/>
          </p:nvGrpSpPr>
          <p:grpSpPr>
            <a:xfrm>
              <a:off x="4243204" y="4020026"/>
              <a:ext cx="209550" cy="157163"/>
              <a:chOff x="6669881" y="4393406"/>
              <a:chExt cx="209550" cy="157163"/>
            </a:xfrm>
          </p:grpSpPr>
          <p:sp>
            <p:nvSpPr>
              <p:cNvPr id="148" name="Rectangle 147">
                <a:extLst>
                  <a:ext uri="{FF2B5EF4-FFF2-40B4-BE49-F238E27FC236}">
                    <a16:creationId xmlns:a16="http://schemas.microsoft.com/office/drawing/2014/main" id="{F5671C59-C070-5A18-EC6F-7F5CDC0489D3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149" name="Freeform: Shape 148">
                <a:extLst>
                  <a:ext uri="{FF2B5EF4-FFF2-40B4-BE49-F238E27FC236}">
                    <a16:creationId xmlns:a16="http://schemas.microsoft.com/office/drawing/2014/main" id="{3416A0CA-B4F4-8A96-5635-C928242FB2DC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01" name="Group 100">
              <a:extLst>
                <a:ext uri="{FF2B5EF4-FFF2-40B4-BE49-F238E27FC236}">
                  <a16:creationId xmlns:a16="http://schemas.microsoft.com/office/drawing/2014/main" id="{CEF21FBC-872A-1DF2-BF88-68350E27B470}"/>
                </a:ext>
              </a:extLst>
            </p:cNvPr>
            <p:cNvGrpSpPr/>
            <p:nvPr/>
          </p:nvGrpSpPr>
          <p:grpSpPr>
            <a:xfrm>
              <a:off x="3797910" y="4050982"/>
              <a:ext cx="209550" cy="157163"/>
              <a:chOff x="6669881" y="4393406"/>
              <a:chExt cx="209550" cy="157163"/>
            </a:xfrm>
          </p:grpSpPr>
          <p:sp>
            <p:nvSpPr>
              <p:cNvPr id="146" name="Rectangle 145">
                <a:extLst>
                  <a:ext uri="{FF2B5EF4-FFF2-40B4-BE49-F238E27FC236}">
                    <a16:creationId xmlns:a16="http://schemas.microsoft.com/office/drawing/2014/main" id="{FDD865A2-E8EE-7FFF-76F2-DDF5AFE6099A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147" name="Freeform: Shape 146">
                <a:extLst>
                  <a:ext uri="{FF2B5EF4-FFF2-40B4-BE49-F238E27FC236}">
                    <a16:creationId xmlns:a16="http://schemas.microsoft.com/office/drawing/2014/main" id="{E032E25D-595D-123F-9379-3512C7DC6549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02" name="Group 101">
              <a:extLst>
                <a:ext uri="{FF2B5EF4-FFF2-40B4-BE49-F238E27FC236}">
                  <a16:creationId xmlns:a16="http://schemas.microsoft.com/office/drawing/2014/main" id="{50DB1B81-4E2B-BCAF-5176-E32210795DCF}"/>
                </a:ext>
              </a:extLst>
            </p:cNvPr>
            <p:cNvGrpSpPr/>
            <p:nvPr/>
          </p:nvGrpSpPr>
          <p:grpSpPr>
            <a:xfrm>
              <a:off x="3352616" y="4081938"/>
              <a:ext cx="209550" cy="157163"/>
              <a:chOff x="6669881" y="4393406"/>
              <a:chExt cx="209550" cy="157163"/>
            </a:xfrm>
          </p:grpSpPr>
          <p:sp>
            <p:nvSpPr>
              <p:cNvPr id="144" name="Rectangle 143">
                <a:extLst>
                  <a:ext uri="{FF2B5EF4-FFF2-40B4-BE49-F238E27FC236}">
                    <a16:creationId xmlns:a16="http://schemas.microsoft.com/office/drawing/2014/main" id="{FE13081E-41D2-4D48-6F33-DFAE93ECC5AD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145" name="Freeform: Shape 144">
                <a:extLst>
                  <a:ext uri="{FF2B5EF4-FFF2-40B4-BE49-F238E27FC236}">
                    <a16:creationId xmlns:a16="http://schemas.microsoft.com/office/drawing/2014/main" id="{219C4AAC-0C3C-552A-8617-F9EEC52B6808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03" name="Group 102">
              <a:extLst>
                <a:ext uri="{FF2B5EF4-FFF2-40B4-BE49-F238E27FC236}">
                  <a16:creationId xmlns:a16="http://schemas.microsoft.com/office/drawing/2014/main" id="{CE3CEB5E-9E80-2AAC-6A89-B78C3B2D9CB9}"/>
                </a:ext>
              </a:extLst>
            </p:cNvPr>
            <p:cNvGrpSpPr/>
            <p:nvPr/>
          </p:nvGrpSpPr>
          <p:grpSpPr>
            <a:xfrm>
              <a:off x="2851360" y="4093844"/>
              <a:ext cx="209550" cy="157163"/>
              <a:chOff x="6669881" y="4393406"/>
              <a:chExt cx="209550" cy="157163"/>
            </a:xfrm>
          </p:grpSpPr>
          <p:sp>
            <p:nvSpPr>
              <p:cNvPr id="142" name="Rectangle 141">
                <a:extLst>
                  <a:ext uri="{FF2B5EF4-FFF2-40B4-BE49-F238E27FC236}">
                    <a16:creationId xmlns:a16="http://schemas.microsoft.com/office/drawing/2014/main" id="{A87927B7-6C2A-1409-CDD2-116D4490565A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143" name="Freeform: Shape 142">
                <a:extLst>
                  <a:ext uri="{FF2B5EF4-FFF2-40B4-BE49-F238E27FC236}">
                    <a16:creationId xmlns:a16="http://schemas.microsoft.com/office/drawing/2014/main" id="{4C239383-D8E1-96FD-6628-2E5BDECD66C0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04" name="Group 103">
              <a:extLst>
                <a:ext uri="{FF2B5EF4-FFF2-40B4-BE49-F238E27FC236}">
                  <a16:creationId xmlns:a16="http://schemas.microsoft.com/office/drawing/2014/main" id="{CB8390C0-72AB-DC04-80F5-856E282F9A9B}"/>
                </a:ext>
              </a:extLst>
            </p:cNvPr>
            <p:cNvGrpSpPr/>
            <p:nvPr/>
          </p:nvGrpSpPr>
          <p:grpSpPr>
            <a:xfrm>
              <a:off x="2345112" y="4113567"/>
              <a:ext cx="209550" cy="157163"/>
              <a:chOff x="6669881" y="4393406"/>
              <a:chExt cx="209550" cy="157163"/>
            </a:xfrm>
          </p:grpSpPr>
          <p:sp>
            <p:nvSpPr>
              <p:cNvPr id="140" name="Rectangle 139">
                <a:extLst>
                  <a:ext uri="{FF2B5EF4-FFF2-40B4-BE49-F238E27FC236}">
                    <a16:creationId xmlns:a16="http://schemas.microsoft.com/office/drawing/2014/main" id="{DD70F45A-B348-FB06-D112-66AE8AA87253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141" name="Freeform: Shape 140">
                <a:extLst>
                  <a:ext uri="{FF2B5EF4-FFF2-40B4-BE49-F238E27FC236}">
                    <a16:creationId xmlns:a16="http://schemas.microsoft.com/office/drawing/2014/main" id="{885886D4-CFAD-7A2F-D413-59F49C5C3853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05" name="Group 104">
              <a:extLst>
                <a:ext uri="{FF2B5EF4-FFF2-40B4-BE49-F238E27FC236}">
                  <a16:creationId xmlns:a16="http://schemas.microsoft.com/office/drawing/2014/main" id="{95735DF1-70D4-D8F2-F866-B15B98BBB61A}"/>
                </a:ext>
              </a:extLst>
            </p:cNvPr>
            <p:cNvGrpSpPr/>
            <p:nvPr/>
          </p:nvGrpSpPr>
          <p:grpSpPr>
            <a:xfrm>
              <a:off x="2333205" y="4520758"/>
              <a:ext cx="209550" cy="157163"/>
              <a:chOff x="6669881" y="4393406"/>
              <a:chExt cx="209550" cy="157163"/>
            </a:xfrm>
          </p:grpSpPr>
          <p:sp>
            <p:nvSpPr>
              <p:cNvPr id="138" name="Rectangle 137">
                <a:extLst>
                  <a:ext uri="{FF2B5EF4-FFF2-40B4-BE49-F238E27FC236}">
                    <a16:creationId xmlns:a16="http://schemas.microsoft.com/office/drawing/2014/main" id="{0BD8933C-1612-9345-2BBD-E33B3CBD68B9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139" name="Freeform: Shape 138">
                <a:extLst>
                  <a:ext uri="{FF2B5EF4-FFF2-40B4-BE49-F238E27FC236}">
                    <a16:creationId xmlns:a16="http://schemas.microsoft.com/office/drawing/2014/main" id="{FA9EAFF9-2D42-AB94-5708-D6A0CFAFC0C2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06" name="Group 105">
              <a:extLst>
                <a:ext uri="{FF2B5EF4-FFF2-40B4-BE49-F238E27FC236}">
                  <a16:creationId xmlns:a16="http://schemas.microsoft.com/office/drawing/2014/main" id="{EE12261A-E4D4-C2F1-84EF-6EE6675FB544}"/>
                </a:ext>
              </a:extLst>
            </p:cNvPr>
            <p:cNvGrpSpPr/>
            <p:nvPr/>
          </p:nvGrpSpPr>
          <p:grpSpPr>
            <a:xfrm>
              <a:off x="2848977" y="4506471"/>
              <a:ext cx="209550" cy="157163"/>
              <a:chOff x="6669881" y="4393406"/>
              <a:chExt cx="209550" cy="157163"/>
            </a:xfrm>
          </p:grpSpPr>
          <p:sp>
            <p:nvSpPr>
              <p:cNvPr id="136" name="Rectangle 135">
                <a:extLst>
                  <a:ext uri="{FF2B5EF4-FFF2-40B4-BE49-F238E27FC236}">
                    <a16:creationId xmlns:a16="http://schemas.microsoft.com/office/drawing/2014/main" id="{5EF7F0D2-0500-61D6-88FD-86E19141A648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137" name="Freeform: Shape 136">
                <a:extLst>
                  <a:ext uri="{FF2B5EF4-FFF2-40B4-BE49-F238E27FC236}">
                    <a16:creationId xmlns:a16="http://schemas.microsoft.com/office/drawing/2014/main" id="{06DC460B-493E-D95F-D808-77B9AFC02034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07" name="Group 106">
              <a:extLst>
                <a:ext uri="{FF2B5EF4-FFF2-40B4-BE49-F238E27FC236}">
                  <a16:creationId xmlns:a16="http://schemas.microsoft.com/office/drawing/2014/main" id="{FEA4083B-14B5-92E1-51D9-BBA364D0CE80}"/>
                </a:ext>
              </a:extLst>
            </p:cNvPr>
            <p:cNvGrpSpPr/>
            <p:nvPr/>
          </p:nvGrpSpPr>
          <p:grpSpPr>
            <a:xfrm>
              <a:off x="3359757" y="4500001"/>
              <a:ext cx="209550" cy="157163"/>
              <a:chOff x="6669881" y="4393406"/>
              <a:chExt cx="209550" cy="157163"/>
            </a:xfrm>
          </p:grpSpPr>
          <p:sp>
            <p:nvSpPr>
              <p:cNvPr id="134" name="Rectangle 133">
                <a:extLst>
                  <a:ext uri="{FF2B5EF4-FFF2-40B4-BE49-F238E27FC236}">
                    <a16:creationId xmlns:a16="http://schemas.microsoft.com/office/drawing/2014/main" id="{30B87224-9AAA-008B-0E85-27F7FC41384B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135" name="Freeform: Shape 134">
                <a:extLst>
                  <a:ext uri="{FF2B5EF4-FFF2-40B4-BE49-F238E27FC236}">
                    <a16:creationId xmlns:a16="http://schemas.microsoft.com/office/drawing/2014/main" id="{33ED2F8A-3765-3988-5D04-CAC2D215CBD2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08" name="Group 107">
              <a:extLst>
                <a:ext uri="{FF2B5EF4-FFF2-40B4-BE49-F238E27FC236}">
                  <a16:creationId xmlns:a16="http://schemas.microsoft.com/office/drawing/2014/main" id="{ED57F547-1465-604C-DDEA-C1A7FDD9C074}"/>
                </a:ext>
              </a:extLst>
            </p:cNvPr>
            <p:cNvGrpSpPr/>
            <p:nvPr/>
          </p:nvGrpSpPr>
          <p:grpSpPr>
            <a:xfrm>
              <a:off x="3828863" y="4505748"/>
              <a:ext cx="209550" cy="157163"/>
              <a:chOff x="6669881" y="4393406"/>
              <a:chExt cx="209550" cy="157163"/>
            </a:xfrm>
          </p:grpSpPr>
          <p:sp>
            <p:nvSpPr>
              <p:cNvPr id="132" name="Rectangle 131">
                <a:extLst>
                  <a:ext uri="{FF2B5EF4-FFF2-40B4-BE49-F238E27FC236}">
                    <a16:creationId xmlns:a16="http://schemas.microsoft.com/office/drawing/2014/main" id="{BC199D3D-99F5-8BAC-8B92-CCDBF847D6C4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133" name="Freeform: Shape 132">
                <a:extLst>
                  <a:ext uri="{FF2B5EF4-FFF2-40B4-BE49-F238E27FC236}">
                    <a16:creationId xmlns:a16="http://schemas.microsoft.com/office/drawing/2014/main" id="{D03153DE-1AC7-0049-A7C4-DF6D1B80B2B9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09" name="Group 108">
              <a:extLst>
                <a:ext uri="{FF2B5EF4-FFF2-40B4-BE49-F238E27FC236}">
                  <a16:creationId xmlns:a16="http://schemas.microsoft.com/office/drawing/2014/main" id="{CF68E1AB-6024-A969-17CF-2CD804ABD4CF}"/>
                </a:ext>
              </a:extLst>
            </p:cNvPr>
            <p:cNvGrpSpPr/>
            <p:nvPr/>
          </p:nvGrpSpPr>
          <p:grpSpPr>
            <a:xfrm>
              <a:off x="4271771" y="4495238"/>
              <a:ext cx="209550" cy="157163"/>
              <a:chOff x="6669881" y="4393406"/>
              <a:chExt cx="209550" cy="157163"/>
            </a:xfrm>
          </p:grpSpPr>
          <p:sp>
            <p:nvSpPr>
              <p:cNvPr id="130" name="Rectangle 129">
                <a:extLst>
                  <a:ext uri="{FF2B5EF4-FFF2-40B4-BE49-F238E27FC236}">
                    <a16:creationId xmlns:a16="http://schemas.microsoft.com/office/drawing/2014/main" id="{565684F6-808B-FBCC-9550-F9D4AA6976B9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131" name="Freeform: Shape 130">
                <a:extLst>
                  <a:ext uri="{FF2B5EF4-FFF2-40B4-BE49-F238E27FC236}">
                    <a16:creationId xmlns:a16="http://schemas.microsoft.com/office/drawing/2014/main" id="{346592D5-BDFA-1E78-7F23-EBB5D7742683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cxnSp>
          <p:nvCxnSpPr>
            <p:cNvPr id="110" name="Straight Connector 109">
              <a:extLst>
                <a:ext uri="{FF2B5EF4-FFF2-40B4-BE49-F238E27FC236}">
                  <a16:creationId xmlns:a16="http://schemas.microsoft.com/office/drawing/2014/main" id="{7196AA1D-88DA-3C48-269A-9507E951E84D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908657" y="5300061"/>
              <a:ext cx="1003434" cy="1889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1" name="TextBox 110">
              <a:extLst>
                <a:ext uri="{FF2B5EF4-FFF2-40B4-BE49-F238E27FC236}">
                  <a16:creationId xmlns:a16="http://schemas.microsoft.com/office/drawing/2014/main" id="{1001935F-8AD7-5B76-B4FF-07722473CBF9}"/>
                </a:ext>
              </a:extLst>
            </p:cNvPr>
            <p:cNvSpPr txBox="1"/>
            <p:nvPr/>
          </p:nvSpPr>
          <p:spPr>
            <a:xfrm rot="5400000">
              <a:off x="2135199" y="5589007"/>
              <a:ext cx="796202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GND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112" name="Straight Connector 111">
              <a:extLst>
                <a:ext uri="{FF2B5EF4-FFF2-40B4-BE49-F238E27FC236}">
                  <a16:creationId xmlns:a16="http://schemas.microsoft.com/office/drawing/2014/main" id="{FA2D4D97-DF71-8CB5-5C03-C379B2390FDC}"/>
                </a:ext>
              </a:extLst>
            </p:cNvPr>
            <p:cNvCxnSpPr>
              <a:cxnSpLocks/>
            </p:cNvCxnSpPr>
            <p:nvPr/>
          </p:nvCxnSpPr>
          <p:spPr>
            <a:xfrm>
              <a:off x="4334743" y="2222017"/>
              <a:ext cx="27524" cy="1673166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C850E9B3-A66E-9341-3858-CE033CE49C4F}"/>
                </a:ext>
              </a:extLst>
            </p:cNvPr>
            <p:cNvSpPr txBox="1"/>
            <p:nvPr/>
          </p:nvSpPr>
          <p:spPr>
            <a:xfrm rot="5400000">
              <a:off x="4125363" y="2102273"/>
              <a:ext cx="760164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3.3V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114" name="Straight Connector 113">
              <a:extLst>
                <a:ext uri="{FF2B5EF4-FFF2-40B4-BE49-F238E27FC236}">
                  <a16:creationId xmlns:a16="http://schemas.microsoft.com/office/drawing/2014/main" id="{705790AD-8480-F50C-8314-7705E82E54FB}"/>
                </a:ext>
              </a:extLst>
            </p:cNvPr>
            <p:cNvCxnSpPr>
              <a:cxnSpLocks/>
            </p:cNvCxnSpPr>
            <p:nvPr/>
          </p:nvCxnSpPr>
          <p:spPr>
            <a:xfrm>
              <a:off x="2399207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5" name="TextBox 114">
              <a:extLst>
                <a:ext uri="{FF2B5EF4-FFF2-40B4-BE49-F238E27FC236}">
                  <a16:creationId xmlns:a16="http://schemas.microsoft.com/office/drawing/2014/main" id="{EF6BA5F5-B813-44EF-45B0-308EC8B7F8E6}"/>
                </a:ext>
              </a:extLst>
            </p:cNvPr>
            <p:cNvSpPr txBox="1"/>
            <p:nvPr/>
          </p:nvSpPr>
          <p:spPr>
            <a:xfrm rot="5400000">
              <a:off x="2137200" y="2092261"/>
              <a:ext cx="754619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pin0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116" name="Straight Connector 115">
              <a:extLst>
                <a:ext uri="{FF2B5EF4-FFF2-40B4-BE49-F238E27FC236}">
                  <a16:creationId xmlns:a16="http://schemas.microsoft.com/office/drawing/2014/main" id="{EF889446-D425-2CF3-31FC-96094AB7752C}"/>
                </a:ext>
              </a:extLst>
            </p:cNvPr>
            <p:cNvCxnSpPr>
              <a:cxnSpLocks/>
            </p:cNvCxnSpPr>
            <p:nvPr/>
          </p:nvCxnSpPr>
          <p:spPr>
            <a:xfrm>
              <a:off x="2934442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7" name="TextBox 116">
              <a:extLst>
                <a:ext uri="{FF2B5EF4-FFF2-40B4-BE49-F238E27FC236}">
                  <a16:creationId xmlns:a16="http://schemas.microsoft.com/office/drawing/2014/main" id="{3110599B-7F9C-0507-70DE-704C515963F0}"/>
                </a:ext>
              </a:extLst>
            </p:cNvPr>
            <p:cNvSpPr txBox="1"/>
            <p:nvPr/>
          </p:nvSpPr>
          <p:spPr>
            <a:xfrm rot="5400000">
              <a:off x="2739117" y="2092261"/>
              <a:ext cx="754619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pin2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118" name="Straight Connector 117">
              <a:extLst>
                <a:ext uri="{FF2B5EF4-FFF2-40B4-BE49-F238E27FC236}">
                  <a16:creationId xmlns:a16="http://schemas.microsoft.com/office/drawing/2014/main" id="{9E634F26-57BB-BA90-E2FD-D962B5E0206B}"/>
                </a:ext>
              </a:extLst>
            </p:cNvPr>
            <p:cNvCxnSpPr>
              <a:cxnSpLocks/>
            </p:cNvCxnSpPr>
            <p:nvPr/>
          </p:nvCxnSpPr>
          <p:spPr>
            <a:xfrm>
              <a:off x="3453714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9" name="TextBox 118">
              <a:extLst>
                <a:ext uri="{FF2B5EF4-FFF2-40B4-BE49-F238E27FC236}">
                  <a16:creationId xmlns:a16="http://schemas.microsoft.com/office/drawing/2014/main" id="{18649E4E-89BA-62D8-27E0-CF642570EE98}"/>
                </a:ext>
              </a:extLst>
            </p:cNvPr>
            <p:cNvSpPr txBox="1"/>
            <p:nvPr/>
          </p:nvSpPr>
          <p:spPr>
            <a:xfrm rot="5400000">
              <a:off x="3188866" y="2092261"/>
              <a:ext cx="754619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pin4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120" name="Straight Connector 119">
              <a:extLst>
                <a:ext uri="{FF2B5EF4-FFF2-40B4-BE49-F238E27FC236}">
                  <a16:creationId xmlns:a16="http://schemas.microsoft.com/office/drawing/2014/main" id="{B1F8AC65-6D40-6F00-A6D2-39DB0034F4B5}"/>
                </a:ext>
              </a:extLst>
            </p:cNvPr>
            <p:cNvCxnSpPr>
              <a:cxnSpLocks/>
            </p:cNvCxnSpPr>
            <p:nvPr/>
          </p:nvCxnSpPr>
          <p:spPr>
            <a:xfrm>
              <a:off x="3907991" y="2335991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1" name="TextBox 120">
              <a:extLst>
                <a:ext uri="{FF2B5EF4-FFF2-40B4-BE49-F238E27FC236}">
                  <a16:creationId xmlns:a16="http://schemas.microsoft.com/office/drawing/2014/main" id="{97C0A108-C0A1-D1EA-DFB2-BCB5E01B55CA}"/>
                </a:ext>
              </a:extLst>
            </p:cNvPr>
            <p:cNvSpPr txBox="1"/>
            <p:nvPr/>
          </p:nvSpPr>
          <p:spPr>
            <a:xfrm rot="5400000">
              <a:off x="3639983" y="2092259"/>
              <a:ext cx="754619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pin6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122" name="Straight Connector 121">
              <a:extLst>
                <a:ext uri="{FF2B5EF4-FFF2-40B4-BE49-F238E27FC236}">
                  <a16:creationId xmlns:a16="http://schemas.microsoft.com/office/drawing/2014/main" id="{6BB069BD-C16B-86AA-C5A9-4009B6734C50}"/>
                </a:ext>
              </a:extLst>
            </p:cNvPr>
            <p:cNvCxnSpPr>
              <a:cxnSpLocks/>
            </p:cNvCxnSpPr>
            <p:nvPr/>
          </p:nvCxnSpPr>
          <p:spPr>
            <a:xfrm>
              <a:off x="2920379" y="4745914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3" name="TextBox 122">
              <a:extLst>
                <a:ext uri="{FF2B5EF4-FFF2-40B4-BE49-F238E27FC236}">
                  <a16:creationId xmlns:a16="http://schemas.microsoft.com/office/drawing/2014/main" id="{50787CE0-CC9E-C404-8E4E-5619F307AC86}"/>
                </a:ext>
              </a:extLst>
            </p:cNvPr>
            <p:cNvSpPr txBox="1"/>
            <p:nvPr/>
          </p:nvSpPr>
          <p:spPr>
            <a:xfrm rot="5400000">
              <a:off x="2659462" y="5620489"/>
              <a:ext cx="754619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pin1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124" name="Straight Connector 123">
              <a:extLst>
                <a:ext uri="{FF2B5EF4-FFF2-40B4-BE49-F238E27FC236}">
                  <a16:creationId xmlns:a16="http://schemas.microsoft.com/office/drawing/2014/main" id="{C65BD292-2C53-1E3E-878B-323E05EBE741}"/>
                </a:ext>
              </a:extLst>
            </p:cNvPr>
            <p:cNvCxnSpPr>
              <a:cxnSpLocks/>
            </p:cNvCxnSpPr>
            <p:nvPr/>
          </p:nvCxnSpPr>
          <p:spPr>
            <a:xfrm>
              <a:off x="3436440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5" name="TextBox 124">
              <a:extLst>
                <a:ext uri="{FF2B5EF4-FFF2-40B4-BE49-F238E27FC236}">
                  <a16:creationId xmlns:a16="http://schemas.microsoft.com/office/drawing/2014/main" id="{CED5CBFF-2F51-0A4A-C50B-3EF564D7C307}"/>
                </a:ext>
              </a:extLst>
            </p:cNvPr>
            <p:cNvSpPr txBox="1"/>
            <p:nvPr/>
          </p:nvSpPr>
          <p:spPr>
            <a:xfrm rot="5400000">
              <a:off x="3175523" y="5618462"/>
              <a:ext cx="754619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pin3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126" name="Straight Connector 125">
              <a:extLst>
                <a:ext uri="{FF2B5EF4-FFF2-40B4-BE49-F238E27FC236}">
                  <a16:creationId xmlns:a16="http://schemas.microsoft.com/office/drawing/2014/main" id="{71045D06-3954-E496-AC9D-2F5169785D48}"/>
                </a:ext>
              </a:extLst>
            </p:cNvPr>
            <p:cNvCxnSpPr>
              <a:cxnSpLocks/>
            </p:cNvCxnSpPr>
            <p:nvPr/>
          </p:nvCxnSpPr>
          <p:spPr>
            <a:xfrm>
              <a:off x="3918887" y="4744900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7" name="TextBox 126">
              <a:extLst>
                <a:ext uri="{FF2B5EF4-FFF2-40B4-BE49-F238E27FC236}">
                  <a16:creationId xmlns:a16="http://schemas.microsoft.com/office/drawing/2014/main" id="{781B452B-A4F0-546D-33B4-B7220F9158C6}"/>
                </a:ext>
              </a:extLst>
            </p:cNvPr>
            <p:cNvSpPr txBox="1"/>
            <p:nvPr/>
          </p:nvSpPr>
          <p:spPr>
            <a:xfrm rot="5400000">
              <a:off x="3657971" y="5619479"/>
              <a:ext cx="754619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pin5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128" name="Straight Connector 127">
              <a:extLst>
                <a:ext uri="{FF2B5EF4-FFF2-40B4-BE49-F238E27FC236}">
                  <a16:creationId xmlns:a16="http://schemas.microsoft.com/office/drawing/2014/main" id="{73EF3F24-6EF1-6967-025D-D1699EBA375F}"/>
                </a:ext>
              </a:extLst>
            </p:cNvPr>
            <p:cNvCxnSpPr>
              <a:cxnSpLocks/>
            </p:cNvCxnSpPr>
            <p:nvPr/>
          </p:nvCxnSpPr>
          <p:spPr>
            <a:xfrm>
              <a:off x="4372042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9" name="TextBox 128">
              <a:extLst>
                <a:ext uri="{FF2B5EF4-FFF2-40B4-BE49-F238E27FC236}">
                  <a16:creationId xmlns:a16="http://schemas.microsoft.com/office/drawing/2014/main" id="{2CEB2656-5DED-356B-85F8-71D94663CA7B}"/>
                </a:ext>
              </a:extLst>
            </p:cNvPr>
            <p:cNvSpPr txBox="1"/>
            <p:nvPr/>
          </p:nvSpPr>
          <p:spPr>
            <a:xfrm rot="5400000">
              <a:off x="4111125" y="5618463"/>
              <a:ext cx="754619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pin7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</p:grpSp>
      <p:sp>
        <p:nvSpPr>
          <p:cNvPr id="150" name="Freeform: Shape 149">
            <a:extLst>
              <a:ext uri="{FF2B5EF4-FFF2-40B4-BE49-F238E27FC236}">
                <a16:creationId xmlns:a16="http://schemas.microsoft.com/office/drawing/2014/main" id="{FFC5002D-6C86-B42F-F6B8-EC994C7FFE1C}"/>
              </a:ext>
            </a:extLst>
          </p:cNvPr>
          <p:cNvSpPr/>
          <p:nvPr/>
        </p:nvSpPr>
        <p:spPr>
          <a:xfrm>
            <a:off x="5000625" y="2609850"/>
            <a:ext cx="5043488" cy="2424113"/>
          </a:xfrm>
          <a:custGeom>
            <a:avLst/>
            <a:gdLst>
              <a:gd name="csX0" fmla="*/ 1304925 w 5043488"/>
              <a:gd name="csY0" fmla="*/ 2424113 h 2424113"/>
              <a:gd name="csX1" fmla="*/ 0 w 5043488"/>
              <a:gd name="csY1" fmla="*/ 2424113 h 2424113"/>
              <a:gd name="csX2" fmla="*/ 0 w 5043488"/>
              <a:gd name="csY2" fmla="*/ 0 h 2424113"/>
              <a:gd name="csX3" fmla="*/ 5043488 w 5043488"/>
              <a:gd name="csY3" fmla="*/ 0 h 2424113"/>
              <a:gd name="csX4" fmla="*/ 5043488 w 5043488"/>
              <a:gd name="csY4" fmla="*/ 1290638 h 24241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5043488" h="2424113">
                <a:moveTo>
                  <a:pt x="1304925" y="2424113"/>
                </a:moveTo>
                <a:lnTo>
                  <a:pt x="0" y="2424113"/>
                </a:lnTo>
                <a:lnTo>
                  <a:pt x="0" y="0"/>
                </a:lnTo>
                <a:lnTo>
                  <a:pt x="5043488" y="0"/>
                </a:lnTo>
                <a:lnTo>
                  <a:pt x="5043488" y="1290638"/>
                </a:lnTo>
              </a:path>
            </a:pathLst>
          </a:cu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1" name="Freeform: Shape 150">
            <a:extLst>
              <a:ext uri="{FF2B5EF4-FFF2-40B4-BE49-F238E27FC236}">
                <a16:creationId xmlns:a16="http://schemas.microsoft.com/office/drawing/2014/main" id="{4392DDB0-2B28-611E-F9B1-DCAF99B0FA16}"/>
              </a:ext>
            </a:extLst>
          </p:cNvPr>
          <p:cNvSpPr/>
          <p:nvPr/>
        </p:nvSpPr>
        <p:spPr>
          <a:xfrm>
            <a:off x="6829425" y="2671763"/>
            <a:ext cx="3139382" cy="2057400"/>
          </a:xfrm>
          <a:custGeom>
            <a:avLst/>
            <a:gdLst>
              <a:gd name="csX0" fmla="*/ 0 w 3109913"/>
              <a:gd name="csY0" fmla="*/ 2057400 h 2057400"/>
              <a:gd name="csX1" fmla="*/ 1090613 w 3109913"/>
              <a:gd name="csY1" fmla="*/ 2057400 h 2057400"/>
              <a:gd name="csX2" fmla="*/ 1090613 w 3109913"/>
              <a:gd name="csY2" fmla="*/ 0 h 2057400"/>
              <a:gd name="csX3" fmla="*/ 3109913 w 3109913"/>
              <a:gd name="csY3" fmla="*/ 0 h 2057400"/>
              <a:gd name="csX4" fmla="*/ 3109913 w 3109913"/>
              <a:gd name="csY4" fmla="*/ 1228725 h 20574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3109913" h="2057400">
                <a:moveTo>
                  <a:pt x="0" y="2057400"/>
                </a:moveTo>
                <a:lnTo>
                  <a:pt x="1090613" y="2057400"/>
                </a:lnTo>
                <a:lnTo>
                  <a:pt x="1090613" y="0"/>
                </a:lnTo>
                <a:lnTo>
                  <a:pt x="3109913" y="0"/>
                </a:lnTo>
                <a:lnTo>
                  <a:pt x="3109913" y="1228725"/>
                </a:lnTo>
              </a:path>
            </a:pathLst>
          </a:custGeom>
          <a:noFill/>
          <a:ln>
            <a:solidFill>
              <a:schemeClr val="accent6">
                <a:lumMod val="20000"/>
                <a:lumOff val="80000"/>
              </a:schemeClr>
            </a:solidFill>
          </a:ln>
          <a:effectLst>
            <a:glow rad="63500">
              <a:schemeClr val="accent6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2" name="Freeform: Shape 151">
            <a:extLst>
              <a:ext uri="{FF2B5EF4-FFF2-40B4-BE49-F238E27FC236}">
                <a16:creationId xmlns:a16="http://schemas.microsoft.com/office/drawing/2014/main" id="{2E7343FE-76DA-1948-1F3E-E39519933149}"/>
              </a:ext>
            </a:extLst>
          </p:cNvPr>
          <p:cNvSpPr/>
          <p:nvPr/>
        </p:nvSpPr>
        <p:spPr>
          <a:xfrm>
            <a:off x="5110163" y="2776538"/>
            <a:ext cx="4757737" cy="1947862"/>
          </a:xfrm>
          <a:custGeom>
            <a:avLst/>
            <a:gdLst>
              <a:gd name="csX0" fmla="*/ 1362075 w 4757737"/>
              <a:gd name="csY0" fmla="*/ 1947862 h 1947862"/>
              <a:gd name="csX1" fmla="*/ 0 w 4757737"/>
              <a:gd name="csY1" fmla="*/ 1947862 h 1947862"/>
              <a:gd name="csX2" fmla="*/ 0 w 4757737"/>
              <a:gd name="csY2" fmla="*/ 0 h 1947862"/>
              <a:gd name="csX3" fmla="*/ 4757737 w 4757737"/>
              <a:gd name="csY3" fmla="*/ 0 h 1947862"/>
              <a:gd name="csX4" fmla="*/ 4757737 w 4757737"/>
              <a:gd name="csY4" fmla="*/ 1138237 h 19478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757737" h="1947862">
                <a:moveTo>
                  <a:pt x="1362075" y="1947862"/>
                </a:moveTo>
                <a:lnTo>
                  <a:pt x="0" y="1947862"/>
                </a:lnTo>
                <a:lnTo>
                  <a:pt x="0" y="0"/>
                </a:lnTo>
                <a:lnTo>
                  <a:pt x="4757737" y="0"/>
                </a:lnTo>
                <a:lnTo>
                  <a:pt x="4757737" y="1138237"/>
                </a:lnTo>
              </a:path>
            </a:pathLst>
          </a:custGeom>
          <a:noFill/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3" name="Freeform: Shape 152">
            <a:extLst>
              <a:ext uri="{FF2B5EF4-FFF2-40B4-BE49-F238E27FC236}">
                <a16:creationId xmlns:a16="http://schemas.microsoft.com/office/drawing/2014/main" id="{E73F69C0-B541-CEA5-2E1F-BD98F7589942}"/>
              </a:ext>
            </a:extLst>
          </p:cNvPr>
          <p:cNvSpPr/>
          <p:nvPr/>
        </p:nvSpPr>
        <p:spPr>
          <a:xfrm>
            <a:off x="6810374" y="2862263"/>
            <a:ext cx="2955547" cy="1581150"/>
          </a:xfrm>
          <a:custGeom>
            <a:avLst/>
            <a:gdLst>
              <a:gd name="csX0" fmla="*/ 0 w 2857500"/>
              <a:gd name="csY0" fmla="*/ 1581150 h 1581150"/>
              <a:gd name="csX1" fmla="*/ 1209675 w 2857500"/>
              <a:gd name="csY1" fmla="*/ 1581150 h 1581150"/>
              <a:gd name="csX2" fmla="*/ 1209675 w 2857500"/>
              <a:gd name="csY2" fmla="*/ 0 h 1581150"/>
              <a:gd name="csX3" fmla="*/ 2857500 w 2857500"/>
              <a:gd name="csY3" fmla="*/ 0 h 1581150"/>
              <a:gd name="csX4" fmla="*/ 2857500 w 2857500"/>
              <a:gd name="csY4" fmla="*/ 1066800 h 1581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857500" h="1581150">
                <a:moveTo>
                  <a:pt x="0" y="1581150"/>
                </a:moveTo>
                <a:lnTo>
                  <a:pt x="1209675" y="1581150"/>
                </a:lnTo>
                <a:lnTo>
                  <a:pt x="1209675" y="0"/>
                </a:lnTo>
                <a:lnTo>
                  <a:pt x="2857500" y="0"/>
                </a:lnTo>
                <a:lnTo>
                  <a:pt x="2857500" y="1066800"/>
                </a:lnTo>
              </a:path>
            </a:pathLst>
          </a:custGeom>
          <a:noFill/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C6198EC5-E036-0644-63B6-FBF17ABF786C}"/>
              </a:ext>
            </a:extLst>
          </p:cNvPr>
          <p:cNvSpPr/>
          <p:nvPr/>
        </p:nvSpPr>
        <p:spPr>
          <a:xfrm>
            <a:off x="5786438" y="2990850"/>
            <a:ext cx="3900487" cy="938213"/>
          </a:xfrm>
          <a:custGeom>
            <a:avLst/>
            <a:gdLst>
              <a:gd name="csX0" fmla="*/ 619125 w 3900487"/>
              <a:gd name="csY0" fmla="*/ 938213 h 938213"/>
              <a:gd name="csX1" fmla="*/ 0 w 3900487"/>
              <a:gd name="csY1" fmla="*/ 938213 h 938213"/>
              <a:gd name="csX2" fmla="*/ 0 w 3900487"/>
              <a:gd name="csY2" fmla="*/ 0 h 938213"/>
              <a:gd name="csX3" fmla="*/ 3900487 w 3900487"/>
              <a:gd name="csY3" fmla="*/ 0 h 938213"/>
              <a:gd name="csX4" fmla="*/ 3900487 w 3900487"/>
              <a:gd name="csY4" fmla="*/ 933450 h 9382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3900487" h="938213">
                <a:moveTo>
                  <a:pt x="619125" y="938213"/>
                </a:moveTo>
                <a:lnTo>
                  <a:pt x="0" y="938213"/>
                </a:lnTo>
                <a:lnTo>
                  <a:pt x="0" y="0"/>
                </a:lnTo>
                <a:lnTo>
                  <a:pt x="3900487" y="0"/>
                </a:lnTo>
                <a:lnTo>
                  <a:pt x="3900487" y="933450"/>
                </a:lnTo>
              </a:path>
            </a:pathLst>
          </a:custGeom>
          <a:noFill/>
          <a:ln>
            <a:solidFill>
              <a:schemeClr val="bg1"/>
            </a:solidFill>
          </a:ln>
          <a:effectLst>
            <a:glow rad="63500">
              <a:srgbClr val="FFFF00">
                <a:alpha val="4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58987504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275164-F8E7-F474-86A9-033F893BA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89A9FC-97ED-4AA1-FB54-F5B32FCFB6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dirty="0" err="1"/>
              <a:t>Keypad</a:t>
            </a:r>
            <a:endParaRPr lang="LID4096" dirty="0"/>
          </a:p>
        </p:txBody>
      </p:sp>
      <p:sp>
        <p:nvSpPr>
          <p:cNvPr id="155" name="Content Placeholder 154">
            <a:extLst>
              <a:ext uri="{FF2B5EF4-FFF2-40B4-BE49-F238E27FC236}">
                <a16:creationId xmlns:a16="http://schemas.microsoft.com/office/drawing/2014/main" id="{549A1156-5319-5F06-08B1-D0653CD4A7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LID4096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6855405-FEB7-3BB3-4776-C7BCC5AA30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690688"/>
            <a:ext cx="4746017" cy="5167312"/>
          </a:xfrm>
          <a:prstGeom prst="rect">
            <a:avLst/>
          </a:prstGeom>
        </p:spPr>
      </p:pic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D5A8CEA2-0B78-D165-D42C-6E93ACEE29FE}"/>
              </a:ext>
            </a:extLst>
          </p:cNvPr>
          <p:cNvSpPr/>
          <p:nvPr/>
        </p:nvSpPr>
        <p:spPr>
          <a:xfrm>
            <a:off x="8625019" y="3694696"/>
            <a:ext cx="2076275" cy="2122414"/>
          </a:xfrm>
          <a:prstGeom prst="roundRect">
            <a:avLst>
              <a:gd name="adj" fmla="val 10606"/>
            </a:avLst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53868C9F-5F3A-957B-9012-75264229C8FE}"/>
              </a:ext>
            </a:extLst>
          </p:cNvPr>
          <p:cNvSpPr/>
          <p:nvPr/>
        </p:nvSpPr>
        <p:spPr>
          <a:xfrm>
            <a:off x="8864105" y="3958949"/>
            <a:ext cx="1371600" cy="1514213"/>
          </a:xfrm>
          <a:custGeom>
            <a:avLst/>
            <a:gdLst>
              <a:gd name="connsiteX0" fmla="*/ 541090 w 1371600"/>
              <a:gd name="connsiteY0" fmla="*/ 0 h 1514213"/>
              <a:gd name="connsiteX1" fmla="*/ 541090 w 1371600"/>
              <a:gd name="connsiteY1" fmla="*/ 130029 h 1514213"/>
              <a:gd name="connsiteX2" fmla="*/ 0 w 1371600"/>
              <a:gd name="connsiteY2" fmla="*/ 130029 h 1514213"/>
              <a:gd name="connsiteX3" fmla="*/ 0 w 1371600"/>
              <a:gd name="connsiteY3" fmla="*/ 1497435 h 1514213"/>
              <a:gd name="connsiteX4" fmla="*/ 1371600 w 1371600"/>
              <a:gd name="connsiteY4" fmla="*/ 1514213 h 15142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71600" h="1514213">
                <a:moveTo>
                  <a:pt x="541090" y="0"/>
                </a:moveTo>
                <a:lnTo>
                  <a:pt x="541090" y="130029"/>
                </a:lnTo>
                <a:lnTo>
                  <a:pt x="0" y="130029"/>
                </a:lnTo>
                <a:lnTo>
                  <a:pt x="0" y="1497435"/>
                </a:lnTo>
                <a:lnTo>
                  <a:pt x="1371600" y="1514213"/>
                </a:lnTo>
              </a:path>
            </a:pathLst>
          </a:custGeom>
          <a:noFill/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5D3A6171-46CB-0D6F-32C6-00D43CE8DF33}"/>
              </a:ext>
            </a:extLst>
          </p:cNvPr>
          <p:cNvSpPr/>
          <p:nvPr/>
        </p:nvSpPr>
        <p:spPr>
          <a:xfrm>
            <a:off x="8939606" y="3963143"/>
            <a:ext cx="1287710" cy="1170264"/>
          </a:xfrm>
          <a:custGeom>
            <a:avLst/>
            <a:gdLst>
              <a:gd name="connsiteX0" fmla="*/ 545284 w 1287710"/>
              <a:gd name="connsiteY0" fmla="*/ 0 h 1170264"/>
              <a:gd name="connsiteX1" fmla="*/ 541090 w 1287710"/>
              <a:gd name="connsiteY1" fmla="*/ 171975 h 1170264"/>
              <a:gd name="connsiteX2" fmla="*/ 0 w 1287710"/>
              <a:gd name="connsiteY2" fmla="*/ 176169 h 1170264"/>
              <a:gd name="connsiteX3" fmla="*/ 0 w 1287710"/>
              <a:gd name="connsiteY3" fmla="*/ 1166070 h 1170264"/>
              <a:gd name="connsiteX4" fmla="*/ 1287710 w 1287710"/>
              <a:gd name="connsiteY4" fmla="*/ 1170264 h 11702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87710" h="1170264">
                <a:moveTo>
                  <a:pt x="545284" y="0"/>
                </a:moveTo>
                <a:lnTo>
                  <a:pt x="541090" y="171975"/>
                </a:lnTo>
                <a:lnTo>
                  <a:pt x="0" y="176169"/>
                </a:lnTo>
                <a:lnTo>
                  <a:pt x="0" y="1166070"/>
                </a:lnTo>
                <a:lnTo>
                  <a:pt x="1287710" y="1170264"/>
                </a:lnTo>
              </a:path>
            </a:pathLst>
          </a:custGeom>
          <a:noFill/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9FCDC1C6-1DD5-D3A2-2CD0-B6055EBD4AAB}"/>
              </a:ext>
            </a:extLst>
          </p:cNvPr>
          <p:cNvSpPr/>
          <p:nvPr/>
        </p:nvSpPr>
        <p:spPr>
          <a:xfrm>
            <a:off x="9002523" y="3963143"/>
            <a:ext cx="1224793" cy="855677"/>
          </a:xfrm>
          <a:custGeom>
            <a:avLst/>
            <a:gdLst>
              <a:gd name="connsiteX0" fmla="*/ 587230 w 1224793"/>
              <a:gd name="connsiteY0" fmla="*/ 0 h 855677"/>
              <a:gd name="connsiteX1" fmla="*/ 591424 w 1224793"/>
              <a:gd name="connsiteY1" fmla="*/ 205531 h 855677"/>
              <a:gd name="connsiteX2" fmla="*/ 0 w 1224793"/>
              <a:gd name="connsiteY2" fmla="*/ 209725 h 855677"/>
              <a:gd name="connsiteX3" fmla="*/ 0 w 1224793"/>
              <a:gd name="connsiteY3" fmla="*/ 855677 h 855677"/>
              <a:gd name="connsiteX4" fmla="*/ 1224793 w 1224793"/>
              <a:gd name="connsiteY4" fmla="*/ 855677 h 8556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24793" h="855677">
                <a:moveTo>
                  <a:pt x="587230" y="0"/>
                </a:moveTo>
                <a:lnTo>
                  <a:pt x="591424" y="205531"/>
                </a:lnTo>
                <a:lnTo>
                  <a:pt x="0" y="209725"/>
                </a:lnTo>
                <a:lnTo>
                  <a:pt x="0" y="855677"/>
                </a:lnTo>
                <a:lnTo>
                  <a:pt x="1224793" y="855677"/>
                </a:lnTo>
              </a:path>
            </a:pathLst>
          </a:custGeom>
          <a:noFill/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D231AE80-E887-50C3-0CD0-1423C816FEF4}"/>
              </a:ext>
            </a:extLst>
          </p:cNvPr>
          <p:cNvSpPr/>
          <p:nvPr/>
        </p:nvSpPr>
        <p:spPr>
          <a:xfrm>
            <a:off x="9073830" y="3963143"/>
            <a:ext cx="1145097" cy="545285"/>
          </a:xfrm>
          <a:custGeom>
            <a:avLst/>
            <a:gdLst>
              <a:gd name="connsiteX0" fmla="*/ 604007 w 1145097"/>
              <a:gd name="connsiteY0" fmla="*/ 0 h 545285"/>
              <a:gd name="connsiteX1" fmla="*/ 608201 w 1145097"/>
              <a:gd name="connsiteY1" fmla="*/ 239087 h 545285"/>
              <a:gd name="connsiteX2" fmla="*/ 0 w 1145097"/>
              <a:gd name="connsiteY2" fmla="*/ 239087 h 545285"/>
              <a:gd name="connsiteX3" fmla="*/ 0 w 1145097"/>
              <a:gd name="connsiteY3" fmla="*/ 536896 h 545285"/>
              <a:gd name="connsiteX4" fmla="*/ 1145097 w 1145097"/>
              <a:gd name="connsiteY4" fmla="*/ 545285 h 5452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45097" h="545285">
                <a:moveTo>
                  <a:pt x="604007" y="0"/>
                </a:moveTo>
                <a:lnTo>
                  <a:pt x="608201" y="239087"/>
                </a:lnTo>
                <a:lnTo>
                  <a:pt x="0" y="239087"/>
                </a:lnTo>
                <a:lnTo>
                  <a:pt x="0" y="536896"/>
                </a:lnTo>
                <a:lnTo>
                  <a:pt x="1145097" y="545285"/>
                </a:lnTo>
              </a:path>
            </a:pathLst>
          </a:custGeom>
          <a:noFill/>
          <a:ln>
            <a:solidFill>
              <a:schemeClr val="bg1"/>
            </a:solidFill>
          </a:ln>
          <a:effectLst>
            <a:glow rad="63500">
              <a:srgbClr val="FFFF00">
                <a:alpha val="4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D9DDFD0C-94D6-0848-150D-D5C54451317E}"/>
              </a:ext>
            </a:extLst>
          </p:cNvPr>
          <p:cNvSpPr/>
          <p:nvPr/>
        </p:nvSpPr>
        <p:spPr>
          <a:xfrm>
            <a:off x="9862395" y="3963143"/>
            <a:ext cx="29361" cy="1598103"/>
          </a:xfrm>
          <a:custGeom>
            <a:avLst/>
            <a:gdLst>
              <a:gd name="connsiteX0" fmla="*/ 0 w 29361"/>
              <a:gd name="connsiteY0" fmla="*/ 0 h 1598103"/>
              <a:gd name="connsiteX1" fmla="*/ 29361 w 29361"/>
              <a:gd name="connsiteY1" fmla="*/ 1598103 h 15981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9361" h="1598103">
                <a:moveTo>
                  <a:pt x="0" y="0"/>
                </a:moveTo>
                <a:lnTo>
                  <a:pt x="29361" y="1598103"/>
                </a:lnTo>
              </a:path>
            </a:pathLst>
          </a:custGeom>
          <a:noFill/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C470E443-CA9D-FFB7-4110-7EF5A9C0B7DD}"/>
              </a:ext>
            </a:extLst>
          </p:cNvPr>
          <p:cNvSpPr/>
          <p:nvPr/>
        </p:nvSpPr>
        <p:spPr>
          <a:xfrm>
            <a:off x="9765921" y="3950560"/>
            <a:ext cx="453006" cy="1564547"/>
          </a:xfrm>
          <a:custGeom>
            <a:avLst/>
            <a:gdLst>
              <a:gd name="connsiteX0" fmla="*/ 0 w 453006"/>
              <a:gd name="connsiteY0" fmla="*/ 0 h 1564547"/>
              <a:gd name="connsiteX1" fmla="*/ 0 w 453006"/>
              <a:gd name="connsiteY1" fmla="*/ 167780 h 1564547"/>
              <a:gd name="connsiteX2" fmla="*/ 427839 w 453006"/>
              <a:gd name="connsiteY2" fmla="*/ 306198 h 1564547"/>
              <a:gd name="connsiteX3" fmla="*/ 453006 w 453006"/>
              <a:gd name="connsiteY3" fmla="*/ 1564547 h 15645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53006" h="1564547">
                <a:moveTo>
                  <a:pt x="0" y="0"/>
                </a:moveTo>
                <a:lnTo>
                  <a:pt x="0" y="167780"/>
                </a:lnTo>
                <a:lnTo>
                  <a:pt x="427839" y="306198"/>
                </a:lnTo>
                <a:lnTo>
                  <a:pt x="453006" y="1564547"/>
                </a:lnTo>
              </a:path>
            </a:pathLst>
          </a:custGeom>
          <a:noFill/>
          <a:ln>
            <a:solidFill>
              <a:schemeClr val="accent4">
                <a:lumMod val="20000"/>
                <a:lumOff val="80000"/>
              </a:schemeClr>
            </a:solidFill>
          </a:ln>
          <a:effectLst>
            <a:glow rad="635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27C04ED7-664C-804C-18CF-29AC50DFB018}"/>
              </a:ext>
            </a:extLst>
          </p:cNvPr>
          <p:cNvSpPr/>
          <p:nvPr/>
        </p:nvSpPr>
        <p:spPr>
          <a:xfrm>
            <a:off x="9577131" y="3955595"/>
            <a:ext cx="377928" cy="1505824"/>
          </a:xfrm>
          <a:custGeom>
            <a:avLst/>
            <a:gdLst>
              <a:gd name="connsiteX0" fmla="*/ 788566 w 788566"/>
              <a:gd name="connsiteY0" fmla="*/ 0 h 1505824"/>
              <a:gd name="connsiteX1" fmla="*/ 788566 w 788566"/>
              <a:gd name="connsiteY1" fmla="*/ 322976 h 1505824"/>
              <a:gd name="connsiteX2" fmla="*/ 4195 w 788566"/>
              <a:gd name="connsiteY2" fmla="*/ 322976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88566 w 788566"/>
              <a:gd name="connsiteY1" fmla="*/ 322976 h 1505824"/>
              <a:gd name="connsiteX2" fmla="*/ 4195 w 788566"/>
              <a:gd name="connsiteY2" fmla="*/ 222308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70865 w 788566"/>
              <a:gd name="connsiteY1" fmla="*/ 230698 h 1505824"/>
              <a:gd name="connsiteX2" fmla="*/ 4195 w 788566"/>
              <a:gd name="connsiteY2" fmla="*/ 222308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70865 w 788566"/>
              <a:gd name="connsiteY1" fmla="*/ 230698 h 1505824"/>
              <a:gd name="connsiteX2" fmla="*/ 13044 w 788566"/>
              <a:gd name="connsiteY2" fmla="*/ 289419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70865 w 788566"/>
              <a:gd name="connsiteY1" fmla="*/ 285226 h 1505824"/>
              <a:gd name="connsiteX2" fmla="*/ 13044 w 788566"/>
              <a:gd name="connsiteY2" fmla="*/ 289419 h 1505824"/>
              <a:gd name="connsiteX3" fmla="*/ 0 w 788566"/>
              <a:gd name="connsiteY3" fmla="*/ 1505824 h 1505824"/>
              <a:gd name="connsiteX0" fmla="*/ 788566 w 797417"/>
              <a:gd name="connsiteY0" fmla="*/ 0 h 1505824"/>
              <a:gd name="connsiteX1" fmla="*/ 797417 w 797417"/>
              <a:gd name="connsiteY1" fmla="*/ 285226 h 1505824"/>
              <a:gd name="connsiteX2" fmla="*/ 13044 w 797417"/>
              <a:gd name="connsiteY2" fmla="*/ 289419 h 1505824"/>
              <a:gd name="connsiteX3" fmla="*/ 0 w 797417"/>
              <a:gd name="connsiteY3" fmla="*/ 1505824 h 1505824"/>
              <a:gd name="connsiteX0" fmla="*/ 788566 w 797417"/>
              <a:gd name="connsiteY0" fmla="*/ 0 h 1505824"/>
              <a:gd name="connsiteX1" fmla="*/ 797417 w 797417"/>
              <a:gd name="connsiteY1" fmla="*/ 285226 h 1505824"/>
              <a:gd name="connsiteX2" fmla="*/ 13044 w 797417"/>
              <a:gd name="connsiteY2" fmla="*/ 285225 h 1505824"/>
              <a:gd name="connsiteX3" fmla="*/ 0 w 797417"/>
              <a:gd name="connsiteY3" fmla="*/ 1505824 h 15058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97417" h="1505824">
                <a:moveTo>
                  <a:pt x="788566" y="0"/>
                </a:moveTo>
                <a:lnTo>
                  <a:pt x="797417" y="285226"/>
                </a:lnTo>
                <a:lnTo>
                  <a:pt x="13044" y="285225"/>
                </a:lnTo>
                <a:cubicBezTo>
                  <a:pt x="11646" y="679508"/>
                  <a:pt x="1398" y="1111541"/>
                  <a:pt x="0" y="1505824"/>
                </a:cubicBezTo>
              </a:path>
            </a:pathLst>
          </a:custGeom>
          <a:noFill/>
          <a:ln>
            <a:solidFill>
              <a:schemeClr val="accent6">
                <a:lumMod val="60000"/>
                <a:lumOff val="40000"/>
              </a:schemeClr>
            </a:solidFill>
          </a:ln>
          <a:effectLst>
            <a:glow rad="63500">
              <a:schemeClr val="accent6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E07A2B70-031F-8E3F-6316-4BE05F5954C5}"/>
              </a:ext>
            </a:extLst>
          </p:cNvPr>
          <p:cNvSpPr/>
          <p:nvPr/>
        </p:nvSpPr>
        <p:spPr>
          <a:xfrm>
            <a:off x="9258387" y="3958949"/>
            <a:ext cx="788566" cy="1505824"/>
          </a:xfrm>
          <a:custGeom>
            <a:avLst/>
            <a:gdLst>
              <a:gd name="connsiteX0" fmla="*/ 788566 w 788566"/>
              <a:gd name="connsiteY0" fmla="*/ 0 h 1505824"/>
              <a:gd name="connsiteX1" fmla="*/ 788566 w 788566"/>
              <a:gd name="connsiteY1" fmla="*/ 322976 h 1505824"/>
              <a:gd name="connsiteX2" fmla="*/ 4195 w 788566"/>
              <a:gd name="connsiteY2" fmla="*/ 322976 h 1505824"/>
              <a:gd name="connsiteX3" fmla="*/ 0 w 788566"/>
              <a:gd name="connsiteY3" fmla="*/ 1505824 h 15058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88566" h="1505824">
                <a:moveTo>
                  <a:pt x="788566" y="0"/>
                </a:moveTo>
                <a:lnTo>
                  <a:pt x="788566" y="322976"/>
                </a:lnTo>
                <a:lnTo>
                  <a:pt x="4195" y="322976"/>
                </a:lnTo>
                <a:cubicBezTo>
                  <a:pt x="2797" y="717259"/>
                  <a:pt x="1398" y="1111541"/>
                  <a:pt x="0" y="1505824"/>
                </a:cubicBezTo>
              </a:path>
            </a:pathLst>
          </a:custGeom>
          <a:noFill/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15F61D2D-A510-CAE9-0808-9CD1B5F0A2D3}"/>
              </a:ext>
            </a:extLst>
          </p:cNvPr>
          <p:cNvGrpSpPr/>
          <p:nvPr/>
        </p:nvGrpSpPr>
        <p:grpSpPr>
          <a:xfrm>
            <a:off x="9124170" y="4363941"/>
            <a:ext cx="255090" cy="255090"/>
            <a:chOff x="2766747" y="2052494"/>
            <a:chExt cx="255090" cy="255090"/>
          </a:xfrm>
        </p:grpSpPr>
        <p:sp>
          <p:nvSpPr>
            <p:cNvPr id="18" name="Rectangle: Rounded Corners 17">
              <a:extLst>
                <a:ext uri="{FF2B5EF4-FFF2-40B4-BE49-F238E27FC236}">
                  <a16:creationId xmlns:a16="http://schemas.microsoft.com/office/drawing/2014/main" id="{8AA57F1A-F584-345C-57D6-677C3FAFCC77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E690A3EF-CE43-33CD-D5DC-F5158424B545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1E4A3788-8B57-6B3B-E2B7-6493D2EEC1A6}"/>
              </a:ext>
            </a:extLst>
          </p:cNvPr>
          <p:cNvGrpSpPr/>
          <p:nvPr/>
        </p:nvGrpSpPr>
        <p:grpSpPr>
          <a:xfrm>
            <a:off x="9444891" y="4363941"/>
            <a:ext cx="255090" cy="255090"/>
            <a:chOff x="2766747" y="2052494"/>
            <a:chExt cx="255090" cy="255090"/>
          </a:xfrm>
        </p:grpSpPr>
        <p:sp>
          <p:nvSpPr>
            <p:cNvPr id="21" name="Rectangle: Rounded Corners 20">
              <a:extLst>
                <a:ext uri="{FF2B5EF4-FFF2-40B4-BE49-F238E27FC236}">
                  <a16:creationId xmlns:a16="http://schemas.microsoft.com/office/drawing/2014/main" id="{4C5EE795-E324-BEA2-FE4D-F5C71AF97800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34E24434-A5C6-BA15-BE1D-EE72D0F36883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BFBFAFED-A316-CDF0-9E10-0E5E299C58E5}"/>
              </a:ext>
            </a:extLst>
          </p:cNvPr>
          <p:cNvGrpSpPr/>
          <p:nvPr/>
        </p:nvGrpSpPr>
        <p:grpSpPr>
          <a:xfrm>
            <a:off x="9765612" y="4363941"/>
            <a:ext cx="255090" cy="255090"/>
            <a:chOff x="2766747" y="2052494"/>
            <a:chExt cx="255090" cy="255090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8AD69AD5-7E87-35B7-FEAC-2023D3AE1909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E12476EF-2D03-DC35-7308-0FB04F286B27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E80101E4-4DC8-5740-ECFD-900A883F1056}"/>
              </a:ext>
            </a:extLst>
          </p:cNvPr>
          <p:cNvGrpSpPr/>
          <p:nvPr/>
        </p:nvGrpSpPr>
        <p:grpSpPr>
          <a:xfrm>
            <a:off x="10086333" y="4363941"/>
            <a:ext cx="255090" cy="255090"/>
            <a:chOff x="2766747" y="2052494"/>
            <a:chExt cx="255090" cy="255090"/>
          </a:xfrm>
        </p:grpSpPr>
        <p:sp>
          <p:nvSpPr>
            <p:cNvPr id="27" name="Rectangle: Rounded Corners 26">
              <a:extLst>
                <a:ext uri="{FF2B5EF4-FFF2-40B4-BE49-F238E27FC236}">
                  <a16:creationId xmlns:a16="http://schemas.microsoft.com/office/drawing/2014/main" id="{3029C85E-9849-CD3B-F95D-5248FBDE8DFC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460A74A-2A28-83DD-E745-97CEBE6BB095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1CB87288-98EF-0C55-A1BB-F7D2661BAE71}"/>
              </a:ext>
            </a:extLst>
          </p:cNvPr>
          <p:cNvGrpSpPr/>
          <p:nvPr/>
        </p:nvGrpSpPr>
        <p:grpSpPr>
          <a:xfrm>
            <a:off x="9124170" y="4684663"/>
            <a:ext cx="255090" cy="255090"/>
            <a:chOff x="2766747" y="2052494"/>
            <a:chExt cx="255090" cy="255090"/>
          </a:xfrm>
        </p:grpSpPr>
        <p:sp>
          <p:nvSpPr>
            <p:cNvPr id="30" name="Rectangle: Rounded Corners 29">
              <a:extLst>
                <a:ext uri="{FF2B5EF4-FFF2-40B4-BE49-F238E27FC236}">
                  <a16:creationId xmlns:a16="http://schemas.microsoft.com/office/drawing/2014/main" id="{79C4D3F2-90B9-A5A8-1C5A-9DE0F4E3F439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FED6F7E3-B79F-A33A-6DDD-01C54AF0C055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0C252BB8-196D-35AB-F410-F3FBC8851DFD}"/>
              </a:ext>
            </a:extLst>
          </p:cNvPr>
          <p:cNvGrpSpPr/>
          <p:nvPr/>
        </p:nvGrpSpPr>
        <p:grpSpPr>
          <a:xfrm>
            <a:off x="9444891" y="4684663"/>
            <a:ext cx="255090" cy="255090"/>
            <a:chOff x="2766747" y="2052494"/>
            <a:chExt cx="255090" cy="255090"/>
          </a:xfrm>
        </p:grpSpPr>
        <p:sp>
          <p:nvSpPr>
            <p:cNvPr id="33" name="Rectangle: Rounded Corners 32">
              <a:extLst>
                <a:ext uri="{FF2B5EF4-FFF2-40B4-BE49-F238E27FC236}">
                  <a16:creationId xmlns:a16="http://schemas.microsoft.com/office/drawing/2014/main" id="{51E9E386-57C0-2467-A8F4-15CB01563AB0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34" name="Oval 33">
              <a:extLst>
                <a:ext uri="{FF2B5EF4-FFF2-40B4-BE49-F238E27FC236}">
                  <a16:creationId xmlns:a16="http://schemas.microsoft.com/office/drawing/2014/main" id="{4A6DE0B7-69DF-D112-6A8A-4745C4408DED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9669A5DD-114A-B716-2A92-612FC72ED99D}"/>
              </a:ext>
            </a:extLst>
          </p:cNvPr>
          <p:cNvGrpSpPr/>
          <p:nvPr/>
        </p:nvGrpSpPr>
        <p:grpSpPr>
          <a:xfrm>
            <a:off x="9765612" y="4684663"/>
            <a:ext cx="255090" cy="255090"/>
            <a:chOff x="2766747" y="2052494"/>
            <a:chExt cx="255090" cy="255090"/>
          </a:xfrm>
        </p:grpSpPr>
        <p:sp>
          <p:nvSpPr>
            <p:cNvPr id="36" name="Rectangle: Rounded Corners 35">
              <a:extLst>
                <a:ext uri="{FF2B5EF4-FFF2-40B4-BE49-F238E27FC236}">
                  <a16:creationId xmlns:a16="http://schemas.microsoft.com/office/drawing/2014/main" id="{874318BF-1506-4CF2-C12B-C9B6A1985BA4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86F786E4-2177-066D-EEF6-E32157851772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00BF5E2-4841-B32B-8976-F0045F3BC4E3}"/>
              </a:ext>
            </a:extLst>
          </p:cNvPr>
          <p:cNvGrpSpPr/>
          <p:nvPr/>
        </p:nvGrpSpPr>
        <p:grpSpPr>
          <a:xfrm>
            <a:off x="10086333" y="4684663"/>
            <a:ext cx="255090" cy="255090"/>
            <a:chOff x="2766747" y="2052494"/>
            <a:chExt cx="255090" cy="255090"/>
          </a:xfrm>
        </p:grpSpPr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50127488-422B-2408-C73B-2BDC7DDD2D92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0" name="Oval 39">
              <a:extLst>
                <a:ext uri="{FF2B5EF4-FFF2-40B4-BE49-F238E27FC236}">
                  <a16:creationId xmlns:a16="http://schemas.microsoft.com/office/drawing/2014/main" id="{60542AE3-6295-14A3-0886-809BD77CD79F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16BA4AB6-A097-FE1B-7EE3-0172B8DB0D28}"/>
              </a:ext>
            </a:extLst>
          </p:cNvPr>
          <p:cNvGrpSpPr/>
          <p:nvPr/>
        </p:nvGrpSpPr>
        <p:grpSpPr>
          <a:xfrm>
            <a:off x="9124170" y="5005385"/>
            <a:ext cx="255090" cy="255090"/>
            <a:chOff x="2766747" y="2052494"/>
            <a:chExt cx="255090" cy="255090"/>
          </a:xfrm>
        </p:grpSpPr>
        <p:sp>
          <p:nvSpPr>
            <p:cNvPr id="42" name="Rectangle: Rounded Corners 41">
              <a:extLst>
                <a:ext uri="{FF2B5EF4-FFF2-40B4-BE49-F238E27FC236}">
                  <a16:creationId xmlns:a16="http://schemas.microsoft.com/office/drawing/2014/main" id="{F0A0B0E7-D103-982E-67D4-136C58C36C82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3" name="Oval 42">
              <a:extLst>
                <a:ext uri="{FF2B5EF4-FFF2-40B4-BE49-F238E27FC236}">
                  <a16:creationId xmlns:a16="http://schemas.microsoft.com/office/drawing/2014/main" id="{7B215FDC-DAE7-C0FC-4E8C-D747C983D372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62F0AEE5-9FCE-DDB4-9235-A5F6765FEDEE}"/>
              </a:ext>
            </a:extLst>
          </p:cNvPr>
          <p:cNvGrpSpPr/>
          <p:nvPr/>
        </p:nvGrpSpPr>
        <p:grpSpPr>
          <a:xfrm>
            <a:off x="9444891" y="5005385"/>
            <a:ext cx="255090" cy="255090"/>
            <a:chOff x="2766747" y="2052494"/>
            <a:chExt cx="255090" cy="255090"/>
          </a:xfrm>
        </p:grpSpPr>
        <p:sp>
          <p:nvSpPr>
            <p:cNvPr id="45" name="Rectangle: Rounded Corners 44">
              <a:extLst>
                <a:ext uri="{FF2B5EF4-FFF2-40B4-BE49-F238E27FC236}">
                  <a16:creationId xmlns:a16="http://schemas.microsoft.com/office/drawing/2014/main" id="{8EB1463A-267E-1FE4-376F-6305B9D36C22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6" name="Oval 45">
              <a:extLst>
                <a:ext uri="{FF2B5EF4-FFF2-40B4-BE49-F238E27FC236}">
                  <a16:creationId xmlns:a16="http://schemas.microsoft.com/office/drawing/2014/main" id="{72E7F213-BDAD-EE3B-18E7-94D971365D12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BCE992B1-B6C5-E951-548F-B0C180AB5808}"/>
              </a:ext>
            </a:extLst>
          </p:cNvPr>
          <p:cNvGrpSpPr/>
          <p:nvPr/>
        </p:nvGrpSpPr>
        <p:grpSpPr>
          <a:xfrm>
            <a:off x="9765612" y="5005385"/>
            <a:ext cx="255090" cy="255090"/>
            <a:chOff x="2766747" y="2052494"/>
            <a:chExt cx="255090" cy="255090"/>
          </a:xfrm>
        </p:grpSpPr>
        <p:sp>
          <p:nvSpPr>
            <p:cNvPr id="48" name="Rectangle: Rounded Corners 47">
              <a:extLst>
                <a:ext uri="{FF2B5EF4-FFF2-40B4-BE49-F238E27FC236}">
                  <a16:creationId xmlns:a16="http://schemas.microsoft.com/office/drawing/2014/main" id="{0FA0FDE3-5A1A-AADA-F746-8FCB4A098A90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D78D0257-9077-A293-F076-56E80207FCAD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46BE21C9-1E87-AA65-2845-9AD2CFC28AB1}"/>
              </a:ext>
            </a:extLst>
          </p:cNvPr>
          <p:cNvGrpSpPr/>
          <p:nvPr/>
        </p:nvGrpSpPr>
        <p:grpSpPr>
          <a:xfrm>
            <a:off x="10086333" y="5005385"/>
            <a:ext cx="255090" cy="255090"/>
            <a:chOff x="2766747" y="2052494"/>
            <a:chExt cx="255090" cy="255090"/>
          </a:xfrm>
        </p:grpSpPr>
        <p:sp>
          <p:nvSpPr>
            <p:cNvPr id="51" name="Rectangle: Rounded Corners 50">
              <a:extLst>
                <a:ext uri="{FF2B5EF4-FFF2-40B4-BE49-F238E27FC236}">
                  <a16:creationId xmlns:a16="http://schemas.microsoft.com/office/drawing/2014/main" id="{5FF31C54-3FAD-69CC-3340-08706CC8C810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F1164CB2-387B-95CF-9652-48480676F1E5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E5091B5A-D8DB-1021-5A5C-ED63C70DCF07}"/>
              </a:ext>
            </a:extLst>
          </p:cNvPr>
          <p:cNvGrpSpPr/>
          <p:nvPr/>
        </p:nvGrpSpPr>
        <p:grpSpPr>
          <a:xfrm>
            <a:off x="9124170" y="5326107"/>
            <a:ext cx="255090" cy="255090"/>
            <a:chOff x="2766747" y="2052494"/>
            <a:chExt cx="255090" cy="255090"/>
          </a:xfrm>
        </p:grpSpPr>
        <p:sp>
          <p:nvSpPr>
            <p:cNvPr id="54" name="Rectangle: Rounded Corners 53">
              <a:extLst>
                <a:ext uri="{FF2B5EF4-FFF2-40B4-BE49-F238E27FC236}">
                  <a16:creationId xmlns:a16="http://schemas.microsoft.com/office/drawing/2014/main" id="{080C93F7-D39C-EF57-9B17-515FA29EE4EC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5" name="Oval 54">
              <a:extLst>
                <a:ext uri="{FF2B5EF4-FFF2-40B4-BE49-F238E27FC236}">
                  <a16:creationId xmlns:a16="http://schemas.microsoft.com/office/drawing/2014/main" id="{4AEFD551-C0AD-F2A1-EB48-F8223ED84C88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DFCF3E03-EC00-84E9-005D-EF37CA9BE0A8}"/>
              </a:ext>
            </a:extLst>
          </p:cNvPr>
          <p:cNvGrpSpPr/>
          <p:nvPr/>
        </p:nvGrpSpPr>
        <p:grpSpPr>
          <a:xfrm>
            <a:off x="9444891" y="5326107"/>
            <a:ext cx="255090" cy="255090"/>
            <a:chOff x="2766747" y="2052494"/>
            <a:chExt cx="255090" cy="255090"/>
          </a:xfrm>
        </p:grpSpPr>
        <p:sp>
          <p:nvSpPr>
            <p:cNvPr id="57" name="Rectangle: Rounded Corners 56">
              <a:extLst>
                <a:ext uri="{FF2B5EF4-FFF2-40B4-BE49-F238E27FC236}">
                  <a16:creationId xmlns:a16="http://schemas.microsoft.com/office/drawing/2014/main" id="{8398AA31-FD06-AA74-BC05-55B6AD363DB1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8" name="Oval 57">
              <a:extLst>
                <a:ext uri="{FF2B5EF4-FFF2-40B4-BE49-F238E27FC236}">
                  <a16:creationId xmlns:a16="http://schemas.microsoft.com/office/drawing/2014/main" id="{125BF5F8-D3E0-4E06-1B23-9DB41406A34C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6A2B62BF-2729-D639-6955-CB9B5CF93327}"/>
              </a:ext>
            </a:extLst>
          </p:cNvPr>
          <p:cNvGrpSpPr/>
          <p:nvPr/>
        </p:nvGrpSpPr>
        <p:grpSpPr>
          <a:xfrm>
            <a:off x="9765612" y="5326107"/>
            <a:ext cx="255090" cy="255090"/>
            <a:chOff x="2766747" y="2052494"/>
            <a:chExt cx="255090" cy="255090"/>
          </a:xfrm>
        </p:grpSpPr>
        <p:sp>
          <p:nvSpPr>
            <p:cNvPr id="60" name="Rectangle: Rounded Corners 59">
              <a:extLst>
                <a:ext uri="{FF2B5EF4-FFF2-40B4-BE49-F238E27FC236}">
                  <a16:creationId xmlns:a16="http://schemas.microsoft.com/office/drawing/2014/main" id="{3BC6B990-571D-D5E8-2EDA-B54FE32E6FAE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1" name="Oval 60">
              <a:extLst>
                <a:ext uri="{FF2B5EF4-FFF2-40B4-BE49-F238E27FC236}">
                  <a16:creationId xmlns:a16="http://schemas.microsoft.com/office/drawing/2014/main" id="{2CC8A008-2FB4-5E04-1A3B-6FD0B03C8697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55F9CF74-DDFA-787C-F1E2-5A7DE0431366}"/>
              </a:ext>
            </a:extLst>
          </p:cNvPr>
          <p:cNvGrpSpPr/>
          <p:nvPr/>
        </p:nvGrpSpPr>
        <p:grpSpPr>
          <a:xfrm>
            <a:off x="10086333" y="5326107"/>
            <a:ext cx="255090" cy="255090"/>
            <a:chOff x="2766747" y="2052494"/>
            <a:chExt cx="255090" cy="255090"/>
          </a:xfrm>
        </p:grpSpPr>
        <p:sp>
          <p:nvSpPr>
            <p:cNvPr id="63" name="Rectangle: Rounded Corners 62">
              <a:extLst>
                <a:ext uri="{FF2B5EF4-FFF2-40B4-BE49-F238E27FC236}">
                  <a16:creationId xmlns:a16="http://schemas.microsoft.com/office/drawing/2014/main" id="{33E3C040-7539-21EE-F1E8-B3B9868270EE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4" name="Oval 63">
              <a:extLst>
                <a:ext uri="{FF2B5EF4-FFF2-40B4-BE49-F238E27FC236}">
                  <a16:creationId xmlns:a16="http://schemas.microsoft.com/office/drawing/2014/main" id="{ED40A6AA-1B9F-0904-06E4-9AFFD699989C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D1CBF82E-F002-C5CD-AA48-4C1DBD4A52FB}"/>
              </a:ext>
            </a:extLst>
          </p:cNvPr>
          <p:cNvGrpSpPr/>
          <p:nvPr/>
        </p:nvGrpSpPr>
        <p:grpSpPr>
          <a:xfrm>
            <a:off x="9317030" y="3891836"/>
            <a:ext cx="815362" cy="138419"/>
            <a:chOff x="5146646" y="1950440"/>
            <a:chExt cx="815362" cy="138419"/>
          </a:xfrm>
        </p:grpSpPr>
        <p:sp>
          <p:nvSpPr>
            <p:cNvPr id="66" name="Rectangle: Rounded Corners 65">
              <a:extLst>
                <a:ext uri="{FF2B5EF4-FFF2-40B4-BE49-F238E27FC236}">
                  <a16:creationId xmlns:a16="http://schemas.microsoft.com/office/drawing/2014/main" id="{A77AD8AC-6678-1C6C-1125-C88996690EA1}"/>
                </a:ext>
              </a:extLst>
            </p:cNvPr>
            <p:cNvSpPr/>
            <p:nvPr/>
          </p:nvSpPr>
          <p:spPr>
            <a:xfrm>
              <a:off x="5146646" y="1950440"/>
              <a:ext cx="815362" cy="138419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B3D106AE-4E26-DB0B-F289-ED28AE46A3E8}"/>
                </a:ext>
              </a:extLst>
            </p:cNvPr>
            <p:cNvSpPr/>
            <p:nvPr/>
          </p:nvSpPr>
          <p:spPr>
            <a:xfrm rot="16200000">
              <a:off x="5201236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8" name="Rectangle 67">
              <a:extLst>
                <a:ext uri="{FF2B5EF4-FFF2-40B4-BE49-F238E27FC236}">
                  <a16:creationId xmlns:a16="http://schemas.microsoft.com/office/drawing/2014/main" id="{2F9312F4-D3E5-1FC9-49D0-6180F05D4180}"/>
                </a:ext>
              </a:extLst>
            </p:cNvPr>
            <p:cNvSpPr/>
            <p:nvPr/>
          </p:nvSpPr>
          <p:spPr>
            <a:xfrm rot="16200000">
              <a:off x="5294405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5C8B9066-4CB5-35D3-9BE9-5D15E4F3CC9A}"/>
                </a:ext>
              </a:extLst>
            </p:cNvPr>
            <p:cNvSpPr/>
            <p:nvPr/>
          </p:nvSpPr>
          <p:spPr>
            <a:xfrm rot="16200000">
              <a:off x="5387574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0710A709-F3F1-CCB1-9129-AD799A1E444E}"/>
                </a:ext>
              </a:extLst>
            </p:cNvPr>
            <p:cNvSpPr/>
            <p:nvPr/>
          </p:nvSpPr>
          <p:spPr>
            <a:xfrm rot="16200000">
              <a:off x="5480743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3F9AFBF2-4EAF-8D48-7DA5-74BF987EE32B}"/>
                </a:ext>
              </a:extLst>
            </p:cNvPr>
            <p:cNvSpPr/>
            <p:nvPr/>
          </p:nvSpPr>
          <p:spPr>
            <a:xfrm rot="16200000">
              <a:off x="5573912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7B51E100-8529-08FB-140A-F550E15267F4}"/>
                </a:ext>
              </a:extLst>
            </p:cNvPr>
            <p:cNvSpPr/>
            <p:nvPr/>
          </p:nvSpPr>
          <p:spPr>
            <a:xfrm rot="16200000">
              <a:off x="5667081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269834C6-31D5-B8FC-4F8E-FDF347B6A289}"/>
                </a:ext>
              </a:extLst>
            </p:cNvPr>
            <p:cNvSpPr/>
            <p:nvPr/>
          </p:nvSpPr>
          <p:spPr>
            <a:xfrm rot="16200000">
              <a:off x="5760250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4" name="Rectangle 73">
              <a:extLst>
                <a:ext uri="{FF2B5EF4-FFF2-40B4-BE49-F238E27FC236}">
                  <a16:creationId xmlns:a16="http://schemas.microsoft.com/office/drawing/2014/main" id="{D04D88F0-EC2C-93DA-A2E9-612B35DF0971}"/>
                </a:ext>
              </a:extLst>
            </p:cNvPr>
            <p:cNvSpPr/>
            <p:nvPr/>
          </p:nvSpPr>
          <p:spPr>
            <a:xfrm rot="16200000">
              <a:off x="5853419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sp>
        <p:nvSpPr>
          <p:cNvPr id="75" name="TextBox 74">
            <a:extLst>
              <a:ext uri="{FF2B5EF4-FFF2-40B4-BE49-F238E27FC236}">
                <a16:creationId xmlns:a16="http://schemas.microsoft.com/office/drawing/2014/main" id="{D951DAFE-6C0E-1609-1C04-1EAEFC5B43C2}"/>
              </a:ext>
            </a:extLst>
          </p:cNvPr>
          <p:cNvSpPr txBox="1"/>
          <p:nvPr/>
        </p:nvSpPr>
        <p:spPr>
          <a:xfrm>
            <a:off x="9069930" y="3729000"/>
            <a:ext cx="1128835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700">
                <a:solidFill>
                  <a:schemeClr val="bg1"/>
                </a:solidFill>
                <a:latin typeface="Consolas" panose="020B0609020204030204" pitchFamily="49" charset="0"/>
              </a:rPr>
              <a:t>pin 7 6 5 4 3 2 1 0</a:t>
            </a:r>
            <a:endParaRPr lang="LID4096" sz="70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45C804B3-1193-5EB4-A7B0-11E3B05CE936}"/>
              </a:ext>
            </a:extLst>
          </p:cNvPr>
          <p:cNvSpPr txBox="1"/>
          <p:nvPr/>
        </p:nvSpPr>
        <p:spPr>
          <a:xfrm>
            <a:off x="9055467" y="4496249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0</a:t>
            </a:r>
            <a:endParaRPr lang="LID4096" sz="500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656063E5-986C-87CD-EEA4-07AB89C39F7A}"/>
              </a:ext>
            </a:extLst>
          </p:cNvPr>
          <p:cNvSpPr txBox="1"/>
          <p:nvPr/>
        </p:nvSpPr>
        <p:spPr>
          <a:xfrm>
            <a:off x="9377524" y="4497315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</a:t>
            </a:r>
            <a:endParaRPr lang="LID4096" sz="500"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1CF620DE-1493-D557-B960-F5F4A57021FC}"/>
              </a:ext>
            </a:extLst>
          </p:cNvPr>
          <p:cNvSpPr txBox="1"/>
          <p:nvPr/>
        </p:nvSpPr>
        <p:spPr>
          <a:xfrm>
            <a:off x="9699581" y="4498381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2</a:t>
            </a:r>
            <a:endParaRPr lang="LID4096" sz="500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FF8B9F14-13D8-70FA-B19E-8077C023D8F6}"/>
              </a:ext>
            </a:extLst>
          </p:cNvPr>
          <p:cNvSpPr txBox="1"/>
          <p:nvPr/>
        </p:nvSpPr>
        <p:spPr>
          <a:xfrm>
            <a:off x="10021638" y="4499447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3</a:t>
            </a:r>
            <a:endParaRPr lang="LID4096" sz="500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2409821B-B7A5-86AA-8CFF-AC133D5F4543}"/>
              </a:ext>
            </a:extLst>
          </p:cNvPr>
          <p:cNvSpPr txBox="1"/>
          <p:nvPr/>
        </p:nvSpPr>
        <p:spPr>
          <a:xfrm>
            <a:off x="9055467" y="4798723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4</a:t>
            </a:r>
            <a:endParaRPr lang="LID4096" sz="500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3A508AB8-383E-9EC2-D04F-4A141B1C6C36}"/>
              </a:ext>
            </a:extLst>
          </p:cNvPr>
          <p:cNvSpPr txBox="1"/>
          <p:nvPr/>
        </p:nvSpPr>
        <p:spPr>
          <a:xfrm>
            <a:off x="9377524" y="4799789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5</a:t>
            </a:r>
            <a:endParaRPr lang="LID4096" sz="500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1A09385C-06E6-A780-C719-330CEC55E556}"/>
              </a:ext>
            </a:extLst>
          </p:cNvPr>
          <p:cNvSpPr txBox="1"/>
          <p:nvPr/>
        </p:nvSpPr>
        <p:spPr>
          <a:xfrm>
            <a:off x="9699581" y="4800855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6</a:t>
            </a:r>
            <a:endParaRPr lang="LID4096" sz="500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7B5496EC-A9BC-8390-419A-16C8AB764D84}"/>
              </a:ext>
            </a:extLst>
          </p:cNvPr>
          <p:cNvSpPr txBox="1"/>
          <p:nvPr/>
        </p:nvSpPr>
        <p:spPr>
          <a:xfrm>
            <a:off x="10021638" y="4801921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7</a:t>
            </a:r>
            <a:endParaRPr lang="LID4096" sz="500"/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E708A3C7-8EDD-9F86-4576-D59EA4E9E1C1}"/>
              </a:ext>
            </a:extLst>
          </p:cNvPr>
          <p:cNvSpPr txBox="1"/>
          <p:nvPr/>
        </p:nvSpPr>
        <p:spPr>
          <a:xfrm>
            <a:off x="9054531" y="5124319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8</a:t>
            </a:r>
            <a:endParaRPr lang="LID4096" sz="500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695E08E2-9DC0-E97F-5D4C-487C717693A1}"/>
              </a:ext>
            </a:extLst>
          </p:cNvPr>
          <p:cNvSpPr txBox="1"/>
          <p:nvPr/>
        </p:nvSpPr>
        <p:spPr>
          <a:xfrm>
            <a:off x="9376588" y="5125385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9</a:t>
            </a:r>
            <a:endParaRPr lang="LID4096" sz="500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35A652D9-85EE-5F0E-801D-41E95B9C8DDA}"/>
              </a:ext>
            </a:extLst>
          </p:cNvPr>
          <p:cNvSpPr txBox="1"/>
          <p:nvPr/>
        </p:nvSpPr>
        <p:spPr>
          <a:xfrm>
            <a:off x="9698645" y="5126451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10</a:t>
            </a:r>
            <a:endParaRPr lang="LID4096" sz="500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59ADCD6D-6079-4789-F134-79CFF469FE38}"/>
              </a:ext>
            </a:extLst>
          </p:cNvPr>
          <p:cNvSpPr txBox="1"/>
          <p:nvPr/>
        </p:nvSpPr>
        <p:spPr>
          <a:xfrm>
            <a:off x="10020702" y="5127517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11</a:t>
            </a:r>
            <a:endParaRPr lang="LID4096" sz="500"/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D99C1B59-3C8D-AFA6-4DA0-F7B13A440E4D}"/>
              </a:ext>
            </a:extLst>
          </p:cNvPr>
          <p:cNvSpPr txBox="1"/>
          <p:nvPr/>
        </p:nvSpPr>
        <p:spPr>
          <a:xfrm>
            <a:off x="9053595" y="5449915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12</a:t>
            </a:r>
            <a:endParaRPr lang="LID4096" sz="500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2F9DBD07-6AD5-CD38-0164-EC84C59C150F}"/>
              </a:ext>
            </a:extLst>
          </p:cNvPr>
          <p:cNvSpPr txBox="1"/>
          <p:nvPr/>
        </p:nvSpPr>
        <p:spPr>
          <a:xfrm>
            <a:off x="9375652" y="5450981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13</a:t>
            </a:r>
            <a:endParaRPr lang="LID4096" sz="500"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DD154D60-0028-7C6D-7533-EAE5539486F9}"/>
              </a:ext>
            </a:extLst>
          </p:cNvPr>
          <p:cNvSpPr txBox="1"/>
          <p:nvPr/>
        </p:nvSpPr>
        <p:spPr>
          <a:xfrm>
            <a:off x="9697709" y="5452047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14</a:t>
            </a:r>
            <a:endParaRPr lang="LID4096" sz="500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8DAB3FBE-777C-58FD-EEC4-A4FD5ADE8487}"/>
              </a:ext>
            </a:extLst>
          </p:cNvPr>
          <p:cNvSpPr txBox="1"/>
          <p:nvPr/>
        </p:nvSpPr>
        <p:spPr>
          <a:xfrm>
            <a:off x="10019766" y="5453113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15</a:t>
            </a:r>
            <a:endParaRPr lang="LID4096" sz="500"/>
          </a:p>
        </p:txBody>
      </p:sp>
      <p:grpSp>
        <p:nvGrpSpPr>
          <p:cNvPr id="92" name="Group 91">
            <a:extLst>
              <a:ext uri="{FF2B5EF4-FFF2-40B4-BE49-F238E27FC236}">
                <a16:creationId xmlns:a16="http://schemas.microsoft.com/office/drawing/2014/main" id="{094C4AC7-A54D-635D-0504-119CEEC82796}"/>
              </a:ext>
            </a:extLst>
          </p:cNvPr>
          <p:cNvGrpSpPr/>
          <p:nvPr/>
        </p:nvGrpSpPr>
        <p:grpSpPr>
          <a:xfrm rot="16200000">
            <a:off x="4869920" y="3380811"/>
            <a:ext cx="3095687" cy="2476441"/>
            <a:chOff x="436296" y="1927861"/>
            <a:chExt cx="5353797" cy="4282849"/>
          </a:xfrm>
        </p:grpSpPr>
        <p:pic>
          <p:nvPicPr>
            <p:cNvPr id="93" name="Picture 92">
              <a:extLst>
                <a:ext uri="{FF2B5EF4-FFF2-40B4-BE49-F238E27FC236}">
                  <a16:creationId xmlns:a16="http://schemas.microsoft.com/office/drawing/2014/main" id="{8A64A3C3-66FA-353F-46AB-3AE673C48A6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36296" y="2545839"/>
              <a:ext cx="5353797" cy="2772162"/>
            </a:xfrm>
            <a:prstGeom prst="rect">
              <a:avLst/>
            </a:prstGeom>
          </p:spPr>
        </p:pic>
        <p:sp>
          <p:nvSpPr>
            <p:cNvPr id="94" name="Rectangle 93">
              <a:extLst>
                <a:ext uri="{FF2B5EF4-FFF2-40B4-BE49-F238E27FC236}">
                  <a16:creationId xmlns:a16="http://schemas.microsoft.com/office/drawing/2014/main" id="{2301993D-11C6-E8CF-B8F0-E890E45AD87A}"/>
                </a:ext>
              </a:extLst>
            </p:cNvPr>
            <p:cNvSpPr/>
            <p:nvPr/>
          </p:nvSpPr>
          <p:spPr>
            <a:xfrm>
              <a:off x="1597669" y="3554255"/>
              <a:ext cx="3381375" cy="1402081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5" name="Freeform: Shape 94">
              <a:extLst>
                <a:ext uri="{FF2B5EF4-FFF2-40B4-BE49-F238E27FC236}">
                  <a16:creationId xmlns:a16="http://schemas.microsoft.com/office/drawing/2014/main" id="{9A52EA2B-4C49-14D1-7F52-F42D5B067802}"/>
                </a:ext>
              </a:extLst>
            </p:cNvPr>
            <p:cNvSpPr/>
            <p:nvPr/>
          </p:nvSpPr>
          <p:spPr>
            <a:xfrm>
              <a:off x="1436663" y="3406140"/>
              <a:ext cx="3787140" cy="259080"/>
            </a:xfrm>
            <a:custGeom>
              <a:avLst/>
              <a:gdLst>
                <a:gd name="connsiteX0" fmla="*/ 3406140 w 3825240"/>
                <a:gd name="connsiteY0" fmla="*/ 0 h 259080"/>
                <a:gd name="connsiteX1" fmla="*/ 0 w 3825240"/>
                <a:gd name="connsiteY1" fmla="*/ 68580 h 259080"/>
                <a:gd name="connsiteX2" fmla="*/ 228600 w 3825240"/>
                <a:gd name="connsiteY2" fmla="*/ 259080 h 259080"/>
                <a:gd name="connsiteX3" fmla="*/ 3825240 w 3825240"/>
                <a:gd name="connsiteY3" fmla="*/ 167640 h 259080"/>
                <a:gd name="connsiteX4" fmla="*/ 3406140 w 3825240"/>
                <a:gd name="connsiteY4" fmla="*/ 0 h 259080"/>
                <a:gd name="connsiteX0" fmla="*/ 3406140 w 3787140"/>
                <a:gd name="connsiteY0" fmla="*/ 0 h 259080"/>
                <a:gd name="connsiteX1" fmla="*/ 0 w 3787140"/>
                <a:gd name="connsiteY1" fmla="*/ 68580 h 259080"/>
                <a:gd name="connsiteX2" fmla="*/ 228600 w 3787140"/>
                <a:gd name="connsiteY2" fmla="*/ 259080 h 259080"/>
                <a:gd name="connsiteX3" fmla="*/ 3787140 w 3787140"/>
                <a:gd name="connsiteY3" fmla="*/ 153353 h 259080"/>
                <a:gd name="connsiteX4" fmla="*/ 3406140 w 3787140"/>
                <a:gd name="connsiteY4" fmla="*/ 0 h 2590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87140" h="259080">
                  <a:moveTo>
                    <a:pt x="3406140" y="0"/>
                  </a:moveTo>
                  <a:lnTo>
                    <a:pt x="0" y="68580"/>
                  </a:lnTo>
                  <a:lnTo>
                    <a:pt x="228600" y="259080"/>
                  </a:lnTo>
                  <a:lnTo>
                    <a:pt x="3787140" y="153353"/>
                  </a:lnTo>
                  <a:lnTo>
                    <a:pt x="3406140" y="0"/>
                  </a:lnTo>
                  <a:close/>
                </a:path>
              </a:pathLst>
            </a:cu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6" name="Freeform: Shape 95">
              <a:extLst>
                <a:ext uri="{FF2B5EF4-FFF2-40B4-BE49-F238E27FC236}">
                  <a16:creationId xmlns:a16="http://schemas.microsoft.com/office/drawing/2014/main" id="{CE676E88-1CDB-08BD-D8F5-352CA785F961}"/>
                </a:ext>
              </a:extLst>
            </p:cNvPr>
            <p:cNvSpPr/>
            <p:nvPr/>
          </p:nvSpPr>
          <p:spPr>
            <a:xfrm>
              <a:off x="1459523" y="3482340"/>
              <a:ext cx="205740" cy="1714500"/>
            </a:xfrm>
            <a:custGeom>
              <a:avLst/>
              <a:gdLst>
                <a:gd name="connsiteX0" fmla="*/ 0 w 205740"/>
                <a:gd name="connsiteY0" fmla="*/ 0 h 1714500"/>
                <a:gd name="connsiteX1" fmla="*/ 30480 w 205740"/>
                <a:gd name="connsiteY1" fmla="*/ 1539240 h 1714500"/>
                <a:gd name="connsiteX2" fmla="*/ 205740 w 205740"/>
                <a:gd name="connsiteY2" fmla="*/ 1714500 h 1714500"/>
                <a:gd name="connsiteX3" fmla="*/ 198120 w 205740"/>
                <a:gd name="connsiteY3" fmla="*/ 167640 h 1714500"/>
                <a:gd name="connsiteX4" fmla="*/ 0 w 205740"/>
                <a:gd name="connsiteY4" fmla="*/ 0 h 1714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5740" h="1714500">
                  <a:moveTo>
                    <a:pt x="0" y="0"/>
                  </a:moveTo>
                  <a:lnTo>
                    <a:pt x="30480" y="1539240"/>
                  </a:lnTo>
                  <a:lnTo>
                    <a:pt x="205740" y="1714500"/>
                  </a:lnTo>
                  <a:lnTo>
                    <a:pt x="198120" y="1676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7" name="Freeform: Shape 96">
              <a:extLst>
                <a:ext uri="{FF2B5EF4-FFF2-40B4-BE49-F238E27FC236}">
                  <a16:creationId xmlns:a16="http://schemas.microsoft.com/office/drawing/2014/main" id="{65EA630A-B4BC-8CDB-8BC5-6C06719A2F5A}"/>
                </a:ext>
              </a:extLst>
            </p:cNvPr>
            <p:cNvSpPr/>
            <p:nvPr/>
          </p:nvSpPr>
          <p:spPr>
            <a:xfrm>
              <a:off x="1657643" y="3558540"/>
              <a:ext cx="3596640" cy="1653540"/>
            </a:xfrm>
            <a:custGeom>
              <a:avLst/>
              <a:gdLst>
                <a:gd name="connsiteX0" fmla="*/ 0 w 3680460"/>
                <a:gd name="connsiteY0" fmla="*/ 1653540 h 1653540"/>
                <a:gd name="connsiteX1" fmla="*/ 1463040 w 3680460"/>
                <a:gd name="connsiteY1" fmla="*/ 1592580 h 1653540"/>
                <a:gd name="connsiteX2" fmla="*/ 1463040 w 3680460"/>
                <a:gd name="connsiteY2" fmla="*/ 1417320 h 1653540"/>
                <a:gd name="connsiteX3" fmla="*/ 182880 w 3680460"/>
                <a:gd name="connsiteY3" fmla="*/ 1478280 h 1653540"/>
                <a:gd name="connsiteX4" fmla="*/ 160020 w 3680460"/>
                <a:gd name="connsiteY4" fmla="*/ 266700 h 1653540"/>
                <a:gd name="connsiteX5" fmla="*/ 3474720 w 3680460"/>
                <a:gd name="connsiteY5" fmla="*/ 160020 h 1653540"/>
                <a:gd name="connsiteX6" fmla="*/ 3467100 w 3680460"/>
                <a:gd name="connsiteY6" fmla="*/ 1424940 h 1653540"/>
                <a:gd name="connsiteX7" fmla="*/ 2278380 w 3680460"/>
                <a:gd name="connsiteY7" fmla="*/ 1432560 h 1653540"/>
                <a:gd name="connsiteX8" fmla="*/ 2263140 w 3680460"/>
                <a:gd name="connsiteY8" fmla="*/ 1584960 h 1653540"/>
                <a:gd name="connsiteX9" fmla="*/ 3680460 w 3680460"/>
                <a:gd name="connsiteY9" fmla="*/ 1546860 h 1653540"/>
                <a:gd name="connsiteX10" fmla="*/ 3589020 w 3680460"/>
                <a:gd name="connsiteY10" fmla="*/ 0 h 1653540"/>
                <a:gd name="connsiteX11" fmla="*/ 0 w 3680460"/>
                <a:gd name="connsiteY11" fmla="*/ 91440 h 1653540"/>
                <a:gd name="connsiteX12" fmla="*/ 0 w 3680460"/>
                <a:gd name="connsiteY12" fmla="*/ 1653540 h 1653540"/>
                <a:gd name="connsiteX0" fmla="*/ 0 w 3649980"/>
                <a:gd name="connsiteY0" fmla="*/ 1653540 h 1653540"/>
                <a:gd name="connsiteX1" fmla="*/ 1463040 w 3649980"/>
                <a:gd name="connsiteY1" fmla="*/ 1592580 h 1653540"/>
                <a:gd name="connsiteX2" fmla="*/ 1463040 w 3649980"/>
                <a:gd name="connsiteY2" fmla="*/ 1417320 h 1653540"/>
                <a:gd name="connsiteX3" fmla="*/ 182880 w 3649980"/>
                <a:gd name="connsiteY3" fmla="*/ 1478280 h 1653540"/>
                <a:gd name="connsiteX4" fmla="*/ 160020 w 3649980"/>
                <a:gd name="connsiteY4" fmla="*/ 266700 h 1653540"/>
                <a:gd name="connsiteX5" fmla="*/ 3474720 w 3649980"/>
                <a:gd name="connsiteY5" fmla="*/ 160020 h 1653540"/>
                <a:gd name="connsiteX6" fmla="*/ 3467100 w 3649980"/>
                <a:gd name="connsiteY6" fmla="*/ 1424940 h 1653540"/>
                <a:gd name="connsiteX7" fmla="*/ 2278380 w 3649980"/>
                <a:gd name="connsiteY7" fmla="*/ 1432560 h 1653540"/>
                <a:gd name="connsiteX8" fmla="*/ 2263140 w 3649980"/>
                <a:gd name="connsiteY8" fmla="*/ 1584960 h 1653540"/>
                <a:gd name="connsiteX9" fmla="*/ 3649980 w 3649980"/>
                <a:gd name="connsiteY9" fmla="*/ 1554480 h 1653540"/>
                <a:gd name="connsiteX10" fmla="*/ 3589020 w 3649980"/>
                <a:gd name="connsiteY10" fmla="*/ 0 h 1653540"/>
                <a:gd name="connsiteX11" fmla="*/ 0 w 3649980"/>
                <a:gd name="connsiteY11" fmla="*/ 91440 h 1653540"/>
                <a:gd name="connsiteX12" fmla="*/ 0 w 3649980"/>
                <a:gd name="connsiteY12" fmla="*/ 1653540 h 1653540"/>
                <a:gd name="connsiteX0" fmla="*/ 0 w 3596640"/>
                <a:gd name="connsiteY0" fmla="*/ 1653540 h 1653540"/>
                <a:gd name="connsiteX1" fmla="*/ 1463040 w 3596640"/>
                <a:gd name="connsiteY1" fmla="*/ 1592580 h 1653540"/>
                <a:gd name="connsiteX2" fmla="*/ 1463040 w 3596640"/>
                <a:gd name="connsiteY2" fmla="*/ 1417320 h 1653540"/>
                <a:gd name="connsiteX3" fmla="*/ 182880 w 3596640"/>
                <a:gd name="connsiteY3" fmla="*/ 1478280 h 1653540"/>
                <a:gd name="connsiteX4" fmla="*/ 160020 w 3596640"/>
                <a:gd name="connsiteY4" fmla="*/ 266700 h 1653540"/>
                <a:gd name="connsiteX5" fmla="*/ 3474720 w 3596640"/>
                <a:gd name="connsiteY5" fmla="*/ 160020 h 1653540"/>
                <a:gd name="connsiteX6" fmla="*/ 3467100 w 3596640"/>
                <a:gd name="connsiteY6" fmla="*/ 1424940 h 1653540"/>
                <a:gd name="connsiteX7" fmla="*/ 2278380 w 3596640"/>
                <a:gd name="connsiteY7" fmla="*/ 1432560 h 1653540"/>
                <a:gd name="connsiteX8" fmla="*/ 2263140 w 3596640"/>
                <a:gd name="connsiteY8" fmla="*/ 1584960 h 1653540"/>
                <a:gd name="connsiteX9" fmla="*/ 3596640 w 3596640"/>
                <a:gd name="connsiteY9" fmla="*/ 1546860 h 1653540"/>
                <a:gd name="connsiteX10" fmla="*/ 3589020 w 3596640"/>
                <a:gd name="connsiteY10" fmla="*/ 0 h 1653540"/>
                <a:gd name="connsiteX11" fmla="*/ 0 w 3596640"/>
                <a:gd name="connsiteY11" fmla="*/ 91440 h 1653540"/>
                <a:gd name="connsiteX12" fmla="*/ 0 w 3596640"/>
                <a:gd name="connsiteY12" fmla="*/ 1653540 h 165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6640" h="1653540">
                  <a:moveTo>
                    <a:pt x="0" y="1653540"/>
                  </a:moveTo>
                  <a:lnTo>
                    <a:pt x="1463040" y="1592580"/>
                  </a:lnTo>
                  <a:lnTo>
                    <a:pt x="1463040" y="1417320"/>
                  </a:lnTo>
                  <a:lnTo>
                    <a:pt x="182880" y="1478280"/>
                  </a:lnTo>
                  <a:lnTo>
                    <a:pt x="160020" y="266700"/>
                  </a:lnTo>
                  <a:lnTo>
                    <a:pt x="3474720" y="160020"/>
                  </a:lnTo>
                  <a:lnTo>
                    <a:pt x="3467100" y="1424940"/>
                  </a:lnTo>
                  <a:lnTo>
                    <a:pt x="2278380" y="1432560"/>
                  </a:lnTo>
                  <a:lnTo>
                    <a:pt x="2263140" y="1584960"/>
                  </a:lnTo>
                  <a:lnTo>
                    <a:pt x="3596640" y="1546860"/>
                  </a:lnTo>
                  <a:lnTo>
                    <a:pt x="3589020" y="0"/>
                  </a:lnTo>
                  <a:lnTo>
                    <a:pt x="0" y="91440"/>
                  </a:lnTo>
                  <a:lnTo>
                    <a:pt x="0" y="165354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8" name="Freeform: Shape 97">
              <a:extLst>
                <a:ext uri="{FF2B5EF4-FFF2-40B4-BE49-F238E27FC236}">
                  <a16:creationId xmlns:a16="http://schemas.microsoft.com/office/drawing/2014/main" id="{60371A9C-381C-8B62-CFF2-0054FA59AEFA}"/>
                </a:ext>
              </a:extLst>
            </p:cNvPr>
            <p:cNvSpPr/>
            <p:nvPr/>
          </p:nvSpPr>
          <p:spPr>
            <a:xfrm>
              <a:off x="1833379" y="3727133"/>
              <a:ext cx="3305175" cy="1312068"/>
            </a:xfrm>
            <a:custGeom>
              <a:avLst/>
              <a:gdLst>
                <a:gd name="connsiteX0" fmla="*/ 2943225 w 3305175"/>
                <a:gd name="connsiteY0" fmla="*/ 4762 h 1312068"/>
                <a:gd name="connsiteX1" fmla="*/ 2964657 w 3305175"/>
                <a:gd name="connsiteY1" fmla="*/ 1040606 h 1312068"/>
                <a:gd name="connsiteX2" fmla="*/ 0 w 3305175"/>
                <a:gd name="connsiteY2" fmla="*/ 1133475 h 1312068"/>
                <a:gd name="connsiteX3" fmla="*/ 7144 w 3305175"/>
                <a:gd name="connsiteY3" fmla="*/ 1312068 h 1312068"/>
                <a:gd name="connsiteX4" fmla="*/ 1290638 w 3305175"/>
                <a:gd name="connsiteY4" fmla="*/ 1254918 h 1312068"/>
                <a:gd name="connsiteX5" fmla="*/ 1362075 w 3305175"/>
                <a:gd name="connsiteY5" fmla="*/ 1202531 h 1312068"/>
                <a:gd name="connsiteX6" fmla="*/ 1431132 w 3305175"/>
                <a:gd name="connsiteY6" fmla="*/ 1185862 h 1312068"/>
                <a:gd name="connsiteX7" fmla="*/ 1735932 w 3305175"/>
                <a:gd name="connsiteY7" fmla="*/ 1171575 h 1312068"/>
                <a:gd name="connsiteX8" fmla="*/ 1902619 w 3305175"/>
                <a:gd name="connsiteY8" fmla="*/ 1178718 h 1312068"/>
                <a:gd name="connsiteX9" fmla="*/ 2100263 w 3305175"/>
                <a:gd name="connsiteY9" fmla="*/ 1264443 h 1312068"/>
                <a:gd name="connsiteX10" fmla="*/ 3300413 w 3305175"/>
                <a:gd name="connsiteY10" fmla="*/ 1257300 h 1312068"/>
                <a:gd name="connsiteX11" fmla="*/ 3305175 w 3305175"/>
                <a:gd name="connsiteY11" fmla="*/ 0 h 1312068"/>
                <a:gd name="connsiteX12" fmla="*/ 2943225 w 3305175"/>
                <a:gd name="connsiteY12" fmla="*/ 4762 h 1312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305175" h="1312068">
                  <a:moveTo>
                    <a:pt x="2943225" y="4762"/>
                  </a:moveTo>
                  <a:lnTo>
                    <a:pt x="2964657" y="1040606"/>
                  </a:lnTo>
                  <a:lnTo>
                    <a:pt x="0" y="1133475"/>
                  </a:lnTo>
                  <a:lnTo>
                    <a:pt x="7144" y="1312068"/>
                  </a:lnTo>
                  <a:lnTo>
                    <a:pt x="1290638" y="1254918"/>
                  </a:lnTo>
                  <a:lnTo>
                    <a:pt x="1362075" y="1202531"/>
                  </a:lnTo>
                  <a:lnTo>
                    <a:pt x="1431132" y="1185862"/>
                  </a:lnTo>
                  <a:lnTo>
                    <a:pt x="1735932" y="1171575"/>
                  </a:lnTo>
                  <a:lnTo>
                    <a:pt x="1902619" y="1178718"/>
                  </a:lnTo>
                  <a:lnTo>
                    <a:pt x="2100263" y="1264443"/>
                  </a:lnTo>
                  <a:lnTo>
                    <a:pt x="3300413" y="1257300"/>
                  </a:lnTo>
                  <a:cubicBezTo>
                    <a:pt x="3302000" y="838200"/>
                    <a:pt x="3303588" y="419100"/>
                    <a:pt x="3305175" y="0"/>
                  </a:cubicBezTo>
                  <a:lnTo>
                    <a:pt x="2943225" y="4762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9" name="Freeform: Shape 98">
              <a:extLst>
                <a:ext uri="{FF2B5EF4-FFF2-40B4-BE49-F238E27FC236}">
                  <a16:creationId xmlns:a16="http://schemas.microsoft.com/office/drawing/2014/main" id="{F15D7739-0B5D-BB8D-5CF0-87A6C56F57F6}"/>
                </a:ext>
              </a:extLst>
            </p:cNvPr>
            <p:cNvSpPr/>
            <p:nvPr/>
          </p:nvSpPr>
          <p:spPr>
            <a:xfrm>
              <a:off x="3119254" y="4896326"/>
              <a:ext cx="819150" cy="247650"/>
            </a:xfrm>
            <a:custGeom>
              <a:avLst/>
              <a:gdLst>
                <a:gd name="connsiteX0" fmla="*/ 802482 w 819150"/>
                <a:gd name="connsiteY0" fmla="*/ 242888 h 247650"/>
                <a:gd name="connsiteX1" fmla="*/ 588169 w 819150"/>
                <a:gd name="connsiteY1" fmla="*/ 116682 h 247650"/>
                <a:gd name="connsiteX2" fmla="*/ 452438 w 819150"/>
                <a:gd name="connsiteY2" fmla="*/ 95250 h 247650"/>
                <a:gd name="connsiteX3" fmla="*/ 192882 w 819150"/>
                <a:gd name="connsiteY3" fmla="*/ 92869 h 247650"/>
                <a:gd name="connsiteX4" fmla="*/ 76200 w 819150"/>
                <a:gd name="connsiteY4" fmla="*/ 140494 h 247650"/>
                <a:gd name="connsiteX5" fmla="*/ 11907 w 819150"/>
                <a:gd name="connsiteY5" fmla="*/ 247650 h 247650"/>
                <a:gd name="connsiteX6" fmla="*/ 0 w 819150"/>
                <a:gd name="connsiteY6" fmla="*/ 85725 h 247650"/>
                <a:gd name="connsiteX7" fmla="*/ 76200 w 819150"/>
                <a:gd name="connsiteY7" fmla="*/ 33338 h 247650"/>
                <a:gd name="connsiteX8" fmla="*/ 173832 w 819150"/>
                <a:gd name="connsiteY8" fmla="*/ 14288 h 247650"/>
                <a:gd name="connsiteX9" fmla="*/ 469107 w 819150"/>
                <a:gd name="connsiteY9" fmla="*/ 0 h 247650"/>
                <a:gd name="connsiteX10" fmla="*/ 616744 w 819150"/>
                <a:gd name="connsiteY10" fmla="*/ 14288 h 247650"/>
                <a:gd name="connsiteX11" fmla="*/ 819150 w 819150"/>
                <a:gd name="connsiteY11" fmla="*/ 95250 h 247650"/>
                <a:gd name="connsiteX12" fmla="*/ 802482 w 819150"/>
                <a:gd name="connsiteY12" fmla="*/ 242888 h 247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19150" h="247650">
                  <a:moveTo>
                    <a:pt x="802482" y="242888"/>
                  </a:moveTo>
                  <a:lnTo>
                    <a:pt x="588169" y="116682"/>
                  </a:lnTo>
                  <a:lnTo>
                    <a:pt x="452438" y="95250"/>
                  </a:lnTo>
                  <a:lnTo>
                    <a:pt x="192882" y="92869"/>
                  </a:lnTo>
                  <a:lnTo>
                    <a:pt x="76200" y="140494"/>
                  </a:lnTo>
                  <a:lnTo>
                    <a:pt x="11907" y="247650"/>
                  </a:lnTo>
                  <a:lnTo>
                    <a:pt x="0" y="85725"/>
                  </a:lnTo>
                  <a:lnTo>
                    <a:pt x="76200" y="33338"/>
                  </a:lnTo>
                  <a:lnTo>
                    <a:pt x="173832" y="14288"/>
                  </a:lnTo>
                  <a:lnTo>
                    <a:pt x="469107" y="0"/>
                  </a:lnTo>
                  <a:lnTo>
                    <a:pt x="616744" y="14288"/>
                  </a:lnTo>
                  <a:lnTo>
                    <a:pt x="819150" y="95250"/>
                  </a:lnTo>
                  <a:lnTo>
                    <a:pt x="802482" y="242888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100" name="Group 99">
              <a:extLst>
                <a:ext uri="{FF2B5EF4-FFF2-40B4-BE49-F238E27FC236}">
                  <a16:creationId xmlns:a16="http://schemas.microsoft.com/office/drawing/2014/main" id="{82C6089F-D5FB-2960-F504-1572BA4A825E}"/>
                </a:ext>
              </a:extLst>
            </p:cNvPr>
            <p:cNvGrpSpPr/>
            <p:nvPr/>
          </p:nvGrpSpPr>
          <p:grpSpPr>
            <a:xfrm>
              <a:off x="4243204" y="4020026"/>
              <a:ext cx="209550" cy="157163"/>
              <a:chOff x="6669881" y="4393406"/>
              <a:chExt cx="209550" cy="157163"/>
            </a:xfrm>
          </p:grpSpPr>
          <p:sp>
            <p:nvSpPr>
              <p:cNvPr id="148" name="Rectangle 147">
                <a:extLst>
                  <a:ext uri="{FF2B5EF4-FFF2-40B4-BE49-F238E27FC236}">
                    <a16:creationId xmlns:a16="http://schemas.microsoft.com/office/drawing/2014/main" id="{BE417763-F237-C277-79B0-AFF9979BC800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149" name="Freeform: Shape 148">
                <a:extLst>
                  <a:ext uri="{FF2B5EF4-FFF2-40B4-BE49-F238E27FC236}">
                    <a16:creationId xmlns:a16="http://schemas.microsoft.com/office/drawing/2014/main" id="{D9478915-6C7E-2548-A82E-3BBB1E379AD7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01" name="Group 100">
              <a:extLst>
                <a:ext uri="{FF2B5EF4-FFF2-40B4-BE49-F238E27FC236}">
                  <a16:creationId xmlns:a16="http://schemas.microsoft.com/office/drawing/2014/main" id="{3964008C-CFA9-EA94-91F1-1FA0A58555E9}"/>
                </a:ext>
              </a:extLst>
            </p:cNvPr>
            <p:cNvGrpSpPr/>
            <p:nvPr/>
          </p:nvGrpSpPr>
          <p:grpSpPr>
            <a:xfrm>
              <a:off x="3797910" y="4050982"/>
              <a:ext cx="209550" cy="157163"/>
              <a:chOff x="6669881" y="4393406"/>
              <a:chExt cx="209550" cy="157163"/>
            </a:xfrm>
          </p:grpSpPr>
          <p:sp>
            <p:nvSpPr>
              <p:cNvPr id="146" name="Rectangle 145">
                <a:extLst>
                  <a:ext uri="{FF2B5EF4-FFF2-40B4-BE49-F238E27FC236}">
                    <a16:creationId xmlns:a16="http://schemas.microsoft.com/office/drawing/2014/main" id="{BD586F05-C37B-ED08-5C76-C0C9CDB9D610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147" name="Freeform: Shape 146">
                <a:extLst>
                  <a:ext uri="{FF2B5EF4-FFF2-40B4-BE49-F238E27FC236}">
                    <a16:creationId xmlns:a16="http://schemas.microsoft.com/office/drawing/2014/main" id="{2BAD5C84-E248-FC5F-3D60-0B45F71F2A16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02" name="Group 101">
              <a:extLst>
                <a:ext uri="{FF2B5EF4-FFF2-40B4-BE49-F238E27FC236}">
                  <a16:creationId xmlns:a16="http://schemas.microsoft.com/office/drawing/2014/main" id="{17F89018-5738-72BA-7BC5-B96F035139A5}"/>
                </a:ext>
              </a:extLst>
            </p:cNvPr>
            <p:cNvGrpSpPr/>
            <p:nvPr/>
          </p:nvGrpSpPr>
          <p:grpSpPr>
            <a:xfrm>
              <a:off x="3352616" y="4081938"/>
              <a:ext cx="209550" cy="157163"/>
              <a:chOff x="6669881" y="4393406"/>
              <a:chExt cx="209550" cy="157163"/>
            </a:xfrm>
          </p:grpSpPr>
          <p:sp>
            <p:nvSpPr>
              <p:cNvPr id="144" name="Rectangle 143">
                <a:extLst>
                  <a:ext uri="{FF2B5EF4-FFF2-40B4-BE49-F238E27FC236}">
                    <a16:creationId xmlns:a16="http://schemas.microsoft.com/office/drawing/2014/main" id="{E47BEF7D-D740-B4BF-FB4B-90B1AF3D43EF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145" name="Freeform: Shape 144">
                <a:extLst>
                  <a:ext uri="{FF2B5EF4-FFF2-40B4-BE49-F238E27FC236}">
                    <a16:creationId xmlns:a16="http://schemas.microsoft.com/office/drawing/2014/main" id="{C690A137-D193-0C3D-6DDB-6550C99B1ACB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03" name="Group 102">
              <a:extLst>
                <a:ext uri="{FF2B5EF4-FFF2-40B4-BE49-F238E27FC236}">
                  <a16:creationId xmlns:a16="http://schemas.microsoft.com/office/drawing/2014/main" id="{6DC3E5E6-E79A-666E-82CE-C5EC85B65BC0}"/>
                </a:ext>
              </a:extLst>
            </p:cNvPr>
            <p:cNvGrpSpPr/>
            <p:nvPr/>
          </p:nvGrpSpPr>
          <p:grpSpPr>
            <a:xfrm>
              <a:off x="2851360" y="4093844"/>
              <a:ext cx="209550" cy="157163"/>
              <a:chOff x="6669881" y="4393406"/>
              <a:chExt cx="209550" cy="157163"/>
            </a:xfrm>
          </p:grpSpPr>
          <p:sp>
            <p:nvSpPr>
              <p:cNvPr id="142" name="Rectangle 141">
                <a:extLst>
                  <a:ext uri="{FF2B5EF4-FFF2-40B4-BE49-F238E27FC236}">
                    <a16:creationId xmlns:a16="http://schemas.microsoft.com/office/drawing/2014/main" id="{929AD379-E39D-0C0C-2F7D-FA970FE52F99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143" name="Freeform: Shape 142">
                <a:extLst>
                  <a:ext uri="{FF2B5EF4-FFF2-40B4-BE49-F238E27FC236}">
                    <a16:creationId xmlns:a16="http://schemas.microsoft.com/office/drawing/2014/main" id="{DCD3FAA2-C497-10F5-71C3-F0685EC41248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04" name="Group 103">
              <a:extLst>
                <a:ext uri="{FF2B5EF4-FFF2-40B4-BE49-F238E27FC236}">
                  <a16:creationId xmlns:a16="http://schemas.microsoft.com/office/drawing/2014/main" id="{ACB03A25-5391-5467-3588-8BFAD8CD3AA2}"/>
                </a:ext>
              </a:extLst>
            </p:cNvPr>
            <p:cNvGrpSpPr/>
            <p:nvPr/>
          </p:nvGrpSpPr>
          <p:grpSpPr>
            <a:xfrm>
              <a:off x="2345112" y="4113567"/>
              <a:ext cx="209550" cy="157163"/>
              <a:chOff x="6669881" y="4393406"/>
              <a:chExt cx="209550" cy="157163"/>
            </a:xfrm>
          </p:grpSpPr>
          <p:sp>
            <p:nvSpPr>
              <p:cNvPr id="140" name="Rectangle 139">
                <a:extLst>
                  <a:ext uri="{FF2B5EF4-FFF2-40B4-BE49-F238E27FC236}">
                    <a16:creationId xmlns:a16="http://schemas.microsoft.com/office/drawing/2014/main" id="{11503FD9-6353-594B-EC17-CDB5B9706142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141" name="Freeform: Shape 140">
                <a:extLst>
                  <a:ext uri="{FF2B5EF4-FFF2-40B4-BE49-F238E27FC236}">
                    <a16:creationId xmlns:a16="http://schemas.microsoft.com/office/drawing/2014/main" id="{53C4617A-2960-2567-B77F-6FEA7DBD5386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05" name="Group 104">
              <a:extLst>
                <a:ext uri="{FF2B5EF4-FFF2-40B4-BE49-F238E27FC236}">
                  <a16:creationId xmlns:a16="http://schemas.microsoft.com/office/drawing/2014/main" id="{CFE91A63-D852-308D-503B-95DB01A53844}"/>
                </a:ext>
              </a:extLst>
            </p:cNvPr>
            <p:cNvGrpSpPr/>
            <p:nvPr/>
          </p:nvGrpSpPr>
          <p:grpSpPr>
            <a:xfrm>
              <a:off x="2333205" y="4520758"/>
              <a:ext cx="209550" cy="157163"/>
              <a:chOff x="6669881" y="4393406"/>
              <a:chExt cx="209550" cy="157163"/>
            </a:xfrm>
          </p:grpSpPr>
          <p:sp>
            <p:nvSpPr>
              <p:cNvPr id="138" name="Rectangle 137">
                <a:extLst>
                  <a:ext uri="{FF2B5EF4-FFF2-40B4-BE49-F238E27FC236}">
                    <a16:creationId xmlns:a16="http://schemas.microsoft.com/office/drawing/2014/main" id="{FF89F4BC-62BC-585D-3CA2-42D9DD6A04E8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139" name="Freeform: Shape 138">
                <a:extLst>
                  <a:ext uri="{FF2B5EF4-FFF2-40B4-BE49-F238E27FC236}">
                    <a16:creationId xmlns:a16="http://schemas.microsoft.com/office/drawing/2014/main" id="{4D969C87-297D-0FBC-9F1F-93C477F84BAB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06" name="Group 105">
              <a:extLst>
                <a:ext uri="{FF2B5EF4-FFF2-40B4-BE49-F238E27FC236}">
                  <a16:creationId xmlns:a16="http://schemas.microsoft.com/office/drawing/2014/main" id="{E3C3D569-B5D8-61F6-1BEA-A898C211A95A}"/>
                </a:ext>
              </a:extLst>
            </p:cNvPr>
            <p:cNvGrpSpPr/>
            <p:nvPr/>
          </p:nvGrpSpPr>
          <p:grpSpPr>
            <a:xfrm>
              <a:off x="2848977" y="4506471"/>
              <a:ext cx="209550" cy="157163"/>
              <a:chOff x="6669881" y="4393406"/>
              <a:chExt cx="209550" cy="157163"/>
            </a:xfrm>
          </p:grpSpPr>
          <p:sp>
            <p:nvSpPr>
              <p:cNvPr id="136" name="Rectangle 135">
                <a:extLst>
                  <a:ext uri="{FF2B5EF4-FFF2-40B4-BE49-F238E27FC236}">
                    <a16:creationId xmlns:a16="http://schemas.microsoft.com/office/drawing/2014/main" id="{65AAE6DA-4AC6-3823-A66A-9EC4C66571D3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137" name="Freeform: Shape 136">
                <a:extLst>
                  <a:ext uri="{FF2B5EF4-FFF2-40B4-BE49-F238E27FC236}">
                    <a16:creationId xmlns:a16="http://schemas.microsoft.com/office/drawing/2014/main" id="{CD0B398A-14BC-9DC3-5CC5-0485FEF0512D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07" name="Group 106">
              <a:extLst>
                <a:ext uri="{FF2B5EF4-FFF2-40B4-BE49-F238E27FC236}">
                  <a16:creationId xmlns:a16="http://schemas.microsoft.com/office/drawing/2014/main" id="{6D80BF10-95F0-6388-579E-FE3AA0CD7592}"/>
                </a:ext>
              </a:extLst>
            </p:cNvPr>
            <p:cNvGrpSpPr/>
            <p:nvPr/>
          </p:nvGrpSpPr>
          <p:grpSpPr>
            <a:xfrm>
              <a:off x="3359757" y="4500001"/>
              <a:ext cx="209550" cy="157163"/>
              <a:chOff x="6669881" y="4393406"/>
              <a:chExt cx="209550" cy="157163"/>
            </a:xfrm>
          </p:grpSpPr>
          <p:sp>
            <p:nvSpPr>
              <p:cNvPr id="134" name="Rectangle 133">
                <a:extLst>
                  <a:ext uri="{FF2B5EF4-FFF2-40B4-BE49-F238E27FC236}">
                    <a16:creationId xmlns:a16="http://schemas.microsoft.com/office/drawing/2014/main" id="{AE892373-1677-D99B-8252-4959572902C2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135" name="Freeform: Shape 134">
                <a:extLst>
                  <a:ext uri="{FF2B5EF4-FFF2-40B4-BE49-F238E27FC236}">
                    <a16:creationId xmlns:a16="http://schemas.microsoft.com/office/drawing/2014/main" id="{E47CE199-DEEA-D53E-6D95-7F40239AA63D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08" name="Group 107">
              <a:extLst>
                <a:ext uri="{FF2B5EF4-FFF2-40B4-BE49-F238E27FC236}">
                  <a16:creationId xmlns:a16="http://schemas.microsoft.com/office/drawing/2014/main" id="{0720489B-D77C-2CB5-99CE-2A50E7287EA8}"/>
                </a:ext>
              </a:extLst>
            </p:cNvPr>
            <p:cNvGrpSpPr/>
            <p:nvPr/>
          </p:nvGrpSpPr>
          <p:grpSpPr>
            <a:xfrm>
              <a:off x="3828863" y="4505748"/>
              <a:ext cx="209550" cy="157163"/>
              <a:chOff x="6669881" y="4393406"/>
              <a:chExt cx="209550" cy="157163"/>
            </a:xfrm>
          </p:grpSpPr>
          <p:sp>
            <p:nvSpPr>
              <p:cNvPr id="132" name="Rectangle 131">
                <a:extLst>
                  <a:ext uri="{FF2B5EF4-FFF2-40B4-BE49-F238E27FC236}">
                    <a16:creationId xmlns:a16="http://schemas.microsoft.com/office/drawing/2014/main" id="{049FAC8D-8585-5559-D53C-AAD1EBB80587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133" name="Freeform: Shape 132">
                <a:extLst>
                  <a:ext uri="{FF2B5EF4-FFF2-40B4-BE49-F238E27FC236}">
                    <a16:creationId xmlns:a16="http://schemas.microsoft.com/office/drawing/2014/main" id="{9DDA5631-8AE7-0E22-6BCE-E7B62F604458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09" name="Group 108">
              <a:extLst>
                <a:ext uri="{FF2B5EF4-FFF2-40B4-BE49-F238E27FC236}">
                  <a16:creationId xmlns:a16="http://schemas.microsoft.com/office/drawing/2014/main" id="{838F3B85-FAC3-B158-D5FC-9EEC63766C4D}"/>
                </a:ext>
              </a:extLst>
            </p:cNvPr>
            <p:cNvGrpSpPr/>
            <p:nvPr/>
          </p:nvGrpSpPr>
          <p:grpSpPr>
            <a:xfrm>
              <a:off x="4271771" y="4495238"/>
              <a:ext cx="209550" cy="157163"/>
              <a:chOff x="6669881" y="4393406"/>
              <a:chExt cx="209550" cy="157163"/>
            </a:xfrm>
          </p:grpSpPr>
          <p:sp>
            <p:nvSpPr>
              <p:cNvPr id="130" name="Rectangle 129">
                <a:extLst>
                  <a:ext uri="{FF2B5EF4-FFF2-40B4-BE49-F238E27FC236}">
                    <a16:creationId xmlns:a16="http://schemas.microsoft.com/office/drawing/2014/main" id="{7F5B9763-20DE-CB04-AC23-9DA8E3DDA675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131" name="Freeform: Shape 130">
                <a:extLst>
                  <a:ext uri="{FF2B5EF4-FFF2-40B4-BE49-F238E27FC236}">
                    <a16:creationId xmlns:a16="http://schemas.microsoft.com/office/drawing/2014/main" id="{2747FC6F-D732-6EBC-687C-E59B75531410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cxnSp>
          <p:nvCxnSpPr>
            <p:cNvPr id="110" name="Straight Connector 109">
              <a:extLst>
                <a:ext uri="{FF2B5EF4-FFF2-40B4-BE49-F238E27FC236}">
                  <a16:creationId xmlns:a16="http://schemas.microsoft.com/office/drawing/2014/main" id="{6CC786C0-5B49-C8CC-3F0F-A51D201AC27B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908657" y="5300061"/>
              <a:ext cx="1003434" cy="1889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1" name="TextBox 110">
              <a:extLst>
                <a:ext uri="{FF2B5EF4-FFF2-40B4-BE49-F238E27FC236}">
                  <a16:creationId xmlns:a16="http://schemas.microsoft.com/office/drawing/2014/main" id="{73FE9831-640E-5CE6-E7A3-6075805AA4B3}"/>
                </a:ext>
              </a:extLst>
            </p:cNvPr>
            <p:cNvSpPr txBox="1"/>
            <p:nvPr/>
          </p:nvSpPr>
          <p:spPr>
            <a:xfrm rot="5400000">
              <a:off x="2135199" y="5589007"/>
              <a:ext cx="796202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GND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112" name="Straight Connector 111">
              <a:extLst>
                <a:ext uri="{FF2B5EF4-FFF2-40B4-BE49-F238E27FC236}">
                  <a16:creationId xmlns:a16="http://schemas.microsoft.com/office/drawing/2014/main" id="{647BFE8C-A20E-2999-8003-130D6B6771A6}"/>
                </a:ext>
              </a:extLst>
            </p:cNvPr>
            <p:cNvCxnSpPr>
              <a:cxnSpLocks/>
            </p:cNvCxnSpPr>
            <p:nvPr/>
          </p:nvCxnSpPr>
          <p:spPr>
            <a:xfrm>
              <a:off x="4334743" y="2222017"/>
              <a:ext cx="27524" cy="1673166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59DC3087-DAFD-1D53-7D56-AAA474569ECF}"/>
                </a:ext>
              </a:extLst>
            </p:cNvPr>
            <p:cNvSpPr txBox="1"/>
            <p:nvPr/>
          </p:nvSpPr>
          <p:spPr>
            <a:xfrm rot="5400000">
              <a:off x="4125363" y="2102273"/>
              <a:ext cx="760164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3.3V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114" name="Straight Connector 113">
              <a:extLst>
                <a:ext uri="{FF2B5EF4-FFF2-40B4-BE49-F238E27FC236}">
                  <a16:creationId xmlns:a16="http://schemas.microsoft.com/office/drawing/2014/main" id="{F7E32883-6704-31D0-B3CA-B52601B2C2B7}"/>
                </a:ext>
              </a:extLst>
            </p:cNvPr>
            <p:cNvCxnSpPr>
              <a:cxnSpLocks/>
            </p:cNvCxnSpPr>
            <p:nvPr/>
          </p:nvCxnSpPr>
          <p:spPr>
            <a:xfrm>
              <a:off x="2399207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5" name="TextBox 114">
              <a:extLst>
                <a:ext uri="{FF2B5EF4-FFF2-40B4-BE49-F238E27FC236}">
                  <a16:creationId xmlns:a16="http://schemas.microsoft.com/office/drawing/2014/main" id="{E0374290-B513-4D11-124B-9AB0DF6D9215}"/>
                </a:ext>
              </a:extLst>
            </p:cNvPr>
            <p:cNvSpPr txBox="1"/>
            <p:nvPr/>
          </p:nvSpPr>
          <p:spPr>
            <a:xfrm rot="5400000">
              <a:off x="2137200" y="2092261"/>
              <a:ext cx="754619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pin0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116" name="Straight Connector 115">
              <a:extLst>
                <a:ext uri="{FF2B5EF4-FFF2-40B4-BE49-F238E27FC236}">
                  <a16:creationId xmlns:a16="http://schemas.microsoft.com/office/drawing/2014/main" id="{4FC5BFDC-58D2-8AB0-CD3D-8F806E2355A9}"/>
                </a:ext>
              </a:extLst>
            </p:cNvPr>
            <p:cNvCxnSpPr>
              <a:cxnSpLocks/>
            </p:cNvCxnSpPr>
            <p:nvPr/>
          </p:nvCxnSpPr>
          <p:spPr>
            <a:xfrm>
              <a:off x="2934442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7" name="TextBox 116">
              <a:extLst>
                <a:ext uri="{FF2B5EF4-FFF2-40B4-BE49-F238E27FC236}">
                  <a16:creationId xmlns:a16="http://schemas.microsoft.com/office/drawing/2014/main" id="{7BCE8E51-42DB-384D-F22F-2278959E61EE}"/>
                </a:ext>
              </a:extLst>
            </p:cNvPr>
            <p:cNvSpPr txBox="1"/>
            <p:nvPr/>
          </p:nvSpPr>
          <p:spPr>
            <a:xfrm rot="5400000">
              <a:off x="2739117" y="2092261"/>
              <a:ext cx="754619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pin2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118" name="Straight Connector 117">
              <a:extLst>
                <a:ext uri="{FF2B5EF4-FFF2-40B4-BE49-F238E27FC236}">
                  <a16:creationId xmlns:a16="http://schemas.microsoft.com/office/drawing/2014/main" id="{BA4A1031-FC9E-3EC6-0669-F89C0406A0AA}"/>
                </a:ext>
              </a:extLst>
            </p:cNvPr>
            <p:cNvCxnSpPr>
              <a:cxnSpLocks/>
            </p:cNvCxnSpPr>
            <p:nvPr/>
          </p:nvCxnSpPr>
          <p:spPr>
            <a:xfrm>
              <a:off x="3453714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9" name="TextBox 118">
              <a:extLst>
                <a:ext uri="{FF2B5EF4-FFF2-40B4-BE49-F238E27FC236}">
                  <a16:creationId xmlns:a16="http://schemas.microsoft.com/office/drawing/2014/main" id="{A0532D9B-3D7E-CDD8-0B5E-49DE01196A30}"/>
                </a:ext>
              </a:extLst>
            </p:cNvPr>
            <p:cNvSpPr txBox="1"/>
            <p:nvPr/>
          </p:nvSpPr>
          <p:spPr>
            <a:xfrm rot="5400000">
              <a:off x="3188866" y="2092261"/>
              <a:ext cx="754619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pin4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120" name="Straight Connector 119">
              <a:extLst>
                <a:ext uri="{FF2B5EF4-FFF2-40B4-BE49-F238E27FC236}">
                  <a16:creationId xmlns:a16="http://schemas.microsoft.com/office/drawing/2014/main" id="{DA075157-F278-D50E-5D34-014AB09A3392}"/>
                </a:ext>
              </a:extLst>
            </p:cNvPr>
            <p:cNvCxnSpPr>
              <a:cxnSpLocks/>
            </p:cNvCxnSpPr>
            <p:nvPr/>
          </p:nvCxnSpPr>
          <p:spPr>
            <a:xfrm>
              <a:off x="3907991" y="2335991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1" name="TextBox 120">
              <a:extLst>
                <a:ext uri="{FF2B5EF4-FFF2-40B4-BE49-F238E27FC236}">
                  <a16:creationId xmlns:a16="http://schemas.microsoft.com/office/drawing/2014/main" id="{24E28D09-64B5-D1B3-3BAF-9D1CC7662CA5}"/>
                </a:ext>
              </a:extLst>
            </p:cNvPr>
            <p:cNvSpPr txBox="1"/>
            <p:nvPr/>
          </p:nvSpPr>
          <p:spPr>
            <a:xfrm rot="5400000">
              <a:off x="3639983" y="2092259"/>
              <a:ext cx="754619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pin6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122" name="Straight Connector 121">
              <a:extLst>
                <a:ext uri="{FF2B5EF4-FFF2-40B4-BE49-F238E27FC236}">
                  <a16:creationId xmlns:a16="http://schemas.microsoft.com/office/drawing/2014/main" id="{A714667F-F33D-22EC-4F38-F811BE1FB749}"/>
                </a:ext>
              </a:extLst>
            </p:cNvPr>
            <p:cNvCxnSpPr>
              <a:cxnSpLocks/>
            </p:cNvCxnSpPr>
            <p:nvPr/>
          </p:nvCxnSpPr>
          <p:spPr>
            <a:xfrm>
              <a:off x="2920379" y="4745914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3" name="TextBox 122">
              <a:extLst>
                <a:ext uri="{FF2B5EF4-FFF2-40B4-BE49-F238E27FC236}">
                  <a16:creationId xmlns:a16="http://schemas.microsoft.com/office/drawing/2014/main" id="{BBD0FA17-3B91-E0BD-766B-52DEA67C11AC}"/>
                </a:ext>
              </a:extLst>
            </p:cNvPr>
            <p:cNvSpPr txBox="1"/>
            <p:nvPr/>
          </p:nvSpPr>
          <p:spPr>
            <a:xfrm rot="5400000">
              <a:off x="2659462" y="5620489"/>
              <a:ext cx="754619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pin1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124" name="Straight Connector 123">
              <a:extLst>
                <a:ext uri="{FF2B5EF4-FFF2-40B4-BE49-F238E27FC236}">
                  <a16:creationId xmlns:a16="http://schemas.microsoft.com/office/drawing/2014/main" id="{4A5BD354-5B24-1D44-7DD8-C7B7E207E677}"/>
                </a:ext>
              </a:extLst>
            </p:cNvPr>
            <p:cNvCxnSpPr>
              <a:cxnSpLocks/>
            </p:cNvCxnSpPr>
            <p:nvPr/>
          </p:nvCxnSpPr>
          <p:spPr>
            <a:xfrm>
              <a:off x="3436440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5" name="TextBox 124">
              <a:extLst>
                <a:ext uri="{FF2B5EF4-FFF2-40B4-BE49-F238E27FC236}">
                  <a16:creationId xmlns:a16="http://schemas.microsoft.com/office/drawing/2014/main" id="{B63E98E0-DB09-8B5F-6BAF-A29D2897657A}"/>
                </a:ext>
              </a:extLst>
            </p:cNvPr>
            <p:cNvSpPr txBox="1"/>
            <p:nvPr/>
          </p:nvSpPr>
          <p:spPr>
            <a:xfrm rot="5400000">
              <a:off x="3175523" y="5618462"/>
              <a:ext cx="754619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pin3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126" name="Straight Connector 125">
              <a:extLst>
                <a:ext uri="{FF2B5EF4-FFF2-40B4-BE49-F238E27FC236}">
                  <a16:creationId xmlns:a16="http://schemas.microsoft.com/office/drawing/2014/main" id="{D00391E2-7253-C96F-6DD5-FE2565FA3CC5}"/>
                </a:ext>
              </a:extLst>
            </p:cNvPr>
            <p:cNvCxnSpPr>
              <a:cxnSpLocks/>
            </p:cNvCxnSpPr>
            <p:nvPr/>
          </p:nvCxnSpPr>
          <p:spPr>
            <a:xfrm>
              <a:off x="3918887" y="4744900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7" name="TextBox 126">
              <a:extLst>
                <a:ext uri="{FF2B5EF4-FFF2-40B4-BE49-F238E27FC236}">
                  <a16:creationId xmlns:a16="http://schemas.microsoft.com/office/drawing/2014/main" id="{D834BE36-A8B4-410C-C7B6-C681AFD17C6C}"/>
                </a:ext>
              </a:extLst>
            </p:cNvPr>
            <p:cNvSpPr txBox="1"/>
            <p:nvPr/>
          </p:nvSpPr>
          <p:spPr>
            <a:xfrm rot="5400000">
              <a:off x="3657971" y="5619479"/>
              <a:ext cx="754619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pin5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128" name="Straight Connector 127">
              <a:extLst>
                <a:ext uri="{FF2B5EF4-FFF2-40B4-BE49-F238E27FC236}">
                  <a16:creationId xmlns:a16="http://schemas.microsoft.com/office/drawing/2014/main" id="{B2DBD4FA-6ABB-E750-66EA-DF963276D1AF}"/>
                </a:ext>
              </a:extLst>
            </p:cNvPr>
            <p:cNvCxnSpPr>
              <a:cxnSpLocks/>
            </p:cNvCxnSpPr>
            <p:nvPr/>
          </p:nvCxnSpPr>
          <p:spPr>
            <a:xfrm>
              <a:off x="4372042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9" name="TextBox 128">
              <a:extLst>
                <a:ext uri="{FF2B5EF4-FFF2-40B4-BE49-F238E27FC236}">
                  <a16:creationId xmlns:a16="http://schemas.microsoft.com/office/drawing/2014/main" id="{834A9C63-94ED-5ADC-68A9-092F313286B7}"/>
                </a:ext>
              </a:extLst>
            </p:cNvPr>
            <p:cNvSpPr txBox="1"/>
            <p:nvPr/>
          </p:nvSpPr>
          <p:spPr>
            <a:xfrm rot="5400000">
              <a:off x="4111125" y="5618463"/>
              <a:ext cx="754619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pin7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</p:grpSp>
      <p:sp>
        <p:nvSpPr>
          <p:cNvPr id="150" name="Freeform: Shape 149">
            <a:extLst>
              <a:ext uri="{FF2B5EF4-FFF2-40B4-BE49-F238E27FC236}">
                <a16:creationId xmlns:a16="http://schemas.microsoft.com/office/drawing/2014/main" id="{05B96A2A-529C-630B-83FA-B183C7E5E579}"/>
              </a:ext>
            </a:extLst>
          </p:cNvPr>
          <p:cNvSpPr/>
          <p:nvPr/>
        </p:nvSpPr>
        <p:spPr>
          <a:xfrm>
            <a:off x="5000625" y="2609850"/>
            <a:ext cx="5043488" cy="2424113"/>
          </a:xfrm>
          <a:custGeom>
            <a:avLst/>
            <a:gdLst>
              <a:gd name="csX0" fmla="*/ 1304925 w 5043488"/>
              <a:gd name="csY0" fmla="*/ 2424113 h 2424113"/>
              <a:gd name="csX1" fmla="*/ 0 w 5043488"/>
              <a:gd name="csY1" fmla="*/ 2424113 h 2424113"/>
              <a:gd name="csX2" fmla="*/ 0 w 5043488"/>
              <a:gd name="csY2" fmla="*/ 0 h 2424113"/>
              <a:gd name="csX3" fmla="*/ 5043488 w 5043488"/>
              <a:gd name="csY3" fmla="*/ 0 h 2424113"/>
              <a:gd name="csX4" fmla="*/ 5043488 w 5043488"/>
              <a:gd name="csY4" fmla="*/ 1290638 h 24241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5043488" h="2424113">
                <a:moveTo>
                  <a:pt x="1304925" y="2424113"/>
                </a:moveTo>
                <a:lnTo>
                  <a:pt x="0" y="2424113"/>
                </a:lnTo>
                <a:lnTo>
                  <a:pt x="0" y="0"/>
                </a:lnTo>
                <a:lnTo>
                  <a:pt x="5043488" y="0"/>
                </a:lnTo>
                <a:lnTo>
                  <a:pt x="5043488" y="1290638"/>
                </a:lnTo>
              </a:path>
            </a:pathLst>
          </a:cu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1" name="Freeform: Shape 150">
            <a:extLst>
              <a:ext uri="{FF2B5EF4-FFF2-40B4-BE49-F238E27FC236}">
                <a16:creationId xmlns:a16="http://schemas.microsoft.com/office/drawing/2014/main" id="{3B0309B8-676A-FF6F-2E9E-E0231C4011DB}"/>
              </a:ext>
            </a:extLst>
          </p:cNvPr>
          <p:cNvSpPr/>
          <p:nvPr/>
        </p:nvSpPr>
        <p:spPr>
          <a:xfrm>
            <a:off x="6829425" y="2671763"/>
            <a:ext cx="3139382" cy="2057400"/>
          </a:xfrm>
          <a:custGeom>
            <a:avLst/>
            <a:gdLst>
              <a:gd name="csX0" fmla="*/ 0 w 3109913"/>
              <a:gd name="csY0" fmla="*/ 2057400 h 2057400"/>
              <a:gd name="csX1" fmla="*/ 1090613 w 3109913"/>
              <a:gd name="csY1" fmla="*/ 2057400 h 2057400"/>
              <a:gd name="csX2" fmla="*/ 1090613 w 3109913"/>
              <a:gd name="csY2" fmla="*/ 0 h 2057400"/>
              <a:gd name="csX3" fmla="*/ 3109913 w 3109913"/>
              <a:gd name="csY3" fmla="*/ 0 h 2057400"/>
              <a:gd name="csX4" fmla="*/ 3109913 w 3109913"/>
              <a:gd name="csY4" fmla="*/ 1228725 h 20574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3109913" h="2057400">
                <a:moveTo>
                  <a:pt x="0" y="2057400"/>
                </a:moveTo>
                <a:lnTo>
                  <a:pt x="1090613" y="2057400"/>
                </a:lnTo>
                <a:lnTo>
                  <a:pt x="1090613" y="0"/>
                </a:lnTo>
                <a:lnTo>
                  <a:pt x="3109913" y="0"/>
                </a:lnTo>
                <a:lnTo>
                  <a:pt x="3109913" y="1228725"/>
                </a:lnTo>
              </a:path>
            </a:pathLst>
          </a:custGeom>
          <a:noFill/>
          <a:ln>
            <a:solidFill>
              <a:schemeClr val="accent6">
                <a:lumMod val="20000"/>
                <a:lumOff val="80000"/>
              </a:schemeClr>
            </a:solidFill>
          </a:ln>
          <a:effectLst>
            <a:glow rad="63500">
              <a:schemeClr val="accent6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2" name="Freeform: Shape 151">
            <a:extLst>
              <a:ext uri="{FF2B5EF4-FFF2-40B4-BE49-F238E27FC236}">
                <a16:creationId xmlns:a16="http://schemas.microsoft.com/office/drawing/2014/main" id="{D35CDE77-AA22-866A-074B-1166F03622BC}"/>
              </a:ext>
            </a:extLst>
          </p:cNvPr>
          <p:cNvSpPr/>
          <p:nvPr/>
        </p:nvSpPr>
        <p:spPr>
          <a:xfrm>
            <a:off x="5110163" y="2776538"/>
            <a:ext cx="4757737" cy="1947862"/>
          </a:xfrm>
          <a:custGeom>
            <a:avLst/>
            <a:gdLst>
              <a:gd name="csX0" fmla="*/ 1362075 w 4757737"/>
              <a:gd name="csY0" fmla="*/ 1947862 h 1947862"/>
              <a:gd name="csX1" fmla="*/ 0 w 4757737"/>
              <a:gd name="csY1" fmla="*/ 1947862 h 1947862"/>
              <a:gd name="csX2" fmla="*/ 0 w 4757737"/>
              <a:gd name="csY2" fmla="*/ 0 h 1947862"/>
              <a:gd name="csX3" fmla="*/ 4757737 w 4757737"/>
              <a:gd name="csY3" fmla="*/ 0 h 1947862"/>
              <a:gd name="csX4" fmla="*/ 4757737 w 4757737"/>
              <a:gd name="csY4" fmla="*/ 1138237 h 19478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757737" h="1947862">
                <a:moveTo>
                  <a:pt x="1362075" y="1947862"/>
                </a:moveTo>
                <a:lnTo>
                  <a:pt x="0" y="1947862"/>
                </a:lnTo>
                <a:lnTo>
                  <a:pt x="0" y="0"/>
                </a:lnTo>
                <a:lnTo>
                  <a:pt x="4757737" y="0"/>
                </a:lnTo>
                <a:lnTo>
                  <a:pt x="4757737" y="1138237"/>
                </a:lnTo>
              </a:path>
            </a:pathLst>
          </a:custGeom>
          <a:noFill/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3" name="Freeform: Shape 152">
            <a:extLst>
              <a:ext uri="{FF2B5EF4-FFF2-40B4-BE49-F238E27FC236}">
                <a16:creationId xmlns:a16="http://schemas.microsoft.com/office/drawing/2014/main" id="{2A709B92-5DE8-4849-C42B-26DAC723BB51}"/>
              </a:ext>
            </a:extLst>
          </p:cNvPr>
          <p:cNvSpPr/>
          <p:nvPr/>
        </p:nvSpPr>
        <p:spPr>
          <a:xfrm>
            <a:off x="6810374" y="2862263"/>
            <a:ext cx="2955547" cy="1581150"/>
          </a:xfrm>
          <a:custGeom>
            <a:avLst/>
            <a:gdLst>
              <a:gd name="csX0" fmla="*/ 0 w 2857500"/>
              <a:gd name="csY0" fmla="*/ 1581150 h 1581150"/>
              <a:gd name="csX1" fmla="*/ 1209675 w 2857500"/>
              <a:gd name="csY1" fmla="*/ 1581150 h 1581150"/>
              <a:gd name="csX2" fmla="*/ 1209675 w 2857500"/>
              <a:gd name="csY2" fmla="*/ 0 h 1581150"/>
              <a:gd name="csX3" fmla="*/ 2857500 w 2857500"/>
              <a:gd name="csY3" fmla="*/ 0 h 1581150"/>
              <a:gd name="csX4" fmla="*/ 2857500 w 2857500"/>
              <a:gd name="csY4" fmla="*/ 1066800 h 1581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857500" h="1581150">
                <a:moveTo>
                  <a:pt x="0" y="1581150"/>
                </a:moveTo>
                <a:lnTo>
                  <a:pt x="1209675" y="1581150"/>
                </a:lnTo>
                <a:lnTo>
                  <a:pt x="1209675" y="0"/>
                </a:lnTo>
                <a:lnTo>
                  <a:pt x="2857500" y="0"/>
                </a:lnTo>
                <a:lnTo>
                  <a:pt x="2857500" y="1066800"/>
                </a:lnTo>
              </a:path>
            </a:pathLst>
          </a:custGeom>
          <a:noFill/>
          <a:ln>
            <a:solidFill>
              <a:schemeClr val="accent4">
                <a:lumMod val="20000"/>
                <a:lumOff val="80000"/>
              </a:schemeClr>
            </a:solidFill>
          </a:ln>
          <a:effectLst>
            <a:glow rad="635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1E16965-20EC-1FD0-9776-7D58F7ACE6DD}"/>
              </a:ext>
            </a:extLst>
          </p:cNvPr>
          <p:cNvSpPr/>
          <p:nvPr/>
        </p:nvSpPr>
        <p:spPr>
          <a:xfrm>
            <a:off x="5786438" y="2990850"/>
            <a:ext cx="3900487" cy="938213"/>
          </a:xfrm>
          <a:custGeom>
            <a:avLst/>
            <a:gdLst>
              <a:gd name="csX0" fmla="*/ 619125 w 3900487"/>
              <a:gd name="csY0" fmla="*/ 938213 h 938213"/>
              <a:gd name="csX1" fmla="*/ 0 w 3900487"/>
              <a:gd name="csY1" fmla="*/ 938213 h 938213"/>
              <a:gd name="csX2" fmla="*/ 0 w 3900487"/>
              <a:gd name="csY2" fmla="*/ 0 h 938213"/>
              <a:gd name="csX3" fmla="*/ 3900487 w 3900487"/>
              <a:gd name="csY3" fmla="*/ 0 h 938213"/>
              <a:gd name="csX4" fmla="*/ 3900487 w 3900487"/>
              <a:gd name="csY4" fmla="*/ 933450 h 9382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3900487" h="938213">
                <a:moveTo>
                  <a:pt x="619125" y="938213"/>
                </a:moveTo>
                <a:lnTo>
                  <a:pt x="0" y="938213"/>
                </a:lnTo>
                <a:lnTo>
                  <a:pt x="0" y="0"/>
                </a:lnTo>
                <a:lnTo>
                  <a:pt x="3900487" y="0"/>
                </a:lnTo>
                <a:lnTo>
                  <a:pt x="3900487" y="933450"/>
                </a:lnTo>
              </a:path>
            </a:pathLst>
          </a:custGeom>
          <a:noFill/>
          <a:ln>
            <a:solidFill>
              <a:schemeClr val="bg1"/>
            </a:solidFill>
          </a:ln>
          <a:effectLst>
            <a:glow rad="63500">
              <a:srgbClr val="FFFF00">
                <a:alpha val="4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04DF57F-A69D-D773-9F12-B3BFC9F8F79F}"/>
              </a:ext>
            </a:extLst>
          </p:cNvPr>
          <p:cNvSpPr txBox="1"/>
          <p:nvPr/>
        </p:nvSpPr>
        <p:spPr>
          <a:xfrm>
            <a:off x="7144984" y="5619192"/>
            <a:ext cx="271741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dirty="0">
                <a:solidFill>
                  <a:schemeClr val="bg1"/>
                </a:solidFill>
                <a:latin typeface="Consolas" panose="020B0609020204030204" pitchFamily="49" charset="0"/>
              </a:rPr>
              <a:t>la t0, GPIO_D_INDATA</a:t>
            </a:r>
          </a:p>
          <a:p>
            <a:r>
              <a:rPr lang="sv-SE" dirty="0" err="1">
                <a:solidFill>
                  <a:schemeClr val="bg1"/>
                </a:solidFill>
                <a:latin typeface="Consolas" panose="020B0609020204030204" pitchFamily="49" charset="0"/>
              </a:rPr>
              <a:t>lh</a:t>
            </a:r>
            <a:r>
              <a:rPr lang="sv-SE" dirty="0">
                <a:solidFill>
                  <a:schemeClr val="bg1"/>
                </a:solidFill>
                <a:latin typeface="Consolas" panose="020B0609020204030204" pitchFamily="49" charset="0"/>
              </a:rPr>
              <a:t> t1, 0(t0)</a:t>
            </a:r>
          </a:p>
          <a:p>
            <a:r>
              <a:rPr lang="sv-SE" dirty="0">
                <a:solidFill>
                  <a:schemeClr val="bg1"/>
                </a:solidFill>
                <a:latin typeface="Consolas" panose="020B0609020204030204" pitchFamily="49" charset="0"/>
              </a:rPr>
              <a:t># t1 &amp; 0xF =</a:t>
            </a:r>
            <a:endParaRPr lang="LID4096" dirty="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grpSp>
        <p:nvGrpSpPr>
          <p:cNvPr id="157" name="Group 156">
            <a:extLst>
              <a:ext uri="{FF2B5EF4-FFF2-40B4-BE49-F238E27FC236}">
                <a16:creationId xmlns:a16="http://schemas.microsoft.com/office/drawing/2014/main" id="{3B477438-C1C4-A1AC-F0CC-FC826651B8D5}"/>
              </a:ext>
            </a:extLst>
          </p:cNvPr>
          <p:cNvGrpSpPr/>
          <p:nvPr/>
        </p:nvGrpSpPr>
        <p:grpSpPr>
          <a:xfrm>
            <a:off x="6188599" y="4250364"/>
            <a:ext cx="907621" cy="1196508"/>
            <a:chOff x="6188599" y="4250364"/>
            <a:chExt cx="907621" cy="1196508"/>
          </a:xfrm>
        </p:grpSpPr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D6BE00CE-1900-4E81-6642-96D9461A6C26}"/>
                </a:ext>
              </a:extLst>
            </p:cNvPr>
            <p:cNvSpPr/>
            <p:nvPr/>
          </p:nvSpPr>
          <p:spPr>
            <a:xfrm>
              <a:off x="6353510" y="4250364"/>
              <a:ext cx="489469" cy="1006840"/>
            </a:xfrm>
            <a:custGeom>
              <a:avLst/>
              <a:gdLst>
                <a:gd name="csX0" fmla="*/ 55916 w 489469"/>
                <a:gd name="csY0" fmla="*/ 1003123 h 1006840"/>
                <a:gd name="csX1" fmla="*/ 202565 w 489469"/>
                <a:gd name="csY1" fmla="*/ 929798 h 1006840"/>
                <a:gd name="csX2" fmla="*/ 254324 w 489469"/>
                <a:gd name="csY2" fmla="*/ 675319 h 1006840"/>
                <a:gd name="csX3" fmla="*/ 465671 w 489469"/>
                <a:gd name="csY3" fmla="*/ 532983 h 1006840"/>
                <a:gd name="csX4" fmla="*/ 465671 w 489469"/>
                <a:gd name="csY4" fmla="*/ 58530 h 1006840"/>
                <a:gd name="csX5" fmla="*/ 297456 w 489469"/>
                <a:gd name="csY5" fmla="*/ 32651 h 1006840"/>
                <a:gd name="csX6" fmla="*/ 237071 w 489469"/>
                <a:gd name="csY6" fmla="*/ 287130 h 1006840"/>
                <a:gd name="csX7" fmla="*/ 12784 w 489469"/>
                <a:gd name="csY7" fmla="*/ 399274 h 1006840"/>
                <a:gd name="csX8" fmla="*/ 34350 w 489469"/>
                <a:gd name="csY8" fmla="*/ 934111 h 1006840"/>
                <a:gd name="csX9" fmla="*/ 55916 w 489469"/>
                <a:gd name="csY9" fmla="*/ 1003123 h 100684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489469" h="1006840">
                  <a:moveTo>
                    <a:pt x="55916" y="1003123"/>
                  </a:moveTo>
                  <a:cubicBezTo>
                    <a:pt x="83952" y="1002404"/>
                    <a:pt x="169497" y="984432"/>
                    <a:pt x="202565" y="929798"/>
                  </a:cubicBezTo>
                  <a:cubicBezTo>
                    <a:pt x="235633" y="875164"/>
                    <a:pt x="210473" y="741455"/>
                    <a:pt x="254324" y="675319"/>
                  </a:cubicBezTo>
                  <a:cubicBezTo>
                    <a:pt x="298175" y="609183"/>
                    <a:pt x="430446" y="635781"/>
                    <a:pt x="465671" y="532983"/>
                  </a:cubicBezTo>
                  <a:cubicBezTo>
                    <a:pt x="500896" y="430185"/>
                    <a:pt x="493707" y="141919"/>
                    <a:pt x="465671" y="58530"/>
                  </a:cubicBezTo>
                  <a:cubicBezTo>
                    <a:pt x="437635" y="-24859"/>
                    <a:pt x="335556" y="-5449"/>
                    <a:pt x="297456" y="32651"/>
                  </a:cubicBezTo>
                  <a:cubicBezTo>
                    <a:pt x="259356" y="70751"/>
                    <a:pt x="284516" y="226026"/>
                    <a:pt x="237071" y="287130"/>
                  </a:cubicBezTo>
                  <a:cubicBezTo>
                    <a:pt x="189626" y="348234"/>
                    <a:pt x="46571" y="291444"/>
                    <a:pt x="12784" y="399274"/>
                  </a:cubicBezTo>
                  <a:cubicBezTo>
                    <a:pt x="-21003" y="507104"/>
                    <a:pt x="21410" y="838502"/>
                    <a:pt x="34350" y="934111"/>
                  </a:cubicBezTo>
                  <a:cubicBezTo>
                    <a:pt x="47290" y="1029720"/>
                    <a:pt x="27880" y="1003842"/>
                    <a:pt x="55916" y="1003123"/>
                  </a:cubicBezTo>
                  <a:close/>
                </a:path>
              </a:pathLst>
            </a:custGeom>
            <a:noFill/>
            <a:ln w="38100">
              <a:solidFill>
                <a:srgbClr val="C00000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 dirty="0"/>
            </a:p>
          </p:txBody>
        </p:sp>
        <p:sp>
          <p:nvSpPr>
            <p:cNvPr id="156" name="TextBox 155">
              <a:extLst>
                <a:ext uri="{FF2B5EF4-FFF2-40B4-BE49-F238E27FC236}">
                  <a16:creationId xmlns:a16="http://schemas.microsoft.com/office/drawing/2014/main" id="{BF10F57D-D2E9-26B8-AD7D-A25CE4E49D88}"/>
                </a:ext>
              </a:extLst>
            </p:cNvPr>
            <p:cNvSpPr txBox="1"/>
            <p:nvPr/>
          </p:nvSpPr>
          <p:spPr>
            <a:xfrm>
              <a:off x="6188599" y="5200651"/>
              <a:ext cx="907621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rgbClr val="FF0000"/>
                  </a:solidFill>
                </a:rPr>
                <a:t>PULL DOWN</a:t>
              </a:r>
              <a:endParaRPr lang="LID4096" sz="1000" b="1" dirty="0">
                <a:solidFill>
                  <a:srgbClr val="FF0000"/>
                </a:solidFill>
              </a:endParaRPr>
            </a:p>
          </p:txBody>
        </p:sp>
      </p:grpSp>
      <p:sp>
        <p:nvSpPr>
          <p:cNvPr id="159" name="TextBox 158">
            <a:extLst>
              <a:ext uri="{FF2B5EF4-FFF2-40B4-BE49-F238E27FC236}">
                <a16:creationId xmlns:a16="http://schemas.microsoft.com/office/drawing/2014/main" id="{BE0F6522-8D52-F5F0-B1D6-052E646FF71D}"/>
              </a:ext>
            </a:extLst>
          </p:cNvPr>
          <p:cNvSpPr txBox="1"/>
          <p:nvPr/>
        </p:nvSpPr>
        <p:spPr>
          <a:xfrm>
            <a:off x="8832372" y="6167682"/>
            <a:ext cx="609671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sv-SE" dirty="0">
                <a:solidFill>
                  <a:schemeClr val="bg1"/>
                </a:solidFill>
                <a:latin typeface="Consolas" panose="020B0609020204030204" pitchFamily="49" charset="0"/>
              </a:rPr>
              <a:t>0b1</a:t>
            </a:r>
            <a:r>
              <a:rPr lang="sv-SE" dirty="0">
                <a:solidFill>
                  <a:srgbClr val="FF0000"/>
                </a:solidFill>
                <a:latin typeface="Consolas" panose="020B0609020204030204" pitchFamily="49" charset="0"/>
              </a:rPr>
              <a:t>?</a:t>
            </a:r>
            <a:r>
              <a:rPr lang="sv-SE" dirty="0">
                <a:solidFill>
                  <a:schemeClr val="bg1"/>
                </a:solidFill>
                <a:latin typeface="Consolas" panose="020B0609020204030204" pitchFamily="49" charset="0"/>
              </a:rPr>
              <a:t>1</a:t>
            </a:r>
            <a:r>
              <a:rPr lang="sv-SE" dirty="0">
                <a:solidFill>
                  <a:srgbClr val="FF0000"/>
                </a:solidFill>
                <a:latin typeface="Consolas" panose="020B0609020204030204" pitchFamily="49" charset="0"/>
              </a:rPr>
              <a:t>?</a:t>
            </a:r>
            <a:endParaRPr lang="LID4096" dirty="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160" name="TextBox 159">
            <a:extLst>
              <a:ext uri="{FF2B5EF4-FFF2-40B4-BE49-F238E27FC236}">
                <a16:creationId xmlns:a16="http://schemas.microsoft.com/office/drawing/2014/main" id="{068B5D24-BB24-CCB1-76B2-CF88D7C73A8C}"/>
              </a:ext>
            </a:extLst>
          </p:cNvPr>
          <p:cNvSpPr txBox="1"/>
          <p:nvPr/>
        </p:nvSpPr>
        <p:spPr>
          <a:xfrm>
            <a:off x="8835574" y="6175077"/>
            <a:ext cx="6096718" cy="369332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</p:spPr>
        <p:txBody>
          <a:bodyPr wrap="square">
            <a:spAutoFit/>
          </a:bodyPr>
          <a:lstStyle/>
          <a:p>
            <a:r>
              <a:rPr lang="sv-SE" dirty="0">
                <a:solidFill>
                  <a:schemeClr val="bg1"/>
                </a:solidFill>
                <a:latin typeface="Consolas" panose="020B0609020204030204" pitchFamily="49" charset="0"/>
              </a:rPr>
              <a:t>0b1</a:t>
            </a:r>
            <a:r>
              <a:rPr lang="sv-SE" dirty="0">
                <a:solidFill>
                  <a:srgbClr val="FF0000"/>
                </a:solidFill>
                <a:latin typeface="Consolas" panose="020B0609020204030204" pitchFamily="49" charset="0"/>
              </a:rPr>
              <a:t>0</a:t>
            </a:r>
            <a:r>
              <a:rPr lang="sv-SE" dirty="0">
                <a:solidFill>
                  <a:schemeClr val="bg1"/>
                </a:solidFill>
                <a:latin typeface="Consolas" panose="020B0609020204030204" pitchFamily="49" charset="0"/>
              </a:rPr>
              <a:t>1</a:t>
            </a:r>
            <a:r>
              <a:rPr lang="sv-SE" dirty="0">
                <a:solidFill>
                  <a:srgbClr val="FF0000"/>
                </a:solidFill>
                <a:latin typeface="Consolas" panose="020B0609020204030204" pitchFamily="49" charset="0"/>
              </a:rPr>
              <a:t>0</a:t>
            </a:r>
            <a:endParaRPr lang="LID4096" dirty="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19425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allAtOnce"/>
      <p:bldP spid="159" grpId="0"/>
      <p:bldP spid="160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B9E5F7-C96C-AEC5-6135-150AA92E0C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DF1114-7F32-5C85-EB88-7A0B1E03CA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dirty="0" err="1"/>
              <a:t>Keypad</a:t>
            </a:r>
            <a:endParaRPr lang="LID4096" dirty="0"/>
          </a:p>
        </p:txBody>
      </p:sp>
      <p:sp>
        <p:nvSpPr>
          <p:cNvPr id="155" name="Content Placeholder 154">
            <a:extLst>
              <a:ext uri="{FF2B5EF4-FFF2-40B4-BE49-F238E27FC236}">
                <a16:creationId xmlns:a16="http://schemas.microsoft.com/office/drawing/2014/main" id="{14F6FD81-248D-18F5-85D9-F6452E71FFF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LID4096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09F430A-6C02-B89E-A9B0-99B6B128C6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690688"/>
            <a:ext cx="4746017" cy="5167312"/>
          </a:xfrm>
          <a:prstGeom prst="rect">
            <a:avLst/>
          </a:prstGeom>
        </p:spPr>
      </p:pic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C4C00E22-025C-BE49-08F4-B2C902A2AFD7}"/>
              </a:ext>
            </a:extLst>
          </p:cNvPr>
          <p:cNvSpPr/>
          <p:nvPr/>
        </p:nvSpPr>
        <p:spPr>
          <a:xfrm>
            <a:off x="8625019" y="3694696"/>
            <a:ext cx="2076275" cy="2122414"/>
          </a:xfrm>
          <a:prstGeom prst="roundRect">
            <a:avLst>
              <a:gd name="adj" fmla="val 10606"/>
            </a:avLst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36B4A60D-BD7D-2557-8589-2DBD004B9DBD}"/>
              </a:ext>
            </a:extLst>
          </p:cNvPr>
          <p:cNvSpPr/>
          <p:nvPr/>
        </p:nvSpPr>
        <p:spPr>
          <a:xfrm>
            <a:off x="8864105" y="3958949"/>
            <a:ext cx="1371600" cy="1514213"/>
          </a:xfrm>
          <a:custGeom>
            <a:avLst/>
            <a:gdLst>
              <a:gd name="connsiteX0" fmla="*/ 541090 w 1371600"/>
              <a:gd name="connsiteY0" fmla="*/ 0 h 1514213"/>
              <a:gd name="connsiteX1" fmla="*/ 541090 w 1371600"/>
              <a:gd name="connsiteY1" fmla="*/ 130029 h 1514213"/>
              <a:gd name="connsiteX2" fmla="*/ 0 w 1371600"/>
              <a:gd name="connsiteY2" fmla="*/ 130029 h 1514213"/>
              <a:gd name="connsiteX3" fmla="*/ 0 w 1371600"/>
              <a:gd name="connsiteY3" fmla="*/ 1497435 h 1514213"/>
              <a:gd name="connsiteX4" fmla="*/ 1371600 w 1371600"/>
              <a:gd name="connsiteY4" fmla="*/ 1514213 h 15142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71600" h="1514213">
                <a:moveTo>
                  <a:pt x="541090" y="0"/>
                </a:moveTo>
                <a:lnTo>
                  <a:pt x="541090" y="130029"/>
                </a:lnTo>
                <a:lnTo>
                  <a:pt x="0" y="130029"/>
                </a:lnTo>
                <a:lnTo>
                  <a:pt x="0" y="1497435"/>
                </a:lnTo>
                <a:lnTo>
                  <a:pt x="1371600" y="1514213"/>
                </a:lnTo>
              </a:path>
            </a:pathLst>
          </a:custGeom>
          <a:noFill/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61A86774-3141-8A99-0583-D6229BE189BA}"/>
              </a:ext>
            </a:extLst>
          </p:cNvPr>
          <p:cNvSpPr/>
          <p:nvPr/>
        </p:nvSpPr>
        <p:spPr>
          <a:xfrm>
            <a:off x="8939606" y="3963143"/>
            <a:ext cx="1287710" cy="1170264"/>
          </a:xfrm>
          <a:custGeom>
            <a:avLst/>
            <a:gdLst>
              <a:gd name="connsiteX0" fmla="*/ 545284 w 1287710"/>
              <a:gd name="connsiteY0" fmla="*/ 0 h 1170264"/>
              <a:gd name="connsiteX1" fmla="*/ 541090 w 1287710"/>
              <a:gd name="connsiteY1" fmla="*/ 171975 h 1170264"/>
              <a:gd name="connsiteX2" fmla="*/ 0 w 1287710"/>
              <a:gd name="connsiteY2" fmla="*/ 176169 h 1170264"/>
              <a:gd name="connsiteX3" fmla="*/ 0 w 1287710"/>
              <a:gd name="connsiteY3" fmla="*/ 1166070 h 1170264"/>
              <a:gd name="connsiteX4" fmla="*/ 1287710 w 1287710"/>
              <a:gd name="connsiteY4" fmla="*/ 1170264 h 11702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87710" h="1170264">
                <a:moveTo>
                  <a:pt x="545284" y="0"/>
                </a:moveTo>
                <a:lnTo>
                  <a:pt x="541090" y="171975"/>
                </a:lnTo>
                <a:lnTo>
                  <a:pt x="0" y="176169"/>
                </a:lnTo>
                <a:lnTo>
                  <a:pt x="0" y="1166070"/>
                </a:lnTo>
                <a:lnTo>
                  <a:pt x="1287710" y="1170264"/>
                </a:lnTo>
              </a:path>
            </a:pathLst>
          </a:custGeom>
          <a:noFill/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5C06CAC5-9729-D206-30EC-0810968352B2}"/>
              </a:ext>
            </a:extLst>
          </p:cNvPr>
          <p:cNvSpPr/>
          <p:nvPr/>
        </p:nvSpPr>
        <p:spPr>
          <a:xfrm>
            <a:off x="9002523" y="3963143"/>
            <a:ext cx="1224793" cy="855677"/>
          </a:xfrm>
          <a:custGeom>
            <a:avLst/>
            <a:gdLst>
              <a:gd name="connsiteX0" fmla="*/ 587230 w 1224793"/>
              <a:gd name="connsiteY0" fmla="*/ 0 h 855677"/>
              <a:gd name="connsiteX1" fmla="*/ 591424 w 1224793"/>
              <a:gd name="connsiteY1" fmla="*/ 205531 h 855677"/>
              <a:gd name="connsiteX2" fmla="*/ 0 w 1224793"/>
              <a:gd name="connsiteY2" fmla="*/ 209725 h 855677"/>
              <a:gd name="connsiteX3" fmla="*/ 0 w 1224793"/>
              <a:gd name="connsiteY3" fmla="*/ 855677 h 855677"/>
              <a:gd name="connsiteX4" fmla="*/ 1224793 w 1224793"/>
              <a:gd name="connsiteY4" fmla="*/ 855677 h 8556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24793" h="855677">
                <a:moveTo>
                  <a:pt x="587230" y="0"/>
                </a:moveTo>
                <a:lnTo>
                  <a:pt x="591424" y="205531"/>
                </a:lnTo>
                <a:lnTo>
                  <a:pt x="0" y="209725"/>
                </a:lnTo>
                <a:lnTo>
                  <a:pt x="0" y="855677"/>
                </a:lnTo>
                <a:lnTo>
                  <a:pt x="1224793" y="855677"/>
                </a:lnTo>
              </a:path>
            </a:pathLst>
          </a:custGeom>
          <a:noFill/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139F9108-CF1F-B00A-C611-74AED783D3F2}"/>
              </a:ext>
            </a:extLst>
          </p:cNvPr>
          <p:cNvSpPr/>
          <p:nvPr/>
        </p:nvSpPr>
        <p:spPr>
          <a:xfrm>
            <a:off x="9073830" y="3963143"/>
            <a:ext cx="1145097" cy="545285"/>
          </a:xfrm>
          <a:custGeom>
            <a:avLst/>
            <a:gdLst>
              <a:gd name="connsiteX0" fmla="*/ 604007 w 1145097"/>
              <a:gd name="connsiteY0" fmla="*/ 0 h 545285"/>
              <a:gd name="connsiteX1" fmla="*/ 608201 w 1145097"/>
              <a:gd name="connsiteY1" fmla="*/ 239087 h 545285"/>
              <a:gd name="connsiteX2" fmla="*/ 0 w 1145097"/>
              <a:gd name="connsiteY2" fmla="*/ 239087 h 545285"/>
              <a:gd name="connsiteX3" fmla="*/ 0 w 1145097"/>
              <a:gd name="connsiteY3" fmla="*/ 536896 h 545285"/>
              <a:gd name="connsiteX4" fmla="*/ 1145097 w 1145097"/>
              <a:gd name="connsiteY4" fmla="*/ 545285 h 5452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45097" h="545285">
                <a:moveTo>
                  <a:pt x="604007" y="0"/>
                </a:moveTo>
                <a:lnTo>
                  <a:pt x="608201" y="239087"/>
                </a:lnTo>
                <a:lnTo>
                  <a:pt x="0" y="239087"/>
                </a:lnTo>
                <a:lnTo>
                  <a:pt x="0" y="536896"/>
                </a:lnTo>
                <a:lnTo>
                  <a:pt x="1145097" y="545285"/>
                </a:lnTo>
              </a:path>
            </a:pathLst>
          </a:custGeom>
          <a:noFill/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B3C7B8B8-76D9-7BCB-16D0-392AB8F797BA}"/>
              </a:ext>
            </a:extLst>
          </p:cNvPr>
          <p:cNvSpPr/>
          <p:nvPr/>
        </p:nvSpPr>
        <p:spPr>
          <a:xfrm>
            <a:off x="9862395" y="3963143"/>
            <a:ext cx="29361" cy="1598103"/>
          </a:xfrm>
          <a:custGeom>
            <a:avLst/>
            <a:gdLst>
              <a:gd name="connsiteX0" fmla="*/ 0 w 29361"/>
              <a:gd name="connsiteY0" fmla="*/ 0 h 1598103"/>
              <a:gd name="connsiteX1" fmla="*/ 29361 w 29361"/>
              <a:gd name="connsiteY1" fmla="*/ 1598103 h 15981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9361" h="1598103">
                <a:moveTo>
                  <a:pt x="0" y="0"/>
                </a:moveTo>
                <a:lnTo>
                  <a:pt x="29361" y="1598103"/>
                </a:lnTo>
              </a:path>
            </a:pathLst>
          </a:custGeom>
          <a:noFill/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05DE86AD-F4E8-0535-2F89-80C49C979F5A}"/>
              </a:ext>
            </a:extLst>
          </p:cNvPr>
          <p:cNvSpPr/>
          <p:nvPr/>
        </p:nvSpPr>
        <p:spPr>
          <a:xfrm>
            <a:off x="9765921" y="3950560"/>
            <a:ext cx="453006" cy="1564547"/>
          </a:xfrm>
          <a:custGeom>
            <a:avLst/>
            <a:gdLst>
              <a:gd name="connsiteX0" fmla="*/ 0 w 453006"/>
              <a:gd name="connsiteY0" fmla="*/ 0 h 1564547"/>
              <a:gd name="connsiteX1" fmla="*/ 0 w 453006"/>
              <a:gd name="connsiteY1" fmla="*/ 167780 h 1564547"/>
              <a:gd name="connsiteX2" fmla="*/ 427839 w 453006"/>
              <a:gd name="connsiteY2" fmla="*/ 306198 h 1564547"/>
              <a:gd name="connsiteX3" fmla="*/ 453006 w 453006"/>
              <a:gd name="connsiteY3" fmla="*/ 1564547 h 15645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53006" h="1564547">
                <a:moveTo>
                  <a:pt x="0" y="0"/>
                </a:moveTo>
                <a:lnTo>
                  <a:pt x="0" y="167780"/>
                </a:lnTo>
                <a:lnTo>
                  <a:pt x="427839" y="306198"/>
                </a:lnTo>
                <a:lnTo>
                  <a:pt x="453006" y="1564547"/>
                </a:lnTo>
              </a:path>
            </a:pathLst>
          </a:custGeom>
          <a:noFill/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7624065A-2628-5050-141E-C847034CD73B}"/>
              </a:ext>
            </a:extLst>
          </p:cNvPr>
          <p:cNvSpPr/>
          <p:nvPr/>
        </p:nvSpPr>
        <p:spPr>
          <a:xfrm>
            <a:off x="9577131" y="3955595"/>
            <a:ext cx="377928" cy="1505824"/>
          </a:xfrm>
          <a:custGeom>
            <a:avLst/>
            <a:gdLst>
              <a:gd name="connsiteX0" fmla="*/ 788566 w 788566"/>
              <a:gd name="connsiteY0" fmla="*/ 0 h 1505824"/>
              <a:gd name="connsiteX1" fmla="*/ 788566 w 788566"/>
              <a:gd name="connsiteY1" fmla="*/ 322976 h 1505824"/>
              <a:gd name="connsiteX2" fmla="*/ 4195 w 788566"/>
              <a:gd name="connsiteY2" fmla="*/ 322976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88566 w 788566"/>
              <a:gd name="connsiteY1" fmla="*/ 322976 h 1505824"/>
              <a:gd name="connsiteX2" fmla="*/ 4195 w 788566"/>
              <a:gd name="connsiteY2" fmla="*/ 222308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70865 w 788566"/>
              <a:gd name="connsiteY1" fmla="*/ 230698 h 1505824"/>
              <a:gd name="connsiteX2" fmla="*/ 4195 w 788566"/>
              <a:gd name="connsiteY2" fmla="*/ 222308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70865 w 788566"/>
              <a:gd name="connsiteY1" fmla="*/ 230698 h 1505824"/>
              <a:gd name="connsiteX2" fmla="*/ 13044 w 788566"/>
              <a:gd name="connsiteY2" fmla="*/ 289419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70865 w 788566"/>
              <a:gd name="connsiteY1" fmla="*/ 285226 h 1505824"/>
              <a:gd name="connsiteX2" fmla="*/ 13044 w 788566"/>
              <a:gd name="connsiteY2" fmla="*/ 289419 h 1505824"/>
              <a:gd name="connsiteX3" fmla="*/ 0 w 788566"/>
              <a:gd name="connsiteY3" fmla="*/ 1505824 h 1505824"/>
              <a:gd name="connsiteX0" fmla="*/ 788566 w 797417"/>
              <a:gd name="connsiteY0" fmla="*/ 0 h 1505824"/>
              <a:gd name="connsiteX1" fmla="*/ 797417 w 797417"/>
              <a:gd name="connsiteY1" fmla="*/ 285226 h 1505824"/>
              <a:gd name="connsiteX2" fmla="*/ 13044 w 797417"/>
              <a:gd name="connsiteY2" fmla="*/ 289419 h 1505824"/>
              <a:gd name="connsiteX3" fmla="*/ 0 w 797417"/>
              <a:gd name="connsiteY3" fmla="*/ 1505824 h 1505824"/>
              <a:gd name="connsiteX0" fmla="*/ 788566 w 797417"/>
              <a:gd name="connsiteY0" fmla="*/ 0 h 1505824"/>
              <a:gd name="connsiteX1" fmla="*/ 797417 w 797417"/>
              <a:gd name="connsiteY1" fmla="*/ 285226 h 1505824"/>
              <a:gd name="connsiteX2" fmla="*/ 13044 w 797417"/>
              <a:gd name="connsiteY2" fmla="*/ 285225 h 1505824"/>
              <a:gd name="connsiteX3" fmla="*/ 0 w 797417"/>
              <a:gd name="connsiteY3" fmla="*/ 1505824 h 15058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97417" h="1505824">
                <a:moveTo>
                  <a:pt x="788566" y="0"/>
                </a:moveTo>
                <a:lnTo>
                  <a:pt x="797417" y="285226"/>
                </a:lnTo>
                <a:lnTo>
                  <a:pt x="13044" y="285225"/>
                </a:lnTo>
                <a:cubicBezTo>
                  <a:pt x="11646" y="679508"/>
                  <a:pt x="1398" y="1111541"/>
                  <a:pt x="0" y="1505824"/>
                </a:cubicBezTo>
              </a:path>
            </a:pathLst>
          </a:custGeom>
          <a:noFill/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087694A1-3E72-E928-FFB7-2CBA5E800216}"/>
              </a:ext>
            </a:extLst>
          </p:cNvPr>
          <p:cNvSpPr/>
          <p:nvPr/>
        </p:nvSpPr>
        <p:spPr>
          <a:xfrm>
            <a:off x="9258387" y="3958949"/>
            <a:ext cx="788566" cy="1505824"/>
          </a:xfrm>
          <a:custGeom>
            <a:avLst/>
            <a:gdLst>
              <a:gd name="connsiteX0" fmla="*/ 788566 w 788566"/>
              <a:gd name="connsiteY0" fmla="*/ 0 h 1505824"/>
              <a:gd name="connsiteX1" fmla="*/ 788566 w 788566"/>
              <a:gd name="connsiteY1" fmla="*/ 322976 h 1505824"/>
              <a:gd name="connsiteX2" fmla="*/ 4195 w 788566"/>
              <a:gd name="connsiteY2" fmla="*/ 322976 h 1505824"/>
              <a:gd name="connsiteX3" fmla="*/ 0 w 788566"/>
              <a:gd name="connsiteY3" fmla="*/ 1505824 h 15058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88566" h="1505824">
                <a:moveTo>
                  <a:pt x="788566" y="0"/>
                </a:moveTo>
                <a:lnTo>
                  <a:pt x="788566" y="322976"/>
                </a:lnTo>
                <a:lnTo>
                  <a:pt x="4195" y="322976"/>
                </a:lnTo>
                <a:cubicBezTo>
                  <a:pt x="2797" y="717259"/>
                  <a:pt x="1398" y="1111541"/>
                  <a:pt x="0" y="1505824"/>
                </a:cubicBezTo>
              </a:path>
            </a:pathLst>
          </a:custGeom>
          <a:noFill/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89EB062E-07E7-C46B-BF8E-42FBF5D5EF35}"/>
              </a:ext>
            </a:extLst>
          </p:cNvPr>
          <p:cNvGrpSpPr/>
          <p:nvPr/>
        </p:nvGrpSpPr>
        <p:grpSpPr>
          <a:xfrm>
            <a:off x="9124170" y="4363941"/>
            <a:ext cx="255090" cy="255090"/>
            <a:chOff x="2766747" y="2052494"/>
            <a:chExt cx="255090" cy="255090"/>
          </a:xfrm>
        </p:grpSpPr>
        <p:sp>
          <p:nvSpPr>
            <p:cNvPr id="18" name="Rectangle: Rounded Corners 17">
              <a:extLst>
                <a:ext uri="{FF2B5EF4-FFF2-40B4-BE49-F238E27FC236}">
                  <a16:creationId xmlns:a16="http://schemas.microsoft.com/office/drawing/2014/main" id="{9C6B2214-C4A9-D6A4-F739-E662D051F70E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DBB356A9-353F-CEE7-FE57-3527A39843AA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29444690-84A1-704A-8E66-F79B67FBC16C}"/>
              </a:ext>
            </a:extLst>
          </p:cNvPr>
          <p:cNvGrpSpPr/>
          <p:nvPr/>
        </p:nvGrpSpPr>
        <p:grpSpPr>
          <a:xfrm>
            <a:off x="9444891" y="4363941"/>
            <a:ext cx="255090" cy="255090"/>
            <a:chOff x="2766747" y="2052494"/>
            <a:chExt cx="255090" cy="255090"/>
          </a:xfrm>
        </p:grpSpPr>
        <p:sp>
          <p:nvSpPr>
            <p:cNvPr id="21" name="Rectangle: Rounded Corners 20">
              <a:extLst>
                <a:ext uri="{FF2B5EF4-FFF2-40B4-BE49-F238E27FC236}">
                  <a16:creationId xmlns:a16="http://schemas.microsoft.com/office/drawing/2014/main" id="{229E9CE5-EA92-6C6F-06F0-20024346D1D7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0F91B3C1-58C6-A6AD-E13C-8492B11D2EB3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9CB1282F-F670-16BE-90BB-3EAD4C9A0423}"/>
              </a:ext>
            </a:extLst>
          </p:cNvPr>
          <p:cNvGrpSpPr/>
          <p:nvPr/>
        </p:nvGrpSpPr>
        <p:grpSpPr>
          <a:xfrm>
            <a:off x="9765612" y="4363941"/>
            <a:ext cx="255090" cy="255090"/>
            <a:chOff x="2766747" y="2052494"/>
            <a:chExt cx="255090" cy="255090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C3E7B958-6FB2-F25A-2958-4E07BB7B3B52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4DAADB2C-0840-F6A4-2A1B-0E9C5766D90A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E7DBC70C-59E3-0BB3-FC64-15E37AACC3EF}"/>
              </a:ext>
            </a:extLst>
          </p:cNvPr>
          <p:cNvGrpSpPr/>
          <p:nvPr/>
        </p:nvGrpSpPr>
        <p:grpSpPr>
          <a:xfrm>
            <a:off x="10086333" y="4363941"/>
            <a:ext cx="255090" cy="255090"/>
            <a:chOff x="2766747" y="2052494"/>
            <a:chExt cx="255090" cy="255090"/>
          </a:xfrm>
        </p:grpSpPr>
        <p:sp>
          <p:nvSpPr>
            <p:cNvPr id="27" name="Rectangle: Rounded Corners 26">
              <a:extLst>
                <a:ext uri="{FF2B5EF4-FFF2-40B4-BE49-F238E27FC236}">
                  <a16:creationId xmlns:a16="http://schemas.microsoft.com/office/drawing/2014/main" id="{0E22376A-D0F9-787A-3B1D-9A27E888CF18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898B751C-47E5-600C-CEA0-A59066CA068E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C39D9E7F-4A17-9634-1272-1EED43FF0B7D}"/>
              </a:ext>
            </a:extLst>
          </p:cNvPr>
          <p:cNvGrpSpPr/>
          <p:nvPr/>
        </p:nvGrpSpPr>
        <p:grpSpPr>
          <a:xfrm>
            <a:off x="9124170" y="4684663"/>
            <a:ext cx="255090" cy="255090"/>
            <a:chOff x="2766747" y="2052494"/>
            <a:chExt cx="255090" cy="255090"/>
          </a:xfrm>
        </p:grpSpPr>
        <p:sp>
          <p:nvSpPr>
            <p:cNvPr id="30" name="Rectangle: Rounded Corners 29">
              <a:extLst>
                <a:ext uri="{FF2B5EF4-FFF2-40B4-BE49-F238E27FC236}">
                  <a16:creationId xmlns:a16="http://schemas.microsoft.com/office/drawing/2014/main" id="{E8FA02C7-4212-5404-FA87-002C69BB3C62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7B472C95-3803-A869-3C26-E71D82570368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7661A959-BD92-82B0-7654-DF39A24DA061}"/>
              </a:ext>
            </a:extLst>
          </p:cNvPr>
          <p:cNvGrpSpPr/>
          <p:nvPr/>
        </p:nvGrpSpPr>
        <p:grpSpPr>
          <a:xfrm>
            <a:off x="9444891" y="4684663"/>
            <a:ext cx="255090" cy="255090"/>
            <a:chOff x="2766747" y="2052494"/>
            <a:chExt cx="255090" cy="255090"/>
          </a:xfrm>
        </p:grpSpPr>
        <p:sp>
          <p:nvSpPr>
            <p:cNvPr id="33" name="Rectangle: Rounded Corners 32">
              <a:extLst>
                <a:ext uri="{FF2B5EF4-FFF2-40B4-BE49-F238E27FC236}">
                  <a16:creationId xmlns:a16="http://schemas.microsoft.com/office/drawing/2014/main" id="{AEB7495A-4C91-B35E-9E07-CF9484751C0A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34" name="Oval 33">
              <a:extLst>
                <a:ext uri="{FF2B5EF4-FFF2-40B4-BE49-F238E27FC236}">
                  <a16:creationId xmlns:a16="http://schemas.microsoft.com/office/drawing/2014/main" id="{9B9AAA3C-EF05-D384-15BB-B2A7E455D0C1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EE7DBDA7-4451-3F5E-D43D-69FFE5BC0525}"/>
              </a:ext>
            </a:extLst>
          </p:cNvPr>
          <p:cNvGrpSpPr/>
          <p:nvPr/>
        </p:nvGrpSpPr>
        <p:grpSpPr>
          <a:xfrm>
            <a:off x="9765612" y="4684663"/>
            <a:ext cx="255090" cy="255090"/>
            <a:chOff x="2766747" y="2052494"/>
            <a:chExt cx="255090" cy="255090"/>
          </a:xfrm>
        </p:grpSpPr>
        <p:sp>
          <p:nvSpPr>
            <p:cNvPr id="36" name="Rectangle: Rounded Corners 35">
              <a:extLst>
                <a:ext uri="{FF2B5EF4-FFF2-40B4-BE49-F238E27FC236}">
                  <a16:creationId xmlns:a16="http://schemas.microsoft.com/office/drawing/2014/main" id="{2E605C5A-E592-A073-8BE1-31B9E5892EC4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8C9DC732-46EA-485B-9335-4AF15FAB1D0A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E918856A-E144-C148-3B7A-3727446C83B9}"/>
              </a:ext>
            </a:extLst>
          </p:cNvPr>
          <p:cNvGrpSpPr/>
          <p:nvPr/>
        </p:nvGrpSpPr>
        <p:grpSpPr>
          <a:xfrm>
            <a:off x="10086333" y="4684663"/>
            <a:ext cx="255090" cy="255090"/>
            <a:chOff x="2766747" y="2052494"/>
            <a:chExt cx="255090" cy="255090"/>
          </a:xfrm>
        </p:grpSpPr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C4CE4330-6F04-9F9E-B46F-08174A9E1F8C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0" name="Oval 39">
              <a:extLst>
                <a:ext uri="{FF2B5EF4-FFF2-40B4-BE49-F238E27FC236}">
                  <a16:creationId xmlns:a16="http://schemas.microsoft.com/office/drawing/2014/main" id="{FAD78795-CF39-40D2-5253-5AE3D1D92BAD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8FFE09D6-280F-20BC-FC42-2D7E03254254}"/>
              </a:ext>
            </a:extLst>
          </p:cNvPr>
          <p:cNvGrpSpPr/>
          <p:nvPr/>
        </p:nvGrpSpPr>
        <p:grpSpPr>
          <a:xfrm>
            <a:off x="9124170" y="5005385"/>
            <a:ext cx="255090" cy="255090"/>
            <a:chOff x="2766747" y="2052494"/>
            <a:chExt cx="255090" cy="255090"/>
          </a:xfrm>
        </p:grpSpPr>
        <p:sp>
          <p:nvSpPr>
            <p:cNvPr id="42" name="Rectangle: Rounded Corners 41">
              <a:extLst>
                <a:ext uri="{FF2B5EF4-FFF2-40B4-BE49-F238E27FC236}">
                  <a16:creationId xmlns:a16="http://schemas.microsoft.com/office/drawing/2014/main" id="{3B60CB0D-AAFD-D90E-A709-B84A02C3D888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3" name="Oval 42">
              <a:extLst>
                <a:ext uri="{FF2B5EF4-FFF2-40B4-BE49-F238E27FC236}">
                  <a16:creationId xmlns:a16="http://schemas.microsoft.com/office/drawing/2014/main" id="{38D2AFC1-91C2-012E-05CE-40AD6699C7E0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E37A79C8-5E92-D21A-ED44-971B61519CCD}"/>
              </a:ext>
            </a:extLst>
          </p:cNvPr>
          <p:cNvGrpSpPr/>
          <p:nvPr/>
        </p:nvGrpSpPr>
        <p:grpSpPr>
          <a:xfrm>
            <a:off x="9444891" y="5005385"/>
            <a:ext cx="255090" cy="255090"/>
            <a:chOff x="2766747" y="2052494"/>
            <a:chExt cx="255090" cy="255090"/>
          </a:xfrm>
        </p:grpSpPr>
        <p:sp>
          <p:nvSpPr>
            <p:cNvPr id="45" name="Rectangle: Rounded Corners 44">
              <a:extLst>
                <a:ext uri="{FF2B5EF4-FFF2-40B4-BE49-F238E27FC236}">
                  <a16:creationId xmlns:a16="http://schemas.microsoft.com/office/drawing/2014/main" id="{B3DD1D29-072B-0D2C-7A71-701D614664E9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6" name="Oval 45">
              <a:extLst>
                <a:ext uri="{FF2B5EF4-FFF2-40B4-BE49-F238E27FC236}">
                  <a16:creationId xmlns:a16="http://schemas.microsoft.com/office/drawing/2014/main" id="{EBC2A499-6B0B-48B1-5BAA-572721E685A5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320E492E-F719-D766-9B3D-1E3984359DA7}"/>
              </a:ext>
            </a:extLst>
          </p:cNvPr>
          <p:cNvGrpSpPr/>
          <p:nvPr/>
        </p:nvGrpSpPr>
        <p:grpSpPr>
          <a:xfrm>
            <a:off x="9765612" y="5005385"/>
            <a:ext cx="255090" cy="255090"/>
            <a:chOff x="2766747" y="2052494"/>
            <a:chExt cx="255090" cy="255090"/>
          </a:xfrm>
        </p:grpSpPr>
        <p:sp>
          <p:nvSpPr>
            <p:cNvPr id="48" name="Rectangle: Rounded Corners 47">
              <a:extLst>
                <a:ext uri="{FF2B5EF4-FFF2-40B4-BE49-F238E27FC236}">
                  <a16:creationId xmlns:a16="http://schemas.microsoft.com/office/drawing/2014/main" id="{402EA054-927B-7318-F924-D0F8AC1D3E8E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6632C8C7-DC02-50D7-A48C-19DB9D386B0D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005E533E-3CF0-C11A-98BF-7A154FD7F2D4}"/>
              </a:ext>
            </a:extLst>
          </p:cNvPr>
          <p:cNvGrpSpPr/>
          <p:nvPr/>
        </p:nvGrpSpPr>
        <p:grpSpPr>
          <a:xfrm>
            <a:off x="10086333" y="5005385"/>
            <a:ext cx="255090" cy="255090"/>
            <a:chOff x="2766747" y="2052494"/>
            <a:chExt cx="255090" cy="255090"/>
          </a:xfrm>
        </p:grpSpPr>
        <p:sp>
          <p:nvSpPr>
            <p:cNvPr id="51" name="Rectangle: Rounded Corners 50">
              <a:extLst>
                <a:ext uri="{FF2B5EF4-FFF2-40B4-BE49-F238E27FC236}">
                  <a16:creationId xmlns:a16="http://schemas.microsoft.com/office/drawing/2014/main" id="{B52C5D76-509A-6E59-88C1-E564637E6CF4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345A0CEF-E926-A323-6803-78F992B69979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0A292E3B-55F8-32E1-CD5C-3F31072208B7}"/>
              </a:ext>
            </a:extLst>
          </p:cNvPr>
          <p:cNvGrpSpPr/>
          <p:nvPr/>
        </p:nvGrpSpPr>
        <p:grpSpPr>
          <a:xfrm>
            <a:off x="9124170" y="5326107"/>
            <a:ext cx="255090" cy="255090"/>
            <a:chOff x="2766747" y="2052494"/>
            <a:chExt cx="255090" cy="255090"/>
          </a:xfrm>
        </p:grpSpPr>
        <p:sp>
          <p:nvSpPr>
            <p:cNvPr id="54" name="Rectangle: Rounded Corners 53">
              <a:extLst>
                <a:ext uri="{FF2B5EF4-FFF2-40B4-BE49-F238E27FC236}">
                  <a16:creationId xmlns:a16="http://schemas.microsoft.com/office/drawing/2014/main" id="{3B6DC45E-0A1A-E125-7356-B262BF778E49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5" name="Oval 54">
              <a:extLst>
                <a:ext uri="{FF2B5EF4-FFF2-40B4-BE49-F238E27FC236}">
                  <a16:creationId xmlns:a16="http://schemas.microsoft.com/office/drawing/2014/main" id="{A6AAD7EF-C40F-46F4-24BD-A48BA852A8FE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45AFDD3B-313D-7049-C720-BE64AAA711DA}"/>
              </a:ext>
            </a:extLst>
          </p:cNvPr>
          <p:cNvGrpSpPr/>
          <p:nvPr/>
        </p:nvGrpSpPr>
        <p:grpSpPr>
          <a:xfrm>
            <a:off x="9444891" y="5326107"/>
            <a:ext cx="255090" cy="255090"/>
            <a:chOff x="2766747" y="2052494"/>
            <a:chExt cx="255090" cy="255090"/>
          </a:xfrm>
        </p:grpSpPr>
        <p:sp>
          <p:nvSpPr>
            <p:cNvPr id="57" name="Rectangle: Rounded Corners 56">
              <a:extLst>
                <a:ext uri="{FF2B5EF4-FFF2-40B4-BE49-F238E27FC236}">
                  <a16:creationId xmlns:a16="http://schemas.microsoft.com/office/drawing/2014/main" id="{EAB40A3B-A898-6F44-77A2-FD46132CD55A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8" name="Oval 57">
              <a:extLst>
                <a:ext uri="{FF2B5EF4-FFF2-40B4-BE49-F238E27FC236}">
                  <a16:creationId xmlns:a16="http://schemas.microsoft.com/office/drawing/2014/main" id="{C16C7502-20C1-BF20-42B9-FB20AAC93C73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84979C3E-2338-9B60-375C-3BC32394CA94}"/>
              </a:ext>
            </a:extLst>
          </p:cNvPr>
          <p:cNvGrpSpPr/>
          <p:nvPr/>
        </p:nvGrpSpPr>
        <p:grpSpPr>
          <a:xfrm>
            <a:off x="9765612" y="5326107"/>
            <a:ext cx="255090" cy="255090"/>
            <a:chOff x="2766747" y="2052494"/>
            <a:chExt cx="255090" cy="255090"/>
          </a:xfrm>
        </p:grpSpPr>
        <p:sp>
          <p:nvSpPr>
            <p:cNvPr id="60" name="Rectangle: Rounded Corners 59">
              <a:extLst>
                <a:ext uri="{FF2B5EF4-FFF2-40B4-BE49-F238E27FC236}">
                  <a16:creationId xmlns:a16="http://schemas.microsoft.com/office/drawing/2014/main" id="{1DDCF377-AACE-CAF1-11A8-28A3B959FD11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1" name="Oval 60">
              <a:extLst>
                <a:ext uri="{FF2B5EF4-FFF2-40B4-BE49-F238E27FC236}">
                  <a16:creationId xmlns:a16="http://schemas.microsoft.com/office/drawing/2014/main" id="{5B99BA0A-16BE-5164-DF12-F1B470487B6E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5E468348-148F-E9D9-4FC7-FEB3FFA5B294}"/>
              </a:ext>
            </a:extLst>
          </p:cNvPr>
          <p:cNvGrpSpPr/>
          <p:nvPr/>
        </p:nvGrpSpPr>
        <p:grpSpPr>
          <a:xfrm>
            <a:off x="10086333" y="5326107"/>
            <a:ext cx="255090" cy="255090"/>
            <a:chOff x="2766747" y="2052494"/>
            <a:chExt cx="255090" cy="255090"/>
          </a:xfrm>
        </p:grpSpPr>
        <p:sp>
          <p:nvSpPr>
            <p:cNvPr id="63" name="Rectangle: Rounded Corners 62">
              <a:extLst>
                <a:ext uri="{FF2B5EF4-FFF2-40B4-BE49-F238E27FC236}">
                  <a16:creationId xmlns:a16="http://schemas.microsoft.com/office/drawing/2014/main" id="{9D25D354-703C-421C-319B-9D67BD7CF577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4" name="Oval 63">
              <a:extLst>
                <a:ext uri="{FF2B5EF4-FFF2-40B4-BE49-F238E27FC236}">
                  <a16:creationId xmlns:a16="http://schemas.microsoft.com/office/drawing/2014/main" id="{8BDD0AD0-9293-EAD2-141F-ADCE03D14BA0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46427F1D-83D3-A0BF-C0A7-358CEDB8D844}"/>
              </a:ext>
            </a:extLst>
          </p:cNvPr>
          <p:cNvGrpSpPr/>
          <p:nvPr/>
        </p:nvGrpSpPr>
        <p:grpSpPr>
          <a:xfrm>
            <a:off x="9317030" y="3891836"/>
            <a:ext cx="815362" cy="138419"/>
            <a:chOff x="5146646" y="1950440"/>
            <a:chExt cx="815362" cy="138419"/>
          </a:xfrm>
        </p:grpSpPr>
        <p:sp>
          <p:nvSpPr>
            <p:cNvPr id="66" name="Rectangle: Rounded Corners 65">
              <a:extLst>
                <a:ext uri="{FF2B5EF4-FFF2-40B4-BE49-F238E27FC236}">
                  <a16:creationId xmlns:a16="http://schemas.microsoft.com/office/drawing/2014/main" id="{037F61B3-FD1C-A1AD-B1BE-77E302E64085}"/>
                </a:ext>
              </a:extLst>
            </p:cNvPr>
            <p:cNvSpPr/>
            <p:nvPr/>
          </p:nvSpPr>
          <p:spPr>
            <a:xfrm>
              <a:off x="5146646" y="1950440"/>
              <a:ext cx="815362" cy="138419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643D5C40-360C-2503-7185-9BD7C46AB218}"/>
                </a:ext>
              </a:extLst>
            </p:cNvPr>
            <p:cNvSpPr/>
            <p:nvPr/>
          </p:nvSpPr>
          <p:spPr>
            <a:xfrm rot="16200000">
              <a:off x="5201236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8" name="Rectangle 67">
              <a:extLst>
                <a:ext uri="{FF2B5EF4-FFF2-40B4-BE49-F238E27FC236}">
                  <a16:creationId xmlns:a16="http://schemas.microsoft.com/office/drawing/2014/main" id="{75F32B73-E313-AF4F-E692-089FBF610CE0}"/>
                </a:ext>
              </a:extLst>
            </p:cNvPr>
            <p:cNvSpPr/>
            <p:nvPr/>
          </p:nvSpPr>
          <p:spPr>
            <a:xfrm rot="16200000">
              <a:off x="5294405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780EB61C-A54A-7A73-7AAD-8EA2959F4063}"/>
                </a:ext>
              </a:extLst>
            </p:cNvPr>
            <p:cNvSpPr/>
            <p:nvPr/>
          </p:nvSpPr>
          <p:spPr>
            <a:xfrm rot="16200000">
              <a:off x="5387574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EEE473BF-6DD3-A414-8206-BD86FE993C0F}"/>
                </a:ext>
              </a:extLst>
            </p:cNvPr>
            <p:cNvSpPr/>
            <p:nvPr/>
          </p:nvSpPr>
          <p:spPr>
            <a:xfrm rot="16200000">
              <a:off x="5480743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640A86F0-5167-3EE2-C0B5-CF9348768B33}"/>
                </a:ext>
              </a:extLst>
            </p:cNvPr>
            <p:cNvSpPr/>
            <p:nvPr/>
          </p:nvSpPr>
          <p:spPr>
            <a:xfrm rot="16200000">
              <a:off x="5573912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A44AA9A1-0AB2-9AE0-93DD-95D42DB6354B}"/>
                </a:ext>
              </a:extLst>
            </p:cNvPr>
            <p:cNvSpPr/>
            <p:nvPr/>
          </p:nvSpPr>
          <p:spPr>
            <a:xfrm rot="16200000">
              <a:off x="5667081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F818625A-A5EF-BDB2-9A67-86ECD9EAF286}"/>
                </a:ext>
              </a:extLst>
            </p:cNvPr>
            <p:cNvSpPr/>
            <p:nvPr/>
          </p:nvSpPr>
          <p:spPr>
            <a:xfrm rot="16200000">
              <a:off x="5760250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4" name="Rectangle 73">
              <a:extLst>
                <a:ext uri="{FF2B5EF4-FFF2-40B4-BE49-F238E27FC236}">
                  <a16:creationId xmlns:a16="http://schemas.microsoft.com/office/drawing/2014/main" id="{F8D8360F-521E-7006-A450-3C6DC1463886}"/>
                </a:ext>
              </a:extLst>
            </p:cNvPr>
            <p:cNvSpPr/>
            <p:nvPr/>
          </p:nvSpPr>
          <p:spPr>
            <a:xfrm rot="16200000">
              <a:off x="5853419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sp>
        <p:nvSpPr>
          <p:cNvPr id="75" name="TextBox 74">
            <a:extLst>
              <a:ext uri="{FF2B5EF4-FFF2-40B4-BE49-F238E27FC236}">
                <a16:creationId xmlns:a16="http://schemas.microsoft.com/office/drawing/2014/main" id="{AB25D88D-C083-F2B6-BF45-3063E21A9A41}"/>
              </a:ext>
            </a:extLst>
          </p:cNvPr>
          <p:cNvSpPr txBox="1"/>
          <p:nvPr/>
        </p:nvSpPr>
        <p:spPr>
          <a:xfrm>
            <a:off x="9069930" y="3729000"/>
            <a:ext cx="1128835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700">
                <a:solidFill>
                  <a:schemeClr val="bg1"/>
                </a:solidFill>
                <a:latin typeface="Consolas" panose="020B0609020204030204" pitchFamily="49" charset="0"/>
              </a:rPr>
              <a:t>pin 7 6 5 4 3 2 1 0</a:t>
            </a:r>
            <a:endParaRPr lang="LID4096" sz="70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F29935A-BBC7-0129-2687-A646828278F2}"/>
              </a:ext>
            </a:extLst>
          </p:cNvPr>
          <p:cNvSpPr txBox="1"/>
          <p:nvPr/>
        </p:nvSpPr>
        <p:spPr>
          <a:xfrm>
            <a:off x="9055467" y="4496249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0</a:t>
            </a:r>
            <a:endParaRPr lang="LID4096" sz="500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642B601E-A186-6B65-5DD6-8519EE0BFD6E}"/>
              </a:ext>
            </a:extLst>
          </p:cNvPr>
          <p:cNvSpPr txBox="1"/>
          <p:nvPr/>
        </p:nvSpPr>
        <p:spPr>
          <a:xfrm>
            <a:off x="9377524" y="4497315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</a:t>
            </a:r>
            <a:endParaRPr lang="LID4096" sz="500"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604DF855-14CD-0F1B-0FD8-40199AFEB5DC}"/>
              </a:ext>
            </a:extLst>
          </p:cNvPr>
          <p:cNvSpPr txBox="1"/>
          <p:nvPr/>
        </p:nvSpPr>
        <p:spPr>
          <a:xfrm>
            <a:off x="9699581" y="4498381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2</a:t>
            </a:r>
            <a:endParaRPr lang="LID4096" sz="500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9761DDCA-1E84-C6AA-BCFF-6FF34C68BE37}"/>
              </a:ext>
            </a:extLst>
          </p:cNvPr>
          <p:cNvSpPr txBox="1"/>
          <p:nvPr/>
        </p:nvSpPr>
        <p:spPr>
          <a:xfrm>
            <a:off x="10021638" y="4499447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3</a:t>
            </a:r>
            <a:endParaRPr lang="LID4096" sz="500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0A82BFAE-0E13-368D-731D-83052D880DBE}"/>
              </a:ext>
            </a:extLst>
          </p:cNvPr>
          <p:cNvSpPr txBox="1"/>
          <p:nvPr/>
        </p:nvSpPr>
        <p:spPr>
          <a:xfrm>
            <a:off x="9055467" y="4798723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4</a:t>
            </a:r>
            <a:endParaRPr lang="LID4096" sz="500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9B6E6DE3-2FB7-48AB-CA0C-52A7611703B0}"/>
              </a:ext>
            </a:extLst>
          </p:cNvPr>
          <p:cNvSpPr txBox="1"/>
          <p:nvPr/>
        </p:nvSpPr>
        <p:spPr>
          <a:xfrm>
            <a:off x="9377524" y="4799789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5</a:t>
            </a:r>
            <a:endParaRPr lang="LID4096" sz="500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D4205D87-C186-DD43-CE5A-8937E3212324}"/>
              </a:ext>
            </a:extLst>
          </p:cNvPr>
          <p:cNvSpPr txBox="1"/>
          <p:nvPr/>
        </p:nvSpPr>
        <p:spPr>
          <a:xfrm>
            <a:off x="9699581" y="4800855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6</a:t>
            </a:r>
            <a:endParaRPr lang="LID4096" sz="500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A788C7D7-C5D8-7E8C-C3F1-620698441F42}"/>
              </a:ext>
            </a:extLst>
          </p:cNvPr>
          <p:cNvSpPr txBox="1"/>
          <p:nvPr/>
        </p:nvSpPr>
        <p:spPr>
          <a:xfrm>
            <a:off x="10021638" y="4801921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7</a:t>
            </a:r>
            <a:endParaRPr lang="LID4096" sz="500"/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3B69CA8E-0DFE-7E65-81E4-FA9D82B40F2E}"/>
              </a:ext>
            </a:extLst>
          </p:cNvPr>
          <p:cNvSpPr txBox="1"/>
          <p:nvPr/>
        </p:nvSpPr>
        <p:spPr>
          <a:xfrm>
            <a:off x="9054531" y="5124319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8</a:t>
            </a:r>
            <a:endParaRPr lang="LID4096" sz="500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DEF40AAC-E74E-B64C-379C-5BC325B59A4A}"/>
              </a:ext>
            </a:extLst>
          </p:cNvPr>
          <p:cNvSpPr txBox="1"/>
          <p:nvPr/>
        </p:nvSpPr>
        <p:spPr>
          <a:xfrm>
            <a:off x="9376588" y="5125385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9</a:t>
            </a:r>
            <a:endParaRPr lang="LID4096" sz="500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571EB587-90A4-F963-109F-754374141A3E}"/>
              </a:ext>
            </a:extLst>
          </p:cNvPr>
          <p:cNvSpPr txBox="1"/>
          <p:nvPr/>
        </p:nvSpPr>
        <p:spPr>
          <a:xfrm>
            <a:off x="9698645" y="5126451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10</a:t>
            </a:r>
            <a:endParaRPr lang="LID4096" sz="500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673CBD43-07B1-3FC6-5BDB-C017C259056F}"/>
              </a:ext>
            </a:extLst>
          </p:cNvPr>
          <p:cNvSpPr txBox="1"/>
          <p:nvPr/>
        </p:nvSpPr>
        <p:spPr>
          <a:xfrm>
            <a:off x="10020702" y="5127517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11</a:t>
            </a:r>
            <a:endParaRPr lang="LID4096" sz="500"/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0CE93024-AC15-CBC3-A7E5-D3FF81F22E6A}"/>
              </a:ext>
            </a:extLst>
          </p:cNvPr>
          <p:cNvSpPr txBox="1"/>
          <p:nvPr/>
        </p:nvSpPr>
        <p:spPr>
          <a:xfrm>
            <a:off x="9053595" y="5449915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12</a:t>
            </a:r>
            <a:endParaRPr lang="LID4096" sz="500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2398E711-4BEE-6AD9-8E5D-8FA20F3FACF5}"/>
              </a:ext>
            </a:extLst>
          </p:cNvPr>
          <p:cNvSpPr txBox="1"/>
          <p:nvPr/>
        </p:nvSpPr>
        <p:spPr>
          <a:xfrm>
            <a:off x="9375652" y="5450981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13</a:t>
            </a:r>
            <a:endParaRPr lang="LID4096" sz="500"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A9715A46-B970-39A8-17B9-F73674FD83C6}"/>
              </a:ext>
            </a:extLst>
          </p:cNvPr>
          <p:cNvSpPr txBox="1"/>
          <p:nvPr/>
        </p:nvSpPr>
        <p:spPr>
          <a:xfrm>
            <a:off x="9697709" y="5452047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14</a:t>
            </a:r>
            <a:endParaRPr lang="LID4096" sz="500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A707FC4B-F475-B8DA-C07E-229F254AEB4F}"/>
              </a:ext>
            </a:extLst>
          </p:cNvPr>
          <p:cNvSpPr txBox="1"/>
          <p:nvPr/>
        </p:nvSpPr>
        <p:spPr>
          <a:xfrm>
            <a:off x="10019766" y="5453113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15</a:t>
            </a:r>
            <a:endParaRPr lang="LID4096" sz="500"/>
          </a:p>
        </p:txBody>
      </p:sp>
      <p:pic>
        <p:nvPicPr>
          <p:cNvPr id="93" name="Picture 92">
            <a:extLst>
              <a:ext uri="{FF2B5EF4-FFF2-40B4-BE49-F238E27FC236}">
                <a16:creationId xmlns:a16="http://schemas.microsoft.com/office/drawing/2014/main" id="{50C02EBA-0665-1847-F81F-F0697201102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6200000">
            <a:off x="4790492" y="3817567"/>
            <a:ext cx="3095687" cy="1602927"/>
          </a:xfrm>
          <a:prstGeom prst="rect">
            <a:avLst/>
          </a:prstGeom>
        </p:spPr>
      </p:pic>
      <p:sp>
        <p:nvSpPr>
          <p:cNvPr id="94" name="Rectangle 93">
            <a:extLst>
              <a:ext uri="{FF2B5EF4-FFF2-40B4-BE49-F238E27FC236}">
                <a16:creationId xmlns:a16="http://schemas.microsoft.com/office/drawing/2014/main" id="{EA7848E3-B140-6C78-A13A-AE672F56B06B}"/>
              </a:ext>
            </a:extLst>
          </p:cNvPr>
          <p:cNvSpPr/>
          <p:nvPr/>
        </p:nvSpPr>
        <p:spPr>
          <a:xfrm rot="16200000">
            <a:off x="5547725" y="4112390"/>
            <a:ext cx="1955188" cy="810715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5" name="Freeform: Shape 94">
            <a:extLst>
              <a:ext uri="{FF2B5EF4-FFF2-40B4-BE49-F238E27FC236}">
                <a16:creationId xmlns:a16="http://schemas.microsoft.com/office/drawing/2014/main" id="{94F45202-39DD-DE65-DBC3-4AE673A5A6ED}"/>
              </a:ext>
            </a:extLst>
          </p:cNvPr>
          <p:cNvSpPr/>
          <p:nvPr/>
        </p:nvSpPr>
        <p:spPr>
          <a:xfrm rot="16200000">
            <a:off x="5014315" y="4418631"/>
            <a:ext cx="2189810" cy="149806"/>
          </a:xfrm>
          <a:custGeom>
            <a:avLst/>
            <a:gdLst>
              <a:gd name="connsiteX0" fmla="*/ 3406140 w 3825240"/>
              <a:gd name="connsiteY0" fmla="*/ 0 h 259080"/>
              <a:gd name="connsiteX1" fmla="*/ 0 w 3825240"/>
              <a:gd name="connsiteY1" fmla="*/ 68580 h 259080"/>
              <a:gd name="connsiteX2" fmla="*/ 228600 w 3825240"/>
              <a:gd name="connsiteY2" fmla="*/ 259080 h 259080"/>
              <a:gd name="connsiteX3" fmla="*/ 3825240 w 3825240"/>
              <a:gd name="connsiteY3" fmla="*/ 167640 h 259080"/>
              <a:gd name="connsiteX4" fmla="*/ 3406140 w 3825240"/>
              <a:gd name="connsiteY4" fmla="*/ 0 h 259080"/>
              <a:gd name="connsiteX0" fmla="*/ 3406140 w 3787140"/>
              <a:gd name="connsiteY0" fmla="*/ 0 h 259080"/>
              <a:gd name="connsiteX1" fmla="*/ 0 w 3787140"/>
              <a:gd name="connsiteY1" fmla="*/ 68580 h 259080"/>
              <a:gd name="connsiteX2" fmla="*/ 228600 w 3787140"/>
              <a:gd name="connsiteY2" fmla="*/ 259080 h 259080"/>
              <a:gd name="connsiteX3" fmla="*/ 3787140 w 3787140"/>
              <a:gd name="connsiteY3" fmla="*/ 153353 h 259080"/>
              <a:gd name="connsiteX4" fmla="*/ 3406140 w 3787140"/>
              <a:gd name="connsiteY4" fmla="*/ 0 h 259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787140" h="259080">
                <a:moveTo>
                  <a:pt x="3406140" y="0"/>
                </a:moveTo>
                <a:lnTo>
                  <a:pt x="0" y="68580"/>
                </a:lnTo>
                <a:lnTo>
                  <a:pt x="228600" y="259080"/>
                </a:lnTo>
                <a:lnTo>
                  <a:pt x="3787140" y="153353"/>
                </a:lnTo>
                <a:lnTo>
                  <a:pt x="3406140" y="0"/>
                </a:lnTo>
                <a:close/>
              </a:path>
            </a:pathLst>
          </a:custGeom>
          <a:solidFill>
            <a:schemeClr val="bg2">
              <a:lumMod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6" name="Freeform: Shape 95">
            <a:extLst>
              <a:ext uri="{FF2B5EF4-FFF2-40B4-BE49-F238E27FC236}">
                <a16:creationId xmlns:a16="http://schemas.microsoft.com/office/drawing/2014/main" id="{D73BC365-0894-CE3B-391E-7867881295DF}"/>
              </a:ext>
            </a:extLst>
          </p:cNvPr>
          <p:cNvSpPr/>
          <p:nvPr/>
        </p:nvSpPr>
        <p:spPr>
          <a:xfrm rot="16200000">
            <a:off x="6514578" y="5020058"/>
            <a:ext cx="118964" cy="991363"/>
          </a:xfrm>
          <a:custGeom>
            <a:avLst/>
            <a:gdLst>
              <a:gd name="connsiteX0" fmla="*/ 0 w 205740"/>
              <a:gd name="connsiteY0" fmla="*/ 0 h 1714500"/>
              <a:gd name="connsiteX1" fmla="*/ 30480 w 205740"/>
              <a:gd name="connsiteY1" fmla="*/ 1539240 h 1714500"/>
              <a:gd name="connsiteX2" fmla="*/ 205740 w 205740"/>
              <a:gd name="connsiteY2" fmla="*/ 1714500 h 1714500"/>
              <a:gd name="connsiteX3" fmla="*/ 198120 w 205740"/>
              <a:gd name="connsiteY3" fmla="*/ 167640 h 1714500"/>
              <a:gd name="connsiteX4" fmla="*/ 0 w 205740"/>
              <a:gd name="connsiteY4" fmla="*/ 0 h 1714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5740" h="1714500">
                <a:moveTo>
                  <a:pt x="0" y="0"/>
                </a:moveTo>
                <a:lnTo>
                  <a:pt x="30480" y="1539240"/>
                </a:lnTo>
                <a:lnTo>
                  <a:pt x="205740" y="1714500"/>
                </a:lnTo>
                <a:lnTo>
                  <a:pt x="198120" y="167640"/>
                </a:lnTo>
                <a:lnTo>
                  <a:pt x="0" y="0"/>
                </a:ln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7" name="Freeform: Shape 96">
            <a:extLst>
              <a:ext uri="{FF2B5EF4-FFF2-40B4-BE49-F238E27FC236}">
                <a16:creationId xmlns:a16="http://schemas.microsoft.com/office/drawing/2014/main" id="{30992322-8BF1-A0C6-DDDD-6B65038C6FE6}"/>
              </a:ext>
            </a:extLst>
          </p:cNvPr>
          <p:cNvSpPr/>
          <p:nvPr/>
        </p:nvSpPr>
        <p:spPr>
          <a:xfrm rot="16200000">
            <a:off x="5560667" y="3942777"/>
            <a:ext cx="2079659" cy="956115"/>
          </a:xfrm>
          <a:custGeom>
            <a:avLst/>
            <a:gdLst>
              <a:gd name="connsiteX0" fmla="*/ 0 w 3680460"/>
              <a:gd name="connsiteY0" fmla="*/ 1653540 h 1653540"/>
              <a:gd name="connsiteX1" fmla="*/ 1463040 w 3680460"/>
              <a:gd name="connsiteY1" fmla="*/ 1592580 h 1653540"/>
              <a:gd name="connsiteX2" fmla="*/ 1463040 w 3680460"/>
              <a:gd name="connsiteY2" fmla="*/ 1417320 h 1653540"/>
              <a:gd name="connsiteX3" fmla="*/ 182880 w 3680460"/>
              <a:gd name="connsiteY3" fmla="*/ 1478280 h 1653540"/>
              <a:gd name="connsiteX4" fmla="*/ 160020 w 3680460"/>
              <a:gd name="connsiteY4" fmla="*/ 266700 h 1653540"/>
              <a:gd name="connsiteX5" fmla="*/ 3474720 w 3680460"/>
              <a:gd name="connsiteY5" fmla="*/ 160020 h 1653540"/>
              <a:gd name="connsiteX6" fmla="*/ 3467100 w 3680460"/>
              <a:gd name="connsiteY6" fmla="*/ 1424940 h 1653540"/>
              <a:gd name="connsiteX7" fmla="*/ 2278380 w 3680460"/>
              <a:gd name="connsiteY7" fmla="*/ 1432560 h 1653540"/>
              <a:gd name="connsiteX8" fmla="*/ 2263140 w 3680460"/>
              <a:gd name="connsiteY8" fmla="*/ 1584960 h 1653540"/>
              <a:gd name="connsiteX9" fmla="*/ 3680460 w 3680460"/>
              <a:gd name="connsiteY9" fmla="*/ 1546860 h 1653540"/>
              <a:gd name="connsiteX10" fmla="*/ 3589020 w 3680460"/>
              <a:gd name="connsiteY10" fmla="*/ 0 h 1653540"/>
              <a:gd name="connsiteX11" fmla="*/ 0 w 3680460"/>
              <a:gd name="connsiteY11" fmla="*/ 91440 h 1653540"/>
              <a:gd name="connsiteX12" fmla="*/ 0 w 3680460"/>
              <a:gd name="connsiteY12" fmla="*/ 1653540 h 1653540"/>
              <a:gd name="connsiteX0" fmla="*/ 0 w 3649980"/>
              <a:gd name="connsiteY0" fmla="*/ 1653540 h 1653540"/>
              <a:gd name="connsiteX1" fmla="*/ 1463040 w 3649980"/>
              <a:gd name="connsiteY1" fmla="*/ 1592580 h 1653540"/>
              <a:gd name="connsiteX2" fmla="*/ 1463040 w 3649980"/>
              <a:gd name="connsiteY2" fmla="*/ 1417320 h 1653540"/>
              <a:gd name="connsiteX3" fmla="*/ 182880 w 3649980"/>
              <a:gd name="connsiteY3" fmla="*/ 1478280 h 1653540"/>
              <a:gd name="connsiteX4" fmla="*/ 160020 w 3649980"/>
              <a:gd name="connsiteY4" fmla="*/ 266700 h 1653540"/>
              <a:gd name="connsiteX5" fmla="*/ 3474720 w 3649980"/>
              <a:gd name="connsiteY5" fmla="*/ 160020 h 1653540"/>
              <a:gd name="connsiteX6" fmla="*/ 3467100 w 3649980"/>
              <a:gd name="connsiteY6" fmla="*/ 1424940 h 1653540"/>
              <a:gd name="connsiteX7" fmla="*/ 2278380 w 3649980"/>
              <a:gd name="connsiteY7" fmla="*/ 1432560 h 1653540"/>
              <a:gd name="connsiteX8" fmla="*/ 2263140 w 3649980"/>
              <a:gd name="connsiteY8" fmla="*/ 1584960 h 1653540"/>
              <a:gd name="connsiteX9" fmla="*/ 3649980 w 3649980"/>
              <a:gd name="connsiteY9" fmla="*/ 1554480 h 1653540"/>
              <a:gd name="connsiteX10" fmla="*/ 3589020 w 3649980"/>
              <a:gd name="connsiteY10" fmla="*/ 0 h 1653540"/>
              <a:gd name="connsiteX11" fmla="*/ 0 w 3649980"/>
              <a:gd name="connsiteY11" fmla="*/ 91440 h 1653540"/>
              <a:gd name="connsiteX12" fmla="*/ 0 w 3649980"/>
              <a:gd name="connsiteY12" fmla="*/ 1653540 h 1653540"/>
              <a:gd name="connsiteX0" fmla="*/ 0 w 3596640"/>
              <a:gd name="connsiteY0" fmla="*/ 1653540 h 1653540"/>
              <a:gd name="connsiteX1" fmla="*/ 1463040 w 3596640"/>
              <a:gd name="connsiteY1" fmla="*/ 1592580 h 1653540"/>
              <a:gd name="connsiteX2" fmla="*/ 1463040 w 3596640"/>
              <a:gd name="connsiteY2" fmla="*/ 1417320 h 1653540"/>
              <a:gd name="connsiteX3" fmla="*/ 182880 w 3596640"/>
              <a:gd name="connsiteY3" fmla="*/ 1478280 h 1653540"/>
              <a:gd name="connsiteX4" fmla="*/ 160020 w 3596640"/>
              <a:gd name="connsiteY4" fmla="*/ 266700 h 1653540"/>
              <a:gd name="connsiteX5" fmla="*/ 3474720 w 3596640"/>
              <a:gd name="connsiteY5" fmla="*/ 160020 h 1653540"/>
              <a:gd name="connsiteX6" fmla="*/ 3467100 w 3596640"/>
              <a:gd name="connsiteY6" fmla="*/ 1424940 h 1653540"/>
              <a:gd name="connsiteX7" fmla="*/ 2278380 w 3596640"/>
              <a:gd name="connsiteY7" fmla="*/ 1432560 h 1653540"/>
              <a:gd name="connsiteX8" fmla="*/ 2263140 w 3596640"/>
              <a:gd name="connsiteY8" fmla="*/ 1584960 h 1653540"/>
              <a:gd name="connsiteX9" fmla="*/ 3596640 w 3596640"/>
              <a:gd name="connsiteY9" fmla="*/ 1546860 h 1653540"/>
              <a:gd name="connsiteX10" fmla="*/ 3589020 w 3596640"/>
              <a:gd name="connsiteY10" fmla="*/ 0 h 1653540"/>
              <a:gd name="connsiteX11" fmla="*/ 0 w 3596640"/>
              <a:gd name="connsiteY11" fmla="*/ 91440 h 1653540"/>
              <a:gd name="connsiteX12" fmla="*/ 0 w 3596640"/>
              <a:gd name="connsiteY12" fmla="*/ 1653540 h 1653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596640" h="1653540">
                <a:moveTo>
                  <a:pt x="0" y="1653540"/>
                </a:moveTo>
                <a:lnTo>
                  <a:pt x="1463040" y="1592580"/>
                </a:lnTo>
                <a:lnTo>
                  <a:pt x="1463040" y="1417320"/>
                </a:lnTo>
                <a:lnTo>
                  <a:pt x="182880" y="1478280"/>
                </a:lnTo>
                <a:lnTo>
                  <a:pt x="160020" y="266700"/>
                </a:lnTo>
                <a:lnTo>
                  <a:pt x="3474720" y="160020"/>
                </a:lnTo>
                <a:lnTo>
                  <a:pt x="3467100" y="1424940"/>
                </a:lnTo>
                <a:lnTo>
                  <a:pt x="2278380" y="1432560"/>
                </a:lnTo>
                <a:lnTo>
                  <a:pt x="2263140" y="1584960"/>
                </a:lnTo>
                <a:lnTo>
                  <a:pt x="3596640" y="1546860"/>
                </a:lnTo>
                <a:lnTo>
                  <a:pt x="3589020" y="0"/>
                </a:lnTo>
                <a:lnTo>
                  <a:pt x="0" y="91440"/>
                </a:lnTo>
                <a:lnTo>
                  <a:pt x="0" y="1653540"/>
                </a:lnTo>
                <a:close/>
              </a:path>
            </a:pathLst>
          </a:cu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8" name="Freeform: Shape 97">
            <a:extLst>
              <a:ext uri="{FF2B5EF4-FFF2-40B4-BE49-F238E27FC236}">
                <a16:creationId xmlns:a16="http://schemas.microsoft.com/office/drawing/2014/main" id="{C4CA47E6-4E04-EF24-3432-CF798103BF05}"/>
              </a:ext>
            </a:extLst>
          </p:cNvPr>
          <p:cNvSpPr/>
          <p:nvPr/>
        </p:nvSpPr>
        <p:spPr>
          <a:xfrm rot="16200000">
            <a:off x="5643693" y="4024151"/>
            <a:ext cx="1911127" cy="758668"/>
          </a:xfrm>
          <a:custGeom>
            <a:avLst/>
            <a:gdLst>
              <a:gd name="connsiteX0" fmla="*/ 2943225 w 3305175"/>
              <a:gd name="connsiteY0" fmla="*/ 4762 h 1312068"/>
              <a:gd name="connsiteX1" fmla="*/ 2964657 w 3305175"/>
              <a:gd name="connsiteY1" fmla="*/ 1040606 h 1312068"/>
              <a:gd name="connsiteX2" fmla="*/ 0 w 3305175"/>
              <a:gd name="connsiteY2" fmla="*/ 1133475 h 1312068"/>
              <a:gd name="connsiteX3" fmla="*/ 7144 w 3305175"/>
              <a:gd name="connsiteY3" fmla="*/ 1312068 h 1312068"/>
              <a:gd name="connsiteX4" fmla="*/ 1290638 w 3305175"/>
              <a:gd name="connsiteY4" fmla="*/ 1254918 h 1312068"/>
              <a:gd name="connsiteX5" fmla="*/ 1362075 w 3305175"/>
              <a:gd name="connsiteY5" fmla="*/ 1202531 h 1312068"/>
              <a:gd name="connsiteX6" fmla="*/ 1431132 w 3305175"/>
              <a:gd name="connsiteY6" fmla="*/ 1185862 h 1312068"/>
              <a:gd name="connsiteX7" fmla="*/ 1735932 w 3305175"/>
              <a:gd name="connsiteY7" fmla="*/ 1171575 h 1312068"/>
              <a:gd name="connsiteX8" fmla="*/ 1902619 w 3305175"/>
              <a:gd name="connsiteY8" fmla="*/ 1178718 h 1312068"/>
              <a:gd name="connsiteX9" fmla="*/ 2100263 w 3305175"/>
              <a:gd name="connsiteY9" fmla="*/ 1264443 h 1312068"/>
              <a:gd name="connsiteX10" fmla="*/ 3300413 w 3305175"/>
              <a:gd name="connsiteY10" fmla="*/ 1257300 h 1312068"/>
              <a:gd name="connsiteX11" fmla="*/ 3305175 w 3305175"/>
              <a:gd name="connsiteY11" fmla="*/ 0 h 1312068"/>
              <a:gd name="connsiteX12" fmla="*/ 2943225 w 3305175"/>
              <a:gd name="connsiteY12" fmla="*/ 4762 h 1312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305175" h="1312068">
                <a:moveTo>
                  <a:pt x="2943225" y="4762"/>
                </a:moveTo>
                <a:lnTo>
                  <a:pt x="2964657" y="1040606"/>
                </a:lnTo>
                <a:lnTo>
                  <a:pt x="0" y="1133475"/>
                </a:lnTo>
                <a:lnTo>
                  <a:pt x="7144" y="1312068"/>
                </a:lnTo>
                <a:lnTo>
                  <a:pt x="1290638" y="1254918"/>
                </a:lnTo>
                <a:lnTo>
                  <a:pt x="1362075" y="1202531"/>
                </a:lnTo>
                <a:lnTo>
                  <a:pt x="1431132" y="1185862"/>
                </a:lnTo>
                <a:lnTo>
                  <a:pt x="1735932" y="1171575"/>
                </a:lnTo>
                <a:lnTo>
                  <a:pt x="1902619" y="1178718"/>
                </a:lnTo>
                <a:lnTo>
                  <a:pt x="2100263" y="1264443"/>
                </a:lnTo>
                <a:lnTo>
                  <a:pt x="3300413" y="1257300"/>
                </a:lnTo>
                <a:cubicBezTo>
                  <a:pt x="3302000" y="838200"/>
                  <a:pt x="3303588" y="419100"/>
                  <a:pt x="3305175" y="0"/>
                </a:cubicBezTo>
                <a:lnTo>
                  <a:pt x="2943225" y="4762"/>
                </a:lnTo>
                <a:close/>
              </a:path>
            </a:pathLst>
          </a:cu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9" name="Freeform: Shape 98">
            <a:extLst>
              <a:ext uri="{FF2B5EF4-FFF2-40B4-BE49-F238E27FC236}">
                <a16:creationId xmlns:a16="http://schemas.microsoft.com/office/drawing/2014/main" id="{FD673CB0-B3CB-4D26-43D7-D34862E34B2F}"/>
              </a:ext>
            </a:extLst>
          </p:cNvPr>
          <p:cNvSpPr/>
          <p:nvPr/>
        </p:nvSpPr>
        <p:spPr>
          <a:xfrm rot="16200000">
            <a:off x="6730750" y="4307103"/>
            <a:ext cx="473651" cy="143197"/>
          </a:xfrm>
          <a:custGeom>
            <a:avLst/>
            <a:gdLst>
              <a:gd name="connsiteX0" fmla="*/ 802482 w 819150"/>
              <a:gd name="connsiteY0" fmla="*/ 242888 h 247650"/>
              <a:gd name="connsiteX1" fmla="*/ 588169 w 819150"/>
              <a:gd name="connsiteY1" fmla="*/ 116682 h 247650"/>
              <a:gd name="connsiteX2" fmla="*/ 452438 w 819150"/>
              <a:gd name="connsiteY2" fmla="*/ 95250 h 247650"/>
              <a:gd name="connsiteX3" fmla="*/ 192882 w 819150"/>
              <a:gd name="connsiteY3" fmla="*/ 92869 h 247650"/>
              <a:gd name="connsiteX4" fmla="*/ 76200 w 819150"/>
              <a:gd name="connsiteY4" fmla="*/ 140494 h 247650"/>
              <a:gd name="connsiteX5" fmla="*/ 11907 w 819150"/>
              <a:gd name="connsiteY5" fmla="*/ 247650 h 247650"/>
              <a:gd name="connsiteX6" fmla="*/ 0 w 819150"/>
              <a:gd name="connsiteY6" fmla="*/ 85725 h 247650"/>
              <a:gd name="connsiteX7" fmla="*/ 76200 w 819150"/>
              <a:gd name="connsiteY7" fmla="*/ 33338 h 247650"/>
              <a:gd name="connsiteX8" fmla="*/ 173832 w 819150"/>
              <a:gd name="connsiteY8" fmla="*/ 14288 h 247650"/>
              <a:gd name="connsiteX9" fmla="*/ 469107 w 819150"/>
              <a:gd name="connsiteY9" fmla="*/ 0 h 247650"/>
              <a:gd name="connsiteX10" fmla="*/ 616744 w 819150"/>
              <a:gd name="connsiteY10" fmla="*/ 14288 h 247650"/>
              <a:gd name="connsiteX11" fmla="*/ 819150 w 819150"/>
              <a:gd name="connsiteY11" fmla="*/ 95250 h 247650"/>
              <a:gd name="connsiteX12" fmla="*/ 802482 w 819150"/>
              <a:gd name="connsiteY12" fmla="*/ 242888 h 247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819150" h="247650">
                <a:moveTo>
                  <a:pt x="802482" y="242888"/>
                </a:moveTo>
                <a:lnTo>
                  <a:pt x="588169" y="116682"/>
                </a:lnTo>
                <a:lnTo>
                  <a:pt x="452438" y="95250"/>
                </a:lnTo>
                <a:lnTo>
                  <a:pt x="192882" y="92869"/>
                </a:lnTo>
                <a:lnTo>
                  <a:pt x="76200" y="140494"/>
                </a:lnTo>
                <a:lnTo>
                  <a:pt x="11907" y="247650"/>
                </a:lnTo>
                <a:lnTo>
                  <a:pt x="0" y="85725"/>
                </a:lnTo>
                <a:lnTo>
                  <a:pt x="76200" y="33338"/>
                </a:lnTo>
                <a:lnTo>
                  <a:pt x="173832" y="14288"/>
                </a:lnTo>
                <a:lnTo>
                  <a:pt x="469107" y="0"/>
                </a:lnTo>
                <a:lnTo>
                  <a:pt x="616744" y="14288"/>
                </a:lnTo>
                <a:lnTo>
                  <a:pt x="819150" y="95250"/>
                </a:lnTo>
                <a:lnTo>
                  <a:pt x="802482" y="242888"/>
                </a:lnTo>
                <a:close/>
              </a:path>
            </a:pathLst>
          </a:cu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100" name="Group 99">
            <a:extLst>
              <a:ext uri="{FF2B5EF4-FFF2-40B4-BE49-F238E27FC236}">
                <a16:creationId xmlns:a16="http://schemas.microsoft.com/office/drawing/2014/main" id="{B5520031-8124-0DCF-ED77-DB703916F8AC}"/>
              </a:ext>
            </a:extLst>
          </p:cNvPr>
          <p:cNvGrpSpPr/>
          <p:nvPr/>
        </p:nvGrpSpPr>
        <p:grpSpPr>
          <a:xfrm rot="16200000">
            <a:off x="6374135" y="3859612"/>
            <a:ext cx="121167" cy="90875"/>
            <a:chOff x="6669881" y="4393406"/>
            <a:chExt cx="209550" cy="157163"/>
          </a:xfrm>
        </p:grpSpPr>
        <p:sp>
          <p:nvSpPr>
            <p:cNvPr id="148" name="Rectangle 147">
              <a:extLst>
                <a:ext uri="{FF2B5EF4-FFF2-40B4-BE49-F238E27FC236}">
                  <a16:creationId xmlns:a16="http://schemas.microsoft.com/office/drawing/2014/main" id="{D8B1C7D3-C1AA-AFF6-A5F3-068BE47E8AF0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49" name="Freeform: Shape 148">
              <a:extLst>
                <a:ext uri="{FF2B5EF4-FFF2-40B4-BE49-F238E27FC236}">
                  <a16:creationId xmlns:a16="http://schemas.microsoft.com/office/drawing/2014/main" id="{D577AACD-6ABA-AAD9-176D-554D4A94E66F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1" name="Group 100">
            <a:extLst>
              <a:ext uri="{FF2B5EF4-FFF2-40B4-BE49-F238E27FC236}">
                <a16:creationId xmlns:a16="http://schemas.microsoft.com/office/drawing/2014/main" id="{2AC07A4A-A96A-48D3-0669-A38FC9DCF345}"/>
              </a:ext>
            </a:extLst>
          </p:cNvPr>
          <p:cNvGrpSpPr/>
          <p:nvPr/>
        </p:nvGrpSpPr>
        <p:grpSpPr>
          <a:xfrm rot="16200000">
            <a:off x="6392034" y="4117092"/>
            <a:ext cx="121167" cy="90875"/>
            <a:chOff x="6669881" y="4393406"/>
            <a:chExt cx="209550" cy="157163"/>
          </a:xfrm>
        </p:grpSpPr>
        <p:sp>
          <p:nvSpPr>
            <p:cNvPr id="146" name="Rectangle 145">
              <a:extLst>
                <a:ext uri="{FF2B5EF4-FFF2-40B4-BE49-F238E27FC236}">
                  <a16:creationId xmlns:a16="http://schemas.microsoft.com/office/drawing/2014/main" id="{FB187A44-1288-D643-7F9B-807D1EAA320B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47" name="Freeform: Shape 146">
              <a:extLst>
                <a:ext uri="{FF2B5EF4-FFF2-40B4-BE49-F238E27FC236}">
                  <a16:creationId xmlns:a16="http://schemas.microsoft.com/office/drawing/2014/main" id="{A8575080-7121-73D1-39EB-CC9B4D1ED276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2" name="Group 101">
            <a:extLst>
              <a:ext uri="{FF2B5EF4-FFF2-40B4-BE49-F238E27FC236}">
                <a16:creationId xmlns:a16="http://schemas.microsoft.com/office/drawing/2014/main" id="{4EC742DA-84FF-E58A-688C-487B6F050AD5}"/>
              </a:ext>
            </a:extLst>
          </p:cNvPr>
          <p:cNvGrpSpPr/>
          <p:nvPr/>
        </p:nvGrpSpPr>
        <p:grpSpPr>
          <a:xfrm rot="16200000">
            <a:off x="6409934" y="4374571"/>
            <a:ext cx="121167" cy="90875"/>
            <a:chOff x="6669881" y="4393406"/>
            <a:chExt cx="209550" cy="157163"/>
          </a:xfrm>
        </p:grpSpPr>
        <p:sp>
          <p:nvSpPr>
            <p:cNvPr id="144" name="Rectangle 143">
              <a:extLst>
                <a:ext uri="{FF2B5EF4-FFF2-40B4-BE49-F238E27FC236}">
                  <a16:creationId xmlns:a16="http://schemas.microsoft.com/office/drawing/2014/main" id="{7CB19FDD-F464-B9FE-DD4B-F2040493FC7A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45" name="Freeform: Shape 144">
              <a:extLst>
                <a:ext uri="{FF2B5EF4-FFF2-40B4-BE49-F238E27FC236}">
                  <a16:creationId xmlns:a16="http://schemas.microsoft.com/office/drawing/2014/main" id="{186264EF-2157-0ED7-CD5F-93F6F27B7394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3" name="Group 102">
            <a:extLst>
              <a:ext uri="{FF2B5EF4-FFF2-40B4-BE49-F238E27FC236}">
                <a16:creationId xmlns:a16="http://schemas.microsoft.com/office/drawing/2014/main" id="{AE6AE8F0-41ED-F951-B6CD-FF7AC9204918}"/>
              </a:ext>
            </a:extLst>
          </p:cNvPr>
          <p:cNvGrpSpPr/>
          <p:nvPr/>
        </p:nvGrpSpPr>
        <p:grpSpPr>
          <a:xfrm rot="16200000">
            <a:off x="6416818" y="4664408"/>
            <a:ext cx="121167" cy="90875"/>
            <a:chOff x="6669881" y="4393406"/>
            <a:chExt cx="209550" cy="157163"/>
          </a:xfrm>
        </p:grpSpPr>
        <p:sp>
          <p:nvSpPr>
            <p:cNvPr id="142" name="Rectangle 141">
              <a:extLst>
                <a:ext uri="{FF2B5EF4-FFF2-40B4-BE49-F238E27FC236}">
                  <a16:creationId xmlns:a16="http://schemas.microsoft.com/office/drawing/2014/main" id="{40F076A1-1ACF-02FE-91FF-C35E312229E6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43" name="Freeform: Shape 142">
              <a:extLst>
                <a:ext uri="{FF2B5EF4-FFF2-40B4-BE49-F238E27FC236}">
                  <a16:creationId xmlns:a16="http://schemas.microsoft.com/office/drawing/2014/main" id="{B7E0E356-8904-6FB4-E972-63D7E2895434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0FB3B30D-76C9-A625-E973-C44D0CFEC83F}"/>
              </a:ext>
            </a:extLst>
          </p:cNvPr>
          <p:cNvGrpSpPr/>
          <p:nvPr/>
        </p:nvGrpSpPr>
        <p:grpSpPr>
          <a:xfrm rot="16200000">
            <a:off x="6428222" y="4957132"/>
            <a:ext cx="121167" cy="90875"/>
            <a:chOff x="6669881" y="4393406"/>
            <a:chExt cx="209550" cy="157163"/>
          </a:xfrm>
        </p:grpSpPr>
        <p:sp>
          <p:nvSpPr>
            <p:cNvPr id="140" name="Rectangle 139">
              <a:extLst>
                <a:ext uri="{FF2B5EF4-FFF2-40B4-BE49-F238E27FC236}">
                  <a16:creationId xmlns:a16="http://schemas.microsoft.com/office/drawing/2014/main" id="{1411B0B8-E85B-9BA3-BF98-E90D7FF2B550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41" name="Freeform: Shape 140">
              <a:extLst>
                <a:ext uri="{FF2B5EF4-FFF2-40B4-BE49-F238E27FC236}">
                  <a16:creationId xmlns:a16="http://schemas.microsoft.com/office/drawing/2014/main" id="{D0113308-BF17-83D6-6FC4-E5E6644DFFED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5" name="Group 104">
            <a:extLst>
              <a:ext uri="{FF2B5EF4-FFF2-40B4-BE49-F238E27FC236}">
                <a16:creationId xmlns:a16="http://schemas.microsoft.com/office/drawing/2014/main" id="{8936C9EA-978A-FABE-8DF8-F97D5340C51A}"/>
              </a:ext>
            </a:extLst>
          </p:cNvPr>
          <p:cNvGrpSpPr/>
          <p:nvPr/>
        </p:nvGrpSpPr>
        <p:grpSpPr>
          <a:xfrm rot="16200000">
            <a:off x="6663670" y="4964017"/>
            <a:ext cx="121167" cy="90875"/>
            <a:chOff x="6669881" y="4393406"/>
            <a:chExt cx="209550" cy="157163"/>
          </a:xfrm>
        </p:grpSpPr>
        <p:sp>
          <p:nvSpPr>
            <p:cNvPr id="138" name="Rectangle 137">
              <a:extLst>
                <a:ext uri="{FF2B5EF4-FFF2-40B4-BE49-F238E27FC236}">
                  <a16:creationId xmlns:a16="http://schemas.microsoft.com/office/drawing/2014/main" id="{49A0BB05-7B8F-D837-8F18-AEF3F3AB4B22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9" name="Freeform: Shape 138">
              <a:extLst>
                <a:ext uri="{FF2B5EF4-FFF2-40B4-BE49-F238E27FC236}">
                  <a16:creationId xmlns:a16="http://schemas.microsoft.com/office/drawing/2014/main" id="{D12AE4B3-04A1-4F02-8984-5C829033B068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CEB5809C-ED4D-93F0-1C76-86ADF93E5325}"/>
              </a:ext>
            </a:extLst>
          </p:cNvPr>
          <p:cNvGrpSpPr/>
          <p:nvPr/>
        </p:nvGrpSpPr>
        <p:grpSpPr>
          <a:xfrm rot="16200000">
            <a:off x="6655408" y="4665786"/>
            <a:ext cx="121167" cy="90875"/>
            <a:chOff x="6669881" y="4393406"/>
            <a:chExt cx="209550" cy="157163"/>
          </a:xfrm>
        </p:grpSpPr>
        <p:sp>
          <p:nvSpPr>
            <p:cNvPr id="136" name="Rectangle 135">
              <a:extLst>
                <a:ext uri="{FF2B5EF4-FFF2-40B4-BE49-F238E27FC236}">
                  <a16:creationId xmlns:a16="http://schemas.microsoft.com/office/drawing/2014/main" id="{55FEE715-5C5D-197E-EC43-8CAEE35D3F22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7" name="Freeform: Shape 136">
              <a:extLst>
                <a:ext uri="{FF2B5EF4-FFF2-40B4-BE49-F238E27FC236}">
                  <a16:creationId xmlns:a16="http://schemas.microsoft.com/office/drawing/2014/main" id="{8AD4B3A5-2876-51B9-A90B-CDFD72F6C885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1057ED1A-7ABC-557D-4F91-67477AA9C3BE}"/>
              </a:ext>
            </a:extLst>
          </p:cNvPr>
          <p:cNvGrpSpPr/>
          <p:nvPr/>
        </p:nvGrpSpPr>
        <p:grpSpPr>
          <a:xfrm rot="16200000">
            <a:off x="6651667" y="4370442"/>
            <a:ext cx="121167" cy="90875"/>
            <a:chOff x="6669881" y="4393406"/>
            <a:chExt cx="209550" cy="157163"/>
          </a:xfrm>
        </p:grpSpPr>
        <p:sp>
          <p:nvSpPr>
            <p:cNvPr id="134" name="Rectangle 133">
              <a:extLst>
                <a:ext uri="{FF2B5EF4-FFF2-40B4-BE49-F238E27FC236}">
                  <a16:creationId xmlns:a16="http://schemas.microsoft.com/office/drawing/2014/main" id="{394AB9E4-CC74-787F-0A3F-8F488CB14196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5" name="Freeform: Shape 134">
              <a:extLst>
                <a:ext uri="{FF2B5EF4-FFF2-40B4-BE49-F238E27FC236}">
                  <a16:creationId xmlns:a16="http://schemas.microsoft.com/office/drawing/2014/main" id="{6B44E527-3314-8BFE-690E-49CC5519B697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8" name="Group 107">
            <a:extLst>
              <a:ext uri="{FF2B5EF4-FFF2-40B4-BE49-F238E27FC236}">
                <a16:creationId xmlns:a16="http://schemas.microsoft.com/office/drawing/2014/main" id="{3F028CDD-6163-F616-4767-88EF3D2D04B9}"/>
              </a:ext>
            </a:extLst>
          </p:cNvPr>
          <p:cNvGrpSpPr/>
          <p:nvPr/>
        </p:nvGrpSpPr>
        <p:grpSpPr>
          <a:xfrm rot="16200000">
            <a:off x="6654990" y="4099194"/>
            <a:ext cx="121167" cy="90875"/>
            <a:chOff x="6669881" y="4393406"/>
            <a:chExt cx="209550" cy="157163"/>
          </a:xfrm>
        </p:grpSpPr>
        <p:sp>
          <p:nvSpPr>
            <p:cNvPr id="132" name="Rectangle 131">
              <a:extLst>
                <a:ext uri="{FF2B5EF4-FFF2-40B4-BE49-F238E27FC236}">
                  <a16:creationId xmlns:a16="http://schemas.microsoft.com/office/drawing/2014/main" id="{5365AD62-510F-6534-DF7E-DE73E1E0A256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3" name="Freeform: Shape 132">
              <a:extLst>
                <a:ext uri="{FF2B5EF4-FFF2-40B4-BE49-F238E27FC236}">
                  <a16:creationId xmlns:a16="http://schemas.microsoft.com/office/drawing/2014/main" id="{3BCC6345-7E44-569A-DB85-7379BF0B140C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9" name="Group 108">
            <a:extLst>
              <a:ext uri="{FF2B5EF4-FFF2-40B4-BE49-F238E27FC236}">
                <a16:creationId xmlns:a16="http://schemas.microsoft.com/office/drawing/2014/main" id="{58EB28F7-AA61-600B-ECB5-174809399517}"/>
              </a:ext>
            </a:extLst>
          </p:cNvPr>
          <p:cNvGrpSpPr/>
          <p:nvPr/>
        </p:nvGrpSpPr>
        <p:grpSpPr>
          <a:xfrm rot="16200000">
            <a:off x="6648913" y="3843094"/>
            <a:ext cx="121167" cy="90875"/>
            <a:chOff x="6669881" y="4393406"/>
            <a:chExt cx="209550" cy="157163"/>
          </a:xfrm>
        </p:grpSpPr>
        <p:sp>
          <p:nvSpPr>
            <p:cNvPr id="130" name="Rectangle 129">
              <a:extLst>
                <a:ext uri="{FF2B5EF4-FFF2-40B4-BE49-F238E27FC236}">
                  <a16:creationId xmlns:a16="http://schemas.microsoft.com/office/drawing/2014/main" id="{038ADE5D-E80D-EC1B-DACE-C222A6F61306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1" name="Freeform: Shape 130">
              <a:extLst>
                <a:ext uri="{FF2B5EF4-FFF2-40B4-BE49-F238E27FC236}">
                  <a16:creationId xmlns:a16="http://schemas.microsoft.com/office/drawing/2014/main" id="{BA32C1D5-EF7B-69F6-065A-E4705E9187F0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sp>
        <p:nvSpPr>
          <p:cNvPr id="111" name="TextBox 110">
            <a:extLst>
              <a:ext uri="{FF2B5EF4-FFF2-40B4-BE49-F238E27FC236}">
                <a16:creationId xmlns:a16="http://schemas.microsoft.com/office/drawing/2014/main" id="{C60372C2-6AD8-3049-F0A8-0819B00BF96D}"/>
              </a:ext>
            </a:extLst>
          </p:cNvPr>
          <p:cNvSpPr txBox="1"/>
          <p:nvPr/>
        </p:nvSpPr>
        <p:spPr>
          <a:xfrm>
            <a:off x="7189421" y="4831228"/>
            <a:ext cx="46038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GND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417D7FB2-C920-375B-2A96-C9B7F2DAC65C}"/>
              </a:ext>
            </a:extLst>
          </p:cNvPr>
          <p:cNvSpPr txBox="1"/>
          <p:nvPr/>
        </p:nvSpPr>
        <p:spPr>
          <a:xfrm>
            <a:off x="5183730" y="3690889"/>
            <a:ext cx="43954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3.3V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cxnSp>
        <p:nvCxnSpPr>
          <p:cNvPr id="114" name="Straight Connector 113">
            <a:extLst>
              <a:ext uri="{FF2B5EF4-FFF2-40B4-BE49-F238E27FC236}">
                <a16:creationId xmlns:a16="http://schemas.microsoft.com/office/drawing/2014/main" id="{775B4DE0-1F14-9B8C-B964-B657001E5452}"/>
              </a:ext>
            </a:extLst>
          </p:cNvPr>
          <p:cNvCxnSpPr>
            <a:cxnSpLocks/>
          </p:cNvCxnSpPr>
          <p:nvPr/>
        </p:nvCxnSpPr>
        <p:spPr>
          <a:xfrm rot="16200000">
            <a:off x="5870388" y="4585169"/>
            <a:ext cx="0" cy="893411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TextBox 114">
            <a:extLst>
              <a:ext uri="{FF2B5EF4-FFF2-40B4-BE49-F238E27FC236}">
                <a16:creationId xmlns:a16="http://schemas.microsoft.com/office/drawing/2014/main" id="{70A05A01-532D-39AF-FF57-024FF8170180}"/>
              </a:ext>
            </a:extLst>
          </p:cNvPr>
          <p:cNvSpPr txBox="1"/>
          <p:nvPr/>
        </p:nvSpPr>
        <p:spPr>
          <a:xfrm>
            <a:off x="5179544" y="4842093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pin0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DE8221CA-C752-61CF-0541-4A26F72CF015}"/>
              </a:ext>
            </a:extLst>
          </p:cNvPr>
          <p:cNvSpPr txBox="1"/>
          <p:nvPr/>
        </p:nvSpPr>
        <p:spPr>
          <a:xfrm>
            <a:off x="5179544" y="4494051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pin2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9B3C8947-5DC7-26A7-8FFE-732872A09C3B}"/>
              </a:ext>
            </a:extLst>
          </p:cNvPr>
          <p:cNvSpPr txBox="1"/>
          <p:nvPr/>
        </p:nvSpPr>
        <p:spPr>
          <a:xfrm>
            <a:off x="5179544" y="4233996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pin4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977D13CF-EDDF-5C2B-A924-1C80E229A7BD}"/>
              </a:ext>
            </a:extLst>
          </p:cNvPr>
          <p:cNvSpPr txBox="1"/>
          <p:nvPr/>
        </p:nvSpPr>
        <p:spPr>
          <a:xfrm>
            <a:off x="5179543" y="3973150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pin6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FC0C8D57-ED70-8623-543E-CFFD4DB2FC7A}"/>
              </a:ext>
            </a:extLst>
          </p:cNvPr>
          <p:cNvSpPr txBox="1"/>
          <p:nvPr/>
        </p:nvSpPr>
        <p:spPr>
          <a:xfrm>
            <a:off x="7219646" y="4540109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pin1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94861B50-3FD1-347C-7A50-2819457C14F9}"/>
              </a:ext>
            </a:extLst>
          </p:cNvPr>
          <p:cNvSpPr txBox="1"/>
          <p:nvPr/>
        </p:nvSpPr>
        <p:spPr>
          <a:xfrm>
            <a:off x="7218474" y="4241711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pin3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AAA423E5-A403-17F2-4734-7AE22E0E3E48}"/>
              </a:ext>
            </a:extLst>
          </p:cNvPr>
          <p:cNvSpPr txBox="1"/>
          <p:nvPr/>
        </p:nvSpPr>
        <p:spPr>
          <a:xfrm>
            <a:off x="7219062" y="3962749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pin5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5AE86111-5CC9-BDAA-87A9-9EF19A607C60}"/>
              </a:ext>
            </a:extLst>
          </p:cNvPr>
          <p:cNvSpPr txBox="1"/>
          <p:nvPr/>
        </p:nvSpPr>
        <p:spPr>
          <a:xfrm>
            <a:off x="7218475" y="3700725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pin7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50" name="Freeform: Shape 149">
            <a:extLst>
              <a:ext uri="{FF2B5EF4-FFF2-40B4-BE49-F238E27FC236}">
                <a16:creationId xmlns:a16="http://schemas.microsoft.com/office/drawing/2014/main" id="{516CCC8D-70BD-E6DA-A595-9A2E1B161837}"/>
              </a:ext>
            </a:extLst>
          </p:cNvPr>
          <p:cNvSpPr/>
          <p:nvPr/>
        </p:nvSpPr>
        <p:spPr>
          <a:xfrm>
            <a:off x="5000625" y="2609850"/>
            <a:ext cx="5043488" cy="2424113"/>
          </a:xfrm>
          <a:custGeom>
            <a:avLst/>
            <a:gdLst>
              <a:gd name="csX0" fmla="*/ 1304925 w 5043488"/>
              <a:gd name="csY0" fmla="*/ 2424113 h 2424113"/>
              <a:gd name="csX1" fmla="*/ 0 w 5043488"/>
              <a:gd name="csY1" fmla="*/ 2424113 h 2424113"/>
              <a:gd name="csX2" fmla="*/ 0 w 5043488"/>
              <a:gd name="csY2" fmla="*/ 0 h 2424113"/>
              <a:gd name="csX3" fmla="*/ 5043488 w 5043488"/>
              <a:gd name="csY3" fmla="*/ 0 h 2424113"/>
              <a:gd name="csX4" fmla="*/ 5043488 w 5043488"/>
              <a:gd name="csY4" fmla="*/ 1290638 h 24241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5043488" h="2424113">
                <a:moveTo>
                  <a:pt x="1304925" y="2424113"/>
                </a:moveTo>
                <a:lnTo>
                  <a:pt x="0" y="2424113"/>
                </a:lnTo>
                <a:lnTo>
                  <a:pt x="0" y="0"/>
                </a:lnTo>
                <a:lnTo>
                  <a:pt x="5043488" y="0"/>
                </a:lnTo>
                <a:lnTo>
                  <a:pt x="5043488" y="1290638"/>
                </a:lnTo>
              </a:path>
            </a:pathLst>
          </a:cu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1" name="Freeform: Shape 150">
            <a:extLst>
              <a:ext uri="{FF2B5EF4-FFF2-40B4-BE49-F238E27FC236}">
                <a16:creationId xmlns:a16="http://schemas.microsoft.com/office/drawing/2014/main" id="{74D087AC-D467-B47D-1A12-CA3D6168C3BC}"/>
              </a:ext>
            </a:extLst>
          </p:cNvPr>
          <p:cNvSpPr/>
          <p:nvPr/>
        </p:nvSpPr>
        <p:spPr>
          <a:xfrm>
            <a:off x="6829425" y="2671763"/>
            <a:ext cx="3139382" cy="2057400"/>
          </a:xfrm>
          <a:custGeom>
            <a:avLst/>
            <a:gdLst>
              <a:gd name="csX0" fmla="*/ 0 w 3109913"/>
              <a:gd name="csY0" fmla="*/ 2057400 h 2057400"/>
              <a:gd name="csX1" fmla="*/ 1090613 w 3109913"/>
              <a:gd name="csY1" fmla="*/ 2057400 h 2057400"/>
              <a:gd name="csX2" fmla="*/ 1090613 w 3109913"/>
              <a:gd name="csY2" fmla="*/ 0 h 2057400"/>
              <a:gd name="csX3" fmla="*/ 3109913 w 3109913"/>
              <a:gd name="csY3" fmla="*/ 0 h 2057400"/>
              <a:gd name="csX4" fmla="*/ 3109913 w 3109913"/>
              <a:gd name="csY4" fmla="*/ 1228725 h 20574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3109913" h="2057400">
                <a:moveTo>
                  <a:pt x="0" y="2057400"/>
                </a:moveTo>
                <a:lnTo>
                  <a:pt x="1090613" y="2057400"/>
                </a:lnTo>
                <a:lnTo>
                  <a:pt x="1090613" y="0"/>
                </a:lnTo>
                <a:lnTo>
                  <a:pt x="3109913" y="0"/>
                </a:lnTo>
                <a:lnTo>
                  <a:pt x="3109913" y="1228725"/>
                </a:lnTo>
              </a:path>
            </a:pathLst>
          </a:custGeom>
          <a:noFill/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2" name="Freeform: Shape 151">
            <a:extLst>
              <a:ext uri="{FF2B5EF4-FFF2-40B4-BE49-F238E27FC236}">
                <a16:creationId xmlns:a16="http://schemas.microsoft.com/office/drawing/2014/main" id="{23D2BE4D-CEB3-F0E9-813B-F4A243856352}"/>
              </a:ext>
            </a:extLst>
          </p:cNvPr>
          <p:cNvSpPr/>
          <p:nvPr/>
        </p:nvSpPr>
        <p:spPr>
          <a:xfrm>
            <a:off x="5110163" y="2776538"/>
            <a:ext cx="4757737" cy="1947862"/>
          </a:xfrm>
          <a:custGeom>
            <a:avLst/>
            <a:gdLst>
              <a:gd name="csX0" fmla="*/ 1362075 w 4757737"/>
              <a:gd name="csY0" fmla="*/ 1947862 h 1947862"/>
              <a:gd name="csX1" fmla="*/ 0 w 4757737"/>
              <a:gd name="csY1" fmla="*/ 1947862 h 1947862"/>
              <a:gd name="csX2" fmla="*/ 0 w 4757737"/>
              <a:gd name="csY2" fmla="*/ 0 h 1947862"/>
              <a:gd name="csX3" fmla="*/ 4757737 w 4757737"/>
              <a:gd name="csY3" fmla="*/ 0 h 1947862"/>
              <a:gd name="csX4" fmla="*/ 4757737 w 4757737"/>
              <a:gd name="csY4" fmla="*/ 1138237 h 19478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757737" h="1947862">
                <a:moveTo>
                  <a:pt x="1362075" y="1947862"/>
                </a:moveTo>
                <a:lnTo>
                  <a:pt x="0" y="1947862"/>
                </a:lnTo>
                <a:lnTo>
                  <a:pt x="0" y="0"/>
                </a:lnTo>
                <a:lnTo>
                  <a:pt x="4757737" y="0"/>
                </a:lnTo>
                <a:lnTo>
                  <a:pt x="4757737" y="1138237"/>
                </a:lnTo>
              </a:path>
            </a:pathLst>
          </a:custGeom>
          <a:noFill/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3" name="Freeform: Shape 152">
            <a:extLst>
              <a:ext uri="{FF2B5EF4-FFF2-40B4-BE49-F238E27FC236}">
                <a16:creationId xmlns:a16="http://schemas.microsoft.com/office/drawing/2014/main" id="{0B0B07C3-5C19-CB17-DCE3-ED6A41C1A4DE}"/>
              </a:ext>
            </a:extLst>
          </p:cNvPr>
          <p:cNvSpPr/>
          <p:nvPr/>
        </p:nvSpPr>
        <p:spPr>
          <a:xfrm>
            <a:off x="6810374" y="2862263"/>
            <a:ext cx="2955547" cy="1581150"/>
          </a:xfrm>
          <a:custGeom>
            <a:avLst/>
            <a:gdLst>
              <a:gd name="csX0" fmla="*/ 0 w 2857500"/>
              <a:gd name="csY0" fmla="*/ 1581150 h 1581150"/>
              <a:gd name="csX1" fmla="*/ 1209675 w 2857500"/>
              <a:gd name="csY1" fmla="*/ 1581150 h 1581150"/>
              <a:gd name="csX2" fmla="*/ 1209675 w 2857500"/>
              <a:gd name="csY2" fmla="*/ 0 h 1581150"/>
              <a:gd name="csX3" fmla="*/ 2857500 w 2857500"/>
              <a:gd name="csY3" fmla="*/ 0 h 1581150"/>
              <a:gd name="csX4" fmla="*/ 2857500 w 2857500"/>
              <a:gd name="csY4" fmla="*/ 1066800 h 1581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857500" h="1581150">
                <a:moveTo>
                  <a:pt x="0" y="1581150"/>
                </a:moveTo>
                <a:lnTo>
                  <a:pt x="1209675" y="1581150"/>
                </a:lnTo>
                <a:lnTo>
                  <a:pt x="1209675" y="0"/>
                </a:lnTo>
                <a:lnTo>
                  <a:pt x="2857500" y="0"/>
                </a:lnTo>
                <a:lnTo>
                  <a:pt x="2857500" y="1066800"/>
                </a:lnTo>
              </a:path>
            </a:pathLst>
          </a:custGeom>
          <a:noFill/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0FB371A5-DDCB-36F6-0F04-D4C9AD7B37F9}"/>
              </a:ext>
            </a:extLst>
          </p:cNvPr>
          <p:cNvSpPr/>
          <p:nvPr/>
        </p:nvSpPr>
        <p:spPr>
          <a:xfrm>
            <a:off x="5223294" y="2932981"/>
            <a:ext cx="4455544" cy="1500996"/>
          </a:xfrm>
          <a:custGeom>
            <a:avLst/>
            <a:gdLst>
              <a:gd name="csX0" fmla="*/ 1199072 w 4455544"/>
              <a:gd name="csY0" fmla="*/ 1500996 h 1500996"/>
              <a:gd name="csX1" fmla="*/ 0 w 4455544"/>
              <a:gd name="csY1" fmla="*/ 1500996 h 1500996"/>
              <a:gd name="csX2" fmla="*/ 0 w 4455544"/>
              <a:gd name="csY2" fmla="*/ 0 h 1500996"/>
              <a:gd name="csX3" fmla="*/ 4455544 w 4455544"/>
              <a:gd name="csY3" fmla="*/ 0 h 1500996"/>
              <a:gd name="csX4" fmla="*/ 4455544 w 4455544"/>
              <a:gd name="csY4" fmla="*/ 979098 h 150099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455544" h="1500996">
                <a:moveTo>
                  <a:pt x="1199072" y="1500996"/>
                </a:moveTo>
                <a:lnTo>
                  <a:pt x="0" y="1500996"/>
                </a:lnTo>
                <a:lnTo>
                  <a:pt x="0" y="0"/>
                </a:lnTo>
                <a:lnTo>
                  <a:pt x="4455544" y="0"/>
                </a:lnTo>
                <a:lnTo>
                  <a:pt x="4455544" y="979098"/>
                </a:lnTo>
              </a:path>
            </a:pathLst>
          </a:custGeom>
          <a:noFill/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C8461A3-5F1B-DF2C-2350-759A854DDDBB}"/>
              </a:ext>
            </a:extLst>
          </p:cNvPr>
          <p:cNvSpPr/>
          <p:nvPr/>
        </p:nvSpPr>
        <p:spPr>
          <a:xfrm>
            <a:off x="6788989" y="3023558"/>
            <a:ext cx="2794958" cy="1143000"/>
          </a:xfrm>
          <a:custGeom>
            <a:avLst/>
            <a:gdLst>
              <a:gd name="csX0" fmla="*/ 0 w 2794958"/>
              <a:gd name="csY0" fmla="*/ 1143000 h 1143000"/>
              <a:gd name="csX1" fmla="*/ 1039483 w 2794958"/>
              <a:gd name="csY1" fmla="*/ 1143000 h 1143000"/>
              <a:gd name="csX2" fmla="*/ 1039483 w 2794958"/>
              <a:gd name="csY2" fmla="*/ 0 h 1143000"/>
              <a:gd name="csX3" fmla="*/ 2794958 w 2794958"/>
              <a:gd name="csY3" fmla="*/ 0 h 1143000"/>
              <a:gd name="csX4" fmla="*/ 2794958 w 2794958"/>
              <a:gd name="csY4" fmla="*/ 875582 h 1143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794958" h="1143000">
                <a:moveTo>
                  <a:pt x="0" y="1143000"/>
                </a:moveTo>
                <a:lnTo>
                  <a:pt x="1039483" y="1143000"/>
                </a:lnTo>
                <a:lnTo>
                  <a:pt x="1039483" y="0"/>
                </a:lnTo>
                <a:lnTo>
                  <a:pt x="2794958" y="0"/>
                </a:lnTo>
                <a:lnTo>
                  <a:pt x="2794958" y="875582"/>
                </a:lnTo>
              </a:path>
            </a:pathLst>
          </a:cu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BA4483C5-3BB1-BBAB-D0C6-B6401E3A44ED}"/>
              </a:ext>
            </a:extLst>
          </p:cNvPr>
          <p:cNvSpPr/>
          <p:nvPr/>
        </p:nvSpPr>
        <p:spPr>
          <a:xfrm>
            <a:off x="5633049" y="3122762"/>
            <a:ext cx="3847381" cy="1061049"/>
          </a:xfrm>
          <a:custGeom>
            <a:avLst/>
            <a:gdLst>
              <a:gd name="csX0" fmla="*/ 741872 w 3847381"/>
              <a:gd name="csY0" fmla="*/ 1061049 h 1061049"/>
              <a:gd name="csX1" fmla="*/ 0 w 3847381"/>
              <a:gd name="csY1" fmla="*/ 1061049 h 1061049"/>
              <a:gd name="csX2" fmla="*/ 0 w 3847381"/>
              <a:gd name="csY2" fmla="*/ 0 h 1061049"/>
              <a:gd name="csX3" fmla="*/ 3847381 w 3847381"/>
              <a:gd name="csY3" fmla="*/ 0 h 1061049"/>
              <a:gd name="csX4" fmla="*/ 3847381 w 3847381"/>
              <a:gd name="csY4" fmla="*/ 793630 h 106104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3847381" h="1061049">
                <a:moveTo>
                  <a:pt x="741872" y="1061049"/>
                </a:moveTo>
                <a:lnTo>
                  <a:pt x="0" y="1061049"/>
                </a:lnTo>
                <a:lnTo>
                  <a:pt x="0" y="0"/>
                </a:lnTo>
                <a:lnTo>
                  <a:pt x="3847381" y="0"/>
                </a:lnTo>
                <a:lnTo>
                  <a:pt x="3847381" y="793630"/>
                </a:lnTo>
              </a:path>
            </a:pathLst>
          </a:custGeom>
          <a:noFill/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6" name="Freeform: Shape 155">
            <a:extLst>
              <a:ext uri="{FF2B5EF4-FFF2-40B4-BE49-F238E27FC236}">
                <a16:creationId xmlns:a16="http://schemas.microsoft.com/office/drawing/2014/main" id="{6474F759-D3A9-CD2E-9173-0863D75D3EE2}"/>
              </a:ext>
            </a:extLst>
          </p:cNvPr>
          <p:cNvSpPr/>
          <p:nvPr/>
        </p:nvSpPr>
        <p:spPr>
          <a:xfrm>
            <a:off x="6797615" y="3213340"/>
            <a:ext cx="2587925" cy="698739"/>
          </a:xfrm>
          <a:custGeom>
            <a:avLst/>
            <a:gdLst>
              <a:gd name="csX0" fmla="*/ 0 w 2587925"/>
              <a:gd name="csY0" fmla="*/ 690113 h 698739"/>
              <a:gd name="csX1" fmla="*/ 953219 w 2587925"/>
              <a:gd name="csY1" fmla="*/ 690113 h 698739"/>
              <a:gd name="csX2" fmla="*/ 953219 w 2587925"/>
              <a:gd name="csY2" fmla="*/ 0 h 698739"/>
              <a:gd name="csX3" fmla="*/ 2587925 w 2587925"/>
              <a:gd name="csY3" fmla="*/ 0 h 698739"/>
              <a:gd name="csX4" fmla="*/ 2587925 w 2587925"/>
              <a:gd name="csY4" fmla="*/ 698739 h 69873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87925" h="698739">
                <a:moveTo>
                  <a:pt x="0" y="690113"/>
                </a:moveTo>
                <a:lnTo>
                  <a:pt x="953219" y="690113"/>
                </a:lnTo>
                <a:lnTo>
                  <a:pt x="953219" y="0"/>
                </a:lnTo>
                <a:lnTo>
                  <a:pt x="2587925" y="0"/>
                </a:lnTo>
                <a:lnTo>
                  <a:pt x="2587925" y="698739"/>
                </a:lnTo>
              </a:path>
            </a:pathLst>
          </a:custGeom>
          <a:noFill/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66C22A5D-F1DC-24FF-DBDB-2DAECC80CD67}"/>
              </a:ext>
            </a:extLst>
          </p:cNvPr>
          <p:cNvSpPr txBox="1"/>
          <p:nvPr/>
        </p:nvSpPr>
        <p:spPr>
          <a:xfrm>
            <a:off x="7728283" y="6158985"/>
            <a:ext cx="39837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dirty="0">
                <a:solidFill>
                  <a:schemeClr val="bg1"/>
                </a:solidFill>
                <a:latin typeface="Consolas" panose="020B0609020204030204" pitchFamily="49" charset="0"/>
              </a:rPr>
              <a:t>M(GPIOD_INDATA) &amp; 0xF = 0x0000</a:t>
            </a:r>
            <a:endParaRPr lang="LID4096" dirty="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4596809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F2EDEA-3DCC-7D06-9ED1-B1BD2ECA7E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509684-D70C-5FB5-C9C7-700D9228D1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dirty="0" err="1"/>
              <a:t>Keypad</a:t>
            </a:r>
            <a:endParaRPr lang="LID4096" dirty="0"/>
          </a:p>
        </p:txBody>
      </p:sp>
      <p:sp>
        <p:nvSpPr>
          <p:cNvPr id="155" name="Content Placeholder 154">
            <a:extLst>
              <a:ext uri="{FF2B5EF4-FFF2-40B4-BE49-F238E27FC236}">
                <a16:creationId xmlns:a16="http://schemas.microsoft.com/office/drawing/2014/main" id="{B01DB330-6726-CDA4-3AAF-8DA2C39E78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LID4096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5DD9851-1C13-BF94-42F9-A210B34B31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690688"/>
            <a:ext cx="4746017" cy="5167312"/>
          </a:xfrm>
          <a:prstGeom prst="rect">
            <a:avLst/>
          </a:prstGeom>
        </p:spPr>
      </p:pic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E0A0177F-E04E-AB67-C56C-FC00CD7732D9}"/>
              </a:ext>
            </a:extLst>
          </p:cNvPr>
          <p:cNvSpPr/>
          <p:nvPr/>
        </p:nvSpPr>
        <p:spPr>
          <a:xfrm>
            <a:off x="8625019" y="3694696"/>
            <a:ext cx="2076275" cy="2122414"/>
          </a:xfrm>
          <a:prstGeom prst="roundRect">
            <a:avLst>
              <a:gd name="adj" fmla="val 10606"/>
            </a:avLst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35595060-00A2-17BD-70B2-AF39D825D66E}"/>
              </a:ext>
            </a:extLst>
          </p:cNvPr>
          <p:cNvSpPr/>
          <p:nvPr/>
        </p:nvSpPr>
        <p:spPr>
          <a:xfrm>
            <a:off x="8864105" y="3958949"/>
            <a:ext cx="1371600" cy="1514213"/>
          </a:xfrm>
          <a:custGeom>
            <a:avLst/>
            <a:gdLst>
              <a:gd name="connsiteX0" fmla="*/ 541090 w 1371600"/>
              <a:gd name="connsiteY0" fmla="*/ 0 h 1514213"/>
              <a:gd name="connsiteX1" fmla="*/ 541090 w 1371600"/>
              <a:gd name="connsiteY1" fmla="*/ 130029 h 1514213"/>
              <a:gd name="connsiteX2" fmla="*/ 0 w 1371600"/>
              <a:gd name="connsiteY2" fmla="*/ 130029 h 1514213"/>
              <a:gd name="connsiteX3" fmla="*/ 0 w 1371600"/>
              <a:gd name="connsiteY3" fmla="*/ 1497435 h 1514213"/>
              <a:gd name="connsiteX4" fmla="*/ 1371600 w 1371600"/>
              <a:gd name="connsiteY4" fmla="*/ 1514213 h 15142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71600" h="1514213">
                <a:moveTo>
                  <a:pt x="541090" y="0"/>
                </a:moveTo>
                <a:lnTo>
                  <a:pt x="541090" y="130029"/>
                </a:lnTo>
                <a:lnTo>
                  <a:pt x="0" y="130029"/>
                </a:lnTo>
                <a:lnTo>
                  <a:pt x="0" y="1497435"/>
                </a:lnTo>
                <a:lnTo>
                  <a:pt x="1371600" y="1514213"/>
                </a:lnTo>
              </a:path>
            </a:pathLst>
          </a:custGeom>
          <a:noFill/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167DC1FE-7AD2-EF02-01F3-34D262260D74}"/>
              </a:ext>
            </a:extLst>
          </p:cNvPr>
          <p:cNvSpPr/>
          <p:nvPr/>
        </p:nvSpPr>
        <p:spPr>
          <a:xfrm>
            <a:off x="8939606" y="3963143"/>
            <a:ext cx="1287710" cy="1170264"/>
          </a:xfrm>
          <a:custGeom>
            <a:avLst/>
            <a:gdLst>
              <a:gd name="connsiteX0" fmla="*/ 545284 w 1287710"/>
              <a:gd name="connsiteY0" fmla="*/ 0 h 1170264"/>
              <a:gd name="connsiteX1" fmla="*/ 541090 w 1287710"/>
              <a:gd name="connsiteY1" fmla="*/ 171975 h 1170264"/>
              <a:gd name="connsiteX2" fmla="*/ 0 w 1287710"/>
              <a:gd name="connsiteY2" fmla="*/ 176169 h 1170264"/>
              <a:gd name="connsiteX3" fmla="*/ 0 w 1287710"/>
              <a:gd name="connsiteY3" fmla="*/ 1166070 h 1170264"/>
              <a:gd name="connsiteX4" fmla="*/ 1287710 w 1287710"/>
              <a:gd name="connsiteY4" fmla="*/ 1170264 h 11702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87710" h="1170264">
                <a:moveTo>
                  <a:pt x="545284" y="0"/>
                </a:moveTo>
                <a:lnTo>
                  <a:pt x="541090" y="171975"/>
                </a:lnTo>
                <a:lnTo>
                  <a:pt x="0" y="176169"/>
                </a:lnTo>
                <a:lnTo>
                  <a:pt x="0" y="1166070"/>
                </a:lnTo>
                <a:lnTo>
                  <a:pt x="1287710" y="1170264"/>
                </a:lnTo>
              </a:path>
            </a:pathLst>
          </a:custGeom>
          <a:noFill/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E44CC60A-6BC8-3818-65E2-93E38E265A53}"/>
              </a:ext>
            </a:extLst>
          </p:cNvPr>
          <p:cNvSpPr/>
          <p:nvPr/>
        </p:nvSpPr>
        <p:spPr>
          <a:xfrm>
            <a:off x="9002523" y="3963143"/>
            <a:ext cx="1224793" cy="855677"/>
          </a:xfrm>
          <a:custGeom>
            <a:avLst/>
            <a:gdLst>
              <a:gd name="connsiteX0" fmla="*/ 587230 w 1224793"/>
              <a:gd name="connsiteY0" fmla="*/ 0 h 855677"/>
              <a:gd name="connsiteX1" fmla="*/ 591424 w 1224793"/>
              <a:gd name="connsiteY1" fmla="*/ 205531 h 855677"/>
              <a:gd name="connsiteX2" fmla="*/ 0 w 1224793"/>
              <a:gd name="connsiteY2" fmla="*/ 209725 h 855677"/>
              <a:gd name="connsiteX3" fmla="*/ 0 w 1224793"/>
              <a:gd name="connsiteY3" fmla="*/ 855677 h 855677"/>
              <a:gd name="connsiteX4" fmla="*/ 1224793 w 1224793"/>
              <a:gd name="connsiteY4" fmla="*/ 855677 h 8556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24793" h="855677">
                <a:moveTo>
                  <a:pt x="587230" y="0"/>
                </a:moveTo>
                <a:lnTo>
                  <a:pt x="591424" y="205531"/>
                </a:lnTo>
                <a:lnTo>
                  <a:pt x="0" y="209725"/>
                </a:lnTo>
                <a:lnTo>
                  <a:pt x="0" y="855677"/>
                </a:lnTo>
                <a:lnTo>
                  <a:pt x="1224793" y="855677"/>
                </a:lnTo>
              </a:path>
            </a:pathLst>
          </a:custGeom>
          <a:noFill/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90A7E44B-26B8-1161-17FE-B9A40FF818E8}"/>
              </a:ext>
            </a:extLst>
          </p:cNvPr>
          <p:cNvSpPr/>
          <p:nvPr/>
        </p:nvSpPr>
        <p:spPr>
          <a:xfrm>
            <a:off x="9073830" y="3963143"/>
            <a:ext cx="1145097" cy="545285"/>
          </a:xfrm>
          <a:custGeom>
            <a:avLst/>
            <a:gdLst>
              <a:gd name="connsiteX0" fmla="*/ 604007 w 1145097"/>
              <a:gd name="connsiteY0" fmla="*/ 0 h 545285"/>
              <a:gd name="connsiteX1" fmla="*/ 608201 w 1145097"/>
              <a:gd name="connsiteY1" fmla="*/ 239087 h 545285"/>
              <a:gd name="connsiteX2" fmla="*/ 0 w 1145097"/>
              <a:gd name="connsiteY2" fmla="*/ 239087 h 545285"/>
              <a:gd name="connsiteX3" fmla="*/ 0 w 1145097"/>
              <a:gd name="connsiteY3" fmla="*/ 536896 h 545285"/>
              <a:gd name="connsiteX4" fmla="*/ 1145097 w 1145097"/>
              <a:gd name="connsiteY4" fmla="*/ 545285 h 5452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45097" h="545285">
                <a:moveTo>
                  <a:pt x="604007" y="0"/>
                </a:moveTo>
                <a:lnTo>
                  <a:pt x="608201" y="239087"/>
                </a:lnTo>
                <a:lnTo>
                  <a:pt x="0" y="239087"/>
                </a:lnTo>
                <a:lnTo>
                  <a:pt x="0" y="536896"/>
                </a:lnTo>
                <a:lnTo>
                  <a:pt x="1145097" y="545285"/>
                </a:lnTo>
              </a:path>
            </a:pathLst>
          </a:custGeom>
          <a:noFill/>
          <a:ln>
            <a:solidFill>
              <a:schemeClr val="bg1"/>
            </a:solidFill>
          </a:ln>
          <a:effectLst>
            <a:glow rad="63500">
              <a:srgbClr val="FFFF00">
                <a:alpha val="4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995EA3F3-C99B-2071-6CA4-24C17AE25B24}"/>
              </a:ext>
            </a:extLst>
          </p:cNvPr>
          <p:cNvSpPr/>
          <p:nvPr/>
        </p:nvSpPr>
        <p:spPr>
          <a:xfrm>
            <a:off x="9862395" y="3963143"/>
            <a:ext cx="29361" cy="1598103"/>
          </a:xfrm>
          <a:custGeom>
            <a:avLst/>
            <a:gdLst>
              <a:gd name="connsiteX0" fmla="*/ 0 w 29361"/>
              <a:gd name="connsiteY0" fmla="*/ 0 h 1598103"/>
              <a:gd name="connsiteX1" fmla="*/ 29361 w 29361"/>
              <a:gd name="connsiteY1" fmla="*/ 1598103 h 15981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9361" h="1598103">
                <a:moveTo>
                  <a:pt x="0" y="0"/>
                </a:moveTo>
                <a:lnTo>
                  <a:pt x="29361" y="1598103"/>
                </a:lnTo>
              </a:path>
            </a:pathLst>
          </a:custGeom>
          <a:noFill/>
          <a:ln>
            <a:solidFill>
              <a:schemeClr val="accent5">
                <a:lumMod val="20000"/>
                <a:lumOff val="80000"/>
              </a:schemeClr>
            </a:solidFill>
          </a:ln>
          <a:effectLst>
            <a:glow rad="63500">
              <a:schemeClr val="accent5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44D56FB2-C5CD-DC57-C717-42B7EAC55A5A}"/>
              </a:ext>
            </a:extLst>
          </p:cNvPr>
          <p:cNvSpPr/>
          <p:nvPr/>
        </p:nvSpPr>
        <p:spPr>
          <a:xfrm>
            <a:off x="9765921" y="3950560"/>
            <a:ext cx="453006" cy="1564547"/>
          </a:xfrm>
          <a:custGeom>
            <a:avLst/>
            <a:gdLst>
              <a:gd name="connsiteX0" fmla="*/ 0 w 453006"/>
              <a:gd name="connsiteY0" fmla="*/ 0 h 1564547"/>
              <a:gd name="connsiteX1" fmla="*/ 0 w 453006"/>
              <a:gd name="connsiteY1" fmla="*/ 167780 h 1564547"/>
              <a:gd name="connsiteX2" fmla="*/ 427839 w 453006"/>
              <a:gd name="connsiteY2" fmla="*/ 306198 h 1564547"/>
              <a:gd name="connsiteX3" fmla="*/ 453006 w 453006"/>
              <a:gd name="connsiteY3" fmla="*/ 1564547 h 15645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53006" h="1564547">
                <a:moveTo>
                  <a:pt x="0" y="0"/>
                </a:moveTo>
                <a:lnTo>
                  <a:pt x="0" y="167780"/>
                </a:lnTo>
                <a:lnTo>
                  <a:pt x="427839" y="306198"/>
                </a:lnTo>
                <a:lnTo>
                  <a:pt x="453006" y="1564547"/>
                </a:lnTo>
              </a:path>
            </a:pathLst>
          </a:custGeom>
          <a:noFill/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A981B5D8-FCDB-543C-0884-1B5CAB51FC1B}"/>
              </a:ext>
            </a:extLst>
          </p:cNvPr>
          <p:cNvSpPr/>
          <p:nvPr/>
        </p:nvSpPr>
        <p:spPr>
          <a:xfrm>
            <a:off x="9577131" y="3955595"/>
            <a:ext cx="377928" cy="1505824"/>
          </a:xfrm>
          <a:custGeom>
            <a:avLst/>
            <a:gdLst>
              <a:gd name="connsiteX0" fmla="*/ 788566 w 788566"/>
              <a:gd name="connsiteY0" fmla="*/ 0 h 1505824"/>
              <a:gd name="connsiteX1" fmla="*/ 788566 w 788566"/>
              <a:gd name="connsiteY1" fmla="*/ 322976 h 1505824"/>
              <a:gd name="connsiteX2" fmla="*/ 4195 w 788566"/>
              <a:gd name="connsiteY2" fmla="*/ 322976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88566 w 788566"/>
              <a:gd name="connsiteY1" fmla="*/ 322976 h 1505824"/>
              <a:gd name="connsiteX2" fmla="*/ 4195 w 788566"/>
              <a:gd name="connsiteY2" fmla="*/ 222308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70865 w 788566"/>
              <a:gd name="connsiteY1" fmla="*/ 230698 h 1505824"/>
              <a:gd name="connsiteX2" fmla="*/ 4195 w 788566"/>
              <a:gd name="connsiteY2" fmla="*/ 222308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70865 w 788566"/>
              <a:gd name="connsiteY1" fmla="*/ 230698 h 1505824"/>
              <a:gd name="connsiteX2" fmla="*/ 13044 w 788566"/>
              <a:gd name="connsiteY2" fmla="*/ 289419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70865 w 788566"/>
              <a:gd name="connsiteY1" fmla="*/ 285226 h 1505824"/>
              <a:gd name="connsiteX2" fmla="*/ 13044 w 788566"/>
              <a:gd name="connsiteY2" fmla="*/ 289419 h 1505824"/>
              <a:gd name="connsiteX3" fmla="*/ 0 w 788566"/>
              <a:gd name="connsiteY3" fmla="*/ 1505824 h 1505824"/>
              <a:gd name="connsiteX0" fmla="*/ 788566 w 797417"/>
              <a:gd name="connsiteY0" fmla="*/ 0 h 1505824"/>
              <a:gd name="connsiteX1" fmla="*/ 797417 w 797417"/>
              <a:gd name="connsiteY1" fmla="*/ 285226 h 1505824"/>
              <a:gd name="connsiteX2" fmla="*/ 13044 w 797417"/>
              <a:gd name="connsiteY2" fmla="*/ 289419 h 1505824"/>
              <a:gd name="connsiteX3" fmla="*/ 0 w 797417"/>
              <a:gd name="connsiteY3" fmla="*/ 1505824 h 1505824"/>
              <a:gd name="connsiteX0" fmla="*/ 788566 w 797417"/>
              <a:gd name="connsiteY0" fmla="*/ 0 h 1505824"/>
              <a:gd name="connsiteX1" fmla="*/ 797417 w 797417"/>
              <a:gd name="connsiteY1" fmla="*/ 285226 h 1505824"/>
              <a:gd name="connsiteX2" fmla="*/ 13044 w 797417"/>
              <a:gd name="connsiteY2" fmla="*/ 285225 h 1505824"/>
              <a:gd name="connsiteX3" fmla="*/ 0 w 797417"/>
              <a:gd name="connsiteY3" fmla="*/ 1505824 h 15058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97417" h="1505824">
                <a:moveTo>
                  <a:pt x="788566" y="0"/>
                </a:moveTo>
                <a:lnTo>
                  <a:pt x="797417" y="285226"/>
                </a:lnTo>
                <a:lnTo>
                  <a:pt x="13044" y="285225"/>
                </a:lnTo>
                <a:cubicBezTo>
                  <a:pt x="11646" y="679508"/>
                  <a:pt x="1398" y="1111541"/>
                  <a:pt x="0" y="1505824"/>
                </a:cubicBezTo>
              </a:path>
            </a:pathLst>
          </a:custGeom>
          <a:noFill/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A5F28CAB-79E0-E7A5-ACED-A88954949C0A}"/>
              </a:ext>
            </a:extLst>
          </p:cNvPr>
          <p:cNvSpPr/>
          <p:nvPr/>
        </p:nvSpPr>
        <p:spPr>
          <a:xfrm>
            <a:off x="9258387" y="3958949"/>
            <a:ext cx="788566" cy="1505824"/>
          </a:xfrm>
          <a:custGeom>
            <a:avLst/>
            <a:gdLst>
              <a:gd name="connsiteX0" fmla="*/ 788566 w 788566"/>
              <a:gd name="connsiteY0" fmla="*/ 0 h 1505824"/>
              <a:gd name="connsiteX1" fmla="*/ 788566 w 788566"/>
              <a:gd name="connsiteY1" fmla="*/ 322976 h 1505824"/>
              <a:gd name="connsiteX2" fmla="*/ 4195 w 788566"/>
              <a:gd name="connsiteY2" fmla="*/ 322976 h 1505824"/>
              <a:gd name="connsiteX3" fmla="*/ 0 w 788566"/>
              <a:gd name="connsiteY3" fmla="*/ 1505824 h 15058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88566" h="1505824">
                <a:moveTo>
                  <a:pt x="788566" y="0"/>
                </a:moveTo>
                <a:lnTo>
                  <a:pt x="788566" y="322976"/>
                </a:lnTo>
                <a:lnTo>
                  <a:pt x="4195" y="322976"/>
                </a:lnTo>
                <a:cubicBezTo>
                  <a:pt x="2797" y="717259"/>
                  <a:pt x="1398" y="1111541"/>
                  <a:pt x="0" y="1505824"/>
                </a:cubicBezTo>
              </a:path>
            </a:pathLst>
          </a:custGeom>
          <a:noFill/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5D0AFAA0-53B7-B2EC-8420-39EDDC4C9DEB}"/>
              </a:ext>
            </a:extLst>
          </p:cNvPr>
          <p:cNvGrpSpPr/>
          <p:nvPr/>
        </p:nvGrpSpPr>
        <p:grpSpPr>
          <a:xfrm>
            <a:off x="9124170" y="4363941"/>
            <a:ext cx="255090" cy="255090"/>
            <a:chOff x="2766747" y="2052494"/>
            <a:chExt cx="255090" cy="255090"/>
          </a:xfrm>
        </p:grpSpPr>
        <p:sp>
          <p:nvSpPr>
            <p:cNvPr id="18" name="Rectangle: Rounded Corners 17">
              <a:extLst>
                <a:ext uri="{FF2B5EF4-FFF2-40B4-BE49-F238E27FC236}">
                  <a16:creationId xmlns:a16="http://schemas.microsoft.com/office/drawing/2014/main" id="{C27C3CEE-4B2C-AF04-F520-03F9C03ED329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8991DBFD-D0FE-21E4-A77F-916C468CAED9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8B0974C1-C949-8759-6407-9D1C1B98E6C1}"/>
              </a:ext>
            </a:extLst>
          </p:cNvPr>
          <p:cNvGrpSpPr/>
          <p:nvPr/>
        </p:nvGrpSpPr>
        <p:grpSpPr>
          <a:xfrm>
            <a:off x="9444891" y="4363941"/>
            <a:ext cx="255090" cy="255090"/>
            <a:chOff x="2766747" y="2052494"/>
            <a:chExt cx="255090" cy="255090"/>
          </a:xfrm>
        </p:grpSpPr>
        <p:sp>
          <p:nvSpPr>
            <p:cNvPr id="21" name="Rectangle: Rounded Corners 20">
              <a:extLst>
                <a:ext uri="{FF2B5EF4-FFF2-40B4-BE49-F238E27FC236}">
                  <a16:creationId xmlns:a16="http://schemas.microsoft.com/office/drawing/2014/main" id="{06F46612-523F-06CC-81EC-2BF617AE3097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4C93B2FE-7FF3-4144-7FA7-3EBB3187D2D8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33DCBB3E-650B-7B33-8945-2FBDB52EC416}"/>
              </a:ext>
            </a:extLst>
          </p:cNvPr>
          <p:cNvGrpSpPr/>
          <p:nvPr/>
        </p:nvGrpSpPr>
        <p:grpSpPr>
          <a:xfrm>
            <a:off x="9765612" y="4363941"/>
            <a:ext cx="255090" cy="255090"/>
            <a:chOff x="2766747" y="2052494"/>
            <a:chExt cx="255090" cy="255090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80BA1EB4-AC31-3754-6942-BE7BCA9BEB92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684290A9-9554-3BC0-0EAE-B76063F90C9D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2B24C218-239C-135F-ECC7-99F715CABD98}"/>
              </a:ext>
            </a:extLst>
          </p:cNvPr>
          <p:cNvGrpSpPr/>
          <p:nvPr/>
        </p:nvGrpSpPr>
        <p:grpSpPr>
          <a:xfrm>
            <a:off x="10086333" y="4363941"/>
            <a:ext cx="255090" cy="255090"/>
            <a:chOff x="2766747" y="2052494"/>
            <a:chExt cx="255090" cy="255090"/>
          </a:xfrm>
        </p:grpSpPr>
        <p:sp>
          <p:nvSpPr>
            <p:cNvPr id="27" name="Rectangle: Rounded Corners 26">
              <a:extLst>
                <a:ext uri="{FF2B5EF4-FFF2-40B4-BE49-F238E27FC236}">
                  <a16:creationId xmlns:a16="http://schemas.microsoft.com/office/drawing/2014/main" id="{6B2074C5-2B61-06FC-E60E-F2F9FCD06936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FD82AC6D-A85F-79C8-0561-5744221C53DE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EF08A279-4E55-A4E6-5B78-481A41C23F44}"/>
              </a:ext>
            </a:extLst>
          </p:cNvPr>
          <p:cNvGrpSpPr/>
          <p:nvPr/>
        </p:nvGrpSpPr>
        <p:grpSpPr>
          <a:xfrm>
            <a:off x="9124170" y="4684663"/>
            <a:ext cx="255090" cy="255090"/>
            <a:chOff x="2766747" y="2052494"/>
            <a:chExt cx="255090" cy="255090"/>
          </a:xfrm>
        </p:grpSpPr>
        <p:sp>
          <p:nvSpPr>
            <p:cNvPr id="30" name="Rectangle: Rounded Corners 29">
              <a:extLst>
                <a:ext uri="{FF2B5EF4-FFF2-40B4-BE49-F238E27FC236}">
                  <a16:creationId xmlns:a16="http://schemas.microsoft.com/office/drawing/2014/main" id="{40706B5D-7ABF-EAFF-E6EB-37EF982BC69A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9A2C6246-B4A6-195B-AEE2-24E20BF89668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CEDEC12F-CB6D-80C5-075E-B29D0C895E72}"/>
              </a:ext>
            </a:extLst>
          </p:cNvPr>
          <p:cNvGrpSpPr/>
          <p:nvPr/>
        </p:nvGrpSpPr>
        <p:grpSpPr>
          <a:xfrm>
            <a:off x="9444891" y="4684663"/>
            <a:ext cx="255090" cy="255090"/>
            <a:chOff x="2766747" y="2052494"/>
            <a:chExt cx="255090" cy="255090"/>
          </a:xfrm>
        </p:grpSpPr>
        <p:sp>
          <p:nvSpPr>
            <p:cNvPr id="33" name="Rectangle: Rounded Corners 32">
              <a:extLst>
                <a:ext uri="{FF2B5EF4-FFF2-40B4-BE49-F238E27FC236}">
                  <a16:creationId xmlns:a16="http://schemas.microsoft.com/office/drawing/2014/main" id="{516C8543-6289-ED93-68B7-8D63619C630C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34" name="Oval 33">
              <a:extLst>
                <a:ext uri="{FF2B5EF4-FFF2-40B4-BE49-F238E27FC236}">
                  <a16:creationId xmlns:a16="http://schemas.microsoft.com/office/drawing/2014/main" id="{EB26E454-3EE5-8E16-8943-2D53366F8140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7F3CA628-B086-4B62-F1DC-B279BB6A33E0}"/>
              </a:ext>
            </a:extLst>
          </p:cNvPr>
          <p:cNvGrpSpPr/>
          <p:nvPr/>
        </p:nvGrpSpPr>
        <p:grpSpPr>
          <a:xfrm>
            <a:off x="9765612" y="4684663"/>
            <a:ext cx="255090" cy="255090"/>
            <a:chOff x="2766747" y="2052494"/>
            <a:chExt cx="255090" cy="255090"/>
          </a:xfrm>
        </p:grpSpPr>
        <p:sp>
          <p:nvSpPr>
            <p:cNvPr id="36" name="Rectangle: Rounded Corners 35">
              <a:extLst>
                <a:ext uri="{FF2B5EF4-FFF2-40B4-BE49-F238E27FC236}">
                  <a16:creationId xmlns:a16="http://schemas.microsoft.com/office/drawing/2014/main" id="{D46538CB-3918-993F-0E5A-63FA1BA124BA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B72CB8B9-7765-B677-3224-F7D028BBE9A1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6E31914D-3EE0-9352-FE9B-282B74C80C45}"/>
              </a:ext>
            </a:extLst>
          </p:cNvPr>
          <p:cNvGrpSpPr/>
          <p:nvPr/>
        </p:nvGrpSpPr>
        <p:grpSpPr>
          <a:xfrm>
            <a:off x="10086333" y="4684663"/>
            <a:ext cx="255090" cy="255090"/>
            <a:chOff x="2766747" y="2052494"/>
            <a:chExt cx="255090" cy="255090"/>
          </a:xfrm>
        </p:grpSpPr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9CB9CCE4-F72D-D913-FC9B-23849DDC28D7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0" name="Oval 39">
              <a:extLst>
                <a:ext uri="{FF2B5EF4-FFF2-40B4-BE49-F238E27FC236}">
                  <a16:creationId xmlns:a16="http://schemas.microsoft.com/office/drawing/2014/main" id="{323C524D-2326-5E79-D8B9-84491856E39E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ED033000-AA66-D2DF-7348-B0419B73154C}"/>
              </a:ext>
            </a:extLst>
          </p:cNvPr>
          <p:cNvGrpSpPr/>
          <p:nvPr/>
        </p:nvGrpSpPr>
        <p:grpSpPr>
          <a:xfrm>
            <a:off x="9124170" y="5005385"/>
            <a:ext cx="255090" cy="255090"/>
            <a:chOff x="2766747" y="2052494"/>
            <a:chExt cx="255090" cy="255090"/>
          </a:xfrm>
        </p:grpSpPr>
        <p:sp>
          <p:nvSpPr>
            <p:cNvPr id="42" name="Rectangle: Rounded Corners 41">
              <a:extLst>
                <a:ext uri="{FF2B5EF4-FFF2-40B4-BE49-F238E27FC236}">
                  <a16:creationId xmlns:a16="http://schemas.microsoft.com/office/drawing/2014/main" id="{10B9F017-036E-4A2E-938B-D86EF8ADB706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3" name="Oval 42">
              <a:extLst>
                <a:ext uri="{FF2B5EF4-FFF2-40B4-BE49-F238E27FC236}">
                  <a16:creationId xmlns:a16="http://schemas.microsoft.com/office/drawing/2014/main" id="{4C7F3A9C-FCCF-7D11-FE58-F26EC6A27ABE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4672F24A-33D7-67E3-D021-20A34784B392}"/>
              </a:ext>
            </a:extLst>
          </p:cNvPr>
          <p:cNvGrpSpPr/>
          <p:nvPr/>
        </p:nvGrpSpPr>
        <p:grpSpPr>
          <a:xfrm>
            <a:off x="9444891" y="5005385"/>
            <a:ext cx="255090" cy="255090"/>
            <a:chOff x="2766747" y="2052494"/>
            <a:chExt cx="255090" cy="255090"/>
          </a:xfrm>
        </p:grpSpPr>
        <p:sp>
          <p:nvSpPr>
            <p:cNvPr id="45" name="Rectangle: Rounded Corners 44">
              <a:extLst>
                <a:ext uri="{FF2B5EF4-FFF2-40B4-BE49-F238E27FC236}">
                  <a16:creationId xmlns:a16="http://schemas.microsoft.com/office/drawing/2014/main" id="{CF3A36BD-4D96-5B45-2006-45F24A8F0B71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6" name="Oval 45">
              <a:extLst>
                <a:ext uri="{FF2B5EF4-FFF2-40B4-BE49-F238E27FC236}">
                  <a16:creationId xmlns:a16="http://schemas.microsoft.com/office/drawing/2014/main" id="{0805931B-F27B-AFC0-3918-BC880D2D354C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FA08E5F5-9F86-78EA-720D-55E14E108CE7}"/>
              </a:ext>
            </a:extLst>
          </p:cNvPr>
          <p:cNvGrpSpPr/>
          <p:nvPr/>
        </p:nvGrpSpPr>
        <p:grpSpPr>
          <a:xfrm>
            <a:off x="9765612" y="5005385"/>
            <a:ext cx="255090" cy="255090"/>
            <a:chOff x="2766747" y="2052494"/>
            <a:chExt cx="255090" cy="255090"/>
          </a:xfrm>
        </p:grpSpPr>
        <p:sp>
          <p:nvSpPr>
            <p:cNvPr id="48" name="Rectangle: Rounded Corners 47">
              <a:extLst>
                <a:ext uri="{FF2B5EF4-FFF2-40B4-BE49-F238E27FC236}">
                  <a16:creationId xmlns:a16="http://schemas.microsoft.com/office/drawing/2014/main" id="{7C4BDDA2-DDF8-C629-47B6-64097BB111B9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7631920E-4FD2-8865-46B5-EDA893E28CE2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E11F721C-236B-73CF-C3E0-2E2563B7BCBA}"/>
              </a:ext>
            </a:extLst>
          </p:cNvPr>
          <p:cNvGrpSpPr/>
          <p:nvPr/>
        </p:nvGrpSpPr>
        <p:grpSpPr>
          <a:xfrm>
            <a:off x="10086333" y="5005385"/>
            <a:ext cx="255090" cy="255090"/>
            <a:chOff x="2766747" y="2052494"/>
            <a:chExt cx="255090" cy="255090"/>
          </a:xfrm>
        </p:grpSpPr>
        <p:sp>
          <p:nvSpPr>
            <p:cNvPr id="51" name="Rectangle: Rounded Corners 50">
              <a:extLst>
                <a:ext uri="{FF2B5EF4-FFF2-40B4-BE49-F238E27FC236}">
                  <a16:creationId xmlns:a16="http://schemas.microsoft.com/office/drawing/2014/main" id="{8E806159-5F2D-FDB1-278D-BA1D66E3C60B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AC2FE0EA-D3C4-563C-DE81-1789164CDA27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03BB2B24-88D8-4B54-6BB0-FF8069AFEE2D}"/>
              </a:ext>
            </a:extLst>
          </p:cNvPr>
          <p:cNvGrpSpPr/>
          <p:nvPr/>
        </p:nvGrpSpPr>
        <p:grpSpPr>
          <a:xfrm>
            <a:off x="9124170" y="5326107"/>
            <a:ext cx="255090" cy="255090"/>
            <a:chOff x="2766747" y="2052494"/>
            <a:chExt cx="255090" cy="255090"/>
          </a:xfrm>
        </p:grpSpPr>
        <p:sp>
          <p:nvSpPr>
            <p:cNvPr id="54" name="Rectangle: Rounded Corners 53">
              <a:extLst>
                <a:ext uri="{FF2B5EF4-FFF2-40B4-BE49-F238E27FC236}">
                  <a16:creationId xmlns:a16="http://schemas.microsoft.com/office/drawing/2014/main" id="{5A96BE4E-B829-7D66-EF07-A239AAC6B378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5" name="Oval 54">
              <a:extLst>
                <a:ext uri="{FF2B5EF4-FFF2-40B4-BE49-F238E27FC236}">
                  <a16:creationId xmlns:a16="http://schemas.microsoft.com/office/drawing/2014/main" id="{FC8416A4-E9AC-6381-D4A3-8A401618B0CA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13B553A1-7759-C4F7-9FF2-9209FC94E70C}"/>
              </a:ext>
            </a:extLst>
          </p:cNvPr>
          <p:cNvGrpSpPr/>
          <p:nvPr/>
        </p:nvGrpSpPr>
        <p:grpSpPr>
          <a:xfrm>
            <a:off x="9444891" y="5326107"/>
            <a:ext cx="255090" cy="255090"/>
            <a:chOff x="2766747" y="2052494"/>
            <a:chExt cx="255090" cy="255090"/>
          </a:xfrm>
        </p:grpSpPr>
        <p:sp>
          <p:nvSpPr>
            <p:cNvPr id="57" name="Rectangle: Rounded Corners 56">
              <a:extLst>
                <a:ext uri="{FF2B5EF4-FFF2-40B4-BE49-F238E27FC236}">
                  <a16:creationId xmlns:a16="http://schemas.microsoft.com/office/drawing/2014/main" id="{ADD614CA-1930-A109-1FAC-49C1179F45BF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8" name="Oval 57">
              <a:extLst>
                <a:ext uri="{FF2B5EF4-FFF2-40B4-BE49-F238E27FC236}">
                  <a16:creationId xmlns:a16="http://schemas.microsoft.com/office/drawing/2014/main" id="{839827F7-0E60-F487-BE87-380F38587388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3214FCD0-C32C-339E-3325-2CA921797892}"/>
              </a:ext>
            </a:extLst>
          </p:cNvPr>
          <p:cNvGrpSpPr/>
          <p:nvPr/>
        </p:nvGrpSpPr>
        <p:grpSpPr>
          <a:xfrm>
            <a:off x="9765612" y="5326107"/>
            <a:ext cx="255090" cy="255090"/>
            <a:chOff x="2766747" y="2052494"/>
            <a:chExt cx="255090" cy="255090"/>
          </a:xfrm>
        </p:grpSpPr>
        <p:sp>
          <p:nvSpPr>
            <p:cNvPr id="60" name="Rectangle: Rounded Corners 59">
              <a:extLst>
                <a:ext uri="{FF2B5EF4-FFF2-40B4-BE49-F238E27FC236}">
                  <a16:creationId xmlns:a16="http://schemas.microsoft.com/office/drawing/2014/main" id="{ED24DF5A-9527-F677-71B0-B3A260381E4B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1" name="Oval 60">
              <a:extLst>
                <a:ext uri="{FF2B5EF4-FFF2-40B4-BE49-F238E27FC236}">
                  <a16:creationId xmlns:a16="http://schemas.microsoft.com/office/drawing/2014/main" id="{FC617535-5D24-D91F-5DC0-4CA87261E2B5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 dirty="0"/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2D221C09-6F66-9CE9-DC35-99874F437369}"/>
              </a:ext>
            </a:extLst>
          </p:cNvPr>
          <p:cNvGrpSpPr/>
          <p:nvPr/>
        </p:nvGrpSpPr>
        <p:grpSpPr>
          <a:xfrm>
            <a:off x="10086333" y="5326107"/>
            <a:ext cx="255090" cy="255090"/>
            <a:chOff x="2766747" y="2052494"/>
            <a:chExt cx="255090" cy="255090"/>
          </a:xfrm>
        </p:grpSpPr>
        <p:sp>
          <p:nvSpPr>
            <p:cNvPr id="63" name="Rectangle: Rounded Corners 62">
              <a:extLst>
                <a:ext uri="{FF2B5EF4-FFF2-40B4-BE49-F238E27FC236}">
                  <a16:creationId xmlns:a16="http://schemas.microsoft.com/office/drawing/2014/main" id="{346C6EA3-4E8A-DBFA-9D34-E05943DB9357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4" name="Oval 63">
              <a:extLst>
                <a:ext uri="{FF2B5EF4-FFF2-40B4-BE49-F238E27FC236}">
                  <a16:creationId xmlns:a16="http://schemas.microsoft.com/office/drawing/2014/main" id="{24FF729C-E840-9A0C-51D7-5F96BA96FFB5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164C82BA-941E-2AD5-069C-0D1E05CA1D3C}"/>
              </a:ext>
            </a:extLst>
          </p:cNvPr>
          <p:cNvGrpSpPr/>
          <p:nvPr/>
        </p:nvGrpSpPr>
        <p:grpSpPr>
          <a:xfrm>
            <a:off x="9317030" y="3891836"/>
            <a:ext cx="815362" cy="138419"/>
            <a:chOff x="5146646" y="1950440"/>
            <a:chExt cx="815362" cy="138419"/>
          </a:xfrm>
        </p:grpSpPr>
        <p:sp>
          <p:nvSpPr>
            <p:cNvPr id="66" name="Rectangle: Rounded Corners 65">
              <a:extLst>
                <a:ext uri="{FF2B5EF4-FFF2-40B4-BE49-F238E27FC236}">
                  <a16:creationId xmlns:a16="http://schemas.microsoft.com/office/drawing/2014/main" id="{E5EC8F46-7050-05C1-91A0-24BA31CB71F1}"/>
                </a:ext>
              </a:extLst>
            </p:cNvPr>
            <p:cNvSpPr/>
            <p:nvPr/>
          </p:nvSpPr>
          <p:spPr>
            <a:xfrm>
              <a:off x="5146646" y="1950440"/>
              <a:ext cx="815362" cy="138419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FFFF4B87-0556-F64F-214C-186BB7B9FC0D}"/>
                </a:ext>
              </a:extLst>
            </p:cNvPr>
            <p:cNvSpPr/>
            <p:nvPr/>
          </p:nvSpPr>
          <p:spPr>
            <a:xfrm rot="16200000">
              <a:off x="5201236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8" name="Rectangle 67">
              <a:extLst>
                <a:ext uri="{FF2B5EF4-FFF2-40B4-BE49-F238E27FC236}">
                  <a16:creationId xmlns:a16="http://schemas.microsoft.com/office/drawing/2014/main" id="{B3B3D59E-8B99-5B47-4EA6-B21DC42015DF}"/>
                </a:ext>
              </a:extLst>
            </p:cNvPr>
            <p:cNvSpPr/>
            <p:nvPr/>
          </p:nvSpPr>
          <p:spPr>
            <a:xfrm rot="16200000">
              <a:off x="5294405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78A6425A-7DBD-D4A4-C355-B15F6D8DF9BA}"/>
                </a:ext>
              </a:extLst>
            </p:cNvPr>
            <p:cNvSpPr/>
            <p:nvPr/>
          </p:nvSpPr>
          <p:spPr>
            <a:xfrm rot="16200000">
              <a:off x="5387574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57D45D8E-6B5C-E476-83C7-0D422529A5F2}"/>
                </a:ext>
              </a:extLst>
            </p:cNvPr>
            <p:cNvSpPr/>
            <p:nvPr/>
          </p:nvSpPr>
          <p:spPr>
            <a:xfrm rot="16200000">
              <a:off x="5480743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D0ACCFA9-5FF6-ECE0-F655-C42DD338AB56}"/>
                </a:ext>
              </a:extLst>
            </p:cNvPr>
            <p:cNvSpPr/>
            <p:nvPr/>
          </p:nvSpPr>
          <p:spPr>
            <a:xfrm rot="16200000">
              <a:off x="5573912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C6D9A046-52DF-7BB7-013A-92C812FA4C1D}"/>
                </a:ext>
              </a:extLst>
            </p:cNvPr>
            <p:cNvSpPr/>
            <p:nvPr/>
          </p:nvSpPr>
          <p:spPr>
            <a:xfrm rot="16200000">
              <a:off x="5667081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7F45325F-96F1-ED98-A094-45D2BD43105C}"/>
                </a:ext>
              </a:extLst>
            </p:cNvPr>
            <p:cNvSpPr/>
            <p:nvPr/>
          </p:nvSpPr>
          <p:spPr>
            <a:xfrm rot="16200000">
              <a:off x="5760250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4" name="Rectangle 73">
              <a:extLst>
                <a:ext uri="{FF2B5EF4-FFF2-40B4-BE49-F238E27FC236}">
                  <a16:creationId xmlns:a16="http://schemas.microsoft.com/office/drawing/2014/main" id="{CDB15F0E-CB71-0CFA-5797-C6831C90A68C}"/>
                </a:ext>
              </a:extLst>
            </p:cNvPr>
            <p:cNvSpPr/>
            <p:nvPr/>
          </p:nvSpPr>
          <p:spPr>
            <a:xfrm rot="16200000">
              <a:off x="5853419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sp>
        <p:nvSpPr>
          <p:cNvPr id="75" name="TextBox 74">
            <a:extLst>
              <a:ext uri="{FF2B5EF4-FFF2-40B4-BE49-F238E27FC236}">
                <a16:creationId xmlns:a16="http://schemas.microsoft.com/office/drawing/2014/main" id="{FF669088-83AE-4990-76BC-E43D899E1EC3}"/>
              </a:ext>
            </a:extLst>
          </p:cNvPr>
          <p:cNvSpPr txBox="1"/>
          <p:nvPr/>
        </p:nvSpPr>
        <p:spPr>
          <a:xfrm>
            <a:off x="9069930" y="3729000"/>
            <a:ext cx="1128835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700">
                <a:solidFill>
                  <a:schemeClr val="bg1"/>
                </a:solidFill>
                <a:latin typeface="Consolas" panose="020B0609020204030204" pitchFamily="49" charset="0"/>
              </a:rPr>
              <a:t>pin 7 6 5 4 3 2 1 0</a:t>
            </a:r>
            <a:endParaRPr lang="LID4096" sz="70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794796E3-5AA7-21A3-651B-CEBA3E9295B3}"/>
              </a:ext>
            </a:extLst>
          </p:cNvPr>
          <p:cNvSpPr txBox="1"/>
          <p:nvPr/>
        </p:nvSpPr>
        <p:spPr>
          <a:xfrm>
            <a:off x="9055467" y="4496249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0</a:t>
            </a:r>
            <a:endParaRPr lang="LID4096" sz="500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F5F45CB6-63BB-D983-7AFC-EDAF578C3682}"/>
              </a:ext>
            </a:extLst>
          </p:cNvPr>
          <p:cNvSpPr txBox="1"/>
          <p:nvPr/>
        </p:nvSpPr>
        <p:spPr>
          <a:xfrm>
            <a:off x="9377524" y="4497315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</a:t>
            </a:r>
            <a:endParaRPr lang="LID4096" sz="500"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79D40A72-C3CA-AFBE-BB0B-8B61CE2C9491}"/>
              </a:ext>
            </a:extLst>
          </p:cNvPr>
          <p:cNvSpPr txBox="1"/>
          <p:nvPr/>
        </p:nvSpPr>
        <p:spPr>
          <a:xfrm>
            <a:off x="9699581" y="4498381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2</a:t>
            </a:r>
            <a:endParaRPr lang="LID4096" sz="500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08FE45AB-9CC1-84C5-06F3-4734592EB80F}"/>
              </a:ext>
            </a:extLst>
          </p:cNvPr>
          <p:cNvSpPr txBox="1"/>
          <p:nvPr/>
        </p:nvSpPr>
        <p:spPr>
          <a:xfrm>
            <a:off x="10021638" y="4499447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3</a:t>
            </a:r>
            <a:endParaRPr lang="LID4096" sz="500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D1250DB1-DA9F-189D-8204-4876BC97A8C2}"/>
              </a:ext>
            </a:extLst>
          </p:cNvPr>
          <p:cNvSpPr txBox="1"/>
          <p:nvPr/>
        </p:nvSpPr>
        <p:spPr>
          <a:xfrm>
            <a:off x="9055467" y="4798723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4</a:t>
            </a:r>
            <a:endParaRPr lang="LID4096" sz="500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C0656023-3B32-F03D-3C37-0645B30AE4FD}"/>
              </a:ext>
            </a:extLst>
          </p:cNvPr>
          <p:cNvSpPr txBox="1"/>
          <p:nvPr/>
        </p:nvSpPr>
        <p:spPr>
          <a:xfrm>
            <a:off x="9377524" y="4799789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5</a:t>
            </a:r>
            <a:endParaRPr lang="LID4096" sz="500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6264C7E9-A4FD-2C8D-3F86-E95E3F2EBEFC}"/>
              </a:ext>
            </a:extLst>
          </p:cNvPr>
          <p:cNvSpPr txBox="1"/>
          <p:nvPr/>
        </p:nvSpPr>
        <p:spPr>
          <a:xfrm>
            <a:off x="9699581" y="4800855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6</a:t>
            </a:r>
            <a:endParaRPr lang="LID4096" sz="500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6E7A5108-7F21-1AC1-4240-C0C6025038BD}"/>
              </a:ext>
            </a:extLst>
          </p:cNvPr>
          <p:cNvSpPr txBox="1"/>
          <p:nvPr/>
        </p:nvSpPr>
        <p:spPr>
          <a:xfrm>
            <a:off x="10021638" y="4801921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7</a:t>
            </a:r>
            <a:endParaRPr lang="LID4096" sz="500"/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7CF8702C-39D3-92FF-6DD7-A2C0C0DD20F3}"/>
              </a:ext>
            </a:extLst>
          </p:cNvPr>
          <p:cNvSpPr txBox="1"/>
          <p:nvPr/>
        </p:nvSpPr>
        <p:spPr>
          <a:xfrm>
            <a:off x="9054531" y="5124319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8</a:t>
            </a:r>
            <a:endParaRPr lang="LID4096" sz="500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A235ABE5-36CA-B361-CD2B-95EDBE5C5AAA}"/>
              </a:ext>
            </a:extLst>
          </p:cNvPr>
          <p:cNvSpPr txBox="1"/>
          <p:nvPr/>
        </p:nvSpPr>
        <p:spPr>
          <a:xfrm>
            <a:off x="9376588" y="5125385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9</a:t>
            </a:r>
            <a:endParaRPr lang="LID4096" sz="500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1ED75720-685F-A875-D314-B18D95ED7F96}"/>
              </a:ext>
            </a:extLst>
          </p:cNvPr>
          <p:cNvSpPr txBox="1"/>
          <p:nvPr/>
        </p:nvSpPr>
        <p:spPr>
          <a:xfrm>
            <a:off x="9698645" y="5126451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10</a:t>
            </a:r>
            <a:endParaRPr lang="LID4096" sz="500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4BAA7F98-E1CE-688D-7A64-DCEBAB429203}"/>
              </a:ext>
            </a:extLst>
          </p:cNvPr>
          <p:cNvSpPr txBox="1"/>
          <p:nvPr/>
        </p:nvSpPr>
        <p:spPr>
          <a:xfrm>
            <a:off x="10020702" y="5127517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11</a:t>
            </a:r>
            <a:endParaRPr lang="LID4096" sz="500"/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AAFE49D7-9EC7-DFA1-43F2-FCDA1798735B}"/>
              </a:ext>
            </a:extLst>
          </p:cNvPr>
          <p:cNvSpPr txBox="1"/>
          <p:nvPr/>
        </p:nvSpPr>
        <p:spPr>
          <a:xfrm>
            <a:off x="9053595" y="5449915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12</a:t>
            </a:r>
            <a:endParaRPr lang="LID4096" sz="500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FD3A2DC3-8785-8439-7ED8-D15F2D0353E7}"/>
              </a:ext>
            </a:extLst>
          </p:cNvPr>
          <p:cNvSpPr txBox="1"/>
          <p:nvPr/>
        </p:nvSpPr>
        <p:spPr>
          <a:xfrm>
            <a:off x="9375652" y="5450981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13</a:t>
            </a:r>
            <a:endParaRPr lang="LID4096" sz="500"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9F5B9E55-73FB-6C8D-EE90-1FBC634C0D77}"/>
              </a:ext>
            </a:extLst>
          </p:cNvPr>
          <p:cNvSpPr txBox="1"/>
          <p:nvPr/>
        </p:nvSpPr>
        <p:spPr>
          <a:xfrm>
            <a:off x="9697709" y="5452047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14</a:t>
            </a:r>
            <a:endParaRPr lang="LID4096" sz="500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35F9F283-8AF8-19B3-CC96-10306C6731CA}"/>
              </a:ext>
            </a:extLst>
          </p:cNvPr>
          <p:cNvSpPr txBox="1"/>
          <p:nvPr/>
        </p:nvSpPr>
        <p:spPr>
          <a:xfrm>
            <a:off x="10019766" y="5453113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15</a:t>
            </a:r>
            <a:endParaRPr lang="LID4096" sz="500"/>
          </a:p>
        </p:txBody>
      </p:sp>
      <p:pic>
        <p:nvPicPr>
          <p:cNvPr id="93" name="Picture 92">
            <a:extLst>
              <a:ext uri="{FF2B5EF4-FFF2-40B4-BE49-F238E27FC236}">
                <a16:creationId xmlns:a16="http://schemas.microsoft.com/office/drawing/2014/main" id="{3035D960-56C7-2D5E-CE99-67D4359DFB1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6200000">
            <a:off x="4790492" y="3817567"/>
            <a:ext cx="3095687" cy="1602927"/>
          </a:xfrm>
          <a:prstGeom prst="rect">
            <a:avLst/>
          </a:prstGeom>
        </p:spPr>
      </p:pic>
      <p:sp>
        <p:nvSpPr>
          <p:cNvPr id="94" name="Rectangle 93">
            <a:extLst>
              <a:ext uri="{FF2B5EF4-FFF2-40B4-BE49-F238E27FC236}">
                <a16:creationId xmlns:a16="http://schemas.microsoft.com/office/drawing/2014/main" id="{A4177146-79BC-B9C2-3FC9-0DC46C7D0173}"/>
              </a:ext>
            </a:extLst>
          </p:cNvPr>
          <p:cNvSpPr/>
          <p:nvPr/>
        </p:nvSpPr>
        <p:spPr>
          <a:xfrm rot="16200000">
            <a:off x="5547725" y="4112390"/>
            <a:ext cx="1955188" cy="810715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5" name="Freeform: Shape 94">
            <a:extLst>
              <a:ext uri="{FF2B5EF4-FFF2-40B4-BE49-F238E27FC236}">
                <a16:creationId xmlns:a16="http://schemas.microsoft.com/office/drawing/2014/main" id="{59F77644-CB7F-DD56-3B2B-DF7DDCFC3192}"/>
              </a:ext>
            </a:extLst>
          </p:cNvPr>
          <p:cNvSpPr/>
          <p:nvPr/>
        </p:nvSpPr>
        <p:spPr>
          <a:xfrm rot="16200000">
            <a:off x="5014315" y="4418631"/>
            <a:ext cx="2189810" cy="149806"/>
          </a:xfrm>
          <a:custGeom>
            <a:avLst/>
            <a:gdLst>
              <a:gd name="connsiteX0" fmla="*/ 3406140 w 3825240"/>
              <a:gd name="connsiteY0" fmla="*/ 0 h 259080"/>
              <a:gd name="connsiteX1" fmla="*/ 0 w 3825240"/>
              <a:gd name="connsiteY1" fmla="*/ 68580 h 259080"/>
              <a:gd name="connsiteX2" fmla="*/ 228600 w 3825240"/>
              <a:gd name="connsiteY2" fmla="*/ 259080 h 259080"/>
              <a:gd name="connsiteX3" fmla="*/ 3825240 w 3825240"/>
              <a:gd name="connsiteY3" fmla="*/ 167640 h 259080"/>
              <a:gd name="connsiteX4" fmla="*/ 3406140 w 3825240"/>
              <a:gd name="connsiteY4" fmla="*/ 0 h 259080"/>
              <a:gd name="connsiteX0" fmla="*/ 3406140 w 3787140"/>
              <a:gd name="connsiteY0" fmla="*/ 0 h 259080"/>
              <a:gd name="connsiteX1" fmla="*/ 0 w 3787140"/>
              <a:gd name="connsiteY1" fmla="*/ 68580 h 259080"/>
              <a:gd name="connsiteX2" fmla="*/ 228600 w 3787140"/>
              <a:gd name="connsiteY2" fmla="*/ 259080 h 259080"/>
              <a:gd name="connsiteX3" fmla="*/ 3787140 w 3787140"/>
              <a:gd name="connsiteY3" fmla="*/ 153353 h 259080"/>
              <a:gd name="connsiteX4" fmla="*/ 3406140 w 3787140"/>
              <a:gd name="connsiteY4" fmla="*/ 0 h 259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787140" h="259080">
                <a:moveTo>
                  <a:pt x="3406140" y="0"/>
                </a:moveTo>
                <a:lnTo>
                  <a:pt x="0" y="68580"/>
                </a:lnTo>
                <a:lnTo>
                  <a:pt x="228600" y="259080"/>
                </a:lnTo>
                <a:lnTo>
                  <a:pt x="3787140" y="153353"/>
                </a:lnTo>
                <a:lnTo>
                  <a:pt x="3406140" y="0"/>
                </a:lnTo>
                <a:close/>
              </a:path>
            </a:pathLst>
          </a:custGeom>
          <a:solidFill>
            <a:schemeClr val="bg2">
              <a:lumMod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6" name="Freeform: Shape 95">
            <a:extLst>
              <a:ext uri="{FF2B5EF4-FFF2-40B4-BE49-F238E27FC236}">
                <a16:creationId xmlns:a16="http://schemas.microsoft.com/office/drawing/2014/main" id="{FBD1B0E0-4DC8-E0C7-CF25-37929C729F47}"/>
              </a:ext>
            </a:extLst>
          </p:cNvPr>
          <p:cNvSpPr/>
          <p:nvPr/>
        </p:nvSpPr>
        <p:spPr>
          <a:xfrm rot="16200000">
            <a:off x="6514578" y="5020058"/>
            <a:ext cx="118964" cy="991363"/>
          </a:xfrm>
          <a:custGeom>
            <a:avLst/>
            <a:gdLst>
              <a:gd name="connsiteX0" fmla="*/ 0 w 205740"/>
              <a:gd name="connsiteY0" fmla="*/ 0 h 1714500"/>
              <a:gd name="connsiteX1" fmla="*/ 30480 w 205740"/>
              <a:gd name="connsiteY1" fmla="*/ 1539240 h 1714500"/>
              <a:gd name="connsiteX2" fmla="*/ 205740 w 205740"/>
              <a:gd name="connsiteY2" fmla="*/ 1714500 h 1714500"/>
              <a:gd name="connsiteX3" fmla="*/ 198120 w 205740"/>
              <a:gd name="connsiteY3" fmla="*/ 167640 h 1714500"/>
              <a:gd name="connsiteX4" fmla="*/ 0 w 205740"/>
              <a:gd name="connsiteY4" fmla="*/ 0 h 1714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5740" h="1714500">
                <a:moveTo>
                  <a:pt x="0" y="0"/>
                </a:moveTo>
                <a:lnTo>
                  <a:pt x="30480" y="1539240"/>
                </a:lnTo>
                <a:lnTo>
                  <a:pt x="205740" y="1714500"/>
                </a:lnTo>
                <a:lnTo>
                  <a:pt x="198120" y="167640"/>
                </a:lnTo>
                <a:lnTo>
                  <a:pt x="0" y="0"/>
                </a:ln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7" name="Freeform: Shape 96">
            <a:extLst>
              <a:ext uri="{FF2B5EF4-FFF2-40B4-BE49-F238E27FC236}">
                <a16:creationId xmlns:a16="http://schemas.microsoft.com/office/drawing/2014/main" id="{0AD98ADC-9F6D-65A6-CFEE-9B25531B922B}"/>
              </a:ext>
            </a:extLst>
          </p:cNvPr>
          <p:cNvSpPr/>
          <p:nvPr/>
        </p:nvSpPr>
        <p:spPr>
          <a:xfrm rot="16200000">
            <a:off x="5560667" y="3942777"/>
            <a:ext cx="2079659" cy="956115"/>
          </a:xfrm>
          <a:custGeom>
            <a:avLst/>
            <a:gdLst>
              <a:gd name="connsiteX0" fmla="*/ 0 w 3680460"/>
              <a:gd name="connsiteY0" fmla="*/ 1653540 h 1653540"/>
              <a:gd name="connsiteX1" fmla="*/ 1463040 w 3680460"/>
              <a:gd name="connsiteY1" fmla="*/ 1592580 h 1653540"/>
              <a:gd name="connsiteX2" fmla="*/ 1463040 w 3680460"/>
              <a:gd name="connsiteY2" fmla="*/ 1417320 h 1653540"/>
              <a:gd name="connsiteX3" fmla="*/ 182880 w 3680460"/>
              <a:gd name="connsiteY3" fmla="*/ 1478280 h 1653540"/>
              <a:gd name="connsiteX4" fmla="*/ 160020 w 3680460"/>
              <a:gd name="connsiteY4" fmla="*/ 266700 h 1653540"/>
              <a:gd name="connsiteX5" fmla="*/ 3474720 w 3680460"/>
              <a:gd name="connsiteY5" fmla="*/ 160020 h 1653540"/>
              <a:gd name="connsiteX6" fmla="*/ 3467100 w 3680460"/>
              <a:gd name="connsiteY6" fmla="*/ 1424940 h 1653540"/>
              <a:gd name="connsiteX7" fmla="*/ 2278380 w 3680460"/>
              <a:gd name="connsiteY7" fmla="*/ 1432560 h 1653540"/>
              <a:gd name="connsiteX8" fmla="*/ 2263140 w 3680460"/>
              <a:gd name="connsiteY8" fmla="*/ 1584960 h 1653540"/>
              <a:gd name="connsiteX9" fmla="*/ 3680460 w 3680460"/>
              <a:gd name="connsiteY9" fmla="*/ 1546860 h 1653540"/>
              <a:gd name="connsiteX10" fmla="*/ 3589020 w 3680460"/>
              <a:gd name="connsiteY10" fmla="*/ 0 h 1653540"/>
              <a:gd name="connsiteX11" fmla="*/ 0 w 3680460"/>
              <a:gd name="connsiteY11" fmla="*/ 91440 h 1653540"/>
              <a:gd name="connsiteX12" fmla="*/ 0 w 3680460"/>
              <a:gd name="connsiteY12" fmla="*/ 1653540 h 1653540"/>
              <a:gd name="connsiteX0" fmla="*/ 0 w 3649980"/>
              <a:gd name="connsiteY0" fmla="*/ 1653540 h 1653540"/>
              <a:gd name="connsiteX1" fmla="*/ 1463040 w 3649980"/>
              <a:gd name="connsiteY1" fmla="*/ 1592580 h 1653540"/>
              <a:gd name="connsiteX2" fmla="*/ 1463040 w 3649980"/>
              <a:gd name="connsiteY2" fmla="*/ 1417320 h 1653540"/>
              <a:gd name="connsiteX3" fmla="*/ 182880 w 3649980"/>
              <a:gd name="connsiteY3" fmla="*/ 1478280 h 1653540"/>
              <a:gd name="connsiteX4" fmla="*/ 160020 w 3649980"/>
              <a:gd name="connsiteY4" fmla="*/ 266700 h 1653540"/>
              <a:gd name="connsiteX5" fmla="*/ 3474720 w 3649980"/>
              <a:gd name="connsiteY5" fmla="*/ 160020 h 1653540"/>
              <a:gd name="connsiteX6" fmla="*/ 3467100 w 3649980"/>
              <a:gd name="connsiteY6" fmla="*/ 1424940 h 1653540"/>
              <a:gd name="connsiteX7" fmla="*/ 2278380 w 3649980"/>
              <a:gd name="connsiteY7" fmla="*/ 1432560 h 1653540"/>
              <a:gd name="connsiteX8" fmla="*/ 2263140 w 3649980"/>
              <a:gd name="connsiteY8" fmla="*/ 1584960 h 1653540"/>
              <a:gd name="connsiteX9" fmla="*/ 3649980 w 3649980"/>
              <a:gd name="connsiteY9" fmla="*/ 1554480 h 1653540"/>
              <a:gd name="connsiteX10" fmla="*/ 3589020 w 3649980"/>
              <a:gd name="connsiteY10" fmla="*/ 0 h 1653540"/>
              <a:gd name="connsiteX11" fmla="*/ 0 w 3649980"/>
              <a:gd name="connsiteY11" fmla="*/ 91440 h 1653540"/>
              <a:gd name="connsiteX12" fmla="*/ 0 w 3649980"/>
              <a:gd name="connsiteY12" fmla="*/ 1653540 h 1653540"/>
              <a:gd name="connsiteX0" fmla="*/ 0 w 3596640"/>
              <a:gd name="connsiteY0" fmla="*/ 1653540 h 1653540"/>
              <a:gd name="connsiteX1" fmla="*/ 1463040 w 3596640"/>
              <a:gd name="connsiteY1" fmla="*/ 1592580 h 1653540"/>
              <a:gd name="connsiteX2" fmla="*/ 1463040 w 3596640"/>
              <a:gd name="connsiteY2" fmla="*/ 1417320 h 1653540"/>
              <a:gd name="connsiteX3" fmla="*/ 182880 w 3596640"/>
              <a:gd name="connsiteY3" fmla="*/ 1478280 h 1653540"/>
              <a:gd name="connsiteX4" fmla="*/ 160020 w 3596640"/>
              <a:gd name="connsiteY4" fmla="*/ 266700 h 1653540"/>
              <a:gd name="connsiteX5" fmla="*/ 3474720 w 3596640"/>
              <a:gd name="connsiteY5" fmla="*/ 160020 h 1653540"/>
              <a:gd name="connsiteX6" fmla="*/ 3467100 w 3596640"/>
              <a:gd name="connsiteY6" fmla="*/ 1424940 h 1653540"/>
              <a:gd name="connsiteX7" fmla="*/ 2278380 w 3596640"/>
              <a:gd name="connsiteY7" fmla="*/ 1432560 h 1653540"/>
              <a:gd name="connsiteX8" fmla="*/ 2263140 w 3596640"/>
              <a:gd name="connsiteY8" fmla="*/ 1584960 h 1653540"/>
              <a:gd name="connsiteX9" fmla="*/ 3596640 w 3596640"/>
              <a:gd name="connsiteY9" fmla="*/ 1546860 h 1653540"/>
              <a:gd name="connsiteX10" fmla="*/ 3589020 w 3596640"/>
              <a:gd name="connsiteY10" fmla="*/ 0 h 1653540"/>
              <a:gd name="connsiteX11" fmla="*/ 0 w 3596640"/>
              <a:gd name="connsiteY11" fmla="*/ 91440 h 1653540"/>
              <a:gd name="connsiteX12" fmla="*/ 0 w 3596640"/>
              <a:gd name="connsiteY12" fmla="*/ 1653540 h 1653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596640" h="1653540">
                <a:moveTo>
                  <a:pt x="0" y="1653540"/>
                </a:moveTo>
                <a:lnTo>
                  <a:pt x="1463040" y="1592580"/>
                </a:lnTo>
                <a:lnTo>
                  <a:pt x="1463040" y="1417320"/>
                </a:lnTo>
                <a:lnTo>
                  <a:pt x="182880" y="1478280"/>
                </a:lnTo>
                <a:lnTo>
                  <a:pt x="160020" y="266700"/>
                </a:lnTo>
                <a:lnTo>
                  <a:pt x="3474720" y="160020"/>
                </a:lnTo>
                <a:lnTo>
                  <a:pt x="3467100" y="1424940"/>
                </a:lnTo>
                <a:lnTo>
                  <a:pt x="2278380" y="1432560"/>
                </a:lnTo>
                <a:lnTo>
                  <a:pt x="2263140" y="1584960"/>
                </a:lnTo>
                <a:lnTo>
                  <a:pt x="3596640" y="1546860"/>
                </a:lnTo>
                <a:lnTo>
                  <a:pt x="3589020" y="0"/>
                </a:lnTo>
                <a:lnTo>
                  <a:pt x="0" y="91440"/>
                </a:lnTo>
                <a:lnTo>
                  <a:pt x="0" y="1653540"/>
                </a:lnTo>
                <a:close/>
              </a:path>
            </a:pathLst>
          </a:cu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8" name="Freeform: Shape 97">
            <a:extLst>
              <a:ext uri="{FF2B5EF4-FFF2-40B4-BE49-F238E27FC236}">
                <a16:creationId xmlns:a16="http://schemas.microsoft.com/office/drawing/2014/main" id="{695C7471-797F-94D8-4A01-AA55CB00C5A3}"/>
              </a:ext>
            </a:extLst>
          </p:cNvPr>
          <p:cNvSpPr/>
          <p:nvPr/>
        </p:nvSpPr>
        <p:spPr>
          <a:xfrm rot="16200000">
            <a:off x="5643693" y="4024151"/>
            <a:ext cx="1911127" cy="758668"/>
          </a:xfrm>
          <a:custGeom>
            <a:avLst/>
            <a:gdLst>
              <a:gd name="connsiteX0" fmla="*/ 2943225 w 3305175"/>
              <a:gd name="connsiteY0" fmla="*/ 4762 h 1312068"/>
              <a:gd name="connsiteX1" fmla="*/ 2964657 w 3305175"/>
              <a:gd name="connsiteY1" fmla="*/ 1040606 h 1312068"/>
              <a:gd name="connsiteX2" fmla="*/ 0 w 3305175"/>
              <a:gd name="connsiteY2" fmla="*/ 1133475 h 1312068"/>
              <a:gd name="connsiteX3" fmla="*/ 7144 w 3305175"/>
              <a:gd name="connsiteY3" fmla="*/ 1312068 h 1312068"/>
              <a:gd name="connsiteX4" fmla="*/ 1290638 w 3305175"/>
              <a:gd name="connsiteY4" fmla="*/ 1254918 h 1312068"/>
              <a:gd name="connsiteX5" fmla="*/ 1362075 w 3305175"/>
              <a:gd name="connsiteY5" fmla="*/ 1202531 h 1312068"/>
              <a:gd name="connsiteX6" fmla="*/ 1431132 w 3305175"/>
              <a:gd name="connsiteY6" fmla="*/ 1185862 h 1312068"/>
              <a:gd name="connsiteX7" fmla="*/ 1735932 w 3305175"/>
              <a:gd name="connsiteY7" fmla="*/ 1171575 h 1312068"/>
              <a:gd name="connsiteX8" fmla="*/ 1902619 w 3305175"/>
              <a:gd name="connsiteY8" fmla="*/ 1178718 h 1312068"/>
              <a:gd name="connsiteX9" fmla="*/ 2100263 w 3305175"/>
              <a:gd name="connsiteY9" fmla="*/ 1264443 h 1312068"/>
              <a:gd name="connsiteX10" fmla="*/ 3300413 w 3305175"/>
              <a:gd name="connsiteY10" fmla="*/ 1257300 h 1312068"/>
              <a:gd name="connsiteX11" fmla="*/ 3305175 w 3305175"/>
              <a:gd name="connsiteY11" fmla="*/ 0 h 1312068"/>
              <a:gd name="connsiteX12" fmla="*/ 2943225 w 3305175"/>
              <a:gd name="connsiteY12" fmla="*/ 4762 h 1312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305175" h="1312068">
                <a:moveTo>
                  <a:pt x="2943225" y="4762"/>
                </a:moveTo>
                <a:lnTo>
                  <a:pt x="2964657" y="1040606"/>
                </a:lnTo>
                <a:lnTo>
                  <a:pt x="0" y="1133475"/>
                </a:lnTo>
                <a:lnTo>
                  <a:pt x="7144" y="1312068"/>
                </a:lnTo>
                <a:lnTo>
                  <a:pt x="1290638" y="1254918"/>
                </a:lnTo>
                <a:lnTo>
                  <a:pt x="1362075" y="1202531"/>
                </a:lnTo>
                <a:lnTo>
                  <a:pt x="1431132" y="1185862"/>
                </a:lnTo>
                <a:lnTo>
                  <a:pt x="1735932" y="1171575"/>
                </a:lnTo>
                <a:lnTo>
                  <a:pt x="1902619" y="1178718"/>
                </a:lnTo>
                <a:lnTo>
                  <a:pt x="2100263" y="1264443"/>
                </a:lnTo>
                <a:lnTo>
                  <a:pt x="3300413" y="1257300"/>
                </a:lnTo>
                <a:cubicBezTo>
                  <a:pt x="3302000" y="838200"/>
                  <a:pt x="3303588" y="419100"/>
                  <a:pt x="3305175" y="0"/>
                </a:cubicBezTo>
                <a:lnTo>
                  <a:pt x="2943225" y="4762"/>
                </a:lnTo>
                <a:close/>
              </a:path>
            </a:pathLst>
          </a:cu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9" name="Freeform: Shape 98">
            <a:extLst>
              <a:ext uri="{FF2B5EF4-FFF2-40B4-BE49-F238E27FC236}">
                <a16:creationId xmlns:a16="http://schemas.microsoft.com/office/drawing/2014/main" id="{1F0C6967-A99C-77C7-A702-DE52EE016E42}"/>
              </a:ext>
            </a:extLst>
          </p:cNvPr>
          <p:cNvSpPr/>
          <p:nvPr/>
        </p:nvSpPr>
        <p:spPr>
          <a:xfrm rot="16200000">
            <a:off x="6730750" y="4307103"/>
            <a:ext cx="473651" cy="143197"/>
          </a:xfrm>
          <a:custGeom>
            <a:avLst/>
            <a:gdLst>
              <a:gd name="connsiteX0" fmla="*/ 802482 w 819150"/>
              <a:gd name="connsiteY0" fmla="*/ 242888 h 247650"/>
              <a:gd name="connsiteX1" fmla="*/ 588169 w 819150"/>
              <a:gd name="connsiteY1" fmla="*/ 116682 h 247650"/>
              <a:gd name="connsiteX2" fmla="*/ 452438 w 819150"/>
              <a:gd name="connsiteY2" fmla="*/ 95250 h 247650"/>
              <a:gd name="connsiteX3" fmla="*/ 192882 w 819150"/>
              <a:gd name="connsiteY3" fmla="*/ 92869 h 247650"/>
              <a:gd name="connsiteX4" fmla="*/ 76200 w 819150"/>
              <a:gd name="connsiteY4" fmla="*/ 140494 h 247650"/>
              <a:gd name="connsiteX5" fmla="*/ 11907 w 819150"/>
              <a:gd name="connsiteY5" fmla="*/ 247650 h 247650"/>
              <a:gd name="connsiteX6" fmla="*/ 0 w 819150"/>
              <a:gd name="connsiteY6" fmla="*/ 85725 h 247650"/>
              <a:gd name="connsiteX7" fmla="*/ 76200 w 819150"/>
              <a:gd name="connsiteY7" fmla="*/ 33338 h 247650"/>
              <a:gd name="connsiteX8" fmla="*/ 173832 w 819150"/>
              <a:gd name="connsiteY8" fmla="*/ 14288 h 247650"/>
              <a:gd name="connsiteX9" fmla="*/ 469107 w 819150"/>
              <a:gd name="connsiteY9" fmla="*/ 0 h 247650"/>
              <a:gd name="connsiteX10" fmla="*/ 616744 w 819150"/>
              <a:gd name="connsiteY10" fmla="*/ 14288 h 247650"/>
              <a:gd name="connsiteX11" fmla="*/ 819150 w 819150"/>
              <a:gd name="connsiteY11" fmla="*/ 95250 h 247650"/>
              <a:gd name="connsiteX12" fmla="*/ 802482 w 819150"/>
              <a:gd name="connsiteY12" fmla="*/ 242888 h 247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819150" h="247650">
                <a:moveTo>
                  <a:pt x="802482" y="242888"/>
                </a:moveTo>
                <a:lnTo>
                  <a:pt x="588169" y="116682"/>
                </a:lnTo>
                <a:lnTo>
                  <a:pt x="452438" y="95250"/>
                </a:lnTo>
                <a:lnTo>
                  <a:pt x="192882" y="92869"/>
                </a:lnTo>
                <a:lnTo>
                  <a:pt x="76200" y="140494"/>
                </a:lnTo>
                <a:lnTo>
                  <a:pt x="11907" y="247650"/>
                </a:lnTo>
                <a:lnTo>
                  <a:pt x="0" y="85725"/>
                </a:lnTo>
                <a:lnTo>
                  <a:pt x="76200" y="33338"/>
                </a:lnTo>
                <a:lnTo>
                  <a:pt x="173832" y="14288"/>
                </a:lnTo>
                <a:lnTo>
                  <a:pt x="469107" y="0"/>
                </a:lnTo>
                <a:lnTo>
                  <a:pt x="616744" y="14288"/>
                </a:lnTo>
                <a:lnTo>
                  <a:pt x="819150" y="95250"/>
                </a:lnTo>
                <a:lnTo>
                  <a:pt x="802482" y="242888"/>
                </a:lnTo>
                <a:close/>
              </a:path>
            </a:pathLst>
          </a:cu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100" name="Group 99">
            <a:extLst>
              <a:ext uri="{FF2B5EF4-FFF2-40B4-BE49-F238E27FC236}">
                <a16:creationId xmlns:a16="http://schemas.microsoft.com/office/drawing/2014/main" id="{95C3D231-F3D5-CD8D-515A-A0B4511F1AB6}"/>
              </a:ext>
            </a:extLst>
          </p:cNvPr>
          <p:cNvGrpSpPr/>
          <p:nvPr/>
        </p:nvGrpSpPr>
        <p:grpSpPr>
          <a:xfrm rot="16200000">
            <a:off x="6374135" y="3859612"/>
            <a:ext cx="121167" cy="90875"/>
            <a:chOff x="6669881" y="4393406"/>
            <a:chExt cx="209550" cy="157163"/>
          </a:xfrm>
        </p:grpSpPr>
        <p:sp>
          <p:nvSpPr>
            <p:cNvPr id="148" name="Rectangle 147">
              <a:extLst>
                <a:ext uri="{FF2B5EF4-FFF2-40B4-BE49-F238E27FC236}">
                  <a16:creationId xmlns:a16="http://schemas.microsoft.com/office/drawing/2014/main" id="{943167C2-EE5D-F5D4-36B0-2420C5B227CA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49" name="Freeform: Shape 148">
              <a:extLst>
                <a:ext uri="{FF2B5EF4-FFF2-40B4-BE49-F238E27FC236}">
                  <a16:creationId xmlns:a16="http://schemas.microsoft.com/office/drawing/2014/main" id="{54ABCA88-19E0-08F2-32F6-93DFAE67D3DD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1" name="Group 100">
            <a:extLst>
              <a:ext uri="{FF2B5EF4-FFF2-40B4-BE49-F238E27FC236}">
                <a16:creationId xmlns:a16="http://schemas.microsoft.com/office/drawing/2014/main" id="{F8B2891F-C7AC-4A38-E251-179483FAC0F7}"/>
              </a:ext>
            </a:extLst>
          </p:cNvPr>
          <p:cNvGrpSpPr/>
          <p:nvPr/>
        </p:nvGrpSpPr>
        <p:grpSpPr>
          <a:xfrm rot="16200000">
            <a:off x="6392034" y="4117092"/>
            <a:ext cx="121167" cy="90875"/>
            <a:chOff x="6669881" y="4393406"/>
            <a:chExt cx="209550" cy="157163"/>
          </a:xfrm>
        </p:grpSpPr>
        <p:sp>
          <p:nvSpPr>
            <p:cNvPr id="146" name="Rectangle 145">
              <a:extLst>
                <a:ext uri="{FF2B5EF4-FFF2-40B4-BE49-F238E27FC236}">
                  <a16:creationId xmlns:a16="http://schemas.microsoft.com/office/drawing/2014/main" id="{F522BC1D-A2AB-23CE-A1FB-4DE88385F739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47" name="Freeform: Shape 146">
              <a:extLst>
                <a:ext uri="{FF2B5EF4-FFF2-40B4-BE49-F238E27FC236}">
                  <a16:creationId xmlns:a16="http://schemas.microsoft.com/office/drawing/2014/main" id="{BF8AEB18-C305-65D6-B65B-20E1D4DD381E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2" name="Group 101">
            <a:extLst>
              <a:ext uri="{FF2B5EF4-FFF2-40B4-BE49-F238E27FC236}">
                <a16:creationId xmlns:a16="http://schemas.microsoft.com/office/drawing/2014/main" id="{2CF06ABF-11CC-295B-E810-B6F6F9D87C29}"/>
              </a:ext>
            </a:extLst>
          </p:cNvPr>
          <p:cNvGrpSpPr/>
          <p:nvPr/>
        </p:nvGrpSpPr>
        <p:grpSpPr>
          <a:xfrm rot="16200000">
            <a:off x="6409934" y="4374571"/>
            <a:ext cx="121167" cy="90875"/>
            <a:chOff x="6669881" y="4393406"/>
            <a:chExt cx="209550" cy="157163"/>
          </a:xfrm>
        </p:grpSpPr>
        <p:sp>
          <p:nvSpPr>
            <p:cNvPr id="144" name="Rectangle 143">
              <a:extLst>
                <a:ext uri="{FF2B5EF4-FFF2-40B4-BE49-F238E27FC236}">
                  <a16:creationId xmlns:a16="http://schemas.microsoft.com/office/drawing/2014/main" id="{A257D79B-5B3B-1815-721F-0A2552AF8047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45" name="Freeform: Shape 144">
              <a:extLst>
                <a:ext uri="{FF2B5EF4-FFF2-40B4-BE49-F238E27FC236}">
                  <a16:creationId xmlns:a16="http://schemas.microsoft.com/office/drawing/2014/main" id="{EBD1F327-FB88-EE59-C77D-0A74591080F9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3" name="Group 102">
            <a:extLst>
              <a:ext uri="{FF2B5EF4-FFF2-40B4-BE49-F238E27FC236}">
                <a16:creationId xmlns:a16="http://schemas.microsoft.com/office/drawing/2014/main" id="{CEA7400F-A28B-387A-CDB7-27F5B9769863}"/>
              </a:ext>
            </a:extLst>
          </p:cNvPr>
          <p:cNvGrpSpPr/>
          <p:nvPr/>
        </p:nvGrpSpPr>
        <p:grpSpPr>
          <a:xfrm rot="16200000">
            <a:off x="6416818" y="4664408"/>
            <a:ext cx="121167" cy="90875"/>
            <a:chOff x="6669881" y="4393406"/>
            <a:chExt cx="209550" cy="157163"/>
          </a:xfrm>
        </p:grpSpPr>
        <p:sp>
          <p:nvSpPr>
            <p:cNvPr id="142" name="Rectangle 141">
              <a:extLst>
                <a:ext uri="{FF2B5EF4-FFF2-40B4-BE49-F238E27FC236}">
                  <a16:creationId xmlns:a16="http://schemas.microsoft.com/office/drawing/2014/main" id="{8C6E526E-28F2-DB5E-DFA8-D89A13582975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43" name="Freeform: Shape 142">
              <a:extLst>
                <a:ext uri="{FF2B5EF4-FFF2-40B4-BE49-F238E27FC236}">
                  <a16:creationId xmlns:a16="http://schemas.microsoft.com/office/drawing/2014/main" id="{48F1A898-91D9-F057-89E3-DEA227F48C3C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F1BDFD60-BE06-E301-D3AE-8B2B09722D48}"/>
              </a:ext>
            </a:extLst>
          </p:cNvPr>
          <p:cNvGrpSpPr/>
          <p:nvPr/>
        </p:nvGrpSpPr>
        <p:grpSpPr>
          <a:xfrm rot="16200000">
            <a:off x="6428222" y="4957132"/>
            <a:ext cx="121167" cy="90875"/>
            <a:chOff x="6669881" y="4393406"/>
            <a:chExt cx="209550" cy="157163"/>
          </a:xfrm>
        </p:grpSpPr>
        <p:sp>
          <p:nvSpPr>
            <p:cNvPr id="140" name="Rectangle 139">
              <a:extLst>
                <a:ext uri="{FF2B5EF4-FFF2-40B4-BE49-F238E27FC236}">
                  <a16:creationId xmlns:a16="http://schemas.microsoft.com/office/drawing/2014/main" id="{B010E3BB-1C15-163A-D5B8-493F2D9EBFA9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41" name="Freeform: Shape 140">
              <a:extLst>
                <a:ext uri="{FF2B5EF4-FFF2-40B4-BE49-F238E27FC236}">
                  <a16:creationId xmlns:a16="http://schemas.microsoft.com/office/drawing/2014/main" id="{010CACB8-E4B9-8EA8-DC14-26AAE572AC28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5" name="Group 104">
            <a:extLst>
              <a:ext uri="{FF2B5EF4-FFF2-40B4-BE49-F238E27FC236}">
                <a16:creationId xmlns:a16="http://schemas.microsoft.com/office/drawing/2014/main" id="{35358F3F-0E7A-BFF8-B4C9-6068107F9166}"/>
              </a:ext>
            </a:extLst>
          </p:cNvPr>
          <p:cNvGrpSpPr/>
          <p:nvPr/>
        </p:nvGrpSpPr>
        <p:grpSpPr>
          <a:xfrm rot="16200000">
            <a:off x="6663670" y="4964017"/>
            <a:ext cx="121167" cy="90875"/>
            <a:chOff x="6669881" y="4393406"/>
            <a:chExt cx="209550" cy="157163"/>
          </a:xfrm>
        </p:grpSpPr>
        <p:sp>
          <p:nvSpPr>
            <p:cNvPr id="138" name="Rectangle 137">
              <a:extLst>
                <a:ext uri="{FF2B5EF4-FFF2-40B4-BE49-F238E27FC236}">
                  <a16:creationId xmlns:a16="http://schemas.microsoft.com/office/drawing/2014/main" id="{ED5771A7-81E5-CFE9-F6CC-8C5C34E4D5D6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9" name="Freeform: Shape 138">
              <a:extLst>
                <a:ext uri="{FF2B5EF4-FFF2-40B4-BE49-F238E27FC236}">
                  <a16:creationId xmlns:a16="http://schemas.microsoft.com/office/drawing/2014/main" id="{C5F16620-07B1-1710-8C0F-87A734329491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84659303-1BC6-513A-B2DB-6AF146750958}"/>
              </a:ext>
            </a:extLst>
          </p:cNvPr>
          <p:cNvGrpSpPr/>
          <p:nvPr/>
        </p:nvGrpSpPr>
        <p:grpSpPr>
          <a:xfrm rot="16200000">
            <a:off x="6655408" y="4665786"/>
            <a:ext cx="121167" cy="90875"/>
            <a:chOff x="6669881" y="4393406"/>
            <a:chExt cx="209550" cy="157163"/>
          </a:xfrm>
        </p:grpSpPr>
        <p:sp>
          <p:nvSpPr>
            <p:cNvPr id="136" name="Rectangle 135">
              <a:extLst>
                <a:ext uri="{FF2B5EF4-FFF2-40B4-BE49-F238E27FC236}">
                  <a16:creationId xmlns:a16="http://schemas.microsoft.com/office/drawing/2014/main" id="{43B12A02-31AD-88F8-02F6-8E3C1385AB41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7" name="Freeform: Shape 136">
              <a:extLst>
                <a:ext uri="{FF2B5EF4-FFF2-40B4-BE49-F238E27FC236}">
                  <a16:creationId xmlns:a16="http://schemas.microsoft.com/office/drawing/2014/main" id="{05A02401-B4B6-1FEB-4536-38C90BCE14A7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9C6FCB9D-819C-AAF6-389A-3E2660201701}"/>
              </a:ext>
            </a:extLst>
          </p:cNvPr>
          <p:cNvGrpSpPr/>
          <p:nvPr/>
        </p:nvGrpSpPr>
        <p:grpSpPr>
          <a:xfrm rot="16200000">
            <a:off x="6651667" y="4370442"/>
            <a:ext cx="121167" cy="90875"/>
            <a:chOff x="6669881" y="4393406"/>
            <a:chExt cx="209550" cy="157163"/>
          </a:xfrm>
        </p:grpSpPr>
        <p:sp>
          <p:nvSpPr>
            <p:cNvPr id="134" name="Rectangle 133">
              <a:extLst>
                <a:ext uri="{FF2B5EF4-FFF2-40B4-BE49-F238E27FC236}">
                  <a16:creationId xmlns:a16="http://schemas.microsoft.com/office/drawing/2014/main" id="{AE163E6C-31E0-12B4-CAAA-4F02FFBF4F45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5" name="Freeform: Shape 134">
              <a:extLst>
                <a:ext uri="{FF2B5EF4-FFF2-40B4-BE49-F238E27FC236}">
                  <a16:creationId xmlns:a16="http://schemas.microsoft.com/office/drawing/2014/main" id="{F4906474-18C6-D572-DB56-35E76D9F36D9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8" name="Group 107">
            <a:extLst>
              <a:ext uri="{FF2B5EF4-FFF2-40B4-BE49-F238E27FC236}">
                <a16:creationId xmlns:a16="http://schemas.microsoft.com/office/drawing/2014/main" id="{9B2CA690-B6BD-ADFA-A050-7FA2AB493A6F}"/>
              </a:ext>
            </a:extLst>
          </p:cNvPr>
          <p:cNvGrpSpPr/>
          <p:nvPr/>
        </p:nvGrpSpPr>
        <p:grpSpPr>
          <a:xfrm rot="16200000">
            <a:off x="6654990" y="4099194"/>
            <a:ext cx="121167" cy="90875"/>
            <a:chOff x="6669881" y="4393406"/>
            <a:chExt cx="209550" cy="157163"/>
          </a:xfrm>
        </p:grpSpPr>
        <p:sp>
          <p:nvSpPr>
            <p:cNvPr id="132" name="Rectangle 131">
              <a:extLst>
                <a:ext uri="{FF2B5EF4-FFF2-40B4-BE49-F238E27FC236}">
                  <a16:creationId xmlns:a16="http://schemas.microsoft.com/office/drawing/2014/main" id="{79AA32BE-AC9B-4A32-FEA7-ED67D222F854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3" name="Freeform: Shape 132">
              <a:extLst>
                <a:ext uri="{FF2B5EF4-FFF2-40B4-BE49-F238E27FC236}">
                  <a16:creationId xmlns:a16="http://schemas.microsoft.com/office/drawing/2014/main" id="{573D3946-EF16-A05D-16E3-1224F4B273D3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9" name="Group 108">
            <a:extLst>
              <a:ext uri="{FF2B5EF4-FFF2-40B4-BE49-F238E27FC236}">
                <a16:creationId xmlns:a16="http://schemas.microsoft.com/office/drawing/2014/main" id="{6787A915-8044-60A2-7E67-E21CA221DE27}"/>
              </a:ext>
            </a:extLst>
          </p:cNvPr>
          <p:cNvGrpSpPr/>
          <p:nvPr/>
        </p:nvGrpSpPr>
        <p:grpSpPr>
          <a:xfrm rot="16200000">
            <a:off x="6648913" y="3843094"/>
            <a:ext cx="121167" cy="90875"/>
            <a:chOff x="6669881" y="4393406"/>
            <a:chExt cx="209550" cy="157163"/>
          </a:xfrm>
        </p:grpSpPr>
        <p:sp>
          <p:nvSpPr>
            <p:cNvPr id="130" name="Rectangle 129">
              <a:extLst>
                <a:ext uri="{FF2B5EF4-FFF2-40B4-BE49-F238E27FC236}">
                  <a16:creationId xmlns:a16="http://schemas.microsoft.com/office/drawing/2014/main" id="{93AD848F-F02C-FD84-D732-CCEB1008F1D6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1" name="Freeform: Shape 130">
              <a:extLst>
                <a:ext uri="{FF2B5EF4-FFF2-40B4-BE49-F238E27FC236}">
                  <a16:creationId xmlns:a16="http://schemas.microsoft.com/office/drawing/2014/main" id="{640F7BC9-B95C-8D83-F504-28EF3F85DA88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sp>
        <p:nvSpPr>
          <p:cNvPr id="111" name="TextBox 110">
            <a:extLst>
              <a:ext uri="{FF2B5EF4-FFF2-40B4-BE49-F238E27FC236}">
                <a16:creationId xmlns:a16="http://schemas.microsoft.com/office/drawing/2014/main" id="{AE973ACA-387B-D5E1-63D8-24917F422E9D}"/>
              </a:ext>
            </a:extLst>
          </p:cNvPr>
          <p:cNvSpPr txBox="1"/>
          <p:nvPr/>
        </p:nvSpPr>
        <p:spPr>
          <a:xfrm>
            <a:off x="7189421" y="4831228"/>
            <a:ext cx="46038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GND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3DAA0461-E58D-2E0F-7188-326F1F292DDD}"/>
              </a:ext>
            </a:extLst>
          </p:cNvPr>
          <p:cNvSpPr txBox="1"/>
          <p:nvPr/>
        </p:nvSpPr>
        <p:spPr>
          <a:xfrm>
            <a:off x="5183730" y="3690889"/>
            <a:ext cx="43954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3.3V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cxnSp>
        <p:nvCxnSpPr>
          <p:cNvPr id="114" name="Straight Connector 113">
            <a:extLst>
              <a:ext uri="{FF2B5EF4-FFF2-40B4-BE49-F238E27FC236}">
                <a16:creationId xmlns:a16="http://schemas.microsoft.com/office/drawing/2014/main" id="{5092E176-A6F9-AC22-23B7-0EE6FB2D98EF}"/>
              </a:ext>
            </a:extLst>
          </p:cNvPr>
          <p:cNvCxnSpPr>
            <a:cxnSpLocks/>
          </p:cNvCxnSpPr>
          <p:nvPr/>
        </p:nvCxnSpPr>
        <p:spPr>
          <a:xfrm rot="16200000">
            <a:off x="5870388" y="4585169"/>
            <a:ext cx="0" cy="893411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TextBox 114">
            <a:extLst>
              <a:ext uri="{FF2B5EF4-FFF2-40B4-BE49-F238E27FC236}">
                <a16:creationId xmlns:a16="http://schemas.microsoft.com/office/drawing/2014/main" id="{03047EEA-07C3-355B-1851-BFD41FBE7BAA}"/>
              </a:ext>
            </a:extLst>
          </p:cNvPr>
          <p:cNvSpPr txBox="1"/>
          <p:nvPr/>
        </p:nvSpPr>
        <p:spPr>
          <a:xfrm>
            <a:off x="5179544" y="4842093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pin0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97EBAB36-13BD-2B97-C9BA-51769F96E5D4}"/>
              </a:ext>
            </a:extLst>
          </p:cNvPr>
          <p:cNvSpPr txBox="1"/>
          <p:nvPr/>
        </p:nvSpPr>
        <p:spPr>
          <a:xfrm>
            <a:off x="5179544" y="4494051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pin2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BD4D39D7-167E-BE5D-5BF6-01F8338F6277}"/>
              </a:ext>
            </a:extLst>
          </p:cNvPr>
          <p:cNvSpPr txBox="1"/>
          <p:nvPr/>
        </p:nvSpPr>
        <p:spPr>
          <a:xfrm>
            <a:off x="5179544" y="4233996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pin4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B1F19A42-E392-9740-980C-DD5C086F275F}"/>
              </a:ext>
            </a:extLst>
          </p:cNvPr>
          <p:cNvSpPr txBox="1"/>
          <p:nvPr/>
        </p:nvSpPr>
        <p:spPr>
          <a:xfrm>
            <a:off x="5179543" y="3973150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pin6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B4BF4EAF-3481-630B-CCD0-A85A5FF7C0F9}"/>
              </a:ext>
            </a:extLst>
          </p:cNvPr>
          <p:cNvSpPr txBox="1"/>
          <p:nvPr/>
        </p:nvSpPr>
        <p:spPr>
          <a:xfrm>
            <a:off x="7219646" y="4540109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pin1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7992616A-FAE7-DBA8-FF9B-D189527F7051}"/>
              </a:ext>
            </a:extLst>
          </p:cNvPr>
          <p:cNvSpPr txBox="1"/>
          <p:nvPr/>
        </p:nvSpPr>
        <p:spPr>
          <a:xfrm>
            <a:off x="7218474" y="4241711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pin3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17FA271B-26CD-EF02-F4CE-92B1EF058D88}"/>
              </a:ext>
            </a:extLst>
          </p:cNvPr>
          <p:cNvSpPr txBox="1"/>
          <p:nvPr/>
        </p:nvSpPr>
        <p:spPr>
          <a:xfrm>
            <a:off x="7219062" y="3962749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pin5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A74142E4-A1FB-BF74-5514-259B63D87B01}"/>
              </a:ext>
            </a:extLst>
          </p:cNvPr>
          <p:cNvSpPr txBox="1"/>
          <p:nvPr/>
        </p:nvSpPr>
        <p:spPr>
          <a:xfrm>
            <a:off x="7218475" y="3700725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pin7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50" name="Freeform: Shape 149">
            <a:extLst>
              <a:ext uri="{FF2B5EF4-FFF2-40B4-BE49-F238E27FC236}">
                <a16:creationId xmlns:a16="http://schemas.microsoft.com/office/drawing/2014/main" id="{99133103-2E1D-86F8-2C49-8A035F424DB9}"/>
              </a:ext>
            </a:extLst>
          </p:cNvPr>
          <p:cNvSpPr/>
          <p:nvPr/>
        </p:nvSpPr>
        <p:spPr>
          <a:xfrm>
            <a:off x="5000625" y="2609850"/>
            <a:ext cx="5043488" cy="2424113"/>
          </a:xfrm>
          <a:custGeom>
            <a:avLst/>
            <a:gdLst>
              <a:gd name="csX0" fmla="*/ 1304925 w 5043488"/>
              <a:gd name="csY0" fmla="*/ 2424113 h 2424113"/>
              <a:gd name="csX1" fmla="*/ 0 w 5043488"/>
              <a:gd name="csY1" fmla="*/ 2424113 h 2424113"/>
              <a:gd name="csX2" fmla="*/ 0 w 5043488"/>
              <a:gd name="csY2" fmla="*/ 0 h 2424113"/>
              <a:gd name="csX3" fmla="*/ 5043488 w 5043488"/>
              <a:gd name="csY3" fmla="*/ 0 h 2424113"/>
              <a:gd name="csX4" fmla="*/ 5043488 w 5043488"/>
              <a:gd name="csY4" fmla="*/ 1290638 h 24241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5043488" h="2424113">
                <a:moveTo>
                  <a:pt x="1304925" y="2424113"/>
                </a:moveTo>
                <a:lnTo>
                  <a:pt x="0" y="2424113"/>
                </a:lnTo>
                <a:lnTo>
                  <a:pt x="0" y="0"/>
                </a:lnTo>
                <a:lnTo>
                  <a:pt x="5043488" y="0"/>
                </a:lnTo>
                <a:lnTo>
                  <a:pt x="5043488" y="1290638"/>
                </a:lnTo>
              </a:path>
            </a:pathLst>
          </a:cu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1" name="Freeform: Shape 150">
            <a:extLst>
              <a:ext uri="{FF2B5EF4-FFF2-40B4-BE49-F238E27FC236}">
                <a16:creationId xmlns:a16="http://schemas.microsoft.com/office/drawing/2014/main" id="{AA9862AD-C9F3-9890-8851-BB7DA63A61B5}"/>
              </a:ext>
            </a:extLst>
          </p:cNvPr>
          <p:cNvSpPr/>
          <p:nvPr/>
        </p:nvSpPr>
        <p:spPr>
          <a:xfrm>
            <a:off x="6829425" y="2671763"/>
            <a:ext cx="3139382" cy="2057400"/>
          </a:xfrm>
          <a:custGeom>
            <a:avLst/>
            <a:gdLst>
              <a:gd name="csX0" fmla="*/ 0 w 3109913"/>
              <a:gd name="csY0" fmla="*/ 2057400 h 2057400"/>
              <a:gd name="csX1" fmla="*/ 1090613 w 3109913"/>
              <a:gd name="csY1" fmla="*/ 2057400 h 2057400"/>
              <a:gd name="csX2" fmla="*/ 1090613 w 3109913"/>
              <a:gd name="csY2" fmla="*/ 0 h 2057400"/>
              <a:gd name="csX3" fmla="*/ 3109913 w 3109913"/>
              <a:gd name="csY3" fmla="*/ 0 h 2057400"/>
              <a:gd name="csX4" fmla="*/ 3109913 w 3109913"/>
              <a:gd name="csY4" fmla="*/ 1228725 h 20574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3109913" h="2057400">
                <a:moveTo>
                  <a:pt x="0" y="2057400"/>
                </a:moveTo>
                <a:lnTo>
                  <a:pt x="1090613" y="2057400"/>
                </a:lnTo>
                <a:lnTo>
                  <a:pt x="1090613" y="0"/>
                </a:lnTo>
                <a:lnTo>
                  <a:pt x="3109913" y="0"/>
                </a:lnTo>
                <a:lnTo>
                  <a:pt x="3109913" y="1228725"/>
                </a:lnTo>
              </a:path>
            </a:pathLst>
          </a:custGeom>
          <a:noFill/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2" name="Freeform: Shape 151">
            <a:extLst>
              <a:ext uri="{FF2B5EF4-FFF2-40B4-BE49-F238E27FC236}">
                <a16:creationId xmlns:a16="http://schemas.microsoft.com/office/drawing/2014/main" id="{3AFB3CE5-3BF6-A94E-D21C-FC0B1D54D16C}"/>
              </a:ext>
            </a:extLst>
          </p:cNvPr>
          <p:cNvSpPr/>
          <p:nvPr/>
        </p:nvSpPr>
        <p:spPr>
          <a:xfrm>
            <a:off x="5110163" y="2776538"/>
            <a:ext cx="4757737" cy="1947862"/>
          </a:xfrm>
          <a:custGeom>
            <a:avLst/>
            <a:gdLst>
              <a:gd name="csX0" fmla="*/ 1362075 w 4757737"/>
              <a:gd name="csY0" fmla="*/ 1947862 h 1947862"/>
              <a:gd name="csX1" fmla="*/ 0 w 4757737"/>
              <a:gd name="csY1" fmla="*/ 1947862 h 1947862"/>
              <a:gd name="csX2" fmla="*/ 0 w 4757737"/>
              <a:gd name="csY2" fmla="*/ 0 h 1947862"/>
              <a:gd name="csX3" fmla="*/ 4757737 w 4757737"/>
              <a:gd name="csY3" fmla="*/ 0 h 1947862"/>
              <a:gd name="csX4" fmla="*/ 4757737 w 4757737"/>
              <a:gd name="csY4" fmla="*/ 1138237 h 19478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757737" h="1947862">
                <a:moveTo>
                  <a:pt x="1362075" y="1947862"/>
                </a:moveTo>
                <a:lnTo>
                  <a:pt x="0" y="1947862"/>
                </a:lnTo>
                <a:lnTo>
                  <a:pt x="0" y="0"/>
                </a:lnTo>
                <a:lnTo>
                  <a:pt x="4757737" y="0"/>
                </a:lnTo>
                <a:lnTo>
                  <a:pt x="4757737" y="1138237"/>
                </a:lnTo>
              </a:path>
            </a:pathLst>
          </a:custGeom>
          <a:noFill/>
          <a:ln>
            <a:solidFill>
              <a:schemeClr val="accent5">
                <a:lumMod val="20000"/>
                <a:lumOff val="80000"/>
              </a:schemeClr>
            </a:solidFill>
          </a:ln>
          <a:effectLst>
            <a:glow rad="63500">
              <a:schemeClr val="accent5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3" name="Freeform: Shape 152">
            <a:extLst>
              <a:ext uri="{FF2B5EF4-FFF2-40B4-BE49-F238E27FC236}">
                <a16:creationId xmlns:a16="http://schemas.microsoft.com/office/drawing/2014/main" id="{582DF95F-22A7-0282-46B8-25FF2F3A1E05}"/>
              </a:ext>
            </a:extLst>
          </p:cNvPr>
          <p:cNvSpPr/>
          <p:nvPr/>
        </p:nvSpPr>
        <p:spPr>
          <a:xfrm>
            <a:off x="6810374" y="2862263"/>
            <a:ext cx="2955547" cy="1581150"/>
          </a:xfrm>
          <a:custGeom>
            <a:avLst/>
            <a:gdLst>
              <a:gd name="csX0" fmla="*/ 0 w 2857500"/>
              <a:gd name="csY0" fmla="*/ 1581150 h 1581150"/>
              <a:gd name="csX1" fmla="*/ 1209675 w 2857500"/>
              <a:gd name="csY1" fmla="*/ 1581150 h 1581150"/>
              <a:gd name="csX2" fmla="*/ 1209675 w 2857500"/>
              <a:gd name="csY2" fmla="*/ 0 h 1581150"/>
              <a:gd name="csX3" fmla="*/ 2857500 w 2857500"/>
              <a:gd name="csY3" fmla="*/ 0 h 1581150"/>
              <a:gd name="csX4" fmla="*/ 2857500 w 2857500"/>
              <a:gd name="csY4" fmla="*/ 1066800 h 1581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857500" h="1581150">
                <a:moveTo>
                  <a:pt x="0" y="1581150"/>
                </a:moveTo>
                <a:lnTo>
                  <a:pt x="1209675" y="1581150"/>
                </a:lnTo>
                <a:lnTo>
                  <a:pt x="1209675" y="0"/>
                </a:lnTo>
                <a:lnTo>
                  <a:pt x="2857500" y="0"/>
                </a:lnTo>
                <a:lnTo>
                  <a:pt x="2857500" y="1066800"/>
                </a:lnTo>
              </a:path>
            </a:pathLst>
          </a:custGeom>
          <a:noFill/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7D763B13-335A-EC8C-2510-A9594B28216B}"/>
              </a:ext>
            </a:extLst>
          </p:cNvPr>
          <p:cNvSpPr/>
          <p:nvPr/>
        </p:nvSpPr>
        <p:spPr>
          <a:xfrm>
            <a:off x="5223294" y="2932981"/>
            <a:ext cx="4455544" cy="1500996"/>
          </a:xfrm>
          <a:custGeom>
            <a:avLst/>
            <a:gdLst>
              <a:gd name="csX0" fmla="*/ 1199072 w 4455544"/>
              <a:gd name="csY0" fmla="*/ 1500996 h 1500996"/>
              <a:gd name="csX1" fmla="*/ 0 w 4455544"/>
              <a:gd name="csY1" fmla="*/ 1500996 h 1500996"/>
              <a:gd name="csX2" fmla="*/ 0 w 4455544"/>
              <a:gd name="csY2" fmla="*/ 0 h 1500996"/>
              <a:gd name="csX3" fmla="*/ 4455544 w 4455544"/>
              <a:gd name="csY3" fmla="*/ 0 h 1500996"/>
              <a:gd name="csX4" fmla="*/ 4455544 w 4455544"/>
              <a:gd name="csY4" fmla="*/ 979098 h 150099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455544" h="1500996">
                <a:moveTo>
                  <a:pt x="1199072" y="1500996"/>
                </a:moveTo>
                <a:lnTo>
                  <a:pt x="0" y="1500996"/>
                </a:lnTo>
                <a:lnTo>
                  <a:pt x="0" y="0"/>
                </a:lnTo>
                <a:lnTo>
                  <a:pt x="4455544" y="0"/>
                </a:lnTo>
                <a:lnTo>
                  <a:pt x="4455544" y="979098"/>
                </a:lnTo>
              </a:path>
            </a:pathLst>
          </a:custGeom>
          <a:noFill/>
          <a:ln>
            <a:solidFill>
              <a:schemeClr val="bg1"/>
            </a:solidFill>
          </a:ln>
          <a:effectLst>
            <a:glow rad="63500">
              <a:srgbClr val="FFFF00">
                <a:alpha val="4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A0C95782-8641-D04A-F2C6-56799726F029}"/>
              </a:ext>
            </a:extLst>
          </p:cNvPr>
          <p:cNvSpPr/>
          <p:nvPr/>
        </p:nvSpPr>
        <p:spPr>
          <a:xfrm>
            <a:off x="6788989" y="3023558"/>
            <a:ext cx="2794958" cy="1143000"/>
          </a:xfrm>
          <a:custGeom>
            <a:avLst/>
            <a:gdLst>
              <a:gd name="csX0" fmla="*/ 0 w 2794958"/>
              <a:gd name="csY0" fmla="*/ 1143000 h 1143000"/>
              <a:gd name="csX1" fmla="*/ 1039483 w 2794958"/>
              <a:gd name="csY1" fmla="*/ 1143000 h 1143000"/>
              <a:gd name="csX2" fmla="*/ 1039483 w 2794958"/>
              <a:gd name="csY2" fmla="*/ 0 h 1143000"/>
              <a:gd name="csX3" fmla="*/ 2794958 w 2794958"/>
              <a:gd name="csY3" fmla="*/ 0 h 1143000"/>
              <a:gd name="csX4" fmla="*/ 2794958 w 2794958"/>
              <a:gd name="csY4" fmla="*/ 875582 h 1143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794958" h="1143000">
                <a:moveTo>
                  <a:pt x="0" y="1143000"/>
                </a:moveTo>
                <a:lnTo>
                  <a:pt x="1039483" y="1143000"/>
                </a:lnTo>
                <a:lnTo>
                  <a:pt x="1039483" y="0"/>
                </a:lnTo>
                <a:lnTo>
                  <a:pt x="2794958" y="0"/>
                </a:lnTo>
                <a:lnTo>
                  <a:pt x="2794958" y="875582"/>
                </a:lnTo>
              </a:path>
            </a:pathLst>
          </a:cu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DBE11F17-E680-ED34-A0E7-F14039520ECD}"/>
              </a:ext>
            </a:extLst>
          </p:cNvPr>
          <p:cNvSpPr/>
          <p:nvPr/>
        </p:nvSpPr>
        <p:spPr>
          <a:xfrm>
            <a:off x="5633049" y="3122762"/>
            <a:ext cx="3847381" cy="1061049"/>
          </a:xfrm>
          <a:custGeom>
            <a:avLst/>
            <a:gdLst>
              <a:gd name="csX0" fmla="*/ 741872 w 3847381"/>
              <a:gd name="csY0" fmla="*/ 1061049 h 1061049"/>
              <a:gd name="csX1" fmla="*/ 0 w 3847381"/>
              <a:gd name="csY1" fmla="*/ 1061049 h 1061049"/>
              <a:gd name="csX2" fmla="*/ 0 w 3847381"/>
              <a:gd name="csY2" fmla="*/ 0 h 1061049"/>
              <a:gd name="csX3" fmla="*/ 3847381 w 3847381"/>
              <a:gd name="csY3" fmla="*/ 0 h 1061049"/>
              <a:gd name="csX4" fmla="*/ 3847381 w 3847381"/>
              <a:gd name="csY4" fmla="*/ 793630 h 106104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3847381" h="1061049">
                <a:moveTo>
                  <a:pt x="741872" y="1061049"/>
                </a:moveTo>
                <a:lnTo>
                  <a:pt x="0" y="1061049"/>
                </a:lnTo>
                <a:lnTo>
                  <a:pt x="0" y="0"/>
                </a:lnTo>
                <a:lnTo>
                  <a:pt x="3847381" y="0"/>
                </a:lnTo>
                <a:lnTo>
                  <a:pt x="3847381" y="793630"/>
                </a:lnTo>
              </a:path>
            </a:pathLst>
          </a:custGeom>
          <a:noFill/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6" name="Freeform: Shape 155">
            <a:extLst>
              <a:ext uri="{FF2B5EF4-FFF2-40B4-BE49-F238E27FC236}">
                <a16:creationId xmlns:a16="http://schemas.microsoft.com/office/drawing/2014/main" id="{8693AF4E-162D-70C6-F176-3D1410D79B85}"/>
              </a:ext>
            </a:extLst>
          </p:cNvPr>
          <p:cNvSpPr/>
          <p:nvPr/>
        </p:nvSpPr>
        <p:spPr>
          <a:xfrm>
            <a:off x="6797615" y="3213340"/>
            <a:ext cx="2587925" cy="698739"/>
          </a:xfrm>
          <a:custGeom>
            <a:avLst/>
            <a:gdLst>
              <a:gd name="csX0" fmla="*/ 0 w 2587925"/>
              <a:gd name="csY0" fmla="*/ 690113 h 698739"/>
              <a:gd name="csX1" fmla="*/ 953219 w 2587925"/>
              <a:gd name="csY1" fmla="*/ 690113 h 698739"/>
              <a:gd name="csX2" fmla="*/ 953219 w 2587925"/>
              <a:gd name="csY2" fmla="*/ 0 h 698739"/>
              <a:gd name="csX3" fmla="*/ 2587925 w 2587925"/>
              <a:gd name="csY3" fmla="*/ 0 h 698739"/>
              <a:gd name="csX4" fmla="*/ 2587925 w 2587925"/>
              <a:gd name="csY4" fmla="*/ 698739 h 69873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87925" h="698739">
                <a:moveTo>
                  <a:pt x="0" y="690113"/>
                </a:moveTo>
                <a:lnTo>
                  <a:pt x="953219" y="690113"/>
                </a:lnTo>
                <a:lnTo>
                  <a:pt x="953219" y="0"/>
                </a:lnTo>
                <a:lnTo>
                  <a:pt x="2587925" y="0"/>
                </a:lnTo>
                <a:lnTo>
                  <a:pt x="2587925" y="698739"/>
                </a:lnTo>
              </a:path>
            </a:pathLst>
          </a:custGeom>
          <a:noFill/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41C09D2-5918-F9A9-E933-DE95F00DBAA0}"/>
              </a:ext>
            </a:extLst>
          </p:cNvPr>
          <p:cNvSpPr txBox="1"/>
          <p:nvPr/>
        </p:nvSpPr>
        <p:spPr>
          <a:xfrm>
            <a:off x="7728283" y="6158985"/>
            <a:ext cx="39837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dirty="0">
                <a:solidFill>
                  <a:schemeClr val="bg1"/>
                </a:solidFill>
                <a:latin typeface="Consolas" panose="020B0609020204030204" pitchFamily="49" charset="0"/>
              </a:rPr>
              <a:t>M(GPIOD_INDATA) &amp; 0xF = 0x00</a:t>
            </a:r>
            <a:r>
              <a:rPr lang="sv-SE" dirty="0">
                <a:solidFill>
                  <a:schemeClr val="accent5">
                    <a:lumMod val="60000"/>
                    <a:lumOff val="40000"/>
                  </a:schemeClr>
                </a:solidFill>
                <a:latin typeface="Consolas" panose="020B0609020204030204" pitchFamily="49" charset="0"/>
              </a:rPr>
              <a:t>1</a:t>
            </a:r>
            <a:r>
              <a:rPr lang="sv-SE" dirty="0">
                <a:solidFill>
                  <a:schemeClr val="bg1"/>
                </a:solidFill>
                <a:latin typeface="Consolas" panose="020B0609020204030204" pitchFamily="49" charset="0"/>
              </a:rPr>
              <a:t>0</a:t>
            </a:r>
            <a:endParaRPr lang="LID4096" dirty="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6610988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15281F-2A4E-5834-C015-31CEA4C40F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CC43BE-E328-018D-8297-C709D722DB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dirty="0" err="1"/>
              <a:t>Keypad</a:t>
            </a:r>
            <a:endParaRPr lang="LID4096" dirty="0"/>
          </a:p>
        </p:txBody>
      </p:sp>
      <p:sp>
        <p:nvSpPr>
          <p:cNvPr id="155" name="Content Placeholder 154">
            <a:extLst>
              <a:ext uri="{FF2B5EF4-FFF2-40B4-BE49-F238E27FC236}">
                <a16:creationId xmlns:a16="http://schemas.microsoft.com/office/drawing/2014/main" id="{E9BB50B7-14A1-FD87-B126-4CCBA06B85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LID4096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687454D-B66C-A293-9752-08642AB93B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690688"/>
            <a:ext cx="4746017" cy="5167312"/>
          </a:xfrm>
          <a:prstGeom prst="rect">
            <a:avLst/>
          </a:prstGeom>
        </p:spPr>
      </p:pic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405DB454-AC30-6AE5-2F09-B6E13B2367C5}"/>
              </a:ext>
            </a:extLst>
          </p:cNvPr>
          <p:cNvSpPr/>
          <p:nvPr/>
        </p:nvSpPr>
        <p:spPr>
          <a:xfrm>
            <a:off x="8625019" y="3694696"/>
            <a:ext cx="2076275" cy="2122414"/>
          </a:xfrm>
          <a:prstGeom prst="roundRect">
            <a:avLst>
              <a:gd name="adj" fmla="val 10606"/>
            </a:avLst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34BFEF0D-FE5D-92A4-3E9F-FA15D356027A}"/>
              </a:ext>
            </a:extLst>
          </p:cNvPr>
          <p:cNvSpPr/>
          <p:nvPr/>
        </p:nvSpPr>
        <p:spPr>
          <a:xfrm>
            <a:off x="8864105" y="3958949"/>
            <a:ext cx="1371600" cy="1514213"/>
          </a:xfrm>
          <a:custGeom>
            <a:avLst/>
            <a:gdLst>
              <a:gd name="connsiteX0" fmla="*/ 541090 w 1371600"/>
              <a:gd name="connsiteY0" fmla="*/ 0 h 1514213"/>
              <a:gd name="connsiteX1" fmla="*/ 541090 w 1371600"/>
              <a:gd name="connsiteY1" fmla="*/ 130029 h 1514213"/>
              <a:gd name="connsiteX2" fmla="*/ 0 w 1371600"/>
              <a:gd name="connsiteY2" fmla="*/ 130029 h 1514213"/>
              <a:gd name="connsiteX3" fmla="*/ 0 w 1371600"/>
              <a:gd name="connsiteY3" fmla="*/ 1497435 h 1514213"/>
              <a:gd name="connsiteX4" fmla="*/ 1371600 w 1371600"/>
              <a:gd name="connsiteY4" fmla="*/ 1514213 h 15142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71600" h="1514213">
                <a:moveTo>
                  <a:pt x="541090" y="0"/>
                </a:moveTo>
                <a:lnTo>
                  <a:pt x="541090" y="130029"/>
                </a:lnTo>
                <a:lnTo>
                  <a:pt x="0" y="130029"/>
                </a:lnTo>
                <a:lnTo>
                  <a:pt x="0" y="1497435"/>
                </a:lnTo>
                <a:lnTo>
                  <a:pt x="1371600" y="1514213"/>
                </a:lnTo>
              </a:path>
            </a:pathLst>
          </a:custGeom>
          <a:noFill/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C21D36D9-DC18-3D13-EB0F-FD49378E52E6}"/>
              </a:ext>
            </a:extLst>
          </p:cNvPr>
          <p:cNvSpPr/>
          <p:nvPr/>
        </p:nvSpPr>
        <p:spPr>
          <a:xfrm>
            <a:off x="8939606" y="3963143"/>
            <a:ext cx="1287710" cy="1170264"/>
          </a:xfrm>
          <a:custGeom>
            <a:avLst/>
            <a:gdLst>
              <a:gd name="connsiteX0" fmla="*/ 545284 w 1287710"/>
              <a:gd name="connsiteY0" fmla="*/ 0 h 1170264"/>
              <a:gd name="connsiteX1" fmla="*/ 541090 w 1287710"/>
              <a:gd name="connsiteY1" fmla="*/ 171975 h 1170264"/>
              <a:gd name="connsiteX2" fmla="*/ 0 w 1287710"/>
              <a:gd name="connsiteY2" fmla="*/ 176169 h 1170264"/>
              <a:gd name="connsiteX3" fmla="*/ 0 w 1287710"/>
              <a:gd name="connsiteY3" fmla="*/ 1166070 h 1170264"/>
              <a:gd name="connsiteX4" fmla="*/ 1287710 w 1287710"/>
              <a:gd name="connsiteY4" fmla="*/ 1170264 h 11702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87710" h="1170264">
                <a:moveTo>
                  <a:pt x="545284" y="0"/>
                </a:moveTo>
                <a:lnTo>
                  <a:pt x="541090" y="171975"/>
                </a:lnTo>
                <a:lnTo>
                  <a:pt x="0" y="176169"/>
                </a:lnTo>
                <a:lnTo>
                  <a:pt x="0" y="1166070"/>
                </a:lnTo>
                <a:lnTo>
                  <a:pt x="1287710" y="1170264"/>
                </a:lnTo>
              </a:path>
            </a:pathLst>
          </a:custGeom>
          <a:noFill/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B1F331FC-4F41-8FD8-4B44-6195BC07A6A1}"/>
              </a:ext>
            </a:extLst>
          </p:cNvPr>
          <p:cNvSpPr/>
          <p:nvPr/>
        </p:nvSpPr>
        <p:spPr>
          <a:xfrm>
            <a:off x="9002523" y="3963143"/>
            <a:ext cx="1224793" cy="855677"/>
          </a:xfrm>
          <a:custGeom>
            <a:avLst/>
            <a:gdLst>
              <a:gd name="connsiteX0" fmla="*/ 587230 w 1224793"/>
              <a:gd name="connsiteY0" fmla="*/ 0 h 855677"/>
              <a:gd name="connsiteX1" fmla="*/ 591424 w 1224793"/>
              <a:gd name="connsiteY1" fmla="*/ 205531 h 855677"/>
              <a:gd name="connsiteX2" fmla="*/ 0 w 1224793"/>
              <a:gd name="connsiteY2" fmla="*/ 209725 h 855677"/>
              <a:gd name="connsiteX3" fmla="*/ 0 w 1224793"/>
              <a:gd name="connsiteY3" fmla="*/ 855677 h 855677"/>
              <a:gd name="connsiteX4" fmla="*/ 1224793 w 1224793"/>
              <a:gd name="connsiteY4" fmla="*/ 855677 h 8556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24793" h="855677">
                <a:moveTo>
                  <a:pt x="587230" y="0"/>
                </a:moveTo>
                <a:lnTo>
                  <a:pt x="591424" y="205531"/>
                </a:lnTo>
                <a:lnTo>
                  <a:pt x="0" y="209725"/>
                </a:lnTo>
                <a:lnTo>
                  <a:pt x="0" y="855677"/>
                </a:lnTo>
                <a:lnTo>
                  <a:pt x="1224793" y="855677"/>
                </a:lnTo>
              </a:path>
            </a:pathLst>
          </a:custGeom>
          <a:noFill/>
          <a:ln>
            <a:solidFill>
              <a:schemeClr val="bg1"/>
            </a:solidFill>
          </a:ln>
          <a:effectLst>
            <a:glow rad="63500">
              <a:srgbClr val="FFFF00">
                <a:alpha val="4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4D72DDC3-5660-A7D9-BBCE-D3B96C9C2520}"/>
              </a:ext>
            </a:extLst>
          </p:cNvPr>
          <p:cNvSpPr/>
          <p:nvPr/>
        </p:nvSpPr>
        <p:spPr>
          <a:xfrm>
            <a:off x="9073830" y="3963143"/>
            <a:ext cx="1145097" cy="545285"/>
          </a:xfrm>
          <a:custGeom>
            <a:avLst/>
            <a:gdLst>
              <a:gd name="connsiteX0" fmla="*/ 604007 w 1145097"/>
              <a:gd name="connsiteY0" fmla="*/ 0 h 545285"/>
              <a:gd name="connsiteX1" fmla="*/ 608201 w 1145097"/>
              <a:gd name="connsiteY1" fmla="*/ 239087 h 545285"/>
              <a:gd name="connsiteX2" fmla="*/ 0 w 1145097"/>
              <a:gd name="connsiteY2" fmla="*/ 239087 h 545285"/>
              <a:gd name="connsiteX3" fmla="*/ 0 w 1145097"/>
              <a:gd name="connsiteY3" fmla="*/ 536896 h 545285"/>
              <a:gd name="connsiteX4" fmla="*/ 1145097 w 1145097"/>
              <a:gd name="connsiteY4" fmla="*/ 545285 h 5452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45097" h="545285">
                <a:moveTo>
                  <a:pt x="604007" y="0"/>
                </a:moveTo>
                <a:lnTo>
                  <a:pt x="608201" y="239087"/>
                </a:lnTo>
                <a:lnTo>
                  <a:pt x="0" y="239087"/>
                </a:lnTo>
                <a:lnTo>
                  <a:pt x="0" y="536896"/>
                </a:lnTo>
                <a:lnTo>
                  <a:pt x="1145097" y="545285"/>
                </a:lnTo>
              </a:path>
            </a:pathLst>
          </a:custGeom>
          <a:noFill/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18EC52D3-62B6-6E5A-579B-D708DB7E9947}"/>
              </a:ext>
            </a:extLst>
          </p:cNvPr>
          <p:cNvSpPr/>
          <p:nvPr/>
        </p:nvSpPr>
        <p:spPr>
          <a:xfrm>
            <a:off x="9862395" y="3963143"/>
            <a:ext cx="29361" cy="1598103"/>
          </a:xfrm>
          <a:custGeom>
            <a:avLst/>
            <a:gdLst>
              <a:gd name="connsiteX0" fmla="*/ 0 w 29361"/>
              <a:gd name="connsiteY0" fmla="*/ 0 h 1598103"/>
              <a:gd name="connsiteX1" fmla="*/ 29361 w 29361"/>
              <a:gd name="connsiteY1" fmla="*/ 1598103 h 15981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9361" h="1598103">
                <a:moveTo>
                  <a:pt x="0" y="0"/>
                </a:moveTo>
                <a:lnTo>
                  <a:pt x="29361" y="1598103"/>
                </a:lnTo>
              </a:path>
            </a:pathLst>
          </a:custGeom>
          <a:noFill/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720772D8-F812-D695-0170-6CAEA43D6E61}"/>
              </a:ext>
            </a:extLst>
          </p:cNvPr>
          <p:cNvSpPr/>
          <p:nvPr/>
        </p:nvSpPr>
        <p:spPr>
          <a:xfrm>
            <a:off x="9765921" y="3950560"/>
            <a:ext cx="453006" cy="1564547"/>
          </a:xfrm>
          <a:custGeom>
            <a:avLst/>
            <a:gdLst>
              <a:gd name="connsiteX0" fmla="*/ 0 w 453006"/>
              <a:gd name="connsiteY0" fmla="*/ 0 h 1564547"/>
              <a:gd name="connsiteX1" fmla="*/ 0 w 453006"/>
              <a:gd name="connsiteY1" fmla="*/ 167780 h 1564547"/>
              <a:gd name="connsiteX2" fmla="*/ 427839 w 453006"/>
              <a:gd name="connsiteY2" fmla="*/ 306198 h 1564547"/>
              <a:gd name="connsiteX3" fmla="*/ 453006 w 453006"/>
              <a:gd name="connsiteY3" fmla="*/ 1564547 h 15645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53006" h="1564547">
                <a:moveTo>
                  <a:pt x="0" y="0"/>
                </a:moveTo>
                <a:lnTo>
                  <a:pt x="0" y="167780"/>
                </a:lnTo>
                <a:lnTo>
                  <a:pt x="427839" y="306198"/>
                </a:lnTo>
                <a:lnTo>
                  <a:pt x="453006" y="1564547"/>
                </a:lnTo>
              </a:path>
            </a:pathLst>
          </a:custGeom>
          <a:noFill/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67BEE5AC-ABAE-5703-1256-489A5B05794D}"/>
              </a:ext>
            </a:extLst>
          </p:cNvPr>
          <p:cNvSpPr/>
          <p:nvPr/>
        </p:nvSpPr>
        <p:spPr>
          <a:xfrm>
            <a:off x="9577131" y="3955595"/>
            <a:ext cx="377928" cy="1505824"/>
          </a:xfrm>
          <a:custGeom>
            <a:avLst/>
            <a:gdLst>
              <a:gd name="connsiteX0" fmla="*/ 788566 w 788566"/>
              <a:gd name="connsiteY0" fmla="*/ 0 h 1505824"/>
              <a:gd name="connsiteX1" fmla="*/ 788566 w 788566"/>
              <a:gd name="connsiteY1" fmla="*/ 322976 h 1505824"/>
              <a:gd name="connsiteX2" fmla="*/ 4195 w 788566"/>
              <a:gd name="connsiteY2" fmla="*/ 322976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88566 w 788566"/>
              <a:gd name="connsiteY1" fmla="*/ 322976 h 1505824"/>
              <a:gd name="connsiteX2" fmla="*/ 4195 w 788566"/>
              <a:gd name="connsiteY2" fmla="*/ 222308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70865 w 788566"/>
              <a:gd name="connsiteY1" fmla="*/ 230698 h 1505824"/>
              <a:gd name="connsiteX2" fmla="*/ 4195 w 788566"/>
              <a:gd name="connsiteY2" fmla="*/ 222308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70865 w 788566"/>
              <a:gd name="connsiteY1" fmla="*/ 230698 h 1505824"/>
              <a:gd name="connsiteX2" fmla="*/ 13044 w 788566"/>
              <a:gd name="connsiteY2" fmla="*/ 289419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70865 w 788566"/>
              <a:gd name="connsiteY1" fmla="*/ 285226 h 1505824"/>
              <a:gd name="connsiteX2" fmla="*/ 13044 w 788566"/>
              <a:gd name="connsiteY2" fmla="*/ 289419 h 1505824"/>
              <a:gd name="connsiteX3" fmla="*/ 0 w 788566"/>
              <a:gd name="connsiteY3" fmla="*/ 1505824 h 1505824"/>
              <a:gd name="connsiteX0" fmla="*/ 788566 w 797417"/>
              <a:gd name="connsiteY0" fmla="*/ 0 h 1505824"/>
              <a:gd name="connsiteX1" fmla="*/ 797417 w 797417"/>
              <a:gd name="connsiteY1" fmla="*/ 285226 h 1505824"/>
              <a:gd name="connsiteX2" fmla="*/ 13044 w 797417"/>
              <a:gd name="connsiteY2" fmla="*/ 289419 h 1505824"/>
              <a:gd name="connsiteX3" fmla="*/ 0 w 797417"/>
              <a:gd name="connsiteY3" fmla="*/ 1505824 h 1505824"/>
              <a:gd name="connsiteX0" fmla="*/ 788566 w 797417"/>
              <a:gd name="connsiteY0" fmla="*/ 0 h 1505824"/>
              <a:gd name="connsiteX1" fmla="*/ 797417 w 797417"/>
              <a:gd name="connsiteY1" fmla="*/ 285226 h 1505824"/>
              <a:gd name="connsiteX2" fmla="*/ 13044 w 797417"/>
              <a:gd name="connsiteY2" fmla="*/ 285225 h 1505824"/>
              <a:gd name="connsiteX3" fmla="*/ 0 w 797417"/>
              <a:gd name="connsiteY3" fmla="*/ 1505824 h 15058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97417" h="1505824">
                <a:moveTo>
                  <a:pt x="788566" y="0"/>
                </a:moveTo>
                <a:lnTo>
                  <a:pt x="797417" y="285226"/>
                </a:lnTo>
                <a:lnTo>
                  <a:pt x="13044" y="285225"/>
                </a:lnTo>
                <a:cubicBezTo>
                  <a:pt x="11646" y="679508"/>
                  <a:pt x="1398" y="1111541"/>
                  <a:pt x="0" y="1505824"/>
                </a:cubicBezTo>
              </a:path>
            </a:pathLst>
          </a:custGeom>
          <a:noFill/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88C8EA7D-E926-7809-9E10-679B308C7D15}"/>
              </a:ext>
            </a:extLst>
          </p:cNvPr>
          <p:cNvSpPr/>
          <p:nvPr/>
        </p:nvSpPr>
        <p:spPr>
          <a:xfrm>
            <a:off x="9258387" y="3958949"/>
            <a:ext cx="788566" cy="1505824"/>
          </a:xfrm>
          <a:custGeom>
            <a:avLst/>
            <a:gdLst>
              <a:gd name="connsiteX0" fmla="*/ 788566 w 788566"/>
              <a:gd name="connsiteY0" fmla="*/ 0 h 1505824"/>
              <a:gd name="connsiteX1" fmla="*/ 788566 w 788566"/>
              <a:gd name="connsiteY1" fmla="*/ 322976 h 1505824"/>
              <a:gd name="connsiteX2" fmla="*/ 4195 w 788566"/>
              <a:gd name="connsiteY2" fmla="*/ 322976 h 1505824"/>
              <a:gd name="connsiteX3" fmla="*/ 0 w 788566"/>
              <a:gd name="connsiteY3" fmla="*/ 1505824 h 15058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88566" h="1505824">
                <a:moveTo>
                  <a:pt x="788566" y="0"/>
                </a:moveTo>
                <a:lnTo>
                  <a:pt x="788566" y="322976"/>
                </a:lnTo>
                <a:lnTo>
                  <a:pt x="4195" y="322976"/>
                </a:lnTo>
                <a:cubicBezTo>
                  <a:pt x="2797" y="717259"/>
                  <a:pt x="1398" y="1111541"/>
                  <a:pt x="0" y="1505824"/>
                </a:cubicBezTo>
              </a:path>
            </a:pathLst>
          </a:custGeom>
          <a:noFill/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C8DBDC3F-19B0-EF3C-31DF-89AF0E1C3C5E}"/>
              </a:ext>
            </a:extLst>
          </p:cNvPr>
          <p:cNvGrpSpPr/>
          <p:nvPr/>
        </p:nvGrpSpPr>
        <p:grpSpPr>
          <a:xfrm>
            <a:off x="9124170" y="4363941"/>
            <a:ext cx="255090" cy="255090"/>
            <a:chOff x="2766747" y="2052494"/>
            <a:chExt cx="255090" cy="255090"/>
          </a:xfrm>
        </p:grpSpPr>
        <p:sp>
          <p:nvSpPr>
            <p:cNvPr id="18" name="Rectangle: Rounded Corners 17">
              <a:extLst>
                <a:ext uri="{FF2B5EF4-FFF2-40B4-BE49-F238E27FC236}">
                  <a16:creationId xmlns:a16="http://schemas.microsoft.com/office/drawing/2014/main" id="{2A53832A-A18B-1AEB-C9F0-850A5B900958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E9CF1D2B-8CBB-6070-CB2F-361845A37A57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358223BC-8ECA-2DB8-0F7F-AFA925F723F6}"/>
              </a:ext>
            </a:extLst>
          </p:cNvPr>
          <p:cNvGrpSpPr/>
          <p:nvPr/>
        </p:nvGrpSpPr>
        <p:grpSpPr>
          <a:xfrm>
            <a:off x="9444891" y="4363941"/>
            <a:ext cx="255090" cy="255090"/>
            <a:chOff x="2766747" y="2052494"/>
            <a:chExt cx="255090" cy="255090"/>
          </a:xfrm>
        </p:grpSpPr>
        <p:sp>
          <p:nvSpPr>
            <p:cNvPr id="21" name="Rectangle: Rounded Corners 20">
              <a:extLst>
                <a:ext uri="{FF2B5EF4-FFF2-40B4-BE49-F238E27FC236}">
                  <a16:creationId xmlns:a16="http://schemas.microsoft.com/office/drawing/2014/main" id="{41E5D95E-1E27-F7DE-0944-537E304F5F16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753842CC-344A-DB52-CD39-D38802CA98A1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7A3FCC91-988F-982F-E185-5669760A68DD}"/>
              </a:ext>
            </a:extLst>
          </p:cNvPr>
          <p:cNvGrpSpPr/>
          <p:nvPr/>
        </p:nvGrpSpPr>
        <p:grpSpPr>
          <a:xfrm>
            <a:off x="9765612" y="4363941"/>
            <a:ext cx="255090" cy="255090"/>
            <a:chOff x="2766747" y="2052494"/>
            <a:chExt cx="255090" cy="255090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BDBEAF33-CE07-DE9E-E231-68029BEF9B2F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66B3891C-7787-9FEC-5492-E687CCE9DD90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16A8412E-CCD7-0287-DD45-EE7DA0E97EBC}"/>
              </a:ext>
            </a:extLst>
          </p:cNvPr>
          <p:cNvGrpSpPr/>
          <p:nvPr/>
        </p:nvGrpSpPr>
        <p:grpSpPr>
          <a:xfrm>
            <a:off x="10086333" y="4363941"/>
            <a:ext cx="255090" cy="255090"/>
            <a:chOff x="2766747" y="2052494"/>
            <a:chExt cx="255090" cy="255090"/>
          </a:xfrm>
        </p:grpSpPr>
        <p:sp>
          <p:nvSpPr>
            <p:cNvPr id="27" name="Rectangle: Rounded Corners 26">
              <a:extLst>
                <a:ext uri="{FF2B5EF4-FFF2-40B4-BE49-F238E27FC236}">
                  <a16:creationId xmlns:a16="http://schemas.microsoft.com/office/drawing/2014/main" id="{7F0715B4-FB5E-D170-D77A-C0BAAC167AF6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D60026D-53C3-9F07-34C7-374F82D2E72F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20ACA98A-AC11-19F2-AC03-8FD65C8A9D78}"/>
              </a:ext>
            </a:extLst>
          </p:cNvPr>
          <p:cNvGrpSpPr/>
          <p:nvPr/>
        </p:nvGrpSpPr>
        <p:grpSpPr>
          <a:xfrm>
            <a:off x="9124170" y="4684663"/>
            <a:ext cx="255090" cy="255090"/>
            <a:chOff x="2766747" y="2052494"/>
            <a:chExt cx="255090" cy="255090"/>
          </a:xfrm>
        </p:grpSpPr>
        <p:sp>
          <p:nvSpPr>
            <p:cNvPr id="30" name="Rectangle: Rounded Corners 29">
              <a:extLst>
                <a:ext uri="{FF2B5EF4-FFF2-40B4-BE49-F238E27FC236}">
                  <a16:creationId xmlns:a16="http://schemas.microsoft.com/office/drawing/2014/main" id="{1AD4AD4F-FCEB-B165-3E57-FD40EC323719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81A2729D-9B20-532A-4E7F-74698E8DD1F5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8A41C236-DC8C-CEDF-1B1F-24787A25882F}"/>
              </a:ext>
            </a:extLst>
          </p:cNvPr>
          <p:cNvGrpSpPr/>
          <p:nvPr/>
        </p:nvGrpSpPr>
        <p:grpSpPr>
          <a:xfrm>
            <a:off x="9444891" y="4684663"/>
            <a:ext cx="255090" cy="255090"/>
            <a:chOff x="2766747" y="2052494"/>
            <a:chExt cx="255090" cy="255090"/>
          </a:xfrm>
        </p:grpSpPr>
        <p:sp>
          <p:nvSpPr>
            <p:cNvPr id="33" name="Rectangle: Rounded Corners 32">
              <a:extLst>
                <a:ext uri="{FF2B5EF4-FFF2-40B4-BE49-F238E27FC236}">
                  <a16:creationId xmlns:a16="http://schemas.microsoft.com/office/drawing/2014/main" id="{9F339D7E-FD75-8949-0887-667579780AFD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34" name="Oval 33">
              <a:extLst>
                <a:ext uri="{FF2B5EF4-FFF2-40B4-BE49-F238E27FC236}">
                  <a16:creationId xmlns:a16="http://schemas.microsoft.com/office/drawing/2014/main" id="{3B14BF69-4CE2-D524-EDD0-52488F31F1AE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7E17F8CE-56C8-8D63-8D33-4207BDAF195F}"/>
              </a:ext>
            </a:extLst>
          </p:cNvPr>
          <p:cNvGrpSpPr/>
          <p:nvPr/>
        </p:nvGrpSpPr>
        <p:grpSpPr>
          <a:xfrm>
            <a:off x="9765612" y="4684663"/>
            <a:ext cx="255090" cy="255090"/>
            <a:chOff x="2766747" y="2052494"/>
            <a:chExt cx="255090" cy="255090"/>
          </a:xfrm>
        </p:grpSpPr>
        <p:sp>
          <p:nvSpPr>
            <p:cNvPr id="36" name="Rectangle: Rounded Corners 35">
              <a:extLst>
                <a:ext uri="{FF2B5EF4-FFF2-40B4-BE49-F238E27FC236}">
                  <a16:creationId xmlns:a16="http://schemas.microsoft.com/office/drawing/2014/main" id="{055F3456-67B5-2241-BF04-8DD58A6CAC0E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C21BADFD-F596-57A6-6AF7-2E01E21C8EC2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F499AF69-B350-400C-58BF-487FFBA83A64}"/>
              </a:ext>
            </a:extLst>
          </p:cNvPr>
          <p:cNvGrpSpPr/>
          <p:nvPr/>
        </p:nvGrpSpPr>
        <p:grpSpPr>
          <a:xfrm>
            <a:off x="10086333" y="4684663"/>
            <a:ext cx="255090" cy="255090"/>
            <a:chOff x="2766747" y="2052494"/>
            <a:chExt cx="255090" cy="255090"/>
          </a:xfrm>
        </p:grpSpPr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74D7044B-E8CC-0B00-B2C2-AB197A7D3219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0" name="Oval 39">
              <a:extLst>
                <a:ext uri="{FF2B5EF4-FFF2-40B4-BE49-F238E27FC236}">
                  <a16:creationId xmlns:a16="http://schemas.microsoft.com/office/drawing/2014/main" id="{49FAB7F8-25F9-B021-54F2-2484C88DCBD5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E82F48EB-BF35-7338-A888-5E977D3572F8}"/>
              </a:ext>
            </a:extLst>
          </p:cNvPr>
          <p:cNvGrpSpPr/>
          <p:nvPr/>
        </p:nvGrpSpPr>
        <p:grpSpPr>
          <a:xfrm>
            <a:off x="9124170" y="5005385"/>
            <a:ext cx="255090" cy="255090"/>
            <a:chOff x="2766747" y="2052494"/>
            <a:chExt cx="255090" cy="255090"/>
          </a:xfrm>
        </p:grpSpPr>
        <p:sp>
          <p:nvSpPr>
            <p:cNvPr id="42" name="Rectangle: Rounded Corners 41">
              <a:extLst>
                <a:ext uri="{FF2B5EF4-FFF2-40B4-BE49-F238E27FC236}">
                  <a16:creationId xmlns:a16="http://schemas.microsoft.com/office/drawing/2014/main" id="{52FF30BF-5472-3C56-C985-C9E46726D36C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3" name="Oval 42">
              <a:extLst>
                <a:ext uri="{FF2B5EF4-FFF2-40B4-BE49-F238E27FC236}">
                  <a16:creationId xmlns:a16="http://schemas.microsoft.com/office/drawing/2014/main" id="{3C7548E7-A105-9E4B-AAC6-3F4F39DA1AE9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8A73DA2C-C1F8-3219-160A-003648746482}"/>
              </a:ext>
            </a:extLst>
          </p:cNvPr>
          <p:cNvGrpSpPr/>
          <p:nvPr/>
        </p:nvGrpSpPr>
        <p:grpSpPr>
          <a:xfrm>
            <a:off x="9444891" y="5005385"/>
            <a:ext cx="255090" cy="255090"/>
            <a:chOff x="2766747" y="2052494"/>
            <a:chExt cx="255090" cy="255090"/>
          </a:xfrm>
        </p:grpSpPr>
        <p:sp>
          <p:nvSpPr>
            <p:cNvPr id="45" name="Rectangle: Rounded Corners 44">
              <a:extLst>
                <a:ext uri="{FF2B5EF4-FFF2-40B4-BE49-F238E27FC236}">
                  <a16:creationId xmlns:a16="http://schemas.microsoft.com/office/drawing/2014/main" id="{3C91305A-C78A-8CE2-71EE-D132023E7813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6" name="Oval 45">
              <a:extLst>
                <a:ext uri="{FF2B5EF4-FFF2-40B4-BE49-F238E27FC236}">
                  <a16:creationId xmlns:a16="http://schemas.microsoft.com/office/drawing/2014/main" id="{4AE3426B-4ABD-4F73-76DE-A293252845B1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EDEC2A57-DB4C-9D03-9AB4-7142865565C4}"/>
              </a:ext>
            </a:extLst>
          </p:cNvPr>
          <p:cNvGrpSpPr/>
          <p:nvPr/>
        </p:nvGrpSpPr>
        <p:grpSpPr>
          <a:xfrm>
            <a:off x="9765612" y="5005385"/>
            <a:ext cx="255090" cy="255090"/>
            <a:chOff x="2766747" y="2052494"/>
            <a:chExt cx="255090" cy="255090"/>
          </a:xfrm>
        </p:grpSpPr>
        <p:sp>
          <p:nvSpPr>
            <p:cNvPr id="48" name="Rectangle: Rounded Corners 47">
              <a:extLst>
                <a:ext uri="{FF2B5EF4-FFF2-40B4-BE49-F238E27FC236}">
                  <a16:creationId xmlns:a16="http://schemas.microsoft.com/office/drawing/2014/main" id="{030447E2-4AB7-C8AF-4C06-7B4A5421CD67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2ABE2388-F49A-96AD-3900-F8DB613F220F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F14CD4BC-631E-C023-F6DA-81F76339AC04}"/>
              </a:ext>
            </a:extLst>
          </p:cNvPr>
          <p:cNvGrpSpPr/>
          <p:nvPr/>
        </p:nvGrpSpPr>
        <p:grpSpPr>
          <a:xfrm>
            <a:off x="10086333" y="5005385"/>
            <a:ext cx="255090" cy="255090"/>
            <a:chOff x="2766747" y="2052494"/>
            <a:chExt cx="255090" cy="255090"/>
          </a:xfrm>
        </p:grpSpPr>
        <p:sp>
          <p:nvSpPr>
            <p:cNvPr id="51" name="Rectangle: Rounded Corners 50">
              <a:extLst>
                <a:ext uri="{FF2B5EF4-FFF2-40B4-BE49-F238E27FC236}">
                  <a16:creationId xmlns:a16="http://schemas.microsoft.com/office/drawing/2014/main" id="{63C5754F-9E37-EDEC-09A0-11BC10C0F9D2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52223674-1C00-22C6-36A0-7098417FA5BE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7E306688-B743-19A0-5D44-8A5CDD96730E}"/>
              </a:ext>
            </a:extLst>
          </p:cNvPr>
          <p:cNvGrpSpPr/>
          <p:nvPr/>
        </p:nvGrpSpPr>
        <p:grpSpPr>
          <a:xfrm>
            <a:off x="9124170" y="5326107"/>
            <a:ext cx="255090" cy="255090"/>
            <a:chOff x="2766747" y="2052494"/>
            <a:chExt cx="255090" cy="255090"/>
          </a:xfrm>
        </p:grpSpPr>
        <p:sp>
          <p:nvSpPr>
            <p:cNvPr id="54" name="Rectangle: Rounded Corners 53">
              <a:extLst>
                <a:ext uri="{FF2B5EF4-FFF2-40B4-BE49-F238E27FC236}">
                  <a16:creationId xmlns:a16="http://schemas.microsoft.com/office/drawing/2014/main" id="{FF7BD1FB-403D-8D9E-8EA2-794D356FCBE0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5" name="Oval 54">
              <a:extLst>
                <a:ext uri="{FF2B5EF4-FFF2-40B4-BE49-F238E27FC236}">
                  <a16:creationId xmlns:a16="http://schemas.microsoft.com/office/drawing/2014/main" id="{3F871B69-AC71-8BFF-B618-584917873425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596502B1-F5F3-A9FC-4E5B-9619943BEE33}"/>
              </a:ext>
            </a:extLst>
          </p:cNvPr>
          <p:cNvGrpSpPr/>
          <p:nvPr/>
        </p:nvGrpSpPr>
        <p:grpSpPr>
          <a:xfrm>
            <a:off x="9444891" y="5326107"/>
            <a:ext cx="255090" cy="255090"/>
            <a:chOff x="2766747" y="2052494"/>
            <a:chExt cx="255090" cy="255090"/>
          </a:xfrm>
        </p:grpSpPr>
        <p:sp>
          <p:nvSpPr>
            <p:cNvPr id="57" name="Rectangle: Rounded Corners 56">
              <a:extLst>
                <a:ext uri="{FF2B5EF4-FFF2-40B4-BE49-F238E27FC236}">
                  <a16:creationId xmlns:a16="http://schemas.microsoft.com/office/drawing/2014/main" id="{BD3CCD6E-8249-9A0B-3680-1AC1E5DFC3BE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8" name="Oval 57">
              <a:extLst>
                <a:ext uri="{FF2B5EF4-FFF2-40B4-BE49-F238E27FC236}">
                  <a16:creationId xmlns:a16="http://schemas.microsoft.com/office/drawing/2014/main" id="{63A62DB3-0E44-857F-6D96-F561014BB396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39A0232E-1F82-286E-87ED-8C0180FCF362}"/>
              </a:ext>
            </a:extLst>
          </p:cNvPr>
          <p:cNvGrpSpPr/>
          <p:nvPr/>
        </p:nvGrpSpPr>
        <p:grpSpPr>
          <a:xfrm>
            <a:off x="9765612" y="5326107"/>
            <a:ext cx="255090" cy="255090"/>
            <a:chOff x="2766747" y="2052494"/>
            <a:chExt cx="255090" cy="255090"/>
          </a:xfrm>
        </p:grpSpPr>
        <p:sp>
          <p:nvSpPr>
            <p:cNvPr id="60" name="Rectangle: Rounded Corners 59">
              <a:extLst>
                <a:ext uri="{FF2B5EF4-FFF2-40B4-BE49-F238E27FC236}">
                  <a16:creationId xmlns:a16="http://schemas.microsoft.com/office/drawing/2014/main" id="{38A55394-7703-5438-234F-90E739159338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1" name="Oval 60">
              <a:extLst>
                <a:ext uri="{FF2B5EF4-FFF2-40B4-BE49-F238E27FC236}">
                  <a16:creationId xmlns:a16="http://schemas.microsoft.com/office/drawing/2014/main" id="{5B5D68BF-FE69-6BC5-F1AD-0DE15B2008F9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06615DD2-687D-F6D7-EDF0-B4F6E5F1FBA5}"/>
              </a:ext>
            </a:extLst>
          </p:cNvPr>
          <p:cNvGrpSpPr/>
          <p:nvPr/>
        </p:nvGrpSpPr>
        <p:grpSpPr>
          <a:xfrm>
            <a:off x="10086333" y="5326107"/>
            <a:ext cx="255090" cy="255090"/>
            <a:chOff x="2766747" y="2052494"/>
            <a:chExt cx="255090" cy="255090"/>
          </a:xfrm>
        </p:grpSpPr>
        <p:sp>
          <p:nvSpPr>
            <p:cNvPr id="63" name="Rectangle: Rounded Corners 62">
              <a:extLst>
                <a:ext uri="{FF2B5EF4-FFF2-40B4-BE49-F238E27FC236}">
                  <a16:creationId xmlns:a16="http://schemas.microsoft.com/office/drawing/2014/main" id="{61AB7C2A-6A0B-F6AD-40D1-CE13097C7019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4" name="Oval 63">
              <a:extLst>
                <a:ext uri="{FF2B5EF4-FFF2-40B4-BE49-F238E27FC236}">
                  <a16:creationId xmlns:a16="http://schemas.microsoft.com/office/drawing/2014/main" id="{84F30768-0306-CF83-F5DC-B29BD2B50E06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62A39626-87DB-8983-4615-2A1D2F62D564}"/>
              </a:ext>
            </a:extLst>
          </p:cNvPr>
          <p:cNvGrpSpPr/>
          <p:nvPr/>
        </p:nvGrpSpPr>
        <p:grpSpPr>
          <a:xfrm>
            <a:off x="9317030" y="3891836"/>
            <a:ext cx="815362" cy="138419"/>
            <a:chOff x="5146646" y="1950440"/>
            <a:chExt cx="815362" cy="138419"/>
          </a:xfrm>
        </p:grpSpPr>
        <p:sp>
          <p:nvSpPr>
            <p:cNvPr id="66" name="Rectangle: Rounded Corners 65">
              <a:extLst>
                <a:ext uri="{FF2B5EF4-FFF2-40B4-BE49-F238E27FC236}">
                  <a16:creationId xmlns:a16="http://schemas.microsoft.com/office/drawing/2014/main" id="{9CFAB514-CF42-9634-90FE-E473977BDC68}"/>
                </a:ext>
              </a:extLst>
            </p:cNvPr>
            <p:cNvSpPr/>
            <p:nvPr/>
          </p:nvSpPr>
          <p:spPr>
            <a:xfrm>
              <a:off x="5146646" y="1950440"/>
              <a:ext cx="815362" cy="138419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EB136769-954B-93C1-3F58-16C4053E7607}"/>
                </a:ext>
              </a:extLst>
            </p:cNvPr>
            <p:cNvSpPr/>
            <p:nvPr/>
          </p:nvSpPr>
          <p:spPr>
            <a:xfrm rot="16200000">
              <a:off x="5201236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8" name="Rectangle 67">
              <a:extLst>
                <a:ext uri="{FF2B5EF4-FFF2-40B4-BE49-F238E27FC236}">
                  <a16:creationId xmlns:a16="http://schemas.microsoft.com/office/drawing/2014/main" id="{561B500A-3F3E-B6EF-9AED-B94DC82A39E9}"/>
                </a:ext>
              </a:extLst>
            </p:cNvPr>
            <p:cNvSpPr/>
            <p:nvPr/>
          </p:nvSpPr>
          <p:spPr>
            <a:xfrm rot="16200000">
              <a:off x="5294405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59F3772F-1541-AEDD-EF3C-6224CD49BA67}"/>
                </a:ext>
              </a:extLst>
            </p:cNvPr>
            <p:cNvSpPr/>
            <p:nvPr/>
          </p:nvSpPr>
          <p:spPr>
            <a:xfrm rot="16200000">
              <a:off x="5387574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A086412D-7815-4708-54C7-5A93D2708789}"/>
                </a:ext>
              </a:extLst>
            </p:cNvPr>
            <p:cNvSpPr/>
            <p:nvPr/>
          </p:nvSpPr>
          <p:spPr>
            <a:xfrm rot="16200000">
              <a:off x="5480743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BE32ACF5-375D-389A-7278-9511CC200E78}"/>
                </a:ext>
              </a:extLst>
            </p:cNvPr>
            <p:cNvSpPr/>
            <p:nvPr/>
          </p:nvSpPr>
          <p:spPr>
            <a:xfrm rot="16200000">
              <a:off x="5573912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5F95CCC7-6DD8-D36E-F0C4-E2EAB7DF5FAD}"/>
                </a:ext>
              </a:extLst>
            </p:cNvPr>
            <p:cNvSpPr/>
            <p:nvPr/>
          </p:nvSpPr>
          <p:spPr>
            <a:xfrm rot="16200000">
              <a:off x="5667081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16A4B797-5C49-A920-E11D-DC0EE7CBBC7A}"/>
                </a:ext>
              </a:extLst>
            </p:cNvPr>
            <p:cNvSpPr/>
            <p:nvPr/>
          </p:nvSpPr>
          <p:spPr>
            <a:xfrm rot="16200000">
              <a:off x="5760250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4" name="Rectangle 73">
              <a:extLst>
                <a:ext uri="{FF2B5EF4-FFF2-40B4-BE49-F238E27FC236}">
                  <a16:creationId xmlns:a16="http://schemas.microsoft.com/office/drawing/2014/main" id="{B444A8A4-D070-F5D5-DA0D-CEF7325BF795}"/>
                </a:ext>
              </a:extLst>
            </p:cNvPr>
            <p:cNvSpPr/>
            <p:nvPr/>
          </p:nvSpPr>
          <p:spPr>
            <a:xfrm rot="16200000">
              <a:off x="5853419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sp>
        <p:nvSpPr>
          <p:cNvPr id="75" name="TextBox 74">
            <a:extLst>
              <a:ext uri="{FF2B5EF4-FFF2-40B4-BE49-F238E27FC236}">
                <a16:creationId xmlns:a16="http://schemas.microsoft.com/office/drawing/2014/main" id="{921A61C1-C64D-BE35-8216-D463CA2354E8}"/>
              </a:ext>
            </a:extLst>
          </p:cNvPr>
          <p:cNvSpPr txBox="1"/>
          <p:nvPr/>
        </p:nvSpPr>
        <p:spPr>
          <a:xfrm>
            <a:off x="9069930" y="3729000"/>
            <a:ext cx="1128835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700">
                <a:solidFill>
                  <a:schemeClr val="bg1"/>
                </a:solidFill>
                <a:latin typeface="Consolas" panose="020B0609020204030204" pitchFamily="49" charset="0"/>
              </a:rPr>
              <a:t>pin 7 6 5 4 3 2 1 0</a:t>
            </a:r>
            <a:endParaRPr lang="LID4096" sz="70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8E40AE05-3D2E-683B-5018-55133EF9D9C7}"/>
              </a:ext>
            </a:extLst>
          </p:cNvPr>
          <p:cNvSpPr txBox="1"/>
          <p:nvPr/>
        </p:nvSpPr>
        <p:spPr>
          <a:xfrm>
            <a:off x="9055467" y="4496249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0</a:t>
            </a:r>
            <a:endParaRPr lang="LID4096" sz="500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9533A75B-6663-E97C-60B3-71B1021D2E5B}"/>
              </a:ext>
            </a:extLst>
          </p:cNvPr>
          <p:cNvSpPr txBox="1"/>
          <p:nvPr/>
        </p:nvSpPr>
        <p:spPr>
          <a:xfrm>
            <a:off x="9377524" y="4497315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</a:t>
            </a:r>
            <a:endParaRPr lang="LID4096" sz="500"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D9CB915C-C00F-543B-9092-4939DEFE8DAE}"/>
              </a:ext>
            </a:extLst>
          </p:cNvPr>
          <p:cNvSpPr txBox="1"/>
          <p:nvPr/>
        </p:nvSpPr>
        <p:spPr>
          <a:xfrm>
            <a:off x="9699581" y="4498381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2</a:t>
            </a:r>
            <a:endParaRPr lang="LID4096" sz="500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187BF3D9-F339-A12A-4B5F-63F280135C17}"/>
              </a:ext>
            </a:extLst>
          </p:cNvPr>
          <p:cNvSpPr txBox="1"/>
          <p:nvPr/>
        </p:nvSpPr>
        <p:spPr>
          <a:xfrm>
            <a:off x="10021638" y="4499447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3</a:t>
            </a:r>
            <a:endParaRPr lang="LID4096" sz="500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12DDDC5A-E386-6D09-FD39-FD8D35F896E7}"/>
              </a:ext>
            </a:extLst>
          </p:cNvPr>
          <p:cNvSpPr txBox="1"/>
          <p:nvPr/>
        </p:nvSpPr>
        <p:spPr>
          <a:xfrm>
            <a:off x="9055467" y="4798723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4</a:t>
            </a:r>
            <a:endParaRPr lang="LID4096" sz="500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7EA34667-1343-9C41-C91A-B51E1FF3D54E}"/>
              </a:ext>
            </a:extLst>
          </p:cNvPr>
          <p:cNvSpPr txBox="1"/>
          <p:nvPr/>
        </p:nvSpPr>
        <p:spPr>
          <a:xfrm>
            <a:off x="9377524" y="4799789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5</a:t>
            </a:r>
            <a:endParaRPr lang="LID4096" sz="500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18E4D177-BE45-6217-1DE3-95CAEBFF09FC}"/>
              </a:ext>
            </a:extLst>
          </p:cNvPr>
          <p:cNvSpPr txBox="1"/>
          <p:nvPr/>
        </p:nvSpPr>
        <p:spPr>
          <a:xfrm>
            <a:off x="9699581" y="4800855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6</a:t>
            </a:r>
            <a:endParaRPr lang="LID4096" sz="500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ED4844CB-F45B-E079-1A95-66EC5839C036}"/>
              </a:ext>
            </a:extLst>
          </p:cNvPr>
          <p:cNvSpPr txBox="1"/>
          <p:nvPr/>
        </p:nvSpPr>
        <p:spPr>
          <a:xfrm>
            <a:off x="10021638" y="4801921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7</a:t>
            </a:r>
            <a:endParaRPr lang="LID4096" sz="500"/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9AA45245-602F-FEAC-5FCF-E5A768B8BDA7}"/>
              </a:ext>
            </a:extLst>
          </p:cNvPr>
          <p:cNvSpPr txBox="1"/>
          <p:nvPr/>
        </p:nvSpPr>
        <p:spPr>
          <a:xfrm>
            <a:off x="9054531" y="5124319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8</a:t>
            </a:r>
            <a:endParaRPr lang="LID4096" sz="500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BC6220F3-910E-DD0B-D64D-05393DE5BF21}"/>
              </a:ext>
            </a:extLst>
          </p:cNvPr>
          <p:cNvSpPr txBox="1"/>
          <p:nvPr/>
        </p:nvSpPr>
        <p:spPr>
          <a:xfrm>
            <a:off x="9376588" y="5125385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9</a:t>
            </a:r>
            <a:endParaRPr lang="LID4096" sz="500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8BE19D3A-DD02-2060-7177-784541499AC7}"/>
              </a:ext>
            </a:extLst>
          </p:cNvPr>
          <p:cNvSpPr txBox="1"/>
          <p:nvPr/>
        </p:nvSpPr>
        <p:spPr>
          <a:xfrm>
            <a:off x="9698645" y="5126451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10</a:t>
            </a:r>
            <a:endParaRPr lang="LID4096" sz="500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1DE7069E-1E8C-A683-8C59-56D0089E02BD}"/>
              </a:ext>
            </a:extLst>
          </p:cNvPr>
          <p:cNvSpPr txBox="1"/>
          <p:nvPr/>
        </p:nvSpPr>
        <p:spPr>
          <a:xfrm>
            <a:off x="10020702" y="5127517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11</a:t>
            </a:r>
            <a:endParaRPr lang="LID4096" sz="500"/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8661FBA2-8CD3-37CE-D068-3D2349646EB3}"/>
              </a:ext>
            </a:extLst>
          </p:cNvPr>
          <p:cNvSpPr txBox="1"/>
          <p:nvPr/>
        </p:nvSpPr>
        <p:spPr>
          <a:xfrm>
            <a:off x="9053595" y="5449915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12</a:t>
            </a:r>
            <a:endParaRPr lang="LID4096" sz="500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2DA9E84E-46C4-E856-BF43-EE9F9792574C}"/>
              </a:ext>
            </a:extLst>
          </p:cNvPr>
          <p:cNvSpPr txBox="1"/>
          <p:nvPr/>
        </p:nvSpPr>
        <p:spPr>
          <a:xfrm>
            <a:off x="9375652" y="5450981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13</a:t>
            </a:r>
            <a:endParaRPr lang="LID4096" sz="500"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ACE2CF81-6678-47D3-55DE-7778BC0E3C85}"/>
              </a:ext>
            </a:extLst>
          </p:cNvPr>
          <p:cNvSpPr txBox="1"/>
          <p:nvPr/>
        </p:nvSpPr>
        <p:spPr>
          <a:xfrm>
            <a:off x="9697709" y="5452047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14</a:t>
            </a:r>
            <a:endParaRPr lang="LID4096" sz="500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97D86FBB-6BE1-B15E-B016-2CE4C740A80D}"/>
              </a:ext>
            </a:extLst>
          </p:cNvPr>
          <p:cNvSpPr txBox="1"/>
          <p:nvPr/>
        </p:nvSpPr>
        <p:spPr>
          <a:xfrm>
            <a:off x="10019766" y="5453113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15</a:t>
            </a:r>
            <a:endParaRPr lang="LID4096" sz="500"/>
          </a:p>
        </p:txBody>
      </p:sp>
      <p:pic>
        <p:nvPicPr>
          <p:cNvPr id="93" name="Picture 92">
            <a:extLst>
              <a:ext uri="{FF2B5EF4-FFF2-40B4-BE49-F238E27FC236}">
                <a16:creationId xmlns:a16="http://schemas.microsoft.com/office/drawing/2014/main" id="{7AB7B2E1-BB57-C53F-7555-5F0047F457D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6200000">
            <a:off x="4790492" y="3817567"/>
            <a:ext cx="3095687" cy="1602927"/>
          </a:xfrm>
          <a:prstGeom prst="rect">
            <a:avLst/>
          </a:prstGeom>
        </p:spPr>
      </p:pic>
      <p:sp>
        <p:nvSpPr>
          <p:cNvPr id="94" name="Rectangle 93">
            <a:extLst>
              <a:ext uri="{FF2B5EF4-FFF2-40B4-BE49-F238E27FC236}">
                <a16:creationId xmlns:a16="http://schemas.microsoft.com/office/drawing/2014/main" id="{CDFBA796-CD2F-3626-5DBB-EDE6E120233E}"/>
              </a:ext>
            </a:extLst>
          </p:cNvPr>
          <p:cNvSpPr/>
          <p:nvPr/>
        </p:nvSpPr>
        <p:spPr>
          <a:xfrm rot="16200000">
            <a:off x="5547725" y="4112390"/>
            <a:ext cx="1955188" cy="810715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5" name="Freeform: Shape 94">
            <a:extLst>
              <a:ext uri="{FF2B5EF4-FFF2-40B4-BE49-F238E27FC236}">
                <a16:creationId xmlns:a16="http://schemas.microsoft.com/office/drawing/2014/main" id="{8E31F122-C00D-8FF7-4644-7E78BC87D694}"/>
              </a:ext>
            </a:extLst>
          </p:cNvPr>
          <p:cNvSpPr/>
          <p:nvPr/>
        </p:nvSpPr>
        <p:spPr>
          <a:xfrm rot="16200000">
            <a:off x="5014315" y="4418631"/>
            <a:ext cx="2189810" cy="149806"/>
          </a:xfrm>
          <a:custGeom>
            <a:avLst/>
            <a:gdLst>
              <a:gd name="connsiteX0" fmla="*/ 3406140 w 3825240"/>
              <a:gd name="connsiteY0" fmla="*/ 0 h 259080"/>
              <a:gd name="connsiteX1" fmla="*/ 0 w 3825240"/>
              <a:gd name="connsiteY1" fmla="*/ 68580 h 259080"/>
              <a:gd name="connsiteX2" fmla="*/ 228600 w 3825240"/>
              <a:gd name="connsiteY2" fmla="*/ 259080 h 259080"/>
              <a:gd name="connsiteX3" fmla="*/ 3825240 w 3825240"/>
              <a:gd name="connsiteY3" fmla="*/ 167640 h 259080"/>
              <a:gd name="connsiteX4" fmla="*/ 3406140 w 3825240"/>
              <a:gd name="connsiteY4" fmla="*/ 0 h 259080"/>
              <a:gd name="connsiteX0" fmla="*/ 3406140 w 3787140"/>
              <a:gd name="connsiteY0" fmla="*/ 0 h 259080"/>
              <a:gd name="connsiteX1" fmla="*/ 0 w 3787140"/>
              <a:gd name="connsiteY1" fmla="*/ 68580 h 259080"/>
              <a:gd name="connsiteX2" fmla="*/ 228600 w 3787140"/>
              <a:gd name="connsiteY2" fmla="*/ 259080 h 259080"/>
              <a:gd name="connsiteX3" fmla="*/ 3787140 w 3787140"/>
              <a:gd name="connsiteY3" fmla="*/ 153353 h 259080"/>
              <a:gd name="connsiteX4" fmla="*/ 3406140 w 3787140"/>
              <a:gd name="connsiteY4" fmla="*/ 0 h 259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787140" h="259080">
                <a:moveTo>
                  <a:pt x="3406140" y="0"/>
                </a:moveTo>
                <a:lnTo>
                  <a:pt x="0" y="68580"/>
                </a:lnTo>
                <a:lnTo>
                  <a:pt x="228600" y="259080"/>
                </a:lnTo>
                <a:lnTo>
                  <a:pt x="3787140" y="153353"/>
                </a:lnTo>
                <a:lnTo>
                  <a:pt x="3406140" y="0"/>
                </a:lnTo>
                <a:close/>
              </a:path>
            </a:pathLst>
          </a:custGeom>
          <a:solidFill>
            <a:schemeClr val="bg2">
              <a:lumMod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6" name="Freeform: Shape 95">
            <a:extLst>
              <a:ext uri="{FF2B5EF4-FFF2-40B4-BE49-F238E27FC236}">
                <a16:creationId xmlns:a16="http://schemas.microsoft.com/office/drawing/2014/main" id="{B4C09A38-5435-ECD2-BA2F-BEC8E23B3C67}"/>
              </a:ext>
            </a:extLst>
          </p:cNvPr>
          <p:cNvSpPr/>
          <p:nvPr/>
        </p:nvSpPr>
        <p:spPr>
          <a:xfrm rot="16200000">
            <a:off x="6514578" y="5020058"/>
            <a:ext cx="118964" cy="991363"/>
          </a:xfrm>
          <a:custGeom>
            <a:avLst/>
            <a:gdLst>
              <a:gd name="connsiteX0" fmla="*/ 0 w 205740"/>
              <a:gd name="connsiteY0" fmla="*/ 0 h 1714500"/>
              <a:gd name="connsiteX1" fmla="*/ 30480 w 205740"/>
              <a:gd name="connsiteY1" fmla="*/ 1539240 h 1714500"/>
              <a:gd name="connsiteX2" fmla="*/ 205740 w 205740"/>
              <a:gd name="connsiteY2" fmla="*/ 1714500 h 1714500"/>
              <a:gd name="connsiteX3" fmla="*/ 198120 w 205740"/>
              <a:gd name="connsiteY3" fmla="*/ 167640 h 1714500"/>
              <a:gd name="connsiteX4" fmla="*/ 0 w 205740"/>
              <a:gd name="connsiteY4" fmla="*/ 0 h 1714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5740" h="1714500">
                <a:moveTo>
                  <a:pt x="0" y="0"/>
                </a:moveTo>
                <a:lnTo>
                  <a:pt x="30480" y="1539240"/>
                </a:lnTo>
                <a:lnTo>
                  <a:pt x="205740" y="1714500"/>
                </a:lnTo>
                <a:lnTo>
                  <a:pt x="198120" y="167640"/>
                </a:lnTo>
                <a:lnTo>
                  <a:pt x="0" y="0"/>
                </a:ln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7" name="Freeform: Shape 96">
            <a:extLst>
              <a:ext uri="{FF2B5EF4-FFF2-40B4-BE49-F238E27FC236}">
                <a16:creationId xmlns:a16="http://schemas.microsoft.com/office/drawing/2014/main" id="{D589E458-B7EB-46A4-04FF-3C555627CE09}"/>
              </a:ext>
            </a:extLst>
          </p:cNvPr>
          <p:cNvSpPr/>
          <p:nvPr/>
        </p:nvSpPr>
        <p:spPr>
          <a:xfrm rot="16200000">
            <a:off x="5560667" y="3942777"/>
            <a:ext cx="2079659" cy="956115"/>
          </a:xfrm>
          <a:custGeom>
            <a:avLst/>
            <a:gdLst>
              <a:gd name="connsiteX0" fmla="*/ 0 w 3680460"/>
              <a:gd name="connsiteY0" fmla="*/ 1653540 h 1653540"/>
              <a:gd name="connsiteX1" fmla="*/ 1463040 w 3680460"/>
              <a:gd name="connsiteY1" fmla="*/ 1592580 h 1653540"/>
              <a:gd name="connsiteX2" fmla="*/ 1463040 w 3680460"/>
              <a:gd name="connsiteY2" fmla="*/ 1417320 h 1653540"/>
              <a:gd name="connsiteX3" fmla="*/ 182880 w 3680460"/>
              <a:gd name="connsiteY3" fmla="*/ 1478280 h 1653540"/>
              <a:gd name="connsiteX4" fmla="*/ 160020 w 3680460"/>
              <a:gd name="connsiteY4" fmla="*/ 266700 h 1653540"/>
              <a:gd name="connsiteX5" fmla="*/ 3474720 w 3680460"/>
              <a:gd name="connsiteY5" fmla="*/ 160020 h 1653540"/>
              <a:gd name="connsiteX6" fmla="*/ 3467100 w 3680460"/>
              <a:gd name="connsiteY6" fmla="*/ 1424940 h 1653540"/>
              <a:gd name="connsiteX7" fmla="*/ 2278380 w 3680460"/>
              <a:gd name="connsiteY7" fmla="*/ 1432560 h 1653540"/>
              <a:gd name="connsiteX8" fmla="*/ 2263140 w 3680460"/>
              <a:gd name="connsiteY8" fmla="*/ 1584960 h 1653540"/>
              <a:gd name="connsiteX9" fmla="*/ 3680460 w 3680460"/>
              <a:gd name="connsiteY9" fmla="*/ 1546860 h 1653540"/>
              <a:gd name="connsiteX10" fmla="*/ 3589020 w 3680460"/>
              <a:gd name="connsiteY10" fmla="*/ 0 h 1653540"/>
              <a:gd name="connsiteX11" fmla="*/ 0 w 3680460"/>
              <a:gd name="connsiteY11" fmla="*/ 91440 h 1653540"/>
              <a:gd name="connsiteX12" fmla="*/ 0 w 3680460"/>
              <a:gd name="connsiteY12" fmla="*/ 1653540 h 1653540"/>
              <a:gd name="connsiteX0" fmla="*/ 0 w 3649980"/>
              <a:gd name="connsiteY0" fmla="*/ 1653540 h 1653540"/>
              <a:gd name="connsiteX1" fmla="*/ 1463040 w 3649980"/>
              <a:gd name="connsiteY1" fmla="*/ 1592580 h 1653540"/>
              <a:gd name="connsiteX2" fmla="*/ 1463040 w 3649980"/>
              <a:gd name="connsiteY2" fmla="*/ 1417320 h 1653540"/>
              <a:gd name="connsiteX3" fmla="*/ 182880 w 3649980"/>
              <a:gd name="connsiteY3" fmla="*/ 1478280 h 1653540"/>
              <a:gd name="connsiteX4" fmla="*/ 160020 w 3649980"/>
              <a:gd name="connsiteY4" fmla="*/ 266700 h 1653540"/>
              <a:gd name="connsiteX5" fmla="*/ 3474720 w 3649980"/>
              <a:gd name="connsiteY5" fmla="*/ 160020 h 1653540"/>
              <a:gd name="connsiteX6" fmla="*/ 3467100 w 3649980"/>
              <a:gd name="connsiteY6" fmla="*/ 1424940 h 1653540"/>
              <a:gd name="connsiteX7" fmla="*/ 2278380 w 3649980"/>
              <a:gd name="connsiteY7" fmla="*/ 1432560 h 1653540"/>
              <a:gd name="connsiteX8" fmla="*/ 2263140 w 3649980"/>
              <a:gd name="connsiteY8" fmla="*/ 1584960 h 1653540"/>
              <a:gd name="connsiteX9" fmla="*/ 3649980 w 3649980"/>
              <a:gd name="connsiteY9" fmla="*/ 1554480 h 1653540"/>
              <a:gd name="connsiteX10" fmla="*/ 3589020 w 3649980"/>
              <a:gd name="connsiteY10" fmla="*/ 0 h 1653540"/>
              <a:gd name="connsiteX11" fmla="*/ 0 w 3649980"/>
              <a:gd name="connsiteY11" fmla="*/ 91440 h 1653540"/>
              <a:gd name="connsiteX12" fmla="*/ 0 w 3649980"/>
              <a:gd name="connsiteY12" fmla="*/ 1653540 h 1653540"/>
              <a:gd name="connsiteX0" fmla="*/ 0 w 3596640"/>
              <a:gd name="connsiteY0" fmla="*/ 1653540 h 1653540"/>
              <a:gd name="connsiteX1" fmla="*/ 1463040 w 3596640"/>
              <a:gd name="connsiteY1" fmla="*/ 1592580 h 1653540"/>
              <a:gd name="connsiteX2" fmla="*/ 1463040 w 3596640"/>
              <a:gd name="connsiteY2" fmla="*/ 1417320 h 1653540"/>
              <a:gd name="connsiteX3" fmla="*/ 182880 w 3596640"/>
              <a:gd name="connsiteY3" fmla="*/ 1478280 h 1653540"/>
              <a:gd name="connsiteX4" fmla="*/ 160020 w 3596640"/>
              <a:gd name="connsiteY4" fmla="*/ 266700 h 1653540"/>
              <a:gd name="connsiteX5" fmla="*/ 3474720 w 3596640"/>
              <a:gd name="connsiteY5" fmla="*/ 160020 h 1653540"/>
              <a:gd name="connsiteX6" fmla="*/ 3467100 w 3596640"/>
              <a:gd name="connsiteY6" fmla="*/ 1424940 h 1653540"/>
              <a:gd name="connsiteX7" fmla="*/ 2278380 w 3596640"/>
              <a:gd name="connsiteY7" fmla="*/ 1432560 h 1653540"/>
              <a:gd name="connsiteX8" fmla="*/ 2263140 w 3596640"/>
              <a:gd name="connsiteY8" fmla="*/ 1584960 h 1653540"/>
              <a:gd name="connsiteX9" fmla="*/ 3596640 w 3596640"/>
              <a:gd name="connsiteY9" fmla="*/ 1546860 h 1653540"/>
              <a:gd name="connsiteX10" fmla="*/ 3589020 w 3596640"/>
              <a:gd name="connsiteY10" fmla="*/ 0 h 1653540"/>
              <a:gd name="connsiteX11" fmla="*/ 0 w 3596640"/>
              <a:gd name="connsiteY11" fmla="*/ 91440 h 1653540"/>
              <a:gd name="connsiteX12" fmla="*/ 0 w 3596640"/>
              <a:gd name="connsiteY12" fmla="*/ 1653540 h 1653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596640" h="1653540">
                <a:moveTo>
                  <a:pt x="0" y="1653540"/>
                </a:moveTo>
                <a:lnTo>
                  <a:pt x="1463040" y="1592580"/>
                </a:lnTo>
                <a:lnTo>
                  <a:pt x="1463040" y="1417320"/>
                </a:lnTo>
                <a:lnTo>
                  <a:pt x="182880" y="1478280"/>
                </a:lnTo>
                <a:lnTo>
                  <a:pt x="160020" y="266700"/>
                </a:lnTo>
                <a:lnTo>
                  <a:pt x="3474720" y="160020"/>
                </a:lnTo>
                <a:lnTo>
                  <a:pt x="3467100" y="1424940"/>
                </a:lnTo>
                <a:lnTo>
                  <a:pt x="2278380" y="1432560"/>
                </a:lnTo>
                <a:lnTo>
                  <a:pt x="2263140" y="1584960"/>
                </a:lnTo>
                <a:lnTo>
                  <a:pt x="3596640" y="1546860"/>
                </a:lnTo>
                <a:lnTo>
                  <a:pt x="3589020" y="0"/>
                </a:lnTo>
                <a:lnTo>
                  <a:pt x="0" y="91440"/>
                </a:lnTo>
                <a:lnTo>
                  <a:pt x="0" y="1653540"/>
                </a:lnTo>
                <a:close/>
              </a:path>
            </a:pathLst>
          </a:cu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8" name="Freeform: Shape 97">
            <a:extLst>
              <a:ext uri="{FF2B5EF4-FFF2-40B4-BE49-F238E27FC236}">
                <a16:creationId xmlns:a16="http://schemas.microsoft.com/office/drawing/2014/main" id="{8728D2F7-5759-7750-E81E-6121424E8869}"/>
              </a:ext>
            </a:extLst>
          </p:cNvPr>
          <p:cNvSpPr/>
          <p:nvPr/>
        </p:nvSpPr>
        <p:spPr>
          <a:xfrm rot="16200000">
            <a:off x="5643693" y="4024151"/>
            <a:ext cx="1911127" cy="758668"/>
          </a:xfrm>
          <a:custGeom>
            <a:avLst/>
            <a:gdLst>
              <a:gd name="connsiteX0" fmla="*/ 2943225 w 3305175"/>
              <a:gd name="connsiteY0" fmla="*/ 4762 h 1312068"/>
              <a:gd name="connsiteX1" fmla="*/ 2964657 w 3305175"/>
              <a:gd name="connsiteY1" fmla="*/ 1040606 h 1312068"/>
              <a:gd name="connsiteX2" fmla="*/ 0 w 3305175"/>
              <a:gd name="connsiteY2" fmla="*/ 1133475 h 1312068"/>
              <a:gd name="connsiteX3" fmla="*/ 7144 w 3305175"/>
              <a:gd name="connsiteY3" fmla="*/ 1312068 h 1312068"/>
              <a:gd name="connsiteX4" fmla="*/ 1290638 w 3305175"/>
              <a:gd name="connsiteY4" fmla="*/ 1254918 h 1312068"/>
              <a:gd name="connsiteX5" fmla="*/ 1362075 w 3305175"/>
              <a:gd name="connsiteY5" fmla="*/ 1202531 h 1312068"/>
              <a:gd name="connsiteX6" fmla="*/ 1431132 w 3305175"/>
              <a:gd name="connsiteY6" fmla="*/ 1185862 h 1312068"/>
              <a:gd name="connsiteX7" fmla="*/ 1735932 w 3305175"/>
              <a:gd name="connsiteY7" fmla="*/ 1171575 h 1312068"/>
              <a:gd name="connsiteX8" fmla="*/ 1902619 w 3305175"/>
              <a:gd name="connsiteY8" fmla="*/ 1178718 h 1312068"/>
              <a:gd name="connsiteX9" fmla="*/ 2100263 w 3305175"/>
              <a:gd name="connsiteY9" fmla="*/ 1264443 h 1312068"/>
              <a:gd name="connsiteX10" fmla="*/ 3300413 w 3305175"/>
              <a:gd name="connsiteY10" fmla="*/ 1257300 h 1312068"/>
              <a:gd name="connsiteX11" fmla="*/ 3305175 w 3305175"/>
              <a:gd name="connsiteY11" fmla="*/ 0 h 1312068"/>
              <a:gd name="connsiteX12" fmla="*/ 2943225 w 3305175"/>
              <a:gd name="connsiteY12" fmla="*/ 4762 h 1312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305175" h="1312068">
                <a:moveTo>
                  <a:pt x="2943225" y="4762"/>
                </a:moveTo>
                <a:lnTo>
                  <a:pt x="2964657" y="1040606"/>
                </a:lnTo>
                <a:lnTo>
                  <a:pt x="0" y="1133475"/>
                </a:lnTo>
                <a:lnTo>
                  <a:pt x="7144" y="1312068"/>
                </a:lnTo>
                <a:lnTo>
                  <a:pt x="1290638" y="1254918"/>
                </a:lnTo>
                <a:lnTo>
                  <a:pt x="1362075" y="1202531"/>
                </a:lnTo>
                <a:lnTo>
                  <a:pt x="1431132" y="1185862"/>
                </a:lnTo>
                <a:lnTo>
                  <a:pt x="1735932" y="1171575"/>
                </a:lnTo>
                <a:lnTo>
                  <a:pt x="1902619" y="1178718"/>
                </a:lnTo>
                <a:lnTo>
                  <a:pt x="2100263" y="1264443"/>
                </a:lnTo>
                <a:lnTo>
                  <a:pt x="3300413" y="1257300"/>
                </a:lnTo>
                <a:cubicBezTo>
                  <a:pt x="3302000" y="838200"/>
                  <a:pt x="3303588" y="419100"/>
                  <a:pt x="3305175" y="0"/>
                </a:cubicBezTo>
                <a:lnTo>
                  <a:pt x="2943225" y="4762"/>
                </a:lnTo>
                <a:close/>
              </a:path>
            </a:pathLst>
          </a:cu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9" name="Freeform: Shape 98">
            <a:extLst>
              <a:ext uri="{FF2B5EF4-FFF2-40B4-BE49-F238E27FC236}">
                <a16:creationId xmlns:a16="http://schemas.microsoft.com/office/drawing/2014/main" id="{224DB956-E2A0-1157-A733-50B5FB742C45}"/>
              </a:ext>
            </a:extLst>
          </p:cNvPr>
          <p:cNvSpPr/>
          <p:nvPr/>
        </p:nvSpPr>
        <p:spPr>
          <a:xfrm rot="16200000">
            <a:off x="6730750" y="4307103"/>
            <a:ext cx="473651" cy="143197"/>
          </a:xfrm>
          <a:custGeom>
            <a:avLst/>
            <a:gdLst>
              <a:gd name="connsiteX0" fmla="*/ 802482 w 819150"/>
              <a:gd name="connsiteY0" fmla="*/ 242888 h 247650"/>
              <a:gd name="connsiteX1" fmla="*/ 588169 w 819150"/>
              <a:gd name="connsiteY1" fmla="*/ 116682 h 247650"/>
              <a:gd name="connsiteX2" fmla="*/ 452438 w 819150"/>
              <a:gd name="connsiteY2" fmla="*/ 95250 h 247650"/>
              <a:gd name="connsiteX3" fmla="*/ 192882 w 819150"/>
              <a:gd name="connsiteY3" fmla="*/ 92869 h 247650"/>
              <a:gd name="connsiteX4" fmla="*/ 76200 w 819150"/>
              <a:gd name="connsiteY4" fmla="*/ 140494 h 247650"/>
              <a:gd name="connsiteX5" fmla="*/ 11907 w 819150"/>
              <a:gd name="connsiteY5" fmla="*/ 247650 h 247650"/>
              <a:gd name="connsiteX6" fmla="*/ 0 w 819150"/>
              <a:gd name="connsiteY6" fmla="*/ 85725 h 247650"/>
              <a:gd name="connsiteX7" fmla="*/ 76200 w 819150"/>
              <a:gd name="connsiteY7" fmla="*/ 33338 h 247650"/>
              <a:gd name="connsiteX8" fmla="*/ 173832 w 819150"/>
              <a:gd name="connsiteY8" fmla="*/ 14288 h 247650"/>
              <a:gd name="connsiteX9" fmla="*/ 469107 w 819150"/>
              <a:gd name="connsiteY9" fmla="*/ 0 h 247650"/>
              <a:gd name="connsiteX10" fmla="*/ 616744 w 819150"/>
              <a:gd name="connsiteY10" fmla="*/ 14288 h 247650"/>
              <a:gd name="connsiteX11" fmla="*/ 819150 w 819150"/>
              <a:gd name="connsiteY11" fmla="*/ 95250 h 247650"/>
              <a:gd name="connsiteX12" fmla="*/ 802482 w 819150"/>
              <a:gd name="connsiteY12" fmla="*/ 242888 h 247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819150" h="247650">
                <a:moveTo>
                  <a:pt x="802482" y="242888"/>
                </a:moveTo>
                <a:lnTo>
                  <a:pt x="588169" y="116682"/>
                </a:lnTo>
                <a:lnTo>
                  <a:pt x="452438" y="95250"/>
                </a:lnTo>
                <a:lnTo>
                  <a:pt x="192882" y="92869"/>
                </a:lnTo>
                <a:lnTo>
                  <a:pt x="76200" y="140494"/>
                </a:lnTo>
                <a:lnTo>
                  <a:pt x="11907" y="247650"/>
                </a:lnTo>
                <a:lnTo>
                  <a:pt x="0" y="85725"/>
                </a:lnTo>
                <a:lnTo>
                  <a:pt x="76200" y="33338"/>
                </a:lnTo>
                <a:lnTo>
                  <a:pt x="173832" y="14288"/>
                </a:lnTo>
                <a:lnTo>
                  <a:pt x="469107" y="0"/>
                </a:lnTo>
                <a:lnTo>
                  <a:pt x="616744" y="14288"/>
                </a:lnTo>
                <a:lnTo>
                  <a:pt x="819150" y="95250"/>
                </a:lnTo>
                <a:lnTo>
                  <a:pt x="802482" y="242888"/>
                </a:lnTo>
                <a:close/>
              </a:path>
            </a:pathLst>
          </a:cu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100" name="Group 99">
            <a:extLst>
              <a:ext uri="{FF2B5EF4-FFF2-40B4-BE49-F238E27FC236}">
                <a16:creationId xmlns:a16="http://schemas.microsoft.com/office/drawing/2014/main" id="{575F9F27-83F1-60A0-7EE3-806231096466}"/>
              </a:ext>
            </a:extLst>
          </p:cNvPr>
          <p:cNvGrpSpPr/>
          <p:nvPr/>
        </p:nvGrpSpPr>
        <p:grpSpPr>
          <a:xfrm rot="16200000">
            <a:off x="6374135" y="3859612"/>
            <a:ext cx="121167" cy="90875"/>
            <a:chOff x="6669881" y="4393406"/>
            <a:chExt cx="209550" cy="157163"/>
          </a:xfrm>
        </p:grpSpPr>
        <p:sp>
          <p:nvSpPr>
            <p:cNvPr id="148" name="Rectangle 147">
              <a:extLst>
                <a:ext uri="{FF2B5EF4-FFF2-40B4-BE49-F238E27FC236}">
                  <a16:creationId xmlns:a16="http://schemas.microsoft.com/office/drawing/2014/main" id="{7A23EA23-FBE8-0CF0-583D-A5B81DB36A89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49" name="Freeform: Shape 148">
              <a:extLst>
                <a:ext uri="{FF2B5EF4-FFF2-40B4-BE49-F238E27FC236}">
                  <a16:creationId xmlns:a16="http://schemas.microsoft.com/office/drawing/2014/main" id="{09F7F90A-9B14-8114-DB73-DB55CBDC43EB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1" name="Group 100">
            <a:extLst>
              <a:ext uri="{FF2B5EF4-FFF2-40B4-BE49-F238E27FC236}">
                <a16:creationId xmlns:a16="http://schemas.microsoft.com/office/drawing/2014/main" id="{6AC9A540-F0B0-2F70-93D7-82B28338F1F4}"/>
              </a:ext>
            </a:extLst>
          </p:cNvPr>
          <p:cNvGrpSpPr/>
          <p:nvPr/>
        </p:nvGrpSpPr>
        <p:grpSpPr>
          <a:xfrm rot="16200000">
            <a:off x="6392034" y="4117092"/>
            <a:ext cx="121167" cy="90875"/>
            <a:chOff x="6669881" y="4393406"/>
            <a:chExt cx="209550" cy="157163"/>
          </a:xfrm>
        </p:grpSpPr>
        <p:sp>
          <p:nvSpPr>
            <p:cNvPr id="146" name="Rectangle 145">
              <a:extLst>
                <a:ext uri="{FF2B5EF4-FFF2-40B4-BE49-F238E27FC236}">
                  <a16:creationId xmlns:a16="http://schemas.microsoft.com/office/drawing/2014/main" id="{1C1C6BDB-87C4-7796-A303-9C3308044645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47" name="Freeform: Shape 146">
              <a:extLst>
                <a:ext uri="{FF2B5EF4-FFF2-40B4-BE49-F238E27FC236}">
                  <a16:creationId xmlns:a16="http://schemas.microsoft.com/office/drawing/2014/main" id="{DEB0C3F5-28E2-1D51-1F56-D0475A0CFBF3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2" name="Group 101">
            <a:extLst>
              <a:ext uri="{FF2B5EF4-FFF2-40B4-BE49-F238E27FC236}">
                <a16:creationId xmlns:a16="http://schemas.microsoft.com/office/drawing/2014/main" id="{07D3C010-7EE2-5F2D-C2A1-946FFA60A2D0}"/>
              </a:ext>
            </a:extLst>
          </p:cNvPr>
          <p:cNvGrpSpPr/>
          <p:nvPr/>
        </p:nvGrpSpPr>
        <p:grpSpPr>
          <a:xfrm rot="16200000">
            <a:off x="6409934" y="4374571"/>
            <a:ext cx="121167" cy="90875"/>
            <a:chOff x="6669881" y="4393406"/>
            <a:chExt cx="209550" cy="157163"/>
          </a:xfrm>
        </p:grpSpPr>
        <p:sp>
          <p:nvSpPr>
            <p:cNvPr id="144" name="Rectangle 143">
              <a:extLst>
                <a:ext uri="{FF2B5EF4-FFF2-40B4-BE49-F238E27FC236}">
                  <a16:creationId xmlns:a16="http://schemas.microsoft.com/office/drawing/2014/main" id="{23F5A8F0-0346-12C2-C8D8-2B9CE8C28B9D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45" name="Freeform: Shape 144">
              <a:extLst>
                <a:ext uri="{FF2B5EF4-FFF2-40B4-BE49-F238E27FC236}">
                  <a16:creationId xmlns:a16="http://schemas.microsoft.com/office/drawing/2014/main" id="{EC33E5A8-A5B8-9DB3-E87D-EF2CFA030011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3" name="Group 102">
            <a:extLst>
              <a:ext uri="{FF2B5EF4-FFF2-40B4-BE49-F238E27FC236}">
                <a16:creationId xmlns:a16="http://schemas.microsoft.com/office/drawing/2014/main" id="{95D2C2F6-4474-4F50-6A57-BF82D7C1CCD3}"/>
              </a:ext>
            </a:extLst>
          </p:cNvPr>
          <p:cNvGrpSpPr/>
          <p:nvPr/>
        </p:nvGrpSpPr>
        <p:grpSpPr>
          <a:xfrm rot="16200000">
            <a:off x="6416818" y="4664408"/>
            <a:ext cx="121167" cy="90875"/>
            <a:chOff x="6669881" y="4393406"/>
            <a:chExt cx="209550" cy="157163"/>
          </a:xfrm>
        </p:grpSpPr>
        <p:sp>
          <p:nvSpPr>
            <p:cNvPr id="142" name="Rectangle 141">
              <a:extLst>
                <a:ext uri="{FF2B5EF4-FFF2-40B4-BE49-F238E27FC236}">
                  <a16:creationId xmlns:a16="http://schemas.microsoft.com/office/drawing/2014/main" id="{19803B64-1AB0-FF17-4B35-1651AFA0D29E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43" name="Freeform: Shape 142">
              <a:extLst>
                <a:ext uri="{FF2B5EF4-FFF2-40B4-BE49-F238E27FC236}">
                  <a16:creationId xmlns:a16="http://schemas.microsoft.com/office/drawing/2014/main" id="{6847897A-09E9-22E7-7503-EE07F4DA3697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72ACB0BA-BAD0-E53E-A8A2-3BC1A8C33ED9}"/>
              </a:ext>
            </a:extLst>
          </p:cNvPr>
          <p:cNvGrpSpPr/>
          <p:nvPr/>
        </p:nvGrpSpPr>
        <p:grpSpPr>
          <a:xfrm rot="16200000">
            <a:off x="6428222" y="4957132"/>
            <a:ext cx="121167" cy="90875"/>
            <a:chOff x="6669881" y="4393406"/>
            <a:chExt cx="209550" cy="157163"/>
          </a:xfrm>
        </p:grpSpPr>
        <p:sp>
          <p:nvSpPr>
            <p:cNvPr id="140" name="Rectangle 139">
              <a:extLst>
                <a:ext uri="{FF2B5EF4-FFF2-40B4-BE49-F238E27FC236}">
                  <a16:creationId xmlns:a16="http://schemas.microsoft.com/office/drawing/2014/main" id="{6256E4F6-8306-A13E-0680-21E3CB3324DA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41" name="Freeform: Shape 140">
              <a:extLst>
                <a:ext uri="{FF2B5EF4-FFF2-40B4-BE49-F238E27FC236}">
                  <a16:creationId xmlns:a16="http://schemas.microsoft.com/office/drawing/2014/main" id="{9247A208-CCD1-E175-2F6B-A57E4C8B4A97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5" name="Group 104">
            <a:extLst>
              <a:ext uri="{FF2B5EF4-FFF2-40B4-BE49-F238E27FC236}">
                <a16:creationId xmlns:a16="http://schemas.microsoft.com/office/drawing/2014/main" id="{ABB305BB-9CA3-892E-FEAC-71879EB2DE98}"/>
              </a:ext>
            </a:extLst>
          </p:cNvPr>
          <p:cNvGrpSpPr/>
          <p:nvPr/>
        </p:nvGrpSpPr>
        <p:grpSpPr>
          <a:xfrm rot="16200000">
            <a:off x="6663670" y="4964017"/>
            <a:ext cx="121167" cy="90875"/>
            <a:chOff x="6669881" y="4393406"/>
            <a:chExt cx="209550" cy="157163"/>
          </a:xfrm>
        </p:grpSpPr>
        <p:sp>
          <p:nvSpPr>
            <p:cNvPr id="138" name="Rectangle 137">
              <a:extLst>
                <a:ext uri="{FF2B5EF4-FFF2-40B4-BE49-F238E27FC236}">
                  <a16:creationId xmlns:a16="http://schemas.microsoft.com/office/drawing/2014/main" id="{C13B3DC5-0C6D-948B-1BD7-792A8A2A5C68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9" name="Freeform: Shape 138">
              <a:extLst>
                <a:ext uri="{FF2B5EF4-FFF2-40B4-BE49-F238E27FC236}">
                  <a16:creationId xmlns:a16="http://schemas.microsoft.com/office/drawing/2014/main" id="{7D00D205-564C-FB26-1B33-019A576EDEC4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6F5C187A-0FC2-237D-7BD2-B6D54E5A9630}"/>
              </a:ext>
            </a:extLst>
          </p:cNvPr>
          <p:cNvGrpSpPr/>
          <p:nvPr/>
        </p:nvGrpSpPr>
        <p:grpSpPr>
          <a:xfrm rot="16200000">
            <a:off x="6655408" y="4665786"/>
            <a:ext cx="121167" cy="90875"/>
            <a:chOff x="6669881" y="4393406"/>
            <a:chExt cx="209550" cy="157163"/>
          </a:xfrm>
        </p:grpSpPr>
        <p:sp>
          <p:nvSpPr>
            <p:cNvPr id="136" name="Rectangle 135">
              <a:extLst>
                <a:ext uri="{FF2B5EF4-FFF2-40B4-BE49-F238E27FC236}">
                  <a16:creationId xmlns:a16="http://schemas.microsoft.com/office/drawing/2014/main" id="{29224CC4-374B-D129-41E9-12F0D6EDC4FB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7" name="Freeform: Shape 136">
              <a:extLst>
                <a:ext uri="{FF2B5EF4-FFF2-40B4-BE49-F238E27FC236}">
                  <a16:creationId xmlns:a16="http://schemas.microsoft.com/office/drawing/2014/main" id="{80BB4EEF-24D3-B4D5-BA09-250EC7BAE2F5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BF786B01-5701-7E59-21C7-4D86A10839A3}"/>
              </a:ext>
            </a:extLst>
          </p:cNvPr>
          <p:cNvGrpSpPr/>
          <p:nvPr/>
        </p:nvGrpSpPr>
        <p:grpSpPr>
          <a:xfrm rot="16200000">
            <a:off x="6651667" y="4370442"/>
            <a:ext cx="121167" cy="90875"/>
            <a:chOff x="6669881" y="4393406"/>
            <a:chExt cx="209550" cy="157163"/>
          </a:xfrm>
        </p:grpSpPr>
        <p:sp>
          <p:nvSpPr>
            <p:cNvPr id="134" name="Rectangle 133">
              <a:extLst>
                <a:ext uri="{FF2B5EF4-FFF2-40B4-BE49-F238E27FC236}">
                  <a16:creationId xmlns:a16="http://schemas.microsoft.com/office/drawing/2014/main" id="{133C18BE-9212-FE33-E946-2D0C9D19704B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5" name="Freeform: Shape 134">
              <a:extLst>
                <a:ext uri="{FF2B5EF4-FFF2-40B4-BE49-F238E27FC236}">
                  <a16:creationId xmlns:a16="http://schemas.microsoft.com/office/drawing/2014/main" id="{6A8A415E-E85F-4307-E559-E4058B9534BC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8" name="Group 107">
            <a:extLst>
              <a:ext uri="{FF2B5EF4-FFF2-40B4-BE49-F238E27FC236}">
                <a16:creationId xmlns:a16="http://schemas.microsoft.com/office/drawing/2014/main" id="{2CC30DB2-7B6E-12DF-37F0-010E347873FE}"/>
              </a:ext>
            </a:extLst>
          </p:cNvPr>
          <p:cNvGrpSpPr/>
          <p:nvPr/>
        </p:nvGrpSpPr>
        <p:grpSpPr>
          <a:xfrm rot="16200000">
            <a:off x="6654990" y="4099194"/>
            <a:ext cx="121167" cy="90875"/>
            <a:chOff x="6669881" y="4393406"/>
            <a:chExt cx="209550" cy="157163"/>
          </a:xfrm>
        </p:grpSpPr>
        <p:sp>
          <p:nvSpPr>
            <p:cNvPr id="132" name="Rectangle 131">
              <a:extLst>
                <a:ext uri="{FF2B5EF4-FFF2-40B4-BE49-F238E27FC236}">
                  <a16:creationId xmlns:a16="http://schemas.microsoft.com/office/drawing/2014/main" id="{B801127B-00B7-407B-BB15-4A8DFDE7FB7C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3" name="Freeform: Shape 132">
              <a:extLst>
                <a:ext uri="{FF2B5EF4-FFF2-40B4-BE49-F238E27FC236}">
                  <a16:creationId xmlns:a16="http://schemas.microsoft.com/office/drawing/2014/main" id="{FB04979F-CD72-F8C4-A41C-113FAE142CB0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9" name="Group 108">
            <a:extLst>
              <a:ext uri="{FF2B5EF4-FFF2-40B4-BE49-F238E27FC236}">
                <a16:creationId xmlns:a16="http://schemas.microsoft.com/office/drawing/2014/main" id="{7E0468D0-C535-CC21-3AE6-8DAC60810089}"/>
              </a:ext>
            </a:extLst>
          </p:cNvPr>
          <p:cNvGrpSpPr/>
          <p:nvPr/>
        </p:nvGrpSpPr>
        <p:grpSpPr>
          <a:xfrm rot="16200000">
            <a:off x="6648913" y="3843094"/>
            <a:ext cx="121167" cy="90875"/>
            <a:chOff x="6669881" y="4393406"/>
            <a:chExt cx="209550" cy="157163"/>
          </a:xfrm>
        </p:grpSpPr>
        <p:sp>
          <p:nvSpPr>
            <p:cNvPr id="130" name="Rectangle 129">
              <a:extLst>
                <a:ext uri="{FF2B5EF4-FFF2-40B4-BE49-F238E27FC236}">
                  <a16:creationId xmlns:a16="http://schemas.microsoft.com/office/drawing/2014/main" id="{7E85FA98-8B74-D5D1-1F41-25B2617CB3BC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1" name="Freeform: Shape 130">
              <a:extLst>
                <a:ext uri="{FF2B5EF4-FFF2-40B4-BE49-F238E27FC236}">
                  <a16:creationId xmlns:a16="http://schemas.microsoft.com/office/drawing/2014/main" id="{EE9131AD-C266-D566-F724-1453A30F7E06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sp>
        <p:nvSpPr>
          <p:cNvPr id="111" name="TextBox 110">
            <a:extLst>
              <a:ext uri="{FF2B5EF4-FFF2-40B4-BE49-F238E27FC236}">
                <a16:creationId xmlns:a16="http://schemas.microsoft.com/office/drawing/2014/main" id="{682C204E-0D26-C530-16EF-C9CD7CC8BA9E}"/>
              </a:ext>
            </a:extLst>
          </p:cNvPr>
          <p:cNvSpPr txBox="1"/>
          <p:nvPr/>
        </p:nvSpPr>
        <p:spPr>
          <a:xfrm>
            <a:off x="7189421" y="4831228"/>
            <a:ext cx="46038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GND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9DB21993-EB53-9AB6-9EEB-704C3BE7D2E3}"/>
              </a:ext>
            </a:extLst>
          </p:cNvPr>
          <p:cNvSpPr txBox="1"/>
          <p:nvPr/>
        </p:nvSpPr>
        <p:spPr>
          <a:xfrm>
            <a:off x="5183730" y="3690889"/>
            <a:ext cx="43954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3.3V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cxnSp>
        <p:nvCxnSpPr>
          <p:cNvPr id="114" name="Straight Connector 113">
            <a:extLst>
              <a:ext uri="{FF2B5EF4-FFF2-40B4-BE49-F238E27FC236}">
                <a16:creationId xmlns:a16="http://schemas.microsoft.com/office/drawing/2014/main" id="{FF946243-FB43-0865-D278-FAEC2BE70794}"/>
              </a:ext>
            </a:extLst>
          </p:cNvPr>
          <p:cNvCxnSpPr>
            <a:cxnSpLocks/>
          </p:cNvCxnSpPr>
          <p:nvPr/>
        </p:nvCxnSpPr>
        <p:spPr>
          <a:xfrm rot="16200000">
            <a:off x="5870388" y="4585169"/>
            <a:ext cx="0" cy="893411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TextBox 114">
            <a:extLst>
              <a:ext uri="{FF2B5EF4-FFF2-40B4-BE49-F238E27FC236}">
                <a16:creationId xmlns:a16="http://schemas.microsoft.com/office/drawing/2014/main" id="{26589A89-A221-CA75-6243-04674F7F83C2}"/>
              </a:ext>
            </a:extLst>
          </p:cNvPr>
          <p:cNvSpPr txBox="1"/>
          <p:nvPr/>
        </p:nvSpPr>
        <p:spPr>
          <a:xfrm>
            <a:off x="5179544" y="4842093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pin0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94FC520D-98C3-0219-A69A-6B32600852F0}"/>
              </a:ext>
            </a:extLst>
          </p:cNvPr>
          <p:cNvSpPr txBox="1"/>
          <p:nvPr/>
        </p:nvSpPr>
        <p:spPr>
          <a:xfrm>
            <a:off x="5179544" y="4494051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pin2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9DD78A63-B054-B390-1DDC-A3CA3F9F4E92}"/>
              </a:ext>
            </a:extLst>
          </p:cNvPr>
          <p:cNvSpPr txBox="1"/>
          <p:nvPr/>
        </p:nvSpPr>
        <p:spPr>
          <a:xfrm>
            <a:off x="5179544" y="4233996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pin4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397AF106-C19A-D90A-56F8-F9B2A2322682}"/>
              </a:ext>
            </a:extLst>
          </p:cNvPr>
          <p:cNvSpPr txBox="1"/>
          <p:nvPr/>
        </p:nvSpPr>
        <p:spPr>
          <a:xfrm>
            <a:off x="5179543" y="3973150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pin6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7FDC80E6-9A09-A1EE-4BB0-EBFD17D439C2}"/>
              </a:ext>
            </a:extLst>
          </p:cNvPr>
          <p:cNvSpPr txBox="1"/>
          <p:nvPr/>
        </p:nvSpPr>
        <p:spPr>
          <a:xfrm>
            <a:off x="7219646" y="4540109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pin1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495F0A67-E129-ECC1-ACF6-90EF3E5E151D}"/>
              </a:ext>
            </a:extLst>
          </p:cNvPr>
          <p:cNvSpPr txBox="1"/>
          <p:nvPr/>
        </p:nvSpPr>
        <p:spPr>
          <a:xfrm>
            <a:off x="7218474" y="4241711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pin3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E5552B98-7988-8448-4A71-2090969023F9}"/>
              </a:ext>
            </a:extLst>
          </p:cNvPr>
          <p:cNvSpPr txBox="1"/>
          <p:nvPr/>
        </p:nvSpPr>
        <p:spPr>
          <a:xfrm>
            <a:off x="7219062" y="3962749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pin5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52E1C519-8FB1-B759-9AC8-E3A1C4E67469}"/>
              </a:ext>
            </a:extLst>
          </p:cNvPr>
          <p:cNvSpPr txBox="1"/>
          <p:nvPr/>
        </p:nvSpPr>
        <p:spPr>
          <a:xfrm>
            <a:off x="7218475" y="3700725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pin7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50" name="Freeform: Shape 149">
            <a:extLst>
              <a:ext uri="{FF2B5EF4-FFF2-40B4-BE49-F238E27FC236}">
                <a16:creationId xmlns:a16="http://schemas.microsoft.com/office/drawing/2014/main" id="{EBECB43C-EB8D-31D2-14B7-623F1D49E532}"/>
              </a:ext>
            </a:extLst>
          </p:cNvPr>
          <p:cNvSpPr/>
          <p:nvPr/>
        </p:nvSpPr>
        <p:spPr>
          <a:xfrm>
            <a:off x="5000625" y="2609850"/>
            <a:ext cx="5043488" cy="2424113"/>
          </a:xfrm>
          <a:custGeom>
            <a:avLst/>
            <a:gdLst>
              <a:gd name="csX0" fmla="*/ 1304925 w 5043488"/>
              <a:gd name="csY0" fmla="*/ 2424113 h 2424113"/>
              <a:gd name="csX1" fmla="*/ 0 w 5043488"/>
              <a:gd name="csY1" fmla="*/ 2424113 h 2424113"/>
              <a:gd name="csX2" fmla="*/ 0 w 5043488"/>
              <a:gd name="csY2" fmla="*/ 0 h 2424113"/>
              <a:gd name="csX3" fmla="*/ 5043488 w 5043488"/>
              <a:gd name="csY3" fmla="*/ 0 h 2424113"/>
              <a:gd name="csX4" fmla="*/ 5043488 w 5043488"/>
              <a:gd name="csY4" fmla="*/ 1290638 h 24241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5043488" h="2424113">
                <a:moveTo>
                  <a:pt x="1304925" y="2424113"/>
                </a:moveTo>
                <a:lnTo>
                  <a:pt x="0" y="2424113"/>
                </a:lnTo>
                <a:lnTo>
                  <a:pt x="0" y="0"/>
                </a:lnTo>
                <a:lnTo>
                  <a:pt x="5043488" y="0"/>
                </a:lnTo>
                <a:lnTo>
                  <a:pt x="5043488" y="1290638"/>
                </a:lnTo>
              </a:path>
            </a:pathLst>
          </a:cu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1" name="Freeform: Shape 150">
            <a:extLst>
              <a:ext uri="{FF2B5EF4-FFF2-40B4-BE49-F238E27FC236}">
                <a16:creationId xmlns:a16="http://schemas.microsoft.com/office/drawing/2014/main" id="{BAD4EFF0-F676-8DDF-F4CF-1C1EF925D7A2}"/>
              </a:ext>
            </a:extLst>
          </p:cNvPr>
          <p:cNvSpPr/>
          <p:nvPr/>
        </p:nvSpPr>
        <p:spPr>
          <a:xfrm>
            <a:off x="6829425" y="2671763"/>
            <a:ext cx="3139382" cy="2057400"/>
          </a:xfrm>
          <a:custGeom>
            <a:avLst/>
            <a:gdLst>
              <a:gd name="csX0" fmla="*/ 0 w 3109913"/>
              <a:gd name="csY0" fmla="*/ 2057400 h 2057400"/>
              <a:gd name="csX1" fmla="*/ 1090613 w 3109913"/>
              <a:gd name="csY1" fmla="*/ 2057400 h 2057400"/>
              <a:gd name="csX2" fmla="*/ 1090613 w 3109913"/>
              <a:gd name="csY2" fmla="*/ 0 h 2057400"/>
              <a:gd name="csX3" fmla="*/ 3109913 w 3109913"/>
              <a:gd name="csY3" fmla="*/ 0 h 2057400"/>
              <a:gd name="csX4" fmla="*/ 3109913 w 3109913"/>
              <a:gd name="csY4" fmla="*/ 1228725 h 20574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3109913" h="2057400">
                <a:moveTo>
                  <a:pt x="0" y="2057400"/>
                </a:moveTo>
                <a:lnTo>
                  <a:pt x="1090613" y="2057400"/>
                </a:lnTo>
                <a:lnTo>
                  <a:pt x="1090613" y="0"/>
                </a:lnTo>
                <a:lnTo>
                  <a:pt x="3109913" y="0"/>
                </a:lnTo>
                <a:lnTo>
                  <a:pt x="3109913" y="1228725"/>
                </a:lnTo>
              </a:path>
            </a:pathLst>
          </a:custGeom>
          <a:noFill/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2" name="Freeform: Shape 151">
            <a:extLst>
              <a:ext uri="{FF2B5EF4-FFF2-40B4-BE49-F238E27FC236}">
                <a16:creationId xmlns:a16="http://schemas.microsoft.com/office/drawing/2014/main" id="{5F970760-A517-C623-CB5B-8BD23BEEC106}"/>
              </a:ext>
            </a:extLst>
          </p:cNvPr>
          <p:cNvSpPr/>
          <p:nvPr/>
        </p:nvSpPr>
        <p:spPr>
          <a:xfrm>
            <a:off x="5110163" y="2776538"/>
            <a:ext cx="4757737" cy="1947862"/>
          </a:xfrm>
          <a:custGeom>
            <a:avLst/>
            <a:gdLst>
              <a:gd name="csX0" fmla="*/ 1362075 w 4757737"/>
              <a:gd name="csY0" fmla="*/ 1947862 h 1947862"/>
              <a:gd name="csX1" fmla="*/ 0 w 4757737"/>
              <a:gd name="csY1" fmla="*/ 1947862 h 1947862"/>
              <a:gd name="csX2" fmla="*/ 0 w 4757737"/>
              <a:gd name="csY2" fmla="*/ 0 h 1947862"/>
              <a:gd name="csX3" fmla="*/ 4757737 w 4757737"/>
              <a:gd name="csY3" fmla="*/ 0 h 1947862"/>
              <a:gd name="csX4" fmla="*/ 4757737 w 4757737"/>
              <a:gd name="csY4" fmla="*/ 1138237 h 19478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757737" h="1947862">
                <a:moveTo>
                  <a:pt x="1362075" y="1947862"/>
                </a:moveTo>
                <a:lnTo>
                  <a:pt x="0" y="1947862"/>
                </a:lnTo>
                <a:lnTo>
                  <a:pt x="0" y="0"/>
                </a:lnTo>
                <a:lnTo>
                  <a:pt x="4757737" y="0"/>
                </a:lnTo>
                <a:lnTo>
                  <a:pt x="4757737" y="1138237"/>
                </a:lnTo>
              </a:path>
            </a:pathLst>
          </a:custGeom>
          <a:noFill/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3" name="Freeform: Shape 152">
            <a:extLst>
              <a:ext uri="{FF2B5EF4-FFF2-40B4-BE49-F238E27FC236}">
                <a16:creationId xmlns:a16="http://schemas.microsoft.com/office/drawing/2014/main" id="{D68400BB-A1CE-A590-1B29-C33338B59032}"/>
              </a:ext>
            </a:extLst>
          </p:cNvPr>
          <p:cNvSpPr/>
          <p:nvPr/>
        </p:nvSpPr>
        <p:spPr>
          <a:xfrm>
            <a:off x="6810374" y="2862263"/>
            <a:ext cx="2955547" cy="1581150"/>
          </a:xfrm>
          <a:custGeom>
            <a:avLst/>
            <a:gdLst>
              <a:gd name="csX0" fmla="*/ 0 w 2857500"/>
              <a:gd name="csY0" fmla="*/ 1581150 h 1581150"/>
              <a:gd name="csX1" fmla="*/ 1209675 w 2857500"/>
              <a:gd name="csY1" fmla="*/ 1581150 h 1581150"/>
              <a:gd name="csX2" fmla="*/ 1209675 w 2857500"/>
              <a:gd name="csY2" fmla="*/ 0 h 1581150"/>
              <a:gd name="csX3" fmla="*/ 2857500 w 2857500"/>
              <a:gd name="csY3" fmla="*/ 0 h 1581150"/>
              <a:gd name="csX4" fmla="*/ 2857500 w 2857500"/>
              <a:gd name="csY4" fmla="*/ 1066800 h 1581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857500" h="1581150">
                <a:moveTo>
                  <a:pt x="0" y="1581150"/>
                </a:moveTo>
                <a:lnTo>
                  <a:pt x="1209675" y="1581150"/>
                </a:lnTo>
                <a:lnTo>
                  <a:pt x="1209675" y="0"/>
                </a:lnTo>
                <a:lnTo>
                  <a:pt x="2857500" y="0"/>
                </a:lnTo>
                <a:lnTo>
                  <a:pt x="2857500" y="1066800"/>
                </a:lnTo>
              </a:path>
            </a:pathLst>
          </a:custGeom>
          <a:noFill/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88B8EFB-8B44-EA76-CA81-FED32421C00A}"/>
              </a:ext>
            </a:extLst>
          </p:cNvPr>
          <p:cNvSpPr/>
          <p:nvPr/>
        </p:nvSpPr>
        <p:spPr>
          <a:xfrm>
            <a:off x="5223294" y="2932981"/>
            <a:ext cx="4455544" cy="1500996"/>
          </a:xfrm>
          <a:custGeom>
            <a:avLst/>
            <a:gdLst>
              <a:gd name="csX0" fmla="*/ 1199072 w 4455544"/>
              <a:gd name="csY0" fmla="*/ 1500996 h 1500996"/>
              <a:gd name="csX1" fmla="*/ 0 w 4455544"/>
              <a:gd name="csY1" fmla="*/ 1500996 h 1500996"/>
              <a:gd name="csX2" fmla="*/ 0 w 4455544"/>
              <a:gd name="csY2" fmla="*/ 0 h 1500996"/>
              <a:gd name="csX3" fmla="*/ 4455544 w 4455544"/>
              <a:gd name="csY3" fmla="*/ 0 h 1500996"/>
              <a:gd name="csX4" fmla="*/ 4455544 w 4455544"/>
              <a:gd name="csY4" fmla="*/ 979098 h 150099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455544" h="1500996">
                <a:moveTo>
                  <a:pt x="1199072" y="1500996"/>
                </a:moveTo>
                <a:lnTo>
                  <a:pt x="0" y="1500996"/>
                </a:lnTo>
                <a:lnTo>
                  <a:pt x="0" y="0"/>
                </a:lnTo>
                <a:lnTo>
                  <a:pt x="4455544" y="0"/>
                </a:lnTo>
                <a:lnTo>
                  <a:pt x="4455544" y="979098"/>
                </a:lnTo>
              </a:path>
            </a:pathLst>
          </a:custGeom>
          <a:noFill/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09C7955-8330-6DBF-063D-C6D148658BCC}"/>
              </a:ext>
            </a:extLst>
          </p:cNvPr>
          <p:cNvSpPr/>
          <p:nvPr/>
        </p:nvSpPr>
        <p:spPr>
          <a:xfrm>
            <a:off x="6788989" y="3023558"/>
            <a:ext cx="2794958" cy="1143000"/>
          </a:xfrm>
          <a:custGeom>
            <a:avLst/>
            <a:gdLst>
              <a:gd name="csX0" fmla="*/ 0 w 2794958"/>
              <a:gd name="csY0" fmla="*/ 1143000 h 1143000"/>
              <a:gd name="csX1" fmla="*/ 1039483 w 2794958"/>
              <a:gd name="csY1" fmla="*/ 1143000 h 1143000"/>
              <a:gd name="csX2" fmla="*/ 1039483 w 2794958"/>
              <a:gd name="csY2" fmla="*/ 0 h 1143000"/>
              <a:gd name="csX3" fmla="*/ 2794958 w 2794958"/>
              <a:gd name="csY3" fmla="*/ 0 h 1143000"/>
              <a:gd name="csX4" fmla="*/ 2794958 w 2794958"/>
              <a:gd name="csY4" fmla="*/ 875582 h 1143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794958" h="1143000">
                <a:moveTo>
                  <a:pt x="0" y="1143000"/>
                </a:moveTo>
                <a:lnTo>
                  <a:pt x="1039483" y="1143000"/>
                </a:lnTo>
                <a:lnTo>
                  <a:pt x="1039483" y="0"/>
                </a:lnTo>
                <a:lnTo>
                  <a:pt x="2794958" y="0"/>
                </a:lnTo>
                <a:lnTo>
                  <a:pt x="2794958" y="875582"/>
                </a:lnTo>
              </a:path>
            </a:pathLst>
          </a:custGeom>
          <a:noFill/>
          <a:ln>
            <a:solidFill>
              <a:schemeClr val="bg1"/>
            </a:solidFill>
          </a:ln>
          <a:effectLst>
            <a:glow rad="63500">
              <a:srgbClr val="FFFF00">
                <a:alpha val="4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5D93C8F6-ACFB-0CF6-D653-AEF7115F5169}"/>
              </a:ext>
            </a:extLst>
          </p:cNvPr>
          <p:cNvSpPr/>
          <p:nvPr/>
        </p:nvSpPr>
        <p:spPr>
          <a:xfrm>
            <a:off x="5633049" y="3122762"/>
            <a:ext cx="3847381" cy="1061049"/>
          </a:xfrm>
          <a:custGeom>
            <a:avLst/>
            <a:gdLst>
              <a:gd name="csX0" fmla="*/ 741872 w 3847381"/>
              <a:gd name="csY0" fmla="*/ 1061049 h 1061049"/>
              <a:gd name="csX1" fmla="*/ 0 w 3847381"/>
              <a:gd name="csY1" fmla="*/ 1061049 h 1061049"/>
              <a:gd name="csX2" fmla="*/ 0 w 3847381"/>
              <a:gd name="csY2" fmla="*/ 0 h 1061049"/>
              <a:gd name="csX3" fmla="*/ 3847381 w 3847381"/>
              <a:gd name="csY3" fmla="*/ 0 h 1061049"/>
              <a:gd name="csX4" fmla="*/ 3847381 w 3847381"/>
              <a:gd name="csY4" fmla="*/ 793630 h 106104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3847381" h="1061049">
                <a:moveTo>
                  <a:pt x="741872" y="1061049"/>
                </a:moveTo>
                <a:lnTo>
                  <a:pt x="0" y="1061049"/>
                </a:lnTo>
                <a:lnTo>
                  <a:pt x="0" y="0"/>
                </a:lnTo>
                <a:lnTo>
                  <a:pt x="3847381" y="0"/>
                </a:lnTo>
                <a:lnTo>
                  <a:pt x="3847381" y="793630"/>
                </a:lnTo>
              </a:path>
            </a:pathLst>
          </a:custGeom>
          <a:noFill/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6" name="Freeform: Shape 155">
            <a:extLst>
              <a:ext uri="{FF2B5EF4-FFF2-40B4-BE49-F238E27FC236}">
                <a16:creationId xmlns:a16="http://schemas.microsoft.com/office/drawing/2014/main" id="{41CA5FE4-AA95-6978-5727-6DEC8E0BE377}"/>
              </a:ext>
            </a:extLst>
          </p:cNvPr>
          <p:cNvSpPr/>
          <p:nvPr/>
        </p:nvSpPr>
        <p:spPr>
          <a:xfrm>
            <a:off x="6797615" y="3213340"/>
            <a:ext cx="2587925" cy="698739"/>
          </a:xfrm>
          <a:custGeom>
            <a:avLst/>
            <a:gdLst>
              <a:gd name="csX0" fmla="*/ 0 w 2587925"/>
              <a:gd name="csY0" fmla="*/ 690113 h 698739"/>
              <a:gd name="csX1" fmla="*/ 953219 w 2587925"/>
              <a:gd name="csY1" fmla="*/ 690113 h 698739"/>
              <a:gd name="csX2" fmla="*/ 953219 w 2587925"/>
              <a:gd name="csY2" fmla="*/ 0 h 698739"/>
              <a:gd name="csX3" fmla="*/ 2587925 w 2587925"/>
              <a:gd name="csY3" fmla="*/ 0 h 698739"/>
              <a:gd name="csX4" fmla="*/ 2587925 w 2587925"/>
              <a:gd name="csY4" fmla="*/ 698739 h 69873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87925" h="698739">
                <a:moveTo>
                  <a:pt x="0" y="690113"/>
                </a:moveTo>
                <a:lnTo>
                  <a:pt x="953219" y="690113"/>
                </a:lnTo>
                <a:lnTo>
                  <a:pt x="953219" y="0"/>
                </a:lnTo>
                <a:lnTo>
                  <a:pt x="2587925" y="0"/>
                </a:lnTo>
                <a:lnTo>
                  <a:pt x="2587925" y="698739"/>
                </a:lnTo>
              </a:path>
            </a:pathLst>
          </a:custGeom>
          <a:noFill/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ACCF86A6-F5EC-0524-4E89-905B6E88F5A0}"/>
              </a:ext>
            </a:extLst>
          </p:cNvPr>
          <p:cNvSpPr txBox="1"/>
          <p:nvPr/>
        </p:nvSpPr>
        <p:spPr>
          <a:xfrm>
            <a:off x="7728283" y="6158985"/>
            <a:ext cx="39837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dirty="0">
                <a:solidFill>
                  <a:schemeClr val="bg1"/>
                </a:solidFill>
                <a:latin typeface="Consolas" panose="020B0609020204030204" pitchFamily="49" charset="0"/>
              </a:rPr>
              <a:t>M(GPIOD_INDATA) &amp; 0xF = 0x0000</a:t>
            </a:r>
            <a:endParaRPr lang="LID4096" dirty="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7625849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A0F1B4-8282-F1EF-D501-D90843970D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9800BD-D869-4520-56FE-4A9CF856DF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dirty="0" err="1"/>
              <a:t>Keypad</a:t>
            </a:r>
            <a:endParaRPr lang="LID4096" dirty="0"/>
          </a:p>
        </p:txBody>
      </p:sp>
      <p:sp>
        <p:nvSpPr>
          <p:cNvPr id="155" name="Content Placeholder 154">
            <a:extLst>
              <a:ext uri="{FF2B5EF4-FFF2-40B4-BE49-F238E27FC236}">
                <a16:creationId xmlns:a16="http://schemas.microsoft.com/office/drawing/2014/main" id="{5872F396-A3D3-F164-86C9-F11FD00736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LID4096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E6B1111-1120-BE01-D4C1-41657B567C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690688"/>
            <a:ext cx="4746017" cy="5167312"/>
          </a:xfrm>
          <a:prstGeom prst="rect">
            <a:avLst/>
          </a:prstGeom>
        </p:spPr>
      </p:pic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8BE31CA7-2BA4-B52A-1536-83C3F68EC844}"/>
              </a:ext>
            </a:extLst>
          </p:cNvPr>
          <p:cNvSpPr/>
          <p:nvPr/>
        </p:nvSpPr>
        <p:spPr>
          <a:xfrm>
            <a:off x="8625019" y="3694696"/>
            <a:ext cx="2076275" cy="2122414"/>
          </a:xfrm>
          <a:prstGeom prst="roundRect">
            <a:avLst>
              <a:gd name="adj" fmla="val 10606"/>
            </a:avLst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9542BFBD-7A6F-E687-FDBF-01D86FDFABEA}"/>
              </a:ext>
            </a:extLst>
          </p:cNvPr>
          <p:cNvSpPr/>
          <p:nvPr/>
        </p:nvSpPr>
        <p:spPr>
          <a:xfrm>
            <a:off x="8864105" y="3958949"/>
            <a:ext cx="1371600" cy="1514213"/>
          </a:xfrm>
          <a:custGeom>
            <a:avLst/>
            <a:gdLst>
              <a:gd name="connsiteX0" fmla="*/ 541090 w 1371600"/>
              <a:gd name="connsiteY0" fmla="*/ 0 h 1514213"/>
              <a:gd name="connsiteX1" fmla="*/ 541090 w 1371600"/>
              <a:gd name="connsiteY1" fmla="*/ 130029 h 1514213"/>
              <a:gd name="connsiteX2" fmla="*/ 0 w 1371600"/>
              <a:gd name="connsiteY2" fmla="*/ 130029 h 1514213"/>
              <a:gd name="connsiteX3" fmla="*/ 0 w 1371600"/>
              <a:gd name="connsiteY3" fmla="*/ 1497435 h 1514213"/>
              <a:gd name="connsiteX4" fmla="*/ 1371600 w 1371600"/>
              <a:gd name="connsiteY4" fmla="*/ 1514213 h 15142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71600" h="1514213">
                <a:moveTo>
                  <a:pt x="541090" y="0"/>
                </a:moveTo>
                <a:lnTo>
                  <a:pt x="541090" y="130029"/>
                </a:lnTo>
                <a:lnTo>
                  <a:pt x="0" y="130029"/>
                </a:lnTo>
                <a:lnTo>
                  <a:pt x="0" y="1497435"/>
                </a:lnTo>
                <a:lnTo>
                  <a:pt x="1371600" y="1514213"/>
                </a:lnTo>
              </a:path>
            </a:pathLst>
          </a:custGeom>
          <a:noFill/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D66CCF95-AEE1-F23D-5773-18116ADF027E}"/>
              </a:ext>
            </a:extLst>
          </p:cNvPr>
          <p:cNvSpPr/>
          <p:nvPr/>
        </p:nvSpPr>
        <p:spPr>
          <a:xfrm>
            <a:off x="8939606" y="3963143"/>
            <a:ext cx="1287710" cy="1170264"/>
          </a:xfrm>
          <a:custGeom>
            <a:avLst/>
            <a:gdLst>
              <a:gd name="connsiteX0" fmla="*/ 545284 w 1287710"/>
              <a:gd name="connsiteY0" fmla="*/ 0 h 1170264"/>
              <a:gd name="connsiteX1" fmla="*/ 541090 w 1287710"/>
              <a:gd name="connsiteY1" fmla="*/ 171975 h 1170264"/>
              <a:gd name="connsiteX2" fmla="*/ 0 w 1287710"/>
              <a:gd name="connsiteY2" fmla="*/ 176169 h 1170264"/>
              <a:gd name="connsiteX3" fmla="*/ 0 w 1287710"/>
              <a:gd name="connsiteY3" fmla="*/ 1166070 h 1170264"/>
              <a:gd name="connsiteX4" fmla="*/ 1287710 w 1287710"/>
              <a:gd name="connsiteY4" fmla="*/ 1170264 h 11702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87710" h="1170264">
                <a:moveTo>
                  <a:pt x="545284" y="0"/>
                </a:moveTo>
                <a:lnTo>
                  <a:pt x="541090" y="171975"/>
                </a:lnTo>
                <a:lnTo>
                  <a:pt x="0" y="176169"/>
                </a:lnTo>
                <a:lnTo>
                  <a:pt x="0" y="1166070"/>
                </a:lnTo>
                <a:lnTo>
                  <a:pt x="1287710" y="1170264"/>
                </a:lnTo>
              </a:path>
            </a:pathLst>
          </a:custGeom>
          <a:noFill/>
          <a:ln>
            <a:solidFill>
              <a:schemeClr val="bg1"/>
            </a:solidFill>
          </a:ln>
          <a:effectLst>
            <a:glow rad="63500">
              <a:srgbClr val="FFFF00">
                <a:alpha val="4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1BE7F633-BC03-0A7D-A9AC-DE59E3D59746}"/>
              </a:ext>
            </a:extLst>
          </p:cNvPr>
          <p:cNvSpPr/>
          <p:nvPr/>
        </p:nvSpPr>
        <p:spPr>
          <a:xfrm>
            <a:off x="9002523" y="3963143"/>
            <a:ext cx="1224793" cy="855677"/>
          </a:xfrm>
          <a:custGeom>
            <a:avLst/>
            <a:gdLst>
              <a:gd name="connsiteX0" fmla="*/ 587230 w 1224793"/>
              <a:gd name="connsiteY0" fmla="*/ 0 h 855677"/>
              <a:gd name="connsiteX1" fmla="*/ 591424 w 1224793"/>
              <a:gd name="connsiteY1" fmla="*/ 205531 h 855677"/>
              <a:gd name="connsiteX2" fmla="*/ 0 w 1224793"/>
              <a:gd name="connsiteY2" fmla="*/ 209725 h 855677"/>
              <a:gd name="connsiteX3" fmla="*/ 0 w 1224793"/>
              <a:gd name="connsiteY3" fmla="*/ 855677 h 855677"/>
              <a:gd name="connsiteX4" fmla="*/ 1224793 w 1224793"/>
              <a:gd name="connsiteY4" fmla="*/ 855677 h 8556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24793" h="855677">
                <a:moveTo>
                  <a:pt x="587230" y="0"/>
                </a:moveTo>
                <a:lnTo>
                  <a:pt x="591424" y="205531"/>
                </a:lnTo>
                <a:lnTo>
                  <a:pt x="0" y="209725"/>
                </a:lnTo>
                <a:lnTo>
                  <a:pt x="0" y="855677"/>
                </a:lnTo>
                <a:lnTo>
                  <a:pt x="1224793" y="855677"/>
                </a:lnTo>
              </a:path>
            </a:pathLst>
          </a:custGeom>
          <a:noFill/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911FEFC5-E797-95F7-96E4-254E02C3EC11}"/>
              </a:ext>
            </a:extLst>
          </p:cNvPr>
          <p:cNvSpPr/>
          <p:nvPr/>
        </p:nvSpPr>
        <p:spPr>
          <a:xfrm>
            <a:off x="9073830" y="3963143"/>
            <a:ext cx="1145097" cy="545285"/>
          </a:xfrm>
          <a:custGeom>
            <a:avLst/>
            <a:gdLst>
              <a:gd name="connsiteX0" fmla="*/ 604007 w 1145097"/>
              <a:gd name="connsiteY0" fmla="*/ 0 h 545285"/>
              <a:gd name="connsiteX1" fmla="*/ 608201 w 1145097"/>
              <a:gd name="connsiteY1" fmla="*/ 239087 h 545285"/>
              <a:gd name="connsiteX2" fmla="*/ 0 w 1145097"/>
              <a:gd name="connsiteY2" fmla="*/ 239087 h 545285"/>
              <a:gd name="connsiteX3" fmla="*/ 0 w 1145097"/>
              <a:gd name="connsiteY3" fmla="*/ 536896 h 545285"/>
              <a:gd name="connsiteX4" fmla="*/ 1145097 w 1145097"/>
              <a:gd name="connsiteY4" fmla="*/ 545285 h 5452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45097" h="545285">
                <a:moveTo>
                  <a:pt x="604007" y="0"/>
                </a:moveTo>
                <a:lnTo>
                  <a:pt x="608201" y="239087"/>
                </a:lnTo>
                <a:lnTo>
                  <a:pt x="0" y="239087"/>
                </a:lnTo>
                <a:lnTo>
                  <a:pt x="0" y="536896"/>
                </a:lnTo>
                <a:lnTo>
                  <a:pt x="1145097" y="545285"/>
                </a:lnTo>
              </a:path>
            </a:pathLst>
          </a:custGeom>
          <a:noFill/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FD873857-C067-C60A-2F43-11562A09FB84}"/>
              </a:ext>
            </a:extLst>
          </p:cNvPr>
          <p:cNvSpPr/>
          <p:nvPr/>
        </p:nvSpPr>
        <p:spPr>
          <a:xfrm>
            <a:off x="9862395" y="3963143"/>
            <a:ext cx="29361" cy="1598103"/>
          </a:xfrm>
          <a:custGeom>
            <a:avLst/>
            <a:gdLst>
              <a:gd name="connsiteX0" fmla="*/ 0 w 29361"/>
              <a:gd name="connsiteY0" fmla="*/ 0 h 1598103"/>
              <a:gd name="connsiteX1" fmla="*/ 29361 w 29361"/>
              <a:gd name="connsiteY1" fmla="*/ 1598103 h 15981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9361" h="1598103">
                <a:moveTo>
                  <a:pt x="0" y="0"/>
                </a:moveTo>
                <a:lnTo>
                  <a:pt x="29361" y="1598103"/>
                </a:lnTo>
              </a:path>
            </a:pathLst>
          </a:custGeom>
          <a:noFill/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37CBA03D-EF4B-A1C5-EDFE-2F559F7237F0}"/>
              </a:ext>
            </a:extLst>
          </p:cNvPr>
          <p:cNvSpPr/>
          <p:nvPr/>
        </p:nvSpPr>
        <p:spPr>
          <a:xfrm>
            <a:off x="9765921" y="3950560"/>
            <a:ext cx="453006" cy="1564547"/>
          </a:xfrm>
          <a:custGeom>
            <a:avLst/>
            <a:gdLst>
              <a:gd name="connsiteX0" fmla="*/ 0 w 453006"/>
              <a:gd name="connsiteY0" fmla="*/ 0 h 1564547"/>
              <a:gd name="connsiteX1" fmla="*/ 0 w 453006"/>
              <a:gd name="connsiteY1" fmla="*/ 167780 h 1564547"/>
              <a:gd name="connsiteX2" fmla="*/ 427839 w 453006"/>
              <a:gd name="connsiteY2" fmla="*/ 306198 h 1564547"/>
              <a:gd name="connsiteX3" fmla="*/ 453006 w 453006"/>
              <a:gd name="connsiteY3" fmla="*/ 1564547 h 15645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53006" h="1564547">
                <a:moveTo>
                  <a:pt x="0" y="0"/>
                </a:moveTo>
                <a:lnTo>
                  <a:pt x="0" y="167780"/>
                </a:lnTo>
                <a:lnTo>
                  <a:pt x="427839" y="306198"/>
                </a:lnTo>
                <a:lnTo>
                  <a:pt x="453006" y="1564547"/>
                </a:lnTo>
              </a:path>
            </a:pathLst>
          </a:custGeom>
          <a:noFill/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DD75670E-9D48-31E3-0140-C51EC1288993}"/>
              </a:ext>
            </a:extLst>
          </p:cNvPr>
          <p:cNvSpPr/>
          <p:nvPr/>
        </p:nvSpPr>
        <p:spPr>
          <a:xfrm>
            <a:off x="9577131" y="3955595"/>
            <a:ext cx="377928" cy="1505824"/>
          </a:xfrm>
          <a:custGeom>
            <a:avLst/>
            <a:gdLst>
              <a:gd name="connsiteX0" fmla="*/ 788566 w 788566"/>
              <a:gd name="connsiteY0" fmla="*/ 0 h 1505824"/>
              <a:gd name="connsiteX1" fmla="*/ 788566 w 788566"/>
              <a:gd name="connsiteY1" fmla="*/ 322976 h 1505824"/>
              <a:gd name="connsiteX2" fmla="*/ 4195 w 788566"/>
              <a:gd name="connsiteY2" fmla="*/ 322976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88566 w 788566"/>
              <a:gd name="connsiteY1" fmla="*/ 322976 h 1505824"/>
              <a:gd name="connsiteX2" fmla="*/ 4195 w 788566"/>
              <a:gd name="connsiteY2" fmla="*/ 222308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70865 w 788566"/>
              <a:gd name="connsiteY1" fmla="*/ 230698 h 1505824"/>
              <a:gd name="connsiteX2" fmla="*/ 4195 w 788566"/>
              <a:gd name="connsiteY2" fmla="*/ 222308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70865 w 788566"/>
              <a:gd name="connsiteY1" fmla="*/ 230698 h 1505824"/>
              <a:gd name="connsiteX2" fmla="*/ 13044 w 788566"/>
              <a:gd name="connsiteY2" fmla="*/ 289419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70865 w 788566"/>
              <a:gd name="connsiteY1" fmla="*/ 285226 h 1505824"/>
              <a:gd name="connsiteX2" fmla="*/ 13044 w 788566"/>
              <a:gd name="connsiteY2" fmla="*/ 289419 h 1505824"/>
              <a:gd name="connsiteX3" fmla="*/ 0 w 788566"/>
              <a:gd name="connsiteY3" fmla="*/ 1505824 h 1505824"/>
              <a:gd name="connsiteX0" fmla="*/ 788566 w 797417"/>
              <a:gd name="connsiteY0" fmla="*/ 0 h 1505824"/>
              <a:gd name="connsiteX1" fmla="*/ 797417 w 797417"/>
              <a:gd name="connsiteY1" fmla="*/ 285226 h 1505824"/>
              <a:gd name="connsiteX2" fmla="*/ 13044 w 797417"/>
              <a:gd name="connsiteY2" fmla="*/ 289419 h 1505824"/>
              <a:gd name="connsiteX3" fmla="*/ 0 w 797417"/>
              <a:gd name="connsiteY3" fmla="*/ 1505824 h 1505824"/>
              <a:gd name="connsiteX0" fmla="*/ 788566 w 797417"/>
              <a:gd name="connsiteY0" fmla="*/ 0 h 1505824"/>
              <a:gd name="connsiteX1" fmla="*/ 797417 w 797417"/>
              <a:gd name="connsiteY1" fmla="*/ 285226 h 1505824"/>
              <a:gd name="connsiteX2" fmla="*/ 13044 w 797417"/>
              <a:gd name="connsiteY2" fmla="*/ 285225 h 1505824"/>
              <a:gd name="connsiteX3" fmla="*/ 0 w 797417"/>
              <a:gd name="connsiteY3" fmla="*/ 1505824 h 15058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97417" h="1505824">
                <a:moveTo>
                  <a:pt x="788566" y="0"/>
                </a:moveTo>
                <a:lnTo>
                  <a:pt x="797417" y="285226"/>
                </a:lnTo>
                <a:lnTo>
                  <a:pt x="13044" y="285225"/>
                </a:lnTo>
                <a:cubicBezTo>
                  <a:pt x="11646" y="679508"/>
                  <a:pt x="1398" y="1111541"/>
                  <a:pt x="0" y="1505824"/>
                </a:cubicBezTo>
              </a:path>
            </a:pathLst>
          </a:custGeom>
          <a:noFill/>
          <a:ln>
            <a:solidFill>
              <a:schemeClr val="accent6">
                <a:lumMod val="20000"/>
                <a:lumOff val="80000"/>
              </a:schemeClr>
            </a:solidFill>
          </a:ln>
          <a:effectLst>
            <a:glow rad="63500">
              <a:schemeClr val="accent6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E7651040-456E-52DC-DE2A-D1646C161380}"/>
              </a:ext>
            </a:extLst>
          </p:cNvPr>
          <p:cNvSpPr/>
          <p:nvPr/>
        </p:nvSpPr>
        <p:spPr>
          <a:xfrm>
            <a:off x="9258387" y="3958949"/>
            <a:ext cx="788566" cy="1505824"/>
          </a:xfrm>
          <a:custGeom>
            <a:avLst/>
            <a:gdLst>
              <a:gd name="connsiteX0" fmla="*/ 788566 w 788566"/>
              <a:gd name="connsiteY0" fmla="*/ 0 h 1505824"/>
              <a:gd name="connsiteX1" fmla="*/ 788566 w 788566"/>
              <a:gd name="connsiteY1" fmla="*/ 322976 h 1505824"/>
              <a:gd name="connsiteX2" fmla="*/ 4195 w 788566"/>
              <a:gd name="connsiteY2" fmla="*/ 322976 h 1505824"/>
              <a:gd name="connsiteX3" fmla="*/ 0 w 788566"/>
              <a:gd name="connsiteY3" fmla="*/ 1505824 h 15058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88566" h="1505824">
                <a:moveTo>
                  <a:pt x="788566" y="0"/>
                </a:moveTo>
                <a:lnTo>
                  <a:pt x="788566" y="322976"/>
                </a:lnTo>
                <a:lnTo>
                  <a:pt x="4195" y="322976"/>
                </a:lnTo>
                <a:cubicBezTo>
                  <a:pt x="2797" y="717259"/>
                  <a:pt x="1398" y="1111541"/>
                  <a:pt x="0" y="1505824"/>
                </a:cubicBezTo>
              </a:path>
            </a:pathLst>
          </a:custGeom>
          <a:noFill/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F7A8D129-C6D5-41F0-7DD5-D962AE30C5F2}"/>
              </a:ext>
            </a:extLst>
          </p:cNvPr>
          <p:cNvGrpSpPr/>
          <p:nvPr/>
        </p:nvGrpSpPr>
        <p:grpSpPr>
          <a:xfrm>
            <a:off x="9124170" y="4363941"/>
            <a:ext cx="255090" cy="255090"/>
            <a:chOff x="2766747" y="2052494"/>
            <a:chExt cx="255090" cy="255090"/>
          </a:xfrm>
        </p:grpSpPr>
        <p:sp>
          <p:nvSpPr>
            <p:cNvPr id="18" name="Rectangle: Rounded Corners 17">
              <a:extLst>
                <a:ext uri="{FF2B5EF4-FFF2-40B4-BE49-F238E27FC236}">
                  <a16:creationId xmlns:a16="http://schemas.microsoft.com/office/drawing/2014/main" id="{C87E50C5-6C23-4504-BF74-C214415FE8EE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D02120F4-042A-BFC1-9D31-409CB1659CC6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CEC9C9D9-E9E1-EDBB-EAA4-80CBEDF88515}"/>
              </a:ext>
            </a:extLst>
          </p:cNvPr>
          <p:cNvGrpSpPr/>
          <p:nvPr/>
        </p:nvGrpSpPr>
        <p:grpSpPr>
          <a:xfrm>
            <a:off x="9444891" y="4363941"/>
            <a:ext cx="255090" cy="255090"/>
            <a:chOff x="2766747" y="2052494"/>
            <a:chExt cx="255090" cy="255090"/>
          </a:xfrm>
        </p:grpSpPr>
        <p:sp>
          <p:nvSpPr>
            <p:cNvPr id="21" name="Rectangle: Rounded Corners 20">
              <a:extLst>
                <a:ext uri="{FF2B5EF4-FFF2-40B4-BE49-F238E27FC236}">
                  <a16:creationId xmlns:a16="http://schemas.microsoft.com/office/drawing/2014/main" id="{E31DAE83-8AEE-5D2F-7FD6-9831FE60F790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210A2E21-8580-B6F8-74D3-20EE0190F580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985A031B-C9CD-6899-B19F-B207B905EFD9}"/>
              </a:ext>
            </a:extLst>
          </p:cNvPr>
          <p:cNvGrpSpPr/>
          <p:nvPr/>
        </p:nvGrpSpPr>
        <p:grpSpPr>
          <a:xfrm>
            <a:off x="9765612" y="4363941"/>
            <a:ext cx="255090" cy="255090"/>
            <a:chOff x="2766747" y="2052494"/>
            <a:chExt cx="255090" cy="255090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1163A9ED-6285-B73F-3680-D82B32F4FF3D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8EA55567-2C60-8330-BCD9-5E75243DBC70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9B2002AB-C915-3B5D-2D58-BF83EBBCD4BA}"/>
              </a:ext>
            </a:extLst>
          </p:cNvPr>
          <p:cNvGrpSpPr/>
          <p:nvPr/>
        </p:nvGrpSpPr>
        <p:grpSpPr>
          <a:xfrm>
            <a:off x="10086333" y="4363941"/>
            <a:ext cx="255090" cy="255090"/>
            <a:chOff x="2766747" y="2052494"/>
            <a:chExt cx="255090" cy="255090"/>
          </a:xfrm>
        </p:grpSpPr>
        <p:sp>
          <p:nvSpPr>
            <p:cNvPr id="27" name="Rectangle: Rounded Corners 26">
              <a:extLst>
                <a:ext uri="{FF2B5EF4-FFF2-40B4-BE49-F238E27FC236}">
                  <a16:creationId xmlns:a16="http://schemas.microsoft.com/office/drawing/2014/main" id="{3BCF6653-58BC-2646-7D83-92DB3F00E718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E8B7954A-5D82-7CD0-4AB1-1891FA2ED200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7AB3BE20-A0DB-E8C9-6923-9232C9C4CEA8}"/>
              </a:ext>
            </a:extLst>
          </p:cNvPr>
          <p:cNvGrpSpPr/>
          <p:nvPr/>
        </p:nvGrpSpPr>
        <p:grpSpPr>
          <a:xfrm>
            <a:off x="9124170" y="4684663"/>
            <a:ext cx="255090" cy="255090"/>
            <a:chOff x="2766747" y="2052494"/>
            <a:chExt cx="255090" cy="255090"/>
          </a:xfrm>
        </p:grpSpPr>
        <p:sp>
          <p:nvSpPr>
            <p:cNvPr id="30" name="Rectangle: Rounded Corners 29">
              <a:extLst>
                <a:ext uri="{FF2B5EF4-FFF2-40B4-BE49-F238E27FC236}">
                  <a16:creationId xmlns:a16="http://schemas.microsoft.com/office/drawing/2014/main" id="{EE044F8E-7AE0-7F37-74E8-95753C18FC6B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FBEFF526-670E-8E28-D8B0-235D99E70D34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037DFBDD-D733-4E98-3F5A-3333BE95E50B}"/>
              </a:ext>
            </a:extLst>
          </p:cNvPr>
          <p:cNvGrpSpPr/>
          <p:nvPr/>
        </p:nvGrpSpPr>
        <p:grpSpPr>
          <a:xfrm>
            <a:off x="9444891" y="4684663"/>
            <a:ext cx="255090" cy="255090"/>
            <a:chOff x="2766747" y="2052494"/>
            <a:chExt cx="255090" cy="255090"/>
          </a:xfrm>
        </p:grpSpPr>
        <p:sp>
          <p:nvSpPr>
            <p:cNvPr id="33" name="Rectangle: Rounded Corners 32">
              <a:extLst>
                <a:ext uri="{FF2B5EF4-FFF2-40B4-BE49-F238E27FC236}">
                  <a16:creationId xmlns:a16="http://schemas.microsoft.com/office/drawing/2014/main" id="{9EA36552-0795-67AD-821A-E7FB4F5DB722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34" name="Oval 33">
              <a:extLst>
                <a:ext uri="{FF2B5EF4-FFF2-40B4-BE49-F238E27FC236}">
                  <a16:creationId xmlns:a16="http://schemas.microsoft.com/office/drawing/2014/main" id="{C5837235-A542-8172-3719-2FC9442DAA8E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72E8F38C-FC00-A3E4-3A76-9D0F62F957E1}"/>
              </a:ext>
            </a:extLst>
          </p:cNvPr>
          <p:cNvGrpSpPr/>
          <p:nvPr/>
        </p:nvGrpSpPr>
        <p:grpSpPr>
          <a:xfrm>
            <a:off x="9765612" y="4684663"/>
            <a:ext cx="255090" cy="255090"/>
            <a:chOff x="2766747" y="2052494"/>
            <a:chExt cx="255090" cy="255090"/>
          </a:xfrm>
        </p:grpSpPr>
        <p:sp>
          <p:nvSpPr>
            <p:cNvPr id="36" name="Rectangle: Rounded Corners 35">
              <a:extLst>
                <a:ext uri="{FF2B5EF4-FFF2-40B4-BE49-F238E27FC236}">
                  <a16:creationId xmlns:a16="http://schemas.microsoft.com/office/drawing/2014/main" id="{9DE9BF32-A5C6-146A-1322-CF45B92EC843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B629F3E7-AA7D-9645-C9E6-03E626247F4A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D261CB10-02AC-B0BC-ADE8-ED645C4A2FF4}"/>
              </a:ext>
            </a:extLst>
          </p:cNvPr>
          <p:cNvGrpSpPr/>
          <p:nvPr/>
        </p:nvGrpSpPr>
        <p:grpSpPr>
          <a:xfrm>
            <a:off x="10086333" y="4684663"/>
            <a:ext cx="255090" cy="255090"/>
            <a:chOff x="2766747" y="2052494"/>
            <a:chExt cx="255090" cy="255090"/>
          </a:xfrm>
        </p:grpSpPr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622BE460-693D-6D51-ABD9-9B3156C3568E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0" name="Oval 39">
              <a:extLst>
                <a:ext uri="{FF2B5EF4-FFF2-40B4-BE49-F238E27FC236}">
                  <a16:creationId xmlns:a16="http://schemas.microsoft.com/office/drawing/2014/main" id="{EE9BD9FA-B33F-9D58-33DA-E6507A4D2D6F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84D4CF7E-0AA4-6F71-0863-8147CA3E5E60}"/>
              </a:ext>
            </a:extLst>
          </p:cNvPr>
          <p:cNvGrpSpPr/>
          <p:nvPr/>
        </p:nvGrpSpPr>
        <p:grpSpPr>
          <a:xfrm>
            <a:off x="9124170" y="5005385"/>
            <a:ext cx="255090" cy="255090"/>
            <a:chOff x="2766747" y="2052494"/>
            <a:chExt cx="255090" cy="255090"/>
          </a:xfrm>
        </p:grpSpPr>
        <p:sp>
          <p:nvSpPr>
            <p:cNvPr id="42" name="Rectangle: Rounded Corners 41">
              <a:extLst>
                <a:ext uri="{FF2B5EF4-FFF2-40B4-BE49-F238E27FC236}">
                  <a16:creationId xmlns:a16="http://schemas.microsoft.com/office/drawing/2014/main" id="{450AC537-F95C-DAD9-566A-A3D1B961B57D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3" name="Oval 42">
              <a:extLst>
                <a:ext uri="{FF2B5EF4-FFF2-40B4-BE49-F238E27FC236}">
                  <a16:creationId xmlns:a16="http://schemas.microsoft.com/office/drawing/2014/main" id="{FAF6C275-963A-FB37-A343-64123AB9BAFF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6F22F2C1-722F-4D7B-95F9-49FBACAFD394}"/>
              </a:ext>
            </a:extLst>
          </p:cNvPr>
          <p:cNvGrpSpPr/>
          <p:nvPr/>
        </p:nvGrpSpPr>
        <p:grpSpPr>
          <a:xfrm>
            <a:off x="9444891" y="5005385"/>
            <a:ext cx="255090" cy="255090"/>
            <a:chOff x="2766747" y="2052494"/>
            <a:chExt cx="255090" cy="255090"/>
          </a:xfrm>
        </p:grpSpPr>
        <p:sp>
          <p:nvSpPr>
            <p:cNvPr id="45" name="Rectangle: Rounded Corners 44">
              <a:extLst>
                <a:ext uri="{FF2B5EF4-FFF2-40B4-BE49-F238E27FC236}">
                  <a16:creationId xmlns:a16="http://schemas.microsoft.com/office/drawing/2014/main" id="{F8C9E7EE-D497-6DC5-C7A7-E13C3E119DE1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6" name="Oval 45">
              <a:extLst>
                <a:ext uri="{FF2B5EF4-FFF2-40B4-BE49-F238E27FC236}">
                  <a16:creationId xmlns:a16="http://schemas.microsoft.com/office/drawing/2014/main" id="{00745F30-628C-B944-4932-C829EA05E267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91D65271-EDA9-BC3C-9510-9295737952A1}"/>
              </a:ext>
            </a:extLst>
          </p:cNvPr>
          <p:cNvGrpSpPr/>
          <p:nvPr/>
        </p:nvGrpSpPr>
        <p:grpSpPr>
          <a:xfrm>
            <a:off x="9765612" y="5005385"/>
            <a:ext cx="255090" cy="255090"/>
            <a:chOff x="2766747" y="2052494"/>
            <a:chExt cx="255090" cy="255090"/>
          </a:xfrm>
        </p:grpSpPr>
        <p:sp>
          <p:nvSpPr>
            <p:cNvPr id="48" name="Rectangle: Rounded Corners 47">
              <a:extLst>
                <a:ext uri="{FF2B5EF4-FFF2-40B4-BE49-F238E27FC236}">
                  <a16:creationId xmlns:a16="http://schemas.microsoft.com/office/drawing/2014/main" id="{F396E50A-AD65-28BC-BB00-F8FA36164795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7F60F2E1-9262-3C24-33CB-D540EA79F67D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4CD9D9E3-D9C9-F068-D1E9-19EC71B773F2}"/>
              </a:ext>
            </a:extLst>
          </p:cNvPr>
          <p:cNvGrpSpPr/>
          <p:nvPr/>
        </p:nvGrpSpPr>
        <p:grpSpPr>
          <a:xfrm>
            <a:off x="10086333" y="5005385"/>
            <a:ext cx="255090" cy="255090"/>
            <a:chOff x="2766747" y="2052494"/>
            <a:chExt cx="255090" cy="255090"/>
          </a:xfrm>
        </p:grpSpPr>
        <p:sp>
          <p:nvSpPr>
            <p:cNvPr id="51" name="Rectangle: Rounded Corners 50">
              <a:extLst>
                <a:ext uri="{FF2B5EF4-FFF2-40B4-BE49-F238E27FC236}">
                  <a16:creationId xmlns:a16="http://schemas.microsoft.com/office/drawing/2014/main" id="{2683CBBB-C73F-93B2-154C-752C568E0E8D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43C009BF-56CA-8BC0-A3CC-497BB179569B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A7502B63-AA79-F39A-E79C-95E2B698FFC7}"/>
              </a:ext>
            </a:extLst>
          </p:cNvPr>
          <p:cNvGrpSpPr/>
          <p:nvPr/>
        </p:nvGrpSpPr>
        <p:grpSpPr>
          <a:xfrm>
            <a:off x="9124170" y="5326107"/>
            <a:ext cx="255090" cy="255090"/>
            <a:chOff x="2766747" y="2052494"/>
            <a:chExt cx="255090" cy="255090"/>
          </a:xfrm>
        </p:grpSpPr>
        <p:sp>
          <p:nvSpPr>
            <p:cNvPr id="54" name="Rectangle: Rounded Corners 53">
              <a:extLst>
                <a:ext uri="{FF2B5EF4-FFF2-40B4-BE49-F238E27FC236}">
                  <a16:creationId xmlns:a16="http://schemas.microsoft.com/office/drawing/2014/main" id="{A3894A39-924B-040F-F1E5-6CB331C5172D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5" name="Oval 54">
              <a:extLst>
                <a:ext uri="{FF2B5EF4-FFF2-40B4-BE49-F238E27FC236}">
                  <a16:creationId xmlns:a16="http://schemas.microsoft.com/office/drawing/2014/main" id="{66531A37-F4B1-A2A7-3BF9-322027081AD0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2E704551-D1F8-B19F-DF49-AE12ACF42555}"/>
              </a:ext>
            </a:extLst>
          </p:cNvPr>
          <p:cNvGrpSpPr/>
          <p:nvPr/>
        </p:nvGrpSpPr>
        <p:grpSpPr>
          <a:xfrm>
            <a:off x="9444891" y="5326107"/>
            <a:ext cx="255090" cy="255090"/>
            <a:chOff x="2766747" y="2052494"/>
            <a:chExt cx="255090" cy="255090"/>
          </a:xfrm>
        </p:grpSpPr>
        <p:sp>
          <p:nvSpPr>
            <p:cNvPr id="57" name="Rectangle: Rounded Corners 56">
              <a:extLst>
                <a:ext uri="{FF2B5EF4-FFF2-40B4-BE49-F238E27FC236}">
                  <a16:creationId xmlns:a16="http://schemas.microsoft.com/office/drawing/2014/main" id="{51DB67FE-2B8E-CDB9-CA36-7C612EEA3AB0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8" name="Oval 57">
              <a:extLst>
                <a:ext uri="{FF2B5EF4-FFF2-40B4-BE49-F238E27FC236}">
                  <a16:creationId xmlns:a16="http://schemas.microsoft.com/office/drawing/2014/main" id="{E7244948-1727-BB15-9B2E-1DF3870BF277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01283A65-40AA-4CC4-8962-640B34569D58}"/>
              </a:ext>
            </a:extLst>
          </p:cNvPr>
          <p:cNvGrpSpPr/>
          <p:nvPr/>
        </p:nvGrpSpPr>
        <p:grpSpPr>
          <a:xfrm>
            <a:off x="9765612" y="5326107"/>
            <a:ext cx="255090" cy="255090"/>
            <a:chOff x="2766747" y="2052494"/>
            <a:chExt cx="255090" cy="255090"/>
          </a:xfrm>
        </p:grpSpPr>
        <p:sp>
          <p:nvSpPr>
            <p:cNvPr id="60" name="Rectangle: Rounded Corners 59">
              <a:extLst>
                <a:ext uri="{FF2B5EF4-FFF2-40B4-BE49-F238E27FC236}">
                  <a16:creationId xmlns:a16="http://schemas.microsoft.com/office/drawing/2014/main" id="{EA596081-4292-DFF4-3574-DD05E7384B31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1" name="Oval 60">
              <a:extLst>
                <a:ext uri="{FF2B5EF4-FFF2-40B4-BE49-F238E27FC236}">
                  <a16:creationId xmlns:a16="http://schemas.microsoft.com/office/drawing/2014/main" id="{C646497A-C5E6-3E98-CEC2-B2F0A8FE071F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4EC733FC-931B-D702-521E-0453BE13E7C9}"/>
              </a:ext>
            </a:extLst>
          </p:cNvPr>
          <p:cNvGrpSpPr/>
          <p:nvPr/>
        </p:nvGrpSpPr>
        <p:grpSpPr>
          <a:xfrm>
            <a:off x="10086333" y="5326107"/>
            <a:ext cx="255090" cy="255090"/>
            <a:chOff x="2766747" y="2052494"/>
            <a:chExt cx="255090" cy="255090"/>
          </a:xfrm>
        </p:grpSpPr>
        <p:sp>
          <p:nvSpPr>
            <p:cNvPr id="63" name="Rectangle: Rounded Corners 62">
              <a:extLst>
                <a:ext uri="{FF2B5EF4-FFF2-40B4-BE49-F238E27FC236}">
                  <a16:creationId xmlns:a16="http://schemas.microsoft.com/office/drawing/2014/main" id="{2DF01CF1-046B-CD2A-E5F9-9BA24D30F283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4" name="Oval 63">
              <a:extLst>
                <a:ext uri="{FF2B5EF4-FFF2-40B4-BE49-F238E27FC236}">
                  <a16:creationId xmlns:a16="http://schemas.microsoft.com/office/drawing/2014/main" id="{7CD03D5C-F9A8-861E-9CFD-490D0F1ADAA3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A6F19F51-599F-9F74-9B39-59FD4E43338D}"/>
              </a:ext>
            </a:extLst>
          </p:cNvPr>
          <p:cNvGrpSpPr/>
          <p:nvPr/>
        </p:nvGrpSpPr>
        <p:grpSpPr>
          <a:xfrm>
            <a:off x="9317030" y="3891836"/>
            <a:ext cx="815362" cy="138419"/>
            <a:chOff x="5146646" y="1950440"/>
            <a:chExt cx="815362" cy="138419"/>
          </a:xfrm>
        </p:grpSpPr>
        <p:sp>
          <p:nvSpPr>
            <p:cNvPr id="66" name="Rectangle: Rounded Corners 65">
              <a:extLst>
                <a:ext uri="{FF2B5EF4-FFF2-40B4-BE49-F238E27FC236}">
                  <a16:creationId xmlns:a16="http://schemas.microsoft.com/office/drawing/2014/main" id="{6FAF853F-68BF-11EF-AB71-BB2F04B4C21C}"/>
                </a:ext>
              </a:extLst>
            </p:cNvPr>
            <p:cNvSpPr/>
            <p:nvPr/>
          </p:nvSpPr>
          <p:spPr>
            <a:xfrm>
              <a:off x="5146646" y="1950440"/>
              <a:ext cx="815362" cy="138419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06B6C86D-7E75-66F0-80D1-4A14B828F891}"/>
                </a:ext>
              </a:extLst>
            </p:cNvPr>
            <p:cNvSpPr/>
            <p:nvPr/>
          </p:nvSpPr>
          <p:spPr>
            <a:xfrm rot="16200000">
              <a:off x="5201236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8" name="Rectangle 67">
              <a:extLst>
                <a:ext uri="{FF2B5EF4-FFF2-40B4-BE49-F238E27FC236}">
                  <a16:creationId xmlns:a16="http://schemas.microsoft.com/office/drawing/2014/main" id="{553AC723-D72C-0D5F-28D9-DD83A56F62E2}"/>
                </a:ext>
              </a:extLst>
            </p:cNvPr>
            <p:cNvSpPr/>
            <p:nvPr/>
          </p:nvSpPr>
          <p:spPr>
            <a:xfrm rot="16200000">
              <a:off x="5294405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5638A13A-0C1F-8A23-D499-455F7AEFD9BD}"/>
                </a:ext>
              </a:extLst>
            </p:cNvPr>
            <p:cNvSpPr/>
            <p:nvPr/>
          </p:nvSpPr>
          <p:spPr>
            <a:xfrm rot="16200000">
              <a:off x="5387574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CCA1E781-5881-1B8B-C68A-5D3A356388E9}"/>
                </a:ext>
              </a:extLst>
            </p:cNvPr>
            <p:cNvSpPr/>
            <p:nvPr/>
          </p:nvSpPr>
          <p:spPr>
            <a:xfrm rot="16200000">
              <a:off x="5480743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44B19741-A942-796B-CC0A-28D47386A130}"/>
                </a:ext>
              </a:extLst>
            </p:cNvPr>
            <p:cNvSpPr/>
            <p:nvPr/>
          </p:nvSpPr>
          <p:spPr>
            <a:xfrm rot="16200000">
              <a:off x="5573912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3E6224F7-1EFC-D7C8-4B39-F73A90E0D954}"/>
                </a:ext>
              </a:extLst>
            </p:cNvPr>
            <p:cNvSpPr/>
            <p:nvPr/>
          </p:nvSpPr>
          <p:spPr>
            <a:xfrm rot="16200000">
              <a:off x="5667081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71434A13-27B5-F33A-0CA2-0EDD5808B6A4}"/>
                </a:ext>
              </a:extLst>
            </p:cNvPr>
            <p:cNvSpPr/>
            <p:nvPr/>
          </p:nvSpPr>
          <p:spPr>
            <a:xfrm rot="16200000">
              <a:off x="5760250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4" name="Rectangle 73">
              <a:extLst>
                <a:ext uri="{FF2B5EF4-FFF2-40B4-BE49-F238E27FC236}">
                  <a16:creationId xmlns:a16="http://schemas.microsoft.com/office/drawing/2014/main" id="{0E1CE169-6328-6F70-A582-66CB200EEB9A}"/>
                </a:ext>
              </a:extLst>
            </p:cNvPr>
            <p:cNvSpPr/>
            <p:nvPr/>
          </p:nvSpPr>
          <p:spPr>
            <a:xfrm rot="16200000">
              <a:off x="5853419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sp>
        <p:nvSpPr>
          <p:cNvPr id="75" name="TextBox 74">
            <a:extLst>
              <a:ext uri="{FF2B5EF4-FFF2-40B4-BE49-F238E27FC236}">
                <a16:creationId xmlns:a16="http://schemas.microsoft.com/office/drawing/2014/main" id="{F7BE276F-AE1A-2AC9-8394-DC30E2DF5CF6}"/>
              </a:ext>
            </a:extLst>
          </p:cNvPr>
          <p:cNvSpPr txBox="1"/>
          <p:nvPr/>
        </p:nvSpPr>
        <p:spPr>
          <a:xfrm>
            <a:off x="9069930" y="3729000"/>
            <a:ext cx="1128835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700">
                <a:solidFill>
                  <a:schemeClr val="bg1"/>
                </a:solidFill>
                <a:latin typeface="Consolas" panose="020B0609020204030204" pitchFamily="49" charset="0"/>
              </a:rPr>
              <a:t>pin 7 6 5 4 3 2 1 0</a:t>
            </a:r>
            <a:endParaRPr lang="LID4096" sz="70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BAB4D010-A9CA-C9FB-9BEB-2A4AF7C4131F}"/>
              </a:ext>
            </a:extLst>
          </p:cNvPr>
          <p:cNvSpPr txBox="1"/>
          <p:nvPr/>
        </p:nvSpPr>
        <p:spPr>
          <a:xfrm>
            <a:off x="9055467" y="4496249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0</a:t>
            </a:r>
            <a:endParaRPr lang="LID4096" sz="500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008D09F4-8CED-E4FB-1AD7-12174193BE53}"/>
              </a:ext>
            </a:extLst>
          </p:cNvPr>
          <p:cNvSpPr txBox="1"/>
          <p:nvPr/>
        </p:nvSpPr>
        <p:spPr>
          <a:xfrm>
            <a:off x="9377524" y="4497315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</a:t>
            </a:r>
            <a:endParaRPr lang="LID4096" sz="500"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C32F7DA8-9B04-A74D-0A25-B1BFC717FEFF}"/>
              </a:ext>
            </a:extLst>
          </p:cNvPr>
          <p:cNvSpPr txBox="1"/>
          <p:nvPr/>
        </p:nvSpPr>
        <p:spPr>
          <a:xfrm>
            <a:off x="9699581" y="4498381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2</a:t>
            </a:r>
            <a:endParaRPr lang="LID4096" sz="500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7296AC22-57C2-B9C0-F86C-A963449A0D7B}"/>
              </a:ext>
            </a:extLst>
          </p:cNvPr>
          <p:cNvSpPr txBox="1"/>
          <p:nvPr/>
        </p:nvSpPr>
        <p:spPr>
          <a:xfrm>
            <a:off x="10021638" y="4499447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3</a:t>
            </a:r>
            <a:endParaRPr lang="LID4096" sz="500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3590EBBF-39BE-006C-9011-70052761A79B}"/>
              </a:ext>
            </a:extLst>
          </p:cNvPr>
          <p:cNvSpPr txBox="1"/>
          <p:nvPr/>
        </p:nvSpPr>
        <p:spPr>
          <a:xfrm>
            <a:off x="9055467" y="4798723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4</a:t>
            </a:r>
            <a:endParaRPr lang="LID4096" sz="500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055BBAE8-66F3-D9C1-F382-5282672299FA}"/>
              </a:ext>
            </a:extLst>
          </p:cNvPr>
          <p:cNvSpPr txBox="1"/>
          <p:nvPr/>
        </p:nvSpPr>
        <p:spPr>
          <a:xfrm>
            <a:off x="9377524" y="4799789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5</a:t>
            </a:r>
            <a:endParaRPr lang="LID4096" sz="500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6BC4A54E-E524-41E1-1AE1-4A1575EE0349}"/>
              </a:ext>
            </a:extLst>
          </p:cNvPr>
          <p:cNvSpPr txBox="1"/>
          <p:nvPr/>
        </p:nvSpPr>
        <p:spPr>
          <a:xfrm>
            <a:off x="9699581" y="4800855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6</a:t>
            </a:r>
            <a:endParaRPr lang="LID4096" sz="500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108B1DF3-D190-D68C-8DF9-6F31D85DDCB4}"/>
              </a:ext>
            </a:extLst>
          </p:cNvPr>
          <p:cNvSpPr txBox="1"/>
          <p:nvPr/>
        </p:nvSpPr>
        <p:spPr>
          <a:xfrm>
            <a:off x="10021638" y="4801921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7</a:t>
            </a:r>
            <a:endParaRPr lang="LID4096" sz="500"/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76068B33-76E3-C557-0696-EDDA75713EBE}"/>
              </a:ext>
            </a:extLst>
          </p:cNvPr>
          <p:cNvSpPr txBox="1"/>
          <p:nvPr/>
        </p:nvSpPr>
        <p:spPr>
          <a:xfrm>
            <a:off x="9054531" y="5124319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8</a:t>
            </a:r>
            <a:endParaRPr lang="LID4096" sz="500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7989E6F2-E77A-FFA2-8B95-8F5015E809A1}"/>
              </a:ext>
            </a:extLst>
          </p:cNvPr>
          <p:cNvSpPr txBox="1"/>
          <p:nvPr/>
        </p:nvSpPr>
        <p:spPr>
          <a:xfrm>
            <a:off x="9376588" y="5125385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9</a:t>
            </a:r>
            <a:endParaRPr lang="LID4096" sz="500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FA9F966E-9279-8A67-4159-BD3B69B1D96A}"/>
              </a:ext>
            </a:extLst>
          </p:cNvPr>
          <p:cNvSpPr txBox="1"/>
          <p:nvPr/>
        </p:nvSpPr>
        <p:spPr>
          <a:xfrm>
            <a:off x="9698645" y="5126451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10</a:t>
            </a:r>
            <a:endParaRPr lang="LID4096" sz="500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578245E9-BF83-5F2B-34B3-07CBD81E69F4}"/>
              </a:ext>
            </a:extLst>
          </p:cNvPr>
          <p:cNvSpPr txBox="1"/>
          <p:nvPr/>
        </p:nvSpPr>
        <p:spPr>
          <a:xfrm>
            <a:off x="10020702" y="5127517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11</a:t>
            </a:r>
            <a:endParaRPr lang="LID4096" sz="500"/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4DC5A1A9-3DB0-02FE-5D01-E898289D6412}"/>
              </a:ext>
            </a:extLst>
          </p:cNvPr>
          <p:cNvSpPr txBox="1"/>
          <p:nvPr/>
        </p:nvSpPr>
        <p:spPr>
          <a:xfrm>
            <a:off x="9053595" y="5449915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12</a:t>
            </a:r>
            <a:endParaRPr lang="LID4096" sz="500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559ED6E2-AB2B-A5AD-FCF8-95A1DB11A064}"/>
              </a:ext>
            </a:extLst>
          </p:cNvPr>
          <p:cNvSpPr txBox="1"/>
          <p:nvPr/>
        </p:nvSpPr>
        <p:spPr>
          <a:xfrm>
            <a:off x="9375652" y="5450981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13</a:t>
            </a:r>
            <a:endParaRPr lang="LID4096" sz="500"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54BE7CB5-9744-EABD-4F89-E45A9FFE2AE9}"/>
              </a:ext>
            </a:extLst>
          </p:cNvPr>
          <p:cNvSpPr txBox="1"/>
          <p:nvPr/>
        </p:nvSpPr>
        <p:spPr>
          <a:xfrm>
            <a:off x="9697709" y="5452047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14</a:t>
            </a:r>
            <a:endParaRPr lang="LID4096" sz="500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0ABFCA93-4567-2292-2932-163C0AC9D26C}"/>
              </a:ext>
            </a:extLst>
          </p:cNvPr>
          <p:cNvSpPr txBox="1"/>
          <p:nvPr/>
        </p:nvSpPr>
        <p:spPr>
          <a:xfrm>
            <a:off x="10019766" y="5453113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15</a:t>
            </a:r>
            <a:endParaRPr lang="LID4096" sz="500"/>
          </a:p>
        </p:txBody>
      </p:sp>
      <p:pic>
        <p:nvPicPr>
          <p:cNvPr id="93" name="Picture 92">
            <a:extLst>
              <a:ext uri="{FF2B5EF4-FFF2-40B4-BE49-F238E27FC236}">
                <a16:creationId xmlns:a16="http://schemas.microsoft.com/office/drawing/2014/main" id="{D4F585B9-B18D-C0F9-95FE-06772138C5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6200000">
            <a:off x="4790492" y="3817567"/>
            <a:ext cx="3095687" cy="1602927"/>
          </a:xfrm>
          <a:prstGeom prst="rect">
            <a:avLst/>
          </a:prstGeom>
        </p:spPr>
      </p:pic>
      <p:sp>
        <p:nvSpPr>
          <p:cNvPr id="94" name="Rectangle 93">
            <a:extLst>
              <a:ext uri="{FF2B5EF4-FFF2-40B4-BE49-F238E27FC236}">
                <a16:creationId xmlns:a16="http://schemas.microsoft.com/office/drawing/2014/main" id="{766ADBEC-1C6D-F4FE-CF18-EC5072DA2065}"/>
              </a:ext>
            </a:extLst>
          </p:cNvPr>
          <p:cNvSpPr/>
          <p:nvPr/>
        </p:nvSpPr>
        <p:spPr>
          <a:xfrm rot="16200000">
            <a:off x="5547725" y="4112390"/>
            <a:ext cx="1955188" cy="810715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5" name="Freeform: Shape 94">
            <a:extLst>
              <a:ext uri="{FF2B5EF4-FFF2-40B4-BE49-F238E27FC236}">
                <a16:creationId xmlns:a16="http://schemas.microsoft.com/office/drawing/2014/main" id="{931C40B9-60DD-1DE0-A878-A4C839E3498C}"/>
              </a:ext>
            </a:extLst>
          </p:cNvPr>
          <p:cNvSpPr/>
          <p:nvPr/>
        </p:nvSpPr>
        <p:spPr>
          <a:xfrm rot="16200000">
            <a:off x="5014315" y="4418631"/>
            <a:ext cx="2189810" cy="149806"/>
          </a:xfrm>
          <a:custGeom>
            <a:avLst/>
            <a:gdLst>
              <a:gd name="connsiteX0" fmla="*/ 3406140 w 3825240"/>
              <a:gd name="connsiteY0" fmla="*/ 0 h 259080"/>
              <a:gd name="connsiteX1" fmla="*/ 0 w 3825240"/>
              <a:gd name="connsiteY1" fmla="*/ 68580 h 259080"/>
              <a:gd name="connsiteX2" fmla="*/ 228600 w 3825240"/>
              <a:gd name="connsiteY2" fmla="*/ 259080 h 259080"/>
              <a:gd name="connsiteX3" fmla="*/ 3825240 w 3825240"/>
              <a:gd name="connsiteY3" fmla="*/ 167640 h 259080"/>
              <a:gd name="connsiteX4" fmla="*/ 3406140 w 3825240"/>
              <a:gd name="connsiteY4" fmla="*/ 0 h 259080"/>
              <a:gd name="connsiteX0" fmla="*/ 3406140 w 3787140"/>
              <a:gd name="connsiteY0" fmla="*/ 0 h 259080"/>
              <a:gd name="connsiteX1" fmla="*/ 0 w 3787140"/>
              <a:gd name="connsiteY1" fmla="*/ 68580 h 259080"/>
              <a:gd name="connsiteX2" fmla="*/ 228600 w 3787140"/>
              <a:gd name="connsiteY2" fmla="*/ 259080 h 259080"/>
              <a:gd name="connsiteX3" fmla="*/ 3787140 w 3787140"/>
              <a:gd name="connsiteY3" fmla="*/ 153353 h 259080"/>
              <a:gd name="connsiteX4" fmla="*/ 3406140 w 3787140"/>
              <a:gd name="connsiteY4" fmla="*/ 0 h 259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787140" h="259080">
                <a:moveTo>
                  <a:pt x="3406140" y="0"/>
                </a:moveTo>
                <a:lnTo>
                  <a:pt x="0" y="68580"/>
                </a:lnTo>
                <a:lnTo>
                  <a:pt x="228600" y="259080"/>
                </a:lnTo>
                <a:lnTo>
                  <a:pt x="3787140" y="153353"/>
                </a:lnTo>
                <a:lnTo>
                  <a:pt x="3406140" y="0"/>
                </a:lnTo>
                <a:close/>
              </a:path>
            </a:pathLst>
          </a:custGeom>
          <a:solidFill>
            <a:schemeClr val="bg2">
              <a:lumMod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6" name="Freeform: Shape 95">
            <a:extLst>
              <a:ext uri="{FF2B5EF4-FFF2-40B4-BE49-F238E27FC236}">
                <a16:creationId xmlns:a16="http://schemas.microsoft.com/office/drawing/2014/main" id="{EA86E8D4-1DDB-5D9C-2148-5FC125632F95}"/>
              </a:ext>
            </a:extLst>
          </p:cNvPr>
          <p:cNvSpPr/>
          <p:nvPr/>
        </p:nvSpPr>
        <p:spPr>
          <a:xfrm rot="16200000">
            <a:off x="6514578" y="5020058"/>
            <a:ext cx="118964" cy="991363"/>
          </a:xfrm>
          <a:custGeom>
            <a:avLst/>
            <a:gdLst>
              <a:gd name="connsiteX0" fmla="*/ 0 w 205740"/>
              <a:gd name="connsiteY0" fmla="*/ 0 h 1714500"/>
              <a:gd name="connsiteX1" fmla="*/ 30480 w 205740"/>
              <a:gd name="connsiteY1" fmla="*/ 1539240 h 1714500"/>
              <a:gd name="connsiteX2" fmla="*/ 205740 w 205740"/>
              <a:gd name="connsiteY2" fmla="*/ 1714500 h 1714500"/>
              <a:gd name="connsiteX3" fmla="*/ 198120 w 205740"/>
              <a:gd name="connsiteY3" fmla="*/ 167640 h 1714500"/>
              <a:gd name="connsiteX4" fmla="*/ 0 w 205740"/>
              <a:gd name="connsiteY4" fmla="*/ 0 h 1714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5740" h="1714500">
                <a:moveTo>
                  <a:pt x="0" y="0"/>
                </a:moveTo>
                <a:lnTo>
                  <a:pt x="30480" y="1539240"/>
                </a:lnTo>
                <a:lnTo>
                  <a:pt x="205740" y="1714500"/>
                </a:lnTo>
                <a:lnTo>
                  <a:pt x="198120" y="167640"/>
                </a:lnTo>
                <a:lnTo>
                  <a:pt x="0" y="0"/>
                </a:ln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7" name="Freeform: Shape 96">
            <a:extLst>
              <a:ext uri="{FF2B5EF4-FFF2-40B4-BE49-F238E27FC236}">
                <a16:creationId xmlns:a16="http://schemas.microsoft.com/office/drawing/2014/main" id="{7CFD2CE7-0FB5-CEA0-7BF2-954291D7B226}"/>
              </a:ext>
            </a:extLst>
          </p:cNvPr>
          <p:cNvSpPr/>
          <p:nvPr/>
        </p:nvSpPr>
        <p:spPr>
          <a:xfrm rot="16200000">
            <a:off x="5560667" y="3942777"/>
            <a:ext cx="2079659" cy="956115"/>
          </a:xfrm>
          <a:custGeom>
            <a:avLst/>
            <a:gdLst>
              <a:gd name="connsiteX0" fmla="*/ 0 w 3680460"/>
              <a:gd name="connsiteY0" fmla="*/ 1653540 h 1653540"/>
              <a:gd name="connsiteX1" fmla="*/ 1463040 w 3680460"/>
              <a:gd name="connsiteY1" fmla="*/ 1592580 h 1653540"/>
              <a:gd name="connsiteX2" fmla="*/ 1463040 w 3680460"/>
              <a:gd name="connsiteY2" fmla="*/ 1417320 h 1653540"/>
              <a:gd name="connsiteX3" fmla="*/ 182880 w 3680460"/>
              <a:gd name="connsiteY3" fmla="*/ 1478280 h 1653540"/>
              <a:gd name="connsiteX4" fmla="*/ 160020 w 3680460"/>
              <a:gd name="connsiteY4" fmla="*/ 266700 h 1653540"/>
              <a:gd name="connsiteX5" fmla="*/ 3474720 w 3680460"/>
              <a:gd name="connsiteY5" fmla="*/ 160020 h 1653540"/>
              <a:gd name="connsiteX6" fmla="*/ 3467100 w 3680460"/>
              <a:gd name="connsiteY6" fmla="*/ 1424940 h 1653540"/>
              <a:gd name="connsiteX7" fmla="*/ 2278380 w 3680460"/>
              <a:gd name="connsiteY7" fmla="*/ 1432560 h 1653540"/>
              <a:gd name="connsiteX8" fmla="*/ 2263140 w 3680460"/>
              <a:gd name="connsiteY8" fmla="*/ 1584960 h 1653540"/>
              <a:gd name="connsiteX9" fmla="*/ 3680460 w 3680460"/>
              <a:gd name="connsiteY9" fmla="*/ 1546860 h 1653540"/>
              <a:gd name="connsiteX10" fmla="*/ 3589020 w 3680460"/>
              <a:gd name="connsiteY10" fmla="*/ 0 h 1653540"/>
              <a:gd name="connsiteX11" fmla="*/ 0 w 3680460"/>
              <a:gd name="connsiteY11" fmla="*/ 91440 h 1653540"/>
              <a:gd name="connsiteX12" fmla="*/ 0 w 3680460"/>
              <a:gd name="connsiteY12" fmla="*/ 1653540 h 1653540"/>
              <a:gd name="connsiteX0" fmla="*/ 0 w 3649980"/>
              <a:gd name="connsiteY0" fmla="*/ 1653540 h 1653540"/>
              <a:gd name="connsiteX1" fmla="*/ 1463040 w 3649980"/>
              <a:gd name="connsiteY1" fmla="*/ 1592580 h 1653540"/>
              <a:gd name="connsiteX2" fmla="*/ 1463040 w 3649980"/>
              <a:gd name="connsiteY2" fmla="*/ 1417320 h 1653540"/>
              <a:gd name="connsiteX3" fmla="*/ 182880 w 3649980"/>
              <a:gd name="connsiteY3" fmla="*/ 1478280 h 1653540"/>
              <a:gd name="connsiteX4" fmla="*/ 160020 w 3649980"/>
              <a:gd name="connsiteY4" fmla="*/ 266700 h 1653540"/>
              <a:gd name="connsiteX5" fmla="*/ 3474720 w 3649980"/>
              <a:gd name="connsiteY5" fmla="*/ 160020 h 1653540"/>
              <a:gd name="connsiteX6" fmla="*/ 3467100 w 3649980"/>
              <a:gd name="connsiteY6" fmla="*/ 1424940 h 1653540"/>
              <a:gd name="connsiteX7" fmla="*/ 2278380 w 3649980"/>
              <a:gd name="connsiteY7" fmla="*/ 1432560 h 1653540"/>
              <a:gd name="connsiteX8" fmla="*/ 2263140 w 3649980"/>
              <a:gd name="connsiteY8" fmla="*/ 1584960 h 1653540"/>
              <a:gd name="connsiteX9" fmla="*/ 3649980 w 3649980"/>
              <a:gd name="connsiteY9" fmla="*/ 1554480 h 1653540"/>
              <a:gd name="connsiteX10" fmla="*/ 3589020 w 3649980"/>
              <a:gd name="connsiteY10" fmla="*/ 0 h 1653540"/>
              <a:gd name="connsiteX11" fmla="*/ 0 w 3649980"/>
              <a:gd name="connsiteY11" fmla="*/ 91440 h 1653540"/>
              <a:gd name="connsiteX12" fmla="*/ 0 w 3649980"/>
              <a:gd name="connsiteY12" fmla="*/ 1653540 h 1653540"/>
              <a:gd name="connsiteX0" fmla="*/ 0 w 3596640"/>
              <a:gd name="connsiteY0" fmla="*/ 1653540 h 1653540"/>
              <a:gd name="connsiteX1" fmla="*/ 1463040 w 3596640"/>
              <a:gd name="connsiteY1" fmla="*/ 1592580 h 1653540"/>
              <a:gd name="connsiteX2" fmla="*/ 1463040 w 3596640"/>
              <a:gd name="connsiteY2" fmla="*/ 1417320 h 1653540"/>
              <a:gd name="connsiteX3" fmla="*/ 182880 w 3596640"/>
              <a:gd name="connsiteY3" fmla="*/ 1478280 h 1653540"/>
              <a:gd name="connsiteX4" fmla="*/ 160020 w 3596640"/>
              <a:gd name="connsiteY4" fmla="*/ 266700 h 1653540"/>
              <a:gd name="connsiteX5" fmla="*/ 3474720 w 3596640"/>
              <a:gd name="connsiteY5" fmla="*/ 160020 h 1653540"/>
              <a:gd name="connsiteX6" fmla="*/ 3467100 w 3596640"/>
              <a:gd name="connsiteY6" fmla="*/ 1424940 h 1653540"/>
              <a:gd name="connsiteX7" fmla="*/ 2278380 w 3596640"/>
              <a:gd name="connsiteY7" fmla="*/ 1432560 h 1653540"/>
              <a:gd name="connsiteX8" fmla="*/ 2263140 w 3596640"/>
              <a:gd name="connsiteY8" fmla="*/ 1584960 h 1653540"/>
              <a:gd name="connsiteX9" fmla="*/ 3596640 w 3596640"/>
              <a:gd name="connsiteY9" fmla="*/ 1546860 h 1653540"/>
              <a:gd name="connsiteX10" fmla="*/ 3589020 w 3596640"/>
              <a:gd name="connsiteY10" fmla="*/ 0 h 1653540"/>
              <a:gd name="connsiteX11" fmla="*/ 0 w 3596640"/>
              <a:gd name="connsiteY11" fmla="*/ 91440 h 1653540"/>
              <a:gd name="connsiteX12" fmla="*/ 0 w 3596640"/>
              <a:gd name="connsiteY12" fmla="*/ 1653540 h 1653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596640" h="1653540">
                <a:moveTo>
                  <a:pt x="0" y="1653540"/>
                </a:moveTo>
                <a:lnTo>
                  <a:pt x="1463040" y="1592580"/>
                </a:lnTo>
                <a:lnTo>
                  <a:pt x="1463040" y="1417320"/>
                </a:lnTo>
                <a:lnTo>
                  <a:pt x="182880" y="1478280"/>
                </a:lnTo>
                <a:lnTo>
                  <a:pt x="160020" y="266700"/>
                </a:lnTo>
                <a:lnTo>
                  <a:pt x="3474720" y="160020"/>
                </a:lnTo>
                <a:lnTo>
                  <a:pt x="3467100" y="1424940"/>
                </a:lnTo>
                <a:lnTo>
                  <a:pt x="2278380" y="1432560"/>
                </a:lnTo>
                <a:lnTo>
                  <a:pt x="2263140" y="1584960"/>
                </a:lnTo>
                <a:lnTo>
                  <a:pt x="3596640" y="1546860"/>
                </a:lnTo>
                <a:lnTo>
                  <a:pt x="3589020" y="0"/>
                </a:lnTo>
                <a:lnTo>
                  <a:pt x="0" y="91440"/>
                </a:lnTo>
                <a:lnTo>
                  <a:pt x="0" y="1653540"/>
                </a:lnTo>
                <a:close/>
              </a:path>
            </a:pathLst>
          </a:cu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8" name="Freeform: Shape 97">
            <a:extLst>
              <a:ext uri="{FF2B5EF4-FFF2-40B4-BE49-F238E27FC236}">
                <a16:creationId xmlns:a16="http://schemas.microsoft.com/office/drawing/2014/main" id="{7225B2F2-C51E-5A45-50DF-AC989DE9CA52}"/>
              </a:ext>
            </a:extLst>
          </p:cNvPr>
          <p:cNvSpPr/>
          <p:nvPr/>
        </p:nvSpPr>
        <p:spPr>
          <a:xfrm rot="16200000">
            <a:off x="5643693" y="4024151"/>
            <a:ext cx="1911127" cy="758668"/>
          </a:xfrm>
          <a:custGeom>
            <a:avLst/>
            <a:gdLst>
              <a:gd name="connsiteX0" fmla="*/ 2943225 w 3305175"/>
              <a:gd name="connsiteY0" fmla="*/ 4762 h 1312068"/>
              <a:gd name="connsiteX1" fmla="*/ 2964657 w 3305175"/>
              <a:gd name="connsiteY1" fmla="*/ 1040606 h 1312068"/>
              <a:gd name="connsiteX2" fmla="*/ 0 w 3305175"/>
              <a:gd name="connsiteY2" fmla="*/ 1133475 h 1312068"/>
              <a:gd name="connsiteX3" fmla="*/ 7144 w 3305175"/>
              <a:gd name="connsiteY3" fmla="*/ 1312068 h 1312068"/>
              <a:gd name="connsiteX4" fmla="*/ 1290638 w 3305175"/>
              <a:gd name="connsiteY4" fmla="*/ 1254918 h 1312068"/>
              <a:gd name="connsiteX5" fmla="*/ 1362075 w 3305175"/>
              <a:gd name="connsiteY5" fmla="*/ 1202531 h 1312068"/>
              <a:gd name="connsiteX6" fmla="*/ 1431132 w 3305175"/>
              <a:gd name="connsiteY6" fmla="*/ 1185862 h 1312068"/>
              <a:gd name="connsiteX7" fmla="*/ 1735932 w 3305175"/>
              <a:gd name="connsiteY7" fmla="*/ 1171575 h 1312068"/>
              <a:gd name="connsiteX8" fmla="*/ 1902619 w 3305175"/>
              <a:gd name="connsiteY8" fmla="*/ 1178718 h 1312068"/>
              <a:gd name="connsiteX9" fmla="*/ 2100263 w 3305175"/>
              <a:gd name="connsiteY9" fmla="*/ 1264443 h 1312068"/>
              <a:gd name="connsiteX10" fmla="*/ 3300413 w 3305175"/>
              <a:gd name="connsiteY10" fmla="*/ 1257300 h 1312068"/>
              <a:gd name="connsiteX11" fmla="*/ 3305175 w 3305175"/>
              <a:gd name="connsiteY11" fmla="*/ 0 h 1312068"/>
              <a:gd name="connsiteX12" fmla="*/ 2943225 w 3305175"/>
              <a:gd name="connsiteY12" fmla="*/ 4762 h 1312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305175" h="1312068">
                <a:moveTo>
                  <a:pt x="2943225" y="4762"/>
                </a:moveTo>
                <a:lnTo>
                  <a:pt x="2964657" y="1040606"/>
                </a:lnTo>
                <a:lnTo>
                  <a:pt x="0" y="1133475"/>
                </a:lnTo>
                <a:lnTo>
                  <a:pt x="7144" y="1312068"/>
                </a:lnTo>
                <a:lnTo>
                  <a:pt x="1290638" y="1254918"/>
                </a:lnTo>
                <a:lnTo>
                  <a:pt x="1362075" y="1202531"/>
                </a:lnTo>
                <a:lnTo>
                  <a:pt x="1431132" y="1185862"/>
                </a:lnTo>
                <a:lnTo>
                  <a:pt x="1735932" y="1171575"/>
                </a:lnTo>
                <a:lnTo>
                  <a:pt x="1902619" y="1178718"/>
                </a:lnTo>
                <a:lnTo>
                  <a:pt x="2100263" y="1264443"/>
                </a:lnTo>
                <a:lnTo>
                  <a:pt x="3300413" y="1257300"/>
                </a:lnTo>
                <a:cubicBezTo>
                  <a:pt x="3302000" y="838200"/>
                  <a:pt x="3303588" y="419100"/>
                  <a:pt x="3305175" y="0"/>
                </a:cubicBezTo>
                <a:lnTo>
                  <a:pt x="2943225" y="4762"/>
                </a:lnTo>
                <a:close/>
              </a:path>
            </a:pathLst>
          </a:cu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9" name="Freeform: Shape 98">
            <a:extLst>
              <a:ext uri="{FF2B5EF4-FFF2-40B4-BE49-F238E27FC236}">
                <a16:creationId xmlns:a16="http://schemas.microsoft.com/office/drawing/2014/main" id="{68A866D9-DFA8-710F-6AAA-2988D2758F57}"/>
              </a:ext>
            </a:extLst>
          </p:cNvPr>
          <p:cNvSpPr/>
          <p:nvPr/>
        </p:nvSpPr>
        <p:spPr>
          <a:xfrm rot="16200000">
            <a:off x="6730750" y="4307103"/>
            <a:ext cx="473651" cy="143197"/>
          </a:xfrm>
          <a:custGeom>
            <a:avLst/>
            <a:gdLst>
              <a:gd name="connsiteX0" fmla="*/ 802482 w 819150"/>
              <a:gd name="connsiteY0" fmla="*/ 242888 h 247650"/>
              <a:gd name="connsiteX1" fmla="*/ 588169 w 819150"/>
              <a:gd name="connsiteY1" fmla="*/ 116682 h 247650"/>
              <a:gd name="connsiteX2" fmla="*/ 452438 w 819150"/>
              <a:gd name="connsiteY2" fmla="*/ 95250 h 247650"/>
              <a:gd name="connsiteX3" fmla="*/ 192882 w 819150"/>
              <a:gd name="connsiteY3" fmla="*/ 92869 h 247650"/>
              <a:gd name="connsiteX4" fmla="*/ 76200 w 819150"/>
              <a:gd name="connsiteY4" fmla="*/ 140494 h 247650"/>
              <a:gd name="connsiteX5" fmla="*/ 11907 w 819150"/>
              <a:gd name="connsiteY5" fmla="*/ 247650 h 247650"/>
              <a:gd name="connsiteX6" fmla="*/ 0 w 819150"/>
              <a:gd name="connsiteY6" fmla="*/ 85725 h 247650"/>
              <a:gd name="connsiteX7" fmla="*/ 76200 w 819150"/>
              <a:gd name="connsiteY7" fmla="*/ 33338 h 247650"/>
              <a:gd name="connsiteX8" fmla="*/ 173832 w 819150"/>
              <a:gd name="connsiteY8" fmla="*/ 14288 h 247650"/>
              <a:gd name="connsiteX9" fmla="*/ 469107 w 819150"/>
              <a:gd name="connsiteY9" fmla="*/ 0 h 247650"/>
              <a:gd name="connsiteX10" fmla="*/ 616744 w 819150"/>
              <a:gd name="connsiteY10" fmla="*/ 14288 h 247650"/>
              <a:gd name="connsiteX11" fmla="*/ 819150 w 819150"/>
              <a:gd name="connsiteY11" fmla="*/ 95250 h 247650"/>
              <a:gd name="connsiteX12" fmla="*/ 802482 w 819150"/>
              <a:gd name="connsiteY12" fmla="*/ 242888 h 247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819150" h="247650">
                <a:moveTo>
                  <a:pt x="802482" y="242888"/>
                </a:moveTo>
                <a:lnTo>
                  <a:pt x="588169" y="116682"/>
                </a:lnTo>
                <a:lnTo>
                  <a:pt x="452438" y="95250"/>
                </a:lnTo>
                <a:lnTo>
                  <a:pt x="192882" y="92869"/>
                </a:lnTo>
                <a:lnTo>
                  <a:pt x="76200" y="140494"/>
                </a:lnTo>
                <a:lnTo>
                  <a:pt x="11907" y="247650"/>
                </a:lnTo>
                <a:lnTo>
                  <a:pt x="0" y="85725"/>
                </a:lnTo>
                <a:lnTo>
                  <a:pt x="76200" y="33338"/>
                </a:lnTo>
                <a:lnTo>
                  <a:pt x="173832" y="14288"/>
                </a:lnTo>
                <a:lnTo>
                  <a:pt x="469107" y="0"/>
                </a:lnTo>
                <a:lnTo>
                  <a:pt x="616744" y="14288"/>
                </a:lnTo>
                <a:lnTo>
                  <a:pt x="819150" y="95250"/>
                </a:lnTo>
                <a:lnTo>
                  <a:pt x="802482" y="242888"/>
                </a:lnTo>
                <a:close/>
              </a:path>
            </a:pathLst>
          </a:cu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100" name="Group 99">
            <a:extLst>
              <a:ext uri="{FF2B5EF4-FFF2-40B4-BE49-F238E27FC236}">
                <a16:creationId xmlns:a16="http://schemas.microsoft.com/office/drawing/2014/main" id="{71A58AB4-3496-BEAE-18AB-A1453AB5C867}"/>
              </a:ext>
            </a:extLst>
          </p:cNvPr>
          <p:cNvGrpSpPr/>
          <p:nvPr/>
        </p:nvGrpSpPr>
        <p:grpSpPr>
          <a:xfrm rot="16200000">
            <a:off x="6374135" y="3859612"/>
            <a:ext cx="121167" cy="90875"/>
            <a:chOff x="6669881" y="4393406"/>
            <a:chExt cx="209550" cy="157163"/>
          </a:xfrm>
        </p:grpSpPr>
        <p:sp>
          <p:nvSpPr>
            <p:cNvPr id="148" name="Rectangle 147">
              <a:extLst>
                <a:ext uri="{FF2B5EF4-FFF2-40B4-BE49-F238E27FC236}">
                  <a16:creationId xmlns:a16="http://schemas.microsoft.com/office/drawing/2014/main" id="{587F7A88-B33C-39A0-8287-6E8E67D9C2B2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49" name="Freeform: Shape 148">
              <a:extLst>
                <a:ext uri="{FF2B5EF4-FFF2-40B4-BE49-F238E27FC236}">
                  <a16:creationId xmlns:a16="http://schemas.microsoft.com/office/drawing/2014/main" id="{86860AA7-5130-07E6-040F-C9B9F9E8F4B0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1" name="Group 100">
            <a:extLst>
              <a:ext uri="{FF2B5EF4-FFF2-40B4-BE49-F238E27FC236}">
                <a16:creationId xmlns:a16="http://schemas.microsoft.com/office/drawing/2014/main" id="{A7549167-FC93-FD87-8180-2A754660DC0D}"/>
              </a:ext>
            </a:extLst>
          </p:cNvPr>
          <p:cNvGrpSpPr/>
          <p:nvPr/>
        </p:nvGrpSpPr>
        <p:grpSpPr>
          <a:xfrm rot="16200000">
            <a:off x="6392034" y="4117092"/>
            <a:ext cx="121167" cy="90875"/>
            <a:chOff x="6669881" y="4393406"/>
            <a:chExt cx="209550" cy="157163"/>
          </a:xfrm>
        </p:grpSpPr>
        <p:sp>
          <p:nvSpPr>
            <p:cNvPr id="146" name="Rectangle 145">
              <a:extLst>
                <a:ext uri="{FF2B5EF4-FFF2-40B4-BE49-F238E27FC236}">
                  <a16:creationId xmlns:a16="http://schemas.microsoft.com/office/drawing/2014/main" id="{87062549-9F90-CE31-1596-E26E1916F762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47" name="Freeform: Shape 146">
              <a:extLst>
                <a:ext uri="{FF2B5EF4-FFF2-40B4-BE49-F238E27FC236}">
                  <a16:creationId xmlns:a16="http://schemas.microsoft.com/office/drawing/2014/main" id="{A468922B-F832-DFD3-9C39-A1865D003BD4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2" name="Group 101">
            <a:extLst>
              <a:ext uri="{FF2B5EF4-FFF2-40B4-BE49-F238E27FC236}">
                <a16:creationId xmlns:a16="http://schemas.microsoft.com/office/drawing/2014/main" id="{4B3B69C9-DB88-4208-E9FE-791BFCF79BC7}"/>
              </a:ext>
            </a:extLst>
          </p:cNvPr>
          <p:cNvGrpSpPr/>
          <p:nvPr/>
        </p:nvGrpSpPr>
        <p:grpSpPr>
          <a:xfrm rot="16200000">
            <a:off x="6409934" y="4374571"/>
            <a:ext cx="121167" cy="90875"/>
            <a:chOff x="6669881" y="4393406"/>
            <a:chExt cx="209550" cy="157163"/>
          </a:xfrm>
        </p:grpSpPr>
        <p:sp>
          <p:nvSpPr>
            <p:cNvPr id="144" name="Rectangle 143">
              <a:extLst>
                <a:ext uri="{FF2B5EF4-FFF2-40B4-BE49-F238E27FC236}">
                  <a16:creationId xmlns:a16="http://schemas.microsoft.com/office/drawing/2014/main" id="{C0B37419-047E-DA1D-D71E-7C24C1CE09E6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45" name="Freeform: Shape 144">
              <a:extLst>
                <a:ext uri="{FF2B5EF4-FFF2-40B4-BE49-F238E27FC236}">
                  <a16:creationId xmlns:a16="http://schemas.microsoft.com/office/drawing/2014/main" id="{9DD483A1-84A5-661A-F7D5-8183489F4BA1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3" name="Group 102">
            <a:extLst>
              <a:ext uri="{FF2B5EF4-FFF2-40B4-BE49-F238E27FC236}">
                <a16:creationId xmlns:a16="http://schemas.microsoft.com/office/drawing/2014/main" id="{927014BD-480E-E1E0-2B01-956C8FE5AAE0}"/>
              </a:ext>
            </a:extLst>
          </p:cNvPr>
          <p:cNvGrpSpPr/>
          <p:nvPr/>
        </p:nvGrpSpPr>
        <p:grpSpPr>
          <a:xfrm rot="16200000">
            <a:off x="6416818" y="4664408"/>
            <a:ext cx="121167" cy="90875"/>
            <a:chOff x="6669881" y="4393406"/>
            <a:chExt cx="209550" cy="157163"/>
          </a:xfrm>
        </p:grpSpPr>
        <p:sp>
          <p:nvSpPr>
            <p:cNvPr id="142" name="Rectangle 141">
              <a:extLst>
                <a:ext uri="{FF2B5EF4-FFF2-40B4-BE49-F238E27FC236}">
                  <a16:creationId xmlns:a16="http://schemas.microsoft.com/office/drawing/2014/main" id="{E11DF8D4-D62E-C040-97F7-2B784D6F0420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43" name="Freeform: Shape 142">
              <a:extLst>
                <a:ext uri="{FF2B5EF4-FFF2-40B4-BE49-F238E27FC236}">
                  <a16:creationId xmlns:a16="http://schemas.microsoft.com/office/drawing/2014/main" id="{C57D1BA6-1310-B1C4-8860-63F7ED6EB320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9D2B1863-5E46-4715-4674-4FAF51F473D3}"/>
              </a:ext>
            </a:extLst>
          </p:cNvPr>
          <p:cNvGrpSpPr/>
          <p:nvPr/>
        </p:nvGrpSpPr>
        <p:grpSpPr>
          <a:xfrm rot="16200000">
            <a:off x="6428222" y="4957132"/>
            <a:ext cx="121167" cy="90875"/>
            <a:chOff x="6669881" y="4393406"/>
            <a:chExt cx="209550" cy="157163"/>
          </a:xfrm>
        </p:grpSpPr>
        <p:sp>
          <p:nvSpPr>
            <p:cNvPr id="140" name="Rectangle 139">
              <a:extLst>
                <a:ext uri="{FF2B5EF4-FFF2-40B4-BE49-F238E27FC236}">
                  <a16:creationId xmlns:a16="http://schemas.microsoft.com/office/drawing/2014/main" id="{B985BCD0-410F-18FA-C45C-3B25F681485D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41" name="Freeform: Shape 140">
              <a:extLst>
                <a:ext uri="{FF2B5EF4-FFF2-40B4-BE49-F238E27FC236}">
                  <a16:creationId xmlns:a16="http://schemas.microsoft.com/office/drawing/2014/main" id="{464FBB82-EEA1-8D32-ABC3-35235DE745B7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5" name="Group 104">
            <a:extLst>
              <a:ext uri="{FF2B5EF4-FFF2-40B4-BE49-F238E27FC236}">
                <a16:creationId xmlns:a16="http://schemas.microsoft.com/office/drawing/2014/main" id="{87423FFF-785D-AE65-F9D4-4076F79E95D0}"/>
              </a:ext>
            </a:extLst>
          </p:cNvPr>
          <p:cNvGrpSpPr/>
          <p:nvPr/>
        </p:nvGrpSpPr>
        <p:grpSpPr>
          <a:xfrm rot="16200000">
            <a:off x="6663670" y="4964017"/>
            <a:ext cx="121167" cy="90875"/>
            <a:chOff x="6669881" y="4393406"/>
            <a:chExt cx="209550" cy="157163"/>
          </a:xfrm>
        </p:grpSpPr>
        <p:sp>
          <p:nvSpPr>
            <p:cNvPr id="138" name="Rectangle 137">
              <a:extLst>
                <a:ext uri="{FF2B5EF4-FFF2-40B4-BE49-F238E27FC236}">
                  <a16:creationId xmlns:a16="http://schemas.microsoft.com/office/drawing/2014/main" id="{1F87BFA8-F4F6-4661-10E5-3943C6634333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9" name="Freeform: Shape 138">
              <a:extLst>
                <a:ext uri="{FF2B5EF4-FFF2-40B4-BE49-F238E27FC236}">
                  <a16:creationId xmlns:a16="http://schemas.microsoft.com/office/drawing/2014/main" id="{26D1728E-B060-3D22-9232-5F78FF7FF740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38B719E5-00F8-A8A9-DA09-AA8A25BBDB63}"/>
              </a:ext>
            </a:extLst>
          </p:cNvPr>
          <p:cNvGrpSpPr/>
          <p:nvPr/>
        </p:nvGrpSpPr>
        <p:grpSpPr>
          <a:xfrm rot="16200000">
            <a:off x="6655408" y="4665786"/>
            <a:ext cx="121167" cy="90875"/>
            <a:chOff x="6669881" y="4393406"/>
            <a:chExt cx="209550" cy="157163"/>
          </a:xfrm>
        </p:grpSpPr>
        <p:sp>
          <p:nvSpPr>
            <p:cNvPr id="136" name="Rectangle 135">
              <a:extLst>
                <a:ext uri="{FF2B5EF4-FFF2-40B4-BE49-F238E27FC236}">
                  <a16:creationId xmlns:a16="http://schemas.microsoft.com/office/drawing/2014/main" id="{E7C6F7E3-EE4C-6BA8-3763-9FC4A7E13CF9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7" name="Freeform: Shape 136">
              <a:extLst>
                <a:ext uri="{FF2B5EF4-FFF2-40B4-BE49-F238E27FC236}">
                  <a16:creationId xmlns:a16="http://schemas.microsoft.com/office/drawing/2014/main" id="{CD2B01DD-CE2D-545C-213B-5520454D8D73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C40ED68D-9CCF-33AF-88B1-C1B8D5300879}"/>
              </a:ext>
            </a:extLst>
          </p:cNvPr>
          <p:cNvGrpSpPr/>
          <p:nvPr/>
        </p:nvGrpSpPr>
        <p:grpSpPr>
          <a:xfrm rot="16200000">
            <a:off x="6651667" y="4370442"/>
            <a:ext cx="121167" cy="90875"/>
            <a:chOff x="6669881" y="4393406"/>
            <a:chExt cx="209550" cy="157163"/>
          </a:xfrm>
        </p:grpSpPr>
        <p:sp>
          <p:nvSpPr>
            <p:cNvPr id="134" name="Rectangle 133">
              <a:extLst>
                <a:ext uri="{FF2B5EF4-FFF2-40B4-BE49-F238E27FC236}">
                  <a16:creationId xmlns:a16="http://schemas.microsoft.com/office/drawing/2014/main" id="{44E91C93-75A4-EFC1-0E1B-BE2523B7CF82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5" name="Freeform: Shape 134">
              <a:extLst>
                <a:ext uri="{FF2B5EF4-FFF2-40B4-BE49-F238E27FC236}">
                  <a16:creationId xmlns:a16="http://schemas.microsoft.com/office/drawing/2014/main" id="{D0B05B8C-EE06-C950-2BDB-4992D64A5ED1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8" name="Group 107">
            <a:extLst>
              <a:ext uri="{FF2B5EF4-FFF2-40B4-BE49-F238E27FC236}">
                <a16:creationId xmlns:a16="http://schemas.microsoft.com/office/drawing/2014/main" id="{1B3F9E95-0140-AFFA-F6A8-4B858940D0C3}"/>
              </a:ext>
            </a:extLst>
          </p:cNvPr>
          <p:cNvGrpSpPr/>
          <p:nvPr/>
        </p:nvGrpSpPr>
        <p:grpSpPr>
          <a:xfrm rot="16200000">
            <a:off x="6654990" y="4099194"/>
            <a:ext cx="121167" cy="90875"/>
            <a:chOff x="6669881" y="4393406"/>
            <a:chExt cx="209550" cy="157163"/>
          </a:xfrm>
        </p:grpSpPr>
        <p:sp>
          <p:nvSpPr>
            <p:cNvPr id="132" name="Rectangle 131">
              <a:extLst>
                <a:ext uri="{FF2B5EF4-FFF2-40B4-BE49-F238E27FC236}">
                  <a16:creationId xmlns:a16="http://schemas.microsoft.com/office/drawing/2014/main" id="{85C52B32-EF47-AA72-5D62-81F9B48AE2AC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3" name="Freeform: Shape 132">
              <a:extLst>
                <a:ext uri="{FF2B5EF4-FFF2-40B4-BE49-F238E27FC236}">
                  <a16:creationId xmlns:a16="http://schemas.microsoft.com/office/drawing/2014/main" id="{E22BF505-0328-3838-AAA2-7D726C15DD28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9" name="Group 108">
            <a:extLst>
              <a:ext uri="{FF2B5EF4-FFF2-40B4-BE49-F238E27FC236}">
                <a16:creationId xmlns:a16="http://schemas.microsoft.com/office/drawing/2014/main" id="{3052DB88-6743-63EC-31F0-3053886236FC}"/>
              </a:ext>
            </a:extLst>
          </p:cNvPr>
          <p:cNvGrpSpPr/>
          <p:nvPr/>
        </p:nvGrpSpPr>
        <p:grpSpPr>
          <a:xfrm rot="16200000">
            <a:off x="6648913" y="3843094"/>
            <a:ext cx="121167" cy="90875"/>
            <a:chOff x="6669881" y="4393406"/>
            <a:chExt cx="209550" cy="157163"/>
          </a:xfrm>
        </p:grpSpPr>
        <p:sp>
          <p:nvSpPr>
            <p:cNvPr id="130" name="Rectangle 129">
              <a:extLst>
                <a:ext uri="{FF2B5EF4-FFF2-40B4-BE49-F238E27FC236}">
                  <a16:creationId xmlns:a16="http://schemas.microsoft.com/office/drawing/2014/main" id="{DC7669AC-DA5C-476C-BF73-4B58B16CCB10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1" name="Freeform: Shape 130">
              <a:extLst>
                <a:ext uri="{FF2B5EF4-FFF2-40B4-BE49-F238E27FC236}">
                  <a16:creationId xmlns:a16="http://schemas.microsoft.com/office/drawing/2014/main" id="{2D359EC5-0668-17FD-B1B3-6E9F49D21370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sp>
        <p:nvSpPr>
          <p:cNvPr id="111" name="TextBox 110">
            <a:extLst>
              <a:ext uri="{FF2B5EF4-FFF2-40B4-BE49-F238E27FC236}">
                <a16:creationId xmlns:a16="http://schemas.microsoft.com/office/drawing/2014/main" id="{490D67EA-23B5-8E68-6973-DFE16897CE03}"/>
              </a:ext>
            </a:extLst>
          </p:cNvPr>
          <p:cNvSpPr txBox="1"/>
          <p:nvPr/>
        </p:nvSpPr>
        <p:spPr>
          <a:xfrm>
            <a:off x="7189421" y="4831228"/>
            <a:ext cx="46038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GND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659EDDED-56F2-0F92-69C4-040649345BC5}"/>
              </a:ext>
            </a:extLst>
          </p:cNvPr>
          <p:cNvSpPr txBox="1"/>
          <p:nvPr/>
        </p:nvSpPr>
        <p:spPr>
          <a:xfrm>
            <a:off x="5183730" y="3690889"/>
            <a:ext cx="43954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3.3V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cxnSp>
        <p:nvCxnSpPr>
          <p:cNvPr id="114" name="Straight Connector 113">
            <a:extLst>
              <a:ext uri="{FF2B5EF4-FFF2-40B4-BE49-F238E27FC236}">
                <a16:creationId xmlns:a16="http://schemas.microsoft.com/office/drawing/2014/main" id="{B4E384C7-0465-04AC-24B9-FEEA0638DF78}"/>
              </a:ext>
            </a:extLst>
          </p:cNvPr>
          <p:cNvCxnSpPr>
            <a:cxnSpLocks/>
          </p:cNvCxnSpPr>
          <p:nvPr/>
        </p:nvCxnSpPr>
        <p:spPr>
          <a:xfrm rot="16200000">
            <a:off x="5870388" y="4585169"/>
            <a:ext cx="0" cy="893411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TextBox 114">
            <a:extLst>
              <a:ext uri="{FF2B5EF4-FFF2-40B4-BE49-F238E27FC236}">
                <a16:creationId xmlns:a16="http://schemas.microsoft.com/office/drawing/2014/main" id="{B43A27E0-48AF-39EA-0A14-065784CB7C30}"/>
              </a:ext>
            </a:extLst>
          </p:cNvPr>
          <p:cNvSpPr txBox="1"/>
          <p:nvPr/>
        </p:nvSpPr>
        <p:spPr>
          <a:xfrm>
            <a:off x="5179544" y="4842093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pin0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5F91E4D8-611F-E8A0-8E09-B5BAC74BD085}"/>
              </a:ext>
            </a:extLst>
          </p:cNvPr>
          <p:cNvSpPr txBox="1"/>
          <p:nvPr/>
        </p:nvSpPr>
        <p:spPr>
          <a:xfrm>
            <a:off x="5179544" y="4494051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pin2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F179DB80-BD99-0DC8-B76D-B01023444BD1}"/>
              </a:ext>
            </a:extLst>
          </p:cNvPr>
          <p:cNvSpPr txBox="1"/>
          <p:nvPr/>
        </p:nvSpPr>
        <p:spPr>
          <a:xfrm>
            <a:off x="5179544" y="4233996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pin4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7D8A6923-8EA1-23D1-4B42-7FAC54FA5057}"/>
              </a:ext>
            </a:extLst>
          </p:cNvPr>
          <p:cNvSpPr txBox="1"/>
          <p:nvPr/>
        </p:nvSpPr>
        <p:spPr>
          <a:xfrm>
            <a:off x="5179543" y="3973150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pin6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638DFE41-8150-C1FB-45DD-33FB50FD08FA}"/>
              </a:ext>
            </a:extLst>
          </p:cNvPr>
          <p:cNvSpPr txBox="1"/>
          <p:nvPr/>
        </p:nvSpPr>
        <p:spPr>
          <a:xfrm>
            <a:off x="7219646" y="4540109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pin1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DE859A71-6770-CEFD-1FAC-9631B93612A1}"/>
              </a:ext>
            </a:extLst>
          </p:cNvPr>
          <p:cNvSpPr txBox="1"/>
          <p:nvPr/>
        </p:nvSpPr>
        <p:spPr>
          <a:xfrm>
            <a:off x="7218474" y="4241711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pin3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42025A2A-B239-1162-4D30-41F6A35349D8}"/>
              </a:ext>
            </a:extLst>
          </p:cNvPr>
          <p:cNvSpPr txBox="1"/>
          <p:nvPr/>
        </p:nvSpPr>
        <p:spPr>
          <a:xfrm>
            <a:off x="7219062" y="3962749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pin5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595993C1-CA83-8A51-CC41-2D08177F88C7}"/>
              </a:ext>
            </a:extLst>
          </p:cNvPr>
          <p:cNvSpPr txBox="1"/>
          <p:nvPr/>
        </p:nvSpPr>
        <p:spPr>
          <a:xfrm>
            <a:off x="7218475" y="3700725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pin7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50" name="Freeform: Shape 149">
            <a:extLst>
              <a:ext uri="{FF2B5EF4-FFF2-40B4-BE49-F238E27FC236}">
                <a16:creationId xmlns:a16="http://schemas.microsoft.com/office/drawing/2014/main" id="{D0E72356-1A08-721E-73A9-6D935BD211AD}"/>
              </a:ext>
            </a:extLst>
          </p:cNvPr>
          <p:cNvSpPr/>
          <p:nvPr/>
        </p:nvSpPr>
        <p:spPr>
          <a:xfrm>
            <a:off x="5000625" y="2609850"/>
            <a:ext cx="5043488" cy="2424113"/>
          </a:xfrm>
          <a:custGeom>
            <a:avLst/>
            <a:gdLst>
              <a:gd name="csX0" fmla="*/ 1304925 w 5043488"/>
              <a:gd name="csY0" fmla="*/ 2424113 h 2424113"/>
              <a:gd name="csX1" fmla="*/ 0 w 5043488"/>
              <a:gd name="csY1" fmla="*/ 2424113 h 2424113"/>
              <a:gd name="csX2" fmla="*/ 0 w 5043488"/>
              <a:gd name="csY2" fmla="*/ 0 h 2424113"/>
              <a:gd name="csX3" fmla="*/ 5043488 w 5043488"/>
              <a:gd name="csY3" fmla="*/ 0 h 2424113"/>
              <a:gd name="csX4" fmla="*/ 5043488 w 5043488"/>
              <a:gd name="csY4" fmla="*/ 1290638 h 24241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5043488" h="2424113">
                <a:moveTo>
                  <a:pt x="1304925" y="2424113"/>
                </a:moveTo>
                <a:lnTo>
                  <a:pt x="0" y="2424113"/>
                </a:lnTo>
                <a:lnTo>
                  <a:pt x="0" y="0"/>
                </a:lnTo>
                <a:lnTo>
                  <a:pt x="5043488" y="0"/>
                </a:lnTo>
                <a:lnTo>
                  <a:pt x="5043488" y="1290638"/>
                </a:lnTo>
              </a:path>
            </a:pathLst>
          </a:cu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1" name="Freeform: Shape 150">
            <a:extLst>
              <a:ext uri="{FF2B5EF4-FFF2-40B4-BE49-F238E27FC236}">
                <a16:creationId xmlns:a16="http://schemas.microsoft.com/office/drawing/2014/main" id="{24F9FEEC-C6EC-EBED-FF34-CB3F1197FE04}"/>
              </a:ext>
            </a:extLst>
          </p:cNvPr>
          <p:cNvSpPr/>
          <p:nvPr/>
        </p:nvSpPr>
        <p:spPr>
          <a:xfrm>
            <a:off x="6829425" y="2671763"/>
            <a:ext cx="3139382" cy="2057400"/>
          </a:xfrm>
          <a:custGeom>
            <a:avLst/>
            <a:gdLst>
              <a:gd name="csX0" fmla="*/ 0 w 3109913"/>
              <a:gd name="csY0" fmla="*/ 2057400 h 2057400"/>
              <a:gd name="csX1" fmla="*/ 1090613 w 3109913"/>
              <a:gd name="csY1" fmla="*/ 2057400 h 2057400"/>
              <a:gd name="csX2" fmla="*/ 1090613 w 3109913"/>
              <a:gd name="csY2" fmla="*/ 0 h 2057400"/>
              <a:gd name="csX3" fmla="*/ 3109913 w 3109913"/>
              <a:gd name="csY3" fmla="*/ 0 h 2057400"/>
              <a:gd name="csX4" fmla="*/ 3109913 w 3109913"/>
              <a:gd name="csY4" fmla="*/ 1228725 h 20574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3109913" h="2057400">
                <a:moveTo>
                  <a:pt x="0" y="2057400"/>
                </a:moveTo>
                <a:lnTo>
                  <a:pt x="1090613" y="2057400"/>
                </a:lnTo>
                <a:lnTo>
                  <a:pt x="1090613" y="0"/>
                </a:lnTo>
                <a:lnTo>
                  <a:pt x="3109913" y="0"/>
                </a:lnTo>
                <a:lnTo>
                  <a:pt x="3109913" y="1228725"/>
                </a:lnTo>
              </a:path>
            </a:pathLst>
          </a:custGeom>
          <a:noFill/>
          <a:ln>
            <a:solidFill>
              <a:schemeClr val="accent6">
                <a:lumMod val="20000"/>
                <a:lumOff val="80000"/>
              </a:schemeClr>
            </a:solidFill>
          </a:ln>
          <a:effectLst>
            <a:glow rad="63500">
              <a:schemeClr val="accent3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2" name="Freeform: Shape 151">
            <a:extLst>
              <a:ext uri="{FF2B5EF4-FFF2-40B4-BE49-F238E27FC236}">
                <a16:creationId xmlns:a16="http://schemas.microsoft.com/office/drawing/2014/main" id="{9B8B0BBA-BF04-8C84-33E7-3D11AAD75DFB}"/>
              </a:ext>
            </a:extLst>
          </p:cNvPr>
          <p:cNvSpPr/>
          <p:nvPr/>
        </p:nvSpPr>
        <p:spPr>
          <a:xfrm>
            <a:off x="5110163" y="2776538"/>
            <a:ext cx="4757737" cy="1947862"/>
          </a:xfrm>
          <a:custGeom>
            <a:avLst/>
            <a:gdLst>
              <a:gd name="csX0" fmla="*/ 1362075 w 4757737"/>
              <a:gd name="csY0" fmla="*/ 1947862 h 1947862"/>
              <a:gd name="csX1" fmla="*/ 0 w 4757737"/>
              <a:gd name="csY1" fmla="*/ 1947862 h 1947862"/>
              <a:gd name="csX2" fmla="*/ 0 w 4757737"/>
              <a:gd name="csY2" fmla="*/ 0 h 1947862"/>
              <a:gd name="csX3" fmla="*/ 4757737 w 4757737"/>
              <a:gd name="csY3" fmla="*/ 0 h 1947862"/>
              <a:gd name="csX4" fmla="*/ 4757737 w 4757737"/>
              <a:gd name="csY4" fmla="*/ 1138237 h 19478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757737" h="1947862">
                <a:moveTo>
                  <a:pt x="1362075" y="1947862"/>
                </a:moveTo>
                <a:lnTo>
                  <a:pt x="0" y="1947862"/>
                </a:lnTo>
                <a:lnTo>
                  <a:pt x="0" y="0"/>
                </a:lnTo>
                <a:lnTo>
                  <a:pt x="4757737" y="0"/>
                </a:lnTo>
                <a:lnTo>
                  <a:pt x="4757737" y="1138237"/>
                </a:lnTo>
              </a:path>
            </a:pathLst>
          </a:custGeom>
          <a:noFill/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3" name="Freeform: Shape 152">
            <a:extLst>
              <a:ext uri="{FF2B5EF4-FFF2-40B4-BE49-F238E27FC236}">
                <a16:creationId xmlns:a16="http://schemas.microsoft.com/office/drawing/2014/main" id="{93D8D760-5B08-5482-BF55-191A69E6951D}"/>
              </a:ext>
            </a:extLst>
          </p:cNvPr>
          <p:cNvSpPr/>
          <p:nvPr/>
        </p:nvSpPr>
        <p:spPr>
          <a:xfrm>
            <a:off x="6810374" y="2862263"/>
            <a:ext cx="2955547" cy="1581150"/>
          </a:xfrm>
          <a:custGeom>
            <a:avLst/>
            <a:gdLst>
              <a:gd name="csX0" fmla="*/ 0 w 2857500"/>
              <a:gd name="csY0" fmla="*/ 1581150 h 1581150"/>
              <a:gd name="csX1" fmla="*/ 1209675 w 2857500"/>
              <a:gd name="csY1" fmla="*/ 1581150 h 1581150"/>
              <a:gd name="csX2" fmla="*/ 1209675 w 2857500"/>
              <a:gd name="csY2" fmla="*/ 0 h 1581150"/>
              <a:gd name="csX3" fmla="*/ 2857500 w 2857500"/>
              <a:gd name="csY3" fmla="*/ 0 h 1581150"/>
              <a:gd name="csX4" fmla="*/ 2857500 w 2857500"/>
              <a:gd name="csY4" fmla="*/ 1066800 h 1581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857500" h="1581150">
                <a:moveTo>
                  <a:pt x="0" y="1581150"/>
                </a:moveTo>
                <a:lnTo>
                  <a:pt x="1209675" y="1581150"/>
                </a:lnTo>
                <a:lnTo>
                  <a:pt x="1209675" y="0"/>
                </a:lnTo>
                <a:lnTo>
                  <a:pt x="2857500" y="0"/>
                </a:lnTo>
                <a:lnTo>
                  <a:pt x="2857500" y="1066800"/>
                </a:lnTo>
              </a:path>
            </a:pathLst>
          </a:custGeom>
          <a:noFill/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05B1D3F2-DFDF-DB8D-A20F-41414C23F43B}"/>
              </a:ext>
            </a:extLst>
          </p:cNvPr>
          <p:cNvSpPr/>
          <p:nvPr/>
        </p:nvSpPr>
        <p:spPr>
          <a:xfrm>
            <a:off x="5223294" y="2932981"/>
            <a:ext cx="4455544" cy="1500996"/>
          </a:xfrm>
          <a:custGeom>
            <a:avLst/>
            <a:gdLst>
              <a:gd name="csX0" fmla="*/ 1199072 w 4455544"/>
              <a:gd name="csY0" fmla="*/ 1500996 h 1500996"/>
              <a:gd name="csX1" fmla="*/ 0 w 4455544"/>
              <a:gd name="csY1" fmla="*/ 1500996 h 1500996"/>
              <a:gd name="csX2" fmla="*/ 0 w 4455544"/>
              <a:gd name="csY2" fmla="*/ 0 h 1500996"/>
              <a:gd name="csX3" fmla="*/ 4455544 w 4455544"/>
              <a:gd name="csY3" fmla="*/ 0 h 1500996"/>
              <a:gd name="csX4" fmla="*/ 4455544 w 4455544"/>
              <a:gd name="csY4" fmla="*/ 979098 h 150099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455544" h="1500996">
                <a:moveTo>
                  <a:pt x="1199072" y="1500996"/>
                </a:moveTo>
                <a:lnTo>
                  <a:pt x="0" y="1500996"/>
                </a:lnTo>
                <a:lnTo>
                  <a:pt x="0" y="0"/>
                </a:lnTo>
                <a:lnTo>
                  <a:pt x="4455544" y="0"/>
                </a:lnTo>
                <a:lnTo>
                  <a:pt x="4455544" y="979098"/>
                </a:lnTo>
              </a:path>
            </a:pathLst>
          </a:custGeom>
          <a:noFill/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1F3D1EC-8A13-6F4A-0C63-DBCA9C12AF06}"/>
              </a:ext>
            </a:extLst>
          </p:cNvPr>
          <p:cNvSpPr/>
          <p:nvPr/>
        </p:nvSpPr>
        <p:spPr>
          <a:xfrm>
            <a:off x="6788989" y="3023558"/>
            <a:ext cx="2794958" cy="1143000"/>
          </a:xfrm>
          <a:custGeom>
            <a:avLst/>
            <a:gdLst>
              <a:gd name="csX0" fmla="*/ 0 w 2794958"/>
              <a:gd name="csY0" fmla="*/ 1143000 h 1143000"/>
              <a:gd name="csX1" fmla="*/ 1039483 w 2794958"/>
              <a:gd name="csY1" fmla="*/ 1143000 h 1143000"/>
              <a:gd name="csX2" fmla="*/ 1039483 w 2794958"/>
              <a:gd name="csY2" fmla="*/ 0 h 1143000"/>
              <a:gd name="csX3" fmla="*/ 2794958 w 2794958"/>
              <a:gd name="csY3" fmla="*/ 0 h 1143000"/>
              <a:gd name="csX4" fmla="*/ 2794958 w 2794958"/>
              <a:gd name="csY4" fmla="*/ 875582 h 1143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794958" h="1143000">
                <a:moveTo>
                  <a:pt x="0" y="1143000"/>
                </a:moveTo>
                <a:lnTo>
                  <a:pt x="1039483" y="1143000"/>
                </a:lnTo>
                <a:lnTo>
                  <a:pt x="1039483" y="0"/>
                </a:lnTo>
                <a:lnTo>
                  <a:pt x="2794958" y="0"/>
                </a:lnTo>
                <a:lnTo>
                  <a:pt x="2794958" y="875582"/>
                </a:lnTo>
              </a:path>
            </a:pathLst>
          </a:cu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35F0875A-0C2C-6BAA-5F21-516907A211E9}"/>
              </a:ext>
            </a:extLst>
          </p:cNvPr>
          <p:cNvSpPr/>
          <p:nvPr/>
        </p:nvSpPr>
        <p:spPr>
          <a:xfrm>
            <a:off x="5633049" y="3122762"/>
            <a:ext cx="3847381" cy="1061049"/>
          </a:xfrm>
          <a:custGeom>
            <a:avLst/>
            <a:gdLst>
              <a:gd name="csX0" fmla="*/ 741872 w 3847381"/>
              <a:gd name="csY0" fmla="*/ 1061049 h 1061049"/>
              <a:gd name="csX1" fmla="*/ 0 w 3847381"/>
              <a:gd name="csY1" fmla="*/ 1061049 h 1061049"/>
              <a:gd name="csX2" fmla="*/ 0 w 3847381"/>
              <a:gd name="csY2" fmla="*/ 0 h 1061049"/>
              <a:gd name="csX3" fmla="*/ 3847381 w 3847381"/>
              <a:gd name="csY3" fmla="*/ 0 h 1061049"/>
              <a:gd name="csX4" fmla="*/ 3847381 w 3847381"/>
              <a:gd name="csY4" fmla="*/ 793630 h 106104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3847381" h="1061049">
                <a:moveTo>
                  <a:pt x="741872" y="1061049"/>
                </a:moveTo>
                <a:lnTo>
                  <a:pt x="0" y="1061049"/>
                </a:lnTo>
                <a:lnTo>
                  <a:pt x="0" y="0"/>
                </a:lnTo>
                <a:lnTo>
                  <a:pt x="3847381" y="0"/>
                </a:lnTo>
                <a:lnTo>
                  <a:pt x="3847381" y="793630"/>
                </a:lnTo>
              </a:path>
            </a:pathLst>
          </a:custGeom>
          <a:noFill/>
          <a:ln>
            <a:solidFill>
              <a:schemeClr val="bg1"/>
            </a:solidFill>
          </a:ln>
          <a:effectLst>
            <a:glow rad="63500">
              <a:srgbClr val="FFFF00">
                <a:alpha val="4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6" name="Freeform: Shape 155">
            <a:extLst>
              <a:ext uri="{FF2B5EF4-FFF2-40B4-BE49-F238E27FC236}">
                <a16:creationId xmlns:a16="http://schemas.microsoft.com/office/drawing/2014/main" id="{AA9C6CA9-855E-6E70-440B-DAB7457301DB}"/>
              </a:ext>
            </a:extLst>
          </p:cNvPr>
          <p:cNvSpPr/>
          <p:nvPr/>
        </p:nvSpPr>
        <p:spPr>
          <a:xfrm>
            <a:off x="6797615" y="3213340"/>
            <a:ext cx="2587925" cy="698739"/>
          </a:xfrm>
          <a:custGeom>
            <a:avLst/>
            <a:gdLst>
              <a:gd name="csX0" fmla="*/ 0 w 2587925"/>
              <a:gd name="csY0" fmla="*/ 690113 h 698739"/>
              <a:gd name="csX1" fmla="*/ 953219 w 2587925"/>
              <a:gd name="csY1" fmla="*/ 690113 h 698739"/>
              <a:gd name="csX2" fmla="*/ 953219 w 2587925"/>
              <a:gd name="csY2" fmla="*/ 0 h 698739"/>
              <a:gd name="csX3" fmla="*/ 2587925 w 2587925"/>
              <a:gd name="csY3" fmla="*/ 0 h 698739"/>
              <a:gd name="csX4" fmla="*/ 2587925 w 2587925"/>
              <a:gd name="csY4" fmla="*/ 698739 h 69873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87925" h="698739">
                <a:moveTo>
                  <a:pt x="0" y="690113"/>
                </a:moveTo>
                <a:lnTo>
                  <a:pt x="953219" y="690113"/>
                </a:lnTo>
                <a:lnTo>
                  <a:pt x="953219" y="0"/>
                </a:lnTo>
                <a:lnTo>
                  <a:pt x="2587925" y="0"/>
                </a:lnTo>
                <a:lnTo>
                  <a:pt x="2587925" y="698739"/>
                </a:lnTo>
              </a:path>
            </a:pathLst>
          </a:custGeom>
          <a:noFill/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FCFA570-E3E5-C06E-A078-54F83BAD4841}"/>
              </a:ext>
            </a:extLst>
          </p:cNvPr>
          <p:cNvSpPr txBox="1"/>
          <p:nvPr/>
        </p:nvSpPr>
        <p:spPr>
          <a:xfrm>
            <a:off x="7728283" y="6158985"/>
            <a:ext cx="39837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dirty="0">
                <a:solidFill>
                  <a:schemeClr val="bg1"/>
                </a:solidFill>
                <a:latin typeface="Consolas" panose="020B0609020204030204" pitchFamily="49" charset="0"/>
              </a:rPr>
              <a:t>M(GPIOD_INDATA) &amp; 0xF = 0x0</a:t>
            </a:r>
            <a:r>
              <a:rPr lang="sv-SE" dirty="0">
                <a:solidFill>
                  <a:schemeClr val="accent6">
                    <a:lumMod val="60000"/>
                    <a:lumOff val="40000"/>
                  </a:schemeClr>
                </a:solidFill>
                <a:latin typeface="Consolas" panose="020B0609020204030204" pitchFamily="49" charset="0"/>
              </a:rPr>
              <a:t>1</a:t>
            </a:r>
            <a:r>
              <a:rPr lang="sv-SE" dirty="0">
                <a:solidFill>
                  <a:schemeClr val="bg1"/>
                </a:solidFill>
                <a:latin typeface="Consolas" panose="020B0609020204030204" pitchFamily="49" charset="0"/>
              </a:rPr>
              <a:t>00</a:t>
            </a:r>
            <a:endParaRPr lang="LID4096" dirty="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3372477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9401FE-D54A-4AFE-B7F3-4108BEA380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0FAEAC4C-4945-3EDD-58FF-69B2755B198E}"/>
              </a:ext>
            </a:extLst>
          </p:cNvPr>
          <p:cNvSpPr/>
          <p:nvPr/>
        </p:nvSpPr>
        <p:spPr>
          <a:xfrm>
            <a:off x="8625019" y="3694696"/>
            <a:ext cx="2076275" cy="2122414"/>
          </a:xfrm>
          <a:prstGeom prst="roundRect">
            <a:avLst>
              <a:gd name="adj" fmla="val 10606"/>
            </a:avLst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2" name="Freeform: Shape 91">
            <a:extLst>
              <a:ext uri="{FF2B5EF4-FFF2-40B4-BE49-F238E27FC236}">
                <a16:creationId xmlns:a16="http://schemas.microsoft.com/office/drawing/2014/main" id="{BC3356E5-E4AB-985C-F1B7-15B6B6E1D456}"/>
              </a:ext>
            </a:extLst>
          </p:cNvPr>
          <p:cNvSpPr/>
          <p:nvPr/>
        </p:nvSpPr>
        <p:spPr>
          <a:xfrm>
            <a:off x="9862395" y="3963143"/>
            <a:ext cx="29361" cy="1598103"/>
          </a:xfrm>
          <a:custGeom>
            <a:avLst/>
            <a:gdLst>
              <a:gd name="connsiteX0" fmla="*/ 0 w 29361"/>
              <a:gd name="connsiteY0" fmla="*/ 0 h 1598103"/>
              <a:gd name="connsiteX1" fmla="*/ 29361 w 29361"/>
              <a:gd name="connsiteY1" fmla="*/ 1598103 h 15981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9361" h="1598103">
                <a:moveTo>
                  <a:pt x="0" y="0"/>
                </a:moveTo>
                <a:lnTo>
                  <a:pt x="29361" y="1598103"/>
                </a:lnTo>
              </a:path>
            </a:pathLst>
          </a:custGeom>
          <a:noFill/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0" name="Freeform: Shape 109">
            <a:extLst>
              <a:ext uri="{FF2B5EF4-FFF2-40B4-BE49-F238E27FC236}">
                <a16:creationId xmlns:a16="http://schemas.microsoft.com/office/drawing/2014/main" id="{D61F350C-D5AF-AAA1-3D83-F9265CCC0C67}"/>
              </a:ext>
            </a:extLst>
          </p:cNvPr>
          <p:cNvSpPr/>
          <p:nvPr/>
        </p:nvSpPr>
        <p:spPr>
          <a:xfrm>
            <a:off x="5110163" y="2776538"/>
            <a:ext cx="4757737" cy="1947862"/>
          </a:xfrm>
          <a:custGeom>
            <a:avLst/>
            <a:gdLst>
              <a:gd name="csX0" fmla="*/ 1362075 w 4757737"/>
              <a:gd name="csY0" fmla="*/ 1947862 h 1947862"/>
              <a:gd name="csX1" fmla="*/ 0 w 4757737"/>
              <a:gd name="csY1" fmla="*/ 1947862 h 1947862"/>
              <a:gd name="csX2" fmla="*/ 0 w 4757737"/>
              <a:gd name="csY2" fmla="*/ 0 h 1947862"/>
              <a:gd name="csX3" fmla="*/ 4757737 w 4757737"/>
              <a:gd name="csY3" fmla="*/ 0 h 1947862"/>
              <a:gd name="csX4" fmla="*/ 4757737 w 4757737"/>
              <a:gd name="csY4" fmla="*/ 1138237 h 19478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757737" h="1947862">
                <a:moveTo>
                  <a:pt x="1362075" y="1947862"/>
                </a:moveTo>
                <a:lnTo>
                  <a:pt x="0" y="1947862"/>
                </a:lnTo>
                <a:lnTo>
                  <a:pt x="0" y="0"/>
                </a:lnTo>
                <a:lnTo>
                  <a:pt x="4757737" y="0"/>
                </a:lnTo>
                <a:lnTo>
                  <a:pt x="4757737" y="1138237"/>
                </a:lnTo>
              </a:path>
            </a:pathLst>
          </a:custGeom>
          <a:noFill/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7844276-3FC9-82D3-5CF9-09F5B6E97A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dirty="0" err="1"/>
              <a:t>Keypad</a:t>
            </a:r>
            <a:endParaRPr lang="LID4096" dirty="0"/>
          </a:p>
        </p:txBody>
      </p:sp>
      <p:sp>
        <p:nvSpPr>
          <p:cNvPr id="155" name="Content Placeholder 154">
            <a:extLst>
              <a:ext uri="{FF2B5EF4-FFF2-40B4-BE49-F238E27FC236}">
                <a16:creationId xmlns:a16="http://schemas.microsoft.com/office/drawing/2014/main" id="{C61CA676-85AA-8EDE-38DA-CBA907A24F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LID4096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08DB4DC-54FD-8CDA-9F05-D62B0ACEBA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690688"/>
            <a:ext cx="4746017" cy="5167312"/>
          </a:xfrm>
          <a:prstGeom prst="rect">
            <a:avLst/>
          </a:prstGeom>
        </p:spPr>
      </p:pic>
      <p:sp>
        <p:nvSpPr>
          <p:cNvPr id="9" name="Freeform: Shape 8">
            <a:extLst>
              <a:ext uri="{FF2B5EF4-FFF2-40B4-BE49-F238E27FC236}">
                <a16:creationId xmlns:a16="http://schemas.microsoft.com/office/drawing/2014/main" id="{4E4BBCBA-75C4-C2E3-F6AF-626B117725DE}"/>
              </a:ext>
            </a:extLst>
          </p:cNvPr>
          <p:cNvSpPr/>
          <p:nvPr/>
        </p:nvSpPr>
        <p:spPr>
          <a:xfrm>
            <a:off x="8864105" y="3958949"/>
            <a:ext cx="1371600" cy="1514213"/>
          </a:xfrm>
          <a:custGeom>
            <a:avLst/>
            <a:gdLst>
              <a:gd name="connsiteX0" fmla="*/ 541090 w 1371600"/>
              <a:gd name="connsiteY0" fmla="*/ 0 h 1514213"/>
              <a:gd name="connsiteX1" fmla="*/ 541090 w 1371600"/>
              <a:gd name="connsiteY1" fmla="*/ 130029 h 1514213"/>
              <a:gd name="connsiteX2" fmla="*/ 0 w 1371600"/>
              <a:gd name="connsiteY2" fmla="*/ 130029 h 1514213"/>
              <a:gd name="connsiteX3" fmla="*/ 0 w 1371600"/>
              <a:gd name="connsiteY3" fmla="*/ 1497435 h 1514213"/>
              <a:gd name="connsiteX4" fmla="*/ 1371600 w 1371600"/>
              <a:gd name="connsiteY4" fmla="*/ 1514213 h 15142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71600" h="1514213">
                <a:moveTo>
                  <a:pt x="541090" y="0"/>
                </a:moveTo>
                <a:lnTo>
                  <a:pt x="541090" y="130029"/>
                </a:lnTo>
                <a:lnTo>
                  <a:pt x="0" y="130029"/>
                </a:lnTo>
                <a:lnTo>
                  <a:pt x="0" y="1497435"/>
                </a:lnTo>
                <a:lnTo>
                  <a:pt x="1371600" y="1514213"/>
                </a:lnTo>
              </a:path>
            </a:pathLst>
          </a:custGeom>
          <a:noFill/>
          <a:ln>
            <a:solidFill>
              <a:schemeClr val="bg1"/>
            </a:solidFill>
          </a:ln>
          <a:effectLst>
            <a:glow rad="63500">
              <a:srgbClr val="FFFF00">
                <a:alpha val="4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9132016E-3E59-1B59-FEB7-A97719A9466B}"/>
              </a:ext>
            </a:extLst>
          </p:cNvPr>
          <p:cNvSpPr/>
          <p:nvPr/>
        </p:nvSpPr>
        <p:spPr>
          <a:xfrm>
            <a:off x="8939606" y="3963143"/>
            <a:ext cx="1287710" cy="1170264"/>
          </a:xfrm>
          <a:custGeom>
            <a:avLst/>
            <a:gdLst>
              <a:gd name="connsiteX0" fmla="*/ 545284 w 1287710"/>
              <a:gd name="connsiteY0" fmla="*/ 0 h 1170264"/>
              <a:gd name="connsiteX1" fmla="*/ 541090 w 1287710"/>
              <a:gd name="connsiteY1" fmla="*/ 171975 h 1170264"/>
              <a:gd name="connsiteX2" fmla="*/ 0 w 1287710"/>
              <a:gd name="connsiteY2" fmla="*/ 176169 h 1170264"/>
              <a:gd name="connsiteX3" fmla="*/ 0 w 1287710"/>
              <a:gd name="connsiteY3" fmla="*/ 1166070 h 1170264"/>
              <a:gd name="connsiteX4" fmla="*/ 1287710 w 1287710"/>
              <a:gd name="connsiteY4" fmla="*/ 1170264 h 11702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87710" h="1170264">
                <a:moveTo>
                  <a:pt x="545284" y="0"/>
                </a:moveTo>
                <a:lnTo>
                  <a:pt x="541090" y="171975"/>
                </a:lnTo>
                <a:lnTo>
                  <a:pt x="0" y="176169"/>
                </a:lnTo>
                <a:lnTo>
                  <a:pt x="0" y="1166070"/>
                </a:lnTo>
                <a:lnTo>
                  <a:pt x="1287710" y="1170264"/>
                </a:lnTo>
              </a:path>
            </a:pathLst>
          </a:custGeom>
          <a:noFill/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93CAFF9F-2CCB-9B03-3055-22BA66C36185}"/>
              </a:ext>
            </a:extLst>
          </p:cNvPr>
          <p:cNvSpPr/>
          <p:nvPr/>
        </p:nvSpPr>
        <p:spPr>
          <a:xfrm>
            <a:off x="9002523" y="3963143"/>
            <a:ext cx="1224793" cy="855677"/>
          </a:xfrm>
          <a:custGeom>
            <a:avLst/>
            <a:gdLst>
              <a:gd name="connsiteX0" fmla="*/ 587230 w 1224793"/>
              <a:gd name="connsiteY0" fmla="*/ 0 h 855677"/>
              <a:gd name="connsiteX1" fmla="*/ 591424 w 1224793"/>
              <a:gd name="connsiteY1" fmla="*/ 205531 h 855677"/>
              <a:gd name="connsiteX2" fmla="*/ 0 w 1224793"/>
              <a:gd name="connsiteY2" fmla="*/ 209725 h 855677"/>
              <a:gd name="connsiteX3" fmla="*/ 0 w 1224793"/>
              <a:gd name="connsiteY3" fmla="*/ 855677 h 855677"/>
              <a:gd name="connsiteX4" fmla="*/ 1224793 w 1224793"/>
              <a:gd name="connsiteY4" fmla="*/ 855677 h 8556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24793" h="855677">
                <a:moveTo>
                  <a:pt x="587230" y="0"/>
                </a:moveTo>
                <a:lnTo>
                  <a:pt x="591424" y="205531"/>
                </a:lnTo>
                <a:lnTo>
                  <a:pt x="0" y="209725"/>
                </a:lnTo>
                <a:lnTo>
                  <a:pt x="0" y="855677"/>
                </a:lnTo>
                <a:lnTo>
                  <a:pt x="1224793" y="855677"/>
                </a:lnTo>
              </a:path>
            </a:pathLst>
          </a:custGeom>
          <a:noFill/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4F90D1AD-E878-6782-2E05-99DFA7263A4D}"/>
              </a:ext>
            </a:extLst>
          </p:cNvPr>
          <p:cNvSpPr/>
          <p:nvPr/>
        </p:nvSpPr>
        <p:spPr>
          <a:xfrm>
            <a:off x="9073830" y="3963143"/>
            <a:ext cx="1145097" cy="545285"/>
          </a:xfrm>
          <a:custGeom>
            <a:avLst/>
            <a:gdLst>
              <a:gd name="connsiteX0" fmla="*/ 604007 w 1145097"/>
              <a:gd name="connsiteY0" fmla="*/ 0 h 545285"/>
              <a:gd name="connsiteX1" fmla="*/ 608201 w 1145097"/>
              <a:gd name="connsiteY1" fmla="*/ 239087 h 545285"/>
              <a:gd name="connsiteX2" fmla="*/ 0 w 1145097"/>
              <a:gd name="connsiteY2" fmla="*/ 239087 h 545285"/>
              <a:gd name="connsiteX3" fmla="*/ 0 w 1145097"/>
              <a:gd name="connsiteY3" fmla="*/ 536896 h 545285"/>
              <a:gd name="connsiteX4" fmla="*/ 1145097 w 1145097"/>
              <a:gd name="connsiteY4" fmla="*/ 545285 h 5452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45097" h="545285">
                <a:moveTo>
                  <a:pt x="604007" y="0"/>
                </a:moveTo>
                <a:lnTo>
                  <a:pt x="608201" y="239087"/>
                </a:lnTo>
                <a:lnTo>
                  <a:pt x="0" y="239087"/>
                </a:lnTo>
                <a:lnTo>
                  <a:pt x="0" y="536896"/>
                </a:lnTo>
                <a:lnTo>
                  <a:pt x="1145097" y="545285"/>
                </a:lnTo>
              </a:path>
            </a:pathLst>
          </a:custGeom>
          <a:noFill/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9F4F2F94-3FD2-45F3-00D3-12A1926DC3EA}"/>
              </a:ext>
            </a:extLst>
          </p:cNvPr>
          <p:cNvSpPr/>
          <p:nvPr/>
        </p:nvSpPr>
        <p:spPr>
          <a:xfrm>
            <a:off x="9765921" y="3950560"/>
            <a:ext cx="453006" cy="1564547"/>
          </a:xfrm>
          <a:custGeom>
            <a:avLst/>
            <a:gdLst>
              <a:gd name="connsiteX0" fmla="*/ 0 w 453006"/>
              <a:gd name="connsiteY0" fmla="*/ 0 h 1564547"/>
              <a:gd name="connsiteX1" fmla="*/ 0 w 453006"/>
              <a:gd name="connsiteY1" fmla="*/ 167780 h 1564547"/>
              <a:gd name="connsiteX2" fmla="*/ 427839 w 453006"/>
              <a:gd name="connsiteY2" fmla="*/ 306198 h 1564547"/>
              <a:gd name="connsiteX3" fmla="*/ 453006 w 453006"/>
              <a:gd name="connsiteY3" fmla="*/ 1564547 h 15645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53006" h="1564547">
                <a:moveTo>
                  <a:pt x="0" y="0"/>
                </a:moveTo>
                <a:lnTo>
                  <a:pt x="0" y="167780"/>
                </a:lnTo>
                <a:lnTo>
                  <a:pt x="427839" y="306198"/>
                </a:lnTo>
                <a:lnTo>
                  <a:pt x="453006" y="1564547"/>
                </a:lnTo>
              </a:path>
            </a:pathLst>
          </a:custGeom>
          <a:noFill/>
          <a:ln>
            <a:solidFill>
              <a:schemeClr val="accent4">
                <a:lumMod val="20000"/>
                <a:lumOff val="80000"/>
              </a:schemeClr>
            </a:solidFill>
          </a:ln>
          <a:effectLst>
            <a:glow rad="635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EAFF72E7-EE58-521F-C1B2-D61E02CB7BBA}"/>
              </a:ext>
            </a:extLst>
          </p:cNvPr>
          <p:cNvSpPr/>
          <p:nvPr/>
        </p:nvSpPr>
        <p:spPr>
          <a:xfrm>
            <a:off x="9577131" y="3955595"/>
            <a:ext cx="377928" cy="1505824"/>
          </a:xfrm>
          <a:custGeom>
            <a:avLst/>
            <a:gdLst>
              <a:gd name="connsiteX0" fmla="*/ 788566 w 788566"/>
              <a:gd name="connsiteY0" fmla="*/ 0 h 1505824"/>
              <a:gd name="connsiteX1" fmla="*/ 788566 w 788566"/>
              <a:gd name="connsiteY1" fmla="*/ 322976 h 1505824"/>
              <a:gd name="connsiteX2" fmla="*/ 4195 w 788566"/>
              <a:gd name="connsiteY2" fmla="*/ 322976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88566 w 788566"/>
              <a:gd name="connsiteY1" fmla="*/ 322976 h 1505824"/>
              <a:gd name="connsiteX2" fmla="*/ 4195 w 788566"/>
              <a:gd name="connsiteY2" fmla="*/ 222308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70865 w 788566"/>
              <a:gd name="connsiteY1" fmla="*/ 230698 h 1505824"/>
              <a:gd name="connsiteX2" fmla="*/ 4195 w 788566"/>
              <a:gd name="connsiteY2" fmla="*/ 222308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70865 w 788566"/>
              <a:gd name="connsiteY1" fmla="*/ 230698 h 1505824"/>
              <a:gd name="connsiteX2" fmla="*/ 13044 w 788566"/>
              <a:gd name="connsiteY2" fmla="*/ 289419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70865 w 788566"/>
              <a:gd name="connsiteY1" fmla="*/ 285226 h 1505824"/>
              <a:gd name="connsiteX2" fmla="*/ 13044 w 788566"/>
              <a:gd name="connsiteY2" fmla="*/ 289419 h 1505824"/>
              <a:gd name="connsiteX3" fmla="*/ 0 w 788566"/>
              <a:gd name="connsiteY3" fmla="*/ 1505824 h 1505824"/>
              <a:gd name="connsiteX0" fmla="*/ 788566 w 797417"/>
              <a:gd name="connsiteY0" fmla="*/ 0 h 1505824"/>
              <a:gd name="connsiteX1" fmla="*/ 797417 w 797417"/>
              <a:gd name="connsiteY1" fmla="*/ 285226 h 1505824"/>
              <a:gd name="connsiteX2" fmla="*/ 13044 w 797417"/>
              <a:gd name="connsiteY2" fmla="*/ 289419 h 1505824"/>
              <a:gd name="connsiteX3" fmla="*/ 0 w 797417"/>
              <a:gd name="connsiteY3" fmla="*/ 1505824 h 1505824"/>
              <a:gd name="connsiteX0" fmla="*/ 788566 w 797417"/>
              <a:gd name="connsiteY0" fmla="*/ 0 h 1505824"/>
              <a:gd name="connsiteX1" fmla="*/ 797417 w 797417"/>
              <a:gd name="connsiteY1" fmla="*/ 285226 h 1505824"/>
              <a:gd name="connsiteX2" fmla="*/ 13044 w 797417"/>
              <a:gd name="connsiteY2" fmla="*/ 285225 h 1505824"/>
              <a:gd name="connsiteX3" fmla="*/ 0 w 797417"/>
              <a:gd name="connsiteY3" fmla="*/ 1505824 h 15058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97417" h="1505824">
                <a:moveTo>
                  <a:pt x="788566" y="0"/>
                </a:moveTo>
                <a:lnTo>
                  <a:pt x="797417" y="285226"/>
                </a:lnTo>
                <a:lnTo>
                  <a:pt x="13044" y="285225"/>
                </a:lnTo>
                <a:cubicBezTo>
                  <a:pt x="11646" y="679508"/>
                  <a:pt x="1398" y="1111541"/>
                  <a:pt x="0" y="1505824"/>
                </a:cubicBezTo>
              </a:path>
            </a:pathLst>
          </a:custGeom>
          <a:noFill/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0223002B-F566-F45A-A012-9EBA04ED47EA}"/>
              </a:ext>
            </a:extLst>
          </p:cNvPr>
          <p:cNvSpPr/>
          <p:nvPr/>
        </p:nvSpPr>
        <p:spPr>
          <a:xfrm>
            <a:off x="9258387" y="3958949"/>
            <a:ext cx="788566" cy="1505824"/>
          </a:xfrm>
          <a:custGeom>
            <a:avLst/>
            <a:gdLst>
              <a:gd name="connsiteX0" fmla="*/ 788566 w 788566"/>
              <a:gd name="connsiteY0" fmla="*/ 0 h 1505824"/>
              <a:gd name="connsiteX1" fmla="*/ 788566 w 788566"/>
              <a:gd name="connsiteY1" fmla="*/ 322976 h 1505824"/>
              <a:gd name="connsiteX2" fmla="*/ 4195 w 788566"/>
              <a:gd name="connsiteY2" fmla="*/ 322976 h 1505824"/>
              <a:gd name="connsiteX3" fmla="*/ 0 w 788566"/>
              <a:gd name="connsiteY3" fmla="*/ 1505824 h 15058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88566" h="1505824">
                <a:moveTo>
                  <a:pt x="788566" y="0"/>
                </a:moveTo>
                <a:lnTo>
                  <a:pt x="788566" y="322976"/>
                </a:lnTo>
                <a:lnTo>
                  <a:pt x="4195" y="322976"/>
                </a:lnTo>
                <a:cubicBezTo>
                  <a:pt x="2797" y="717259"/>
                  <a:pt x="1398" y="1111541"/>
                  <a:pt x="0" y="1505824"/>
                </a:cubicBezTo>
              </a:path>
            </a:pathLst>
          </a:custGeom>
          <a:noFill/>
          <a:ln>
            <a:solidFill>
              <a:schemeClr val="accent2">
                <a:lumMod val="20000"/>
                <a:lumOff val="80000"/>
              </a:schemeClr>
            </a:solidFill>
          </a:ln>
          <a:effectLst>
            <a:glow rad="63500">
              <a:schemeClr val="accent2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0DCB8513-698F-42BB-F99B-E46ADF32EA0C}"/>
              </a:ext>
            </a:extLst>
          </p:cNvPr>
          <p:cNvGrpSpPr/>
          <p:nvPr/>
        </p:nvGrpSpPr>
        <p:grpSpPr>
          <a:xfrm>
            <a:off x="9124170" y="4363941"/>
            <a:ext cx="255090" cy="255090"/>
            <a:chOff x="2766747" y="2052494"/>
            <a:chExt cx="255090" cy="255090"/>
          </a:xfrm>
        </p:grpSpPr>
        <p:sp>
          <p:nvSpPr>
            <p:cNvPr id="18" name="Rectangle: Rounded Corners 17">
              <a:extLst>
                <a:ext uri="{FF2B5EF4-FFF2-40B4-BE49-F238E27FC236}">
                  <a16:creationId xmlns:a16="http://schemas.microsoft.com/office/drawing/2014/main" id="{AA934F42-6E67-4674-8F71-F9C6DC3158A0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B80E88B6-2CB4-92E1-57DC-ADF6B2323431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E0D06023-DF38-8F6B-77E1-22AEED24ADD1}"/>
              </a:ext>
            </a:extLst>
          </p:cNvPr>
          <p:cNvGrpSpPr/>
          <p:nvPr/>
        </p:nvGrpSpPr>
        <p:grpSpPr>
          <a:xfrm>
            <a:off x="9444891" y="4363941"/>
            <a:ext cx="255090" cy="255090"/>
            <a:chOff x="2766747" y="2052494"/>
            <a:chExt cx="255090" cy="255090"/>
          </a:xfrm>
        </p:grpSpPr>
        <p:sp>
          <p:nvSpPr>
            <p:cNvPr id="21" name="Rectangle: Rounded Corners 20">
              <a:extLst>
                <a:ext uri="{FF2B5EF4-FFF2-40B4-BE49-F238E27FC236}">
                  <a16:creationId xmlns:a16="http://schemas.microsoft.com/office/drawing/2014/main" id="{F5417F17-70EB-2099-67EE-F14EC7B9907C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38F1A672-313F-57D1-DEF0-6329200B3407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A71920EF-02F2-BB73-1CCF-5DD558C47C7D}"/>
              </a:ext>
            </a:extLst>
          </p:cNvPr>
          <p:cNvGrpSpPr/>
          <p:nvPr/>
        </p:nvGrpSpPr>
        <p:grpSpPr>
          <a:xfrm>
            <a:off x="9765612" y="4363941"/>
            <a:ext cx="255090" cy="255090"/>
            <a:chOff x="2766747" y="2052494"/>
            <a:chExt cx="255090" cy="255090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1BBEC4E7-4D84-5FAA-0E56-BA04742B5F60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0DFF5C18-C986-A196-61FB-4503EDDD9DE5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0AC0F918-D313-D908-1208-93322D9E4EC7}"/>
              </a:ext>
            </a:extLst>
          </p:cNvPr>
          <p:cNvGrpSpPr/>
          <p:nvPr/>
        </p:nvGrpSpPr>
        <p:grpSpPr>
          <a:xfrm>
            <a:off x="10086333" y="4363941"/>
            <a:ext cx="255090" cy="255090"/>
            <a:chOff x="2766747" y="2052494"/>
            <a:chExt cx="255090" cy="255090"/>
          </a:xfrm>
        </p:grpSpPr>
        <p:sp>
          <p:nvSpPr>
            <p:cNvPr id="27" name="Rectangle: Rounded Corners 26">
              <a:extLst>
                <a:ext uri="{FF2B5EF4-FFF2-40B4-BE49-F238E27FC236}">
                  <a16:creationId xmlns:a16="http://schemas.microsoft.com/office/drawing/2014/main" id="{64266C0E-C79E-0F50-F210-6EB607497C79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BBD848FA-5AFE-8CE0-187A-926935C437F2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66A84073-478E-47D9-38C4-7AF0B233B293}"/>
              </a:ext>
            </a:extLst>
          </p:cNvPr>
          <p:cNvGrpSpPr/>
          <p:nvPr/>
        </p:nvGrpSpPr>
        <p:grpSpPr>
          <a:xfrm>
            <a:off x="9124170" y="4684663"/>
            <a:ext cx="255090" cy="255090"/>
            <a:chOff x="2766747" y="2052494"/>
            <a:chExt cx="255090" cy="255090"/>
          </a:xfrm>
        </p:grpSpPr>
        <p:sp>
          <p:nvSpPr>
            <p:cNvPr id="30" name="Rectangle: Rounded Corners 29">
              <a:extLst>
                <a:ext uri="{FF2B5EF4-FFF2-40B4-BE49-F238E27FC236}">
                  <a16:creationId xmlns:a16="http://schemas.microsoft.com/office/drawing/2014/main" id="{BF9129A3-516E-DEDD-4C7C-9DE29D34EE87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CF6FD552-E15E-41A4-0BAE-C24E50F905D0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3747A340-CBD5-82F5-CCDF-4D52FB3A4B0E}"/>
              </a:ext>
            </a:extLst>
          </p:cNvPr>
          <p:cNvGrpSpPr/>
          <p:nvPr/>
        </p:nvGrpSpPr>
        <p:grpSpPr>
          <a:xfrm>
            <a:off x="9444891" y="4684663"/>
            <a:ext cx="255090" cy="255090"/>
            <a:chOff x="2766747" y="2052494"/>
            <a:chExt cx="255090" cy="255090"/>
          </a:xfrm>
        </p:grpSpPr>
        <p:sp>
          <p:nvSpPr>
            <p:cNvPr id="33" name="Rectangle: Rounded Corners 32">
              <a:extLst>
                <a:ext uri="{FF2B5EF4-FFF2-40B4-BE49-F238E27FC236}">
                  <a16:creationId xmlns:a16="http://schemas.microsoft.com/office/drawing/2014/main" id="{7FDF61D8-F5AD-3661-E706-61B2B5B46379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34" name="Oval 33">
              <a:extLst>
                <a:ext uri="{FF2B5EF4-FFF2-40B4-BE49-F238E27FC236}">
                  <a16:creationId xmlns:a16="http://schemas.microsoft.com/office/drawing/2014/main" id="{2B4016ED-B2E4-E98C-9948-23A66B32024C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1CC958D2-0C9F-A828-4822-6B1FAEC75A2B}"/>
              </a:ext>
            </a:extLst>
          </p:cNvPr>
          <p:cNvGrpSpPr/>
          <p:nvPr/>
        </p:nvGrpSpPr>
        <p:grpSpPr>
          <a:xfrm>
            <a:off x="9765612" y="4684663"/>
            <a:ext cx="255090" cy="255090"/>
            <a:chOff x="2766747" y="2052494"/>
            <a:chExt cx="255090" cy="255090"/>
          </a:xfrm>
        </p:grpSpPr>
        <p:sp>
          <p:nvSpPr>
            <p:cNvPr id="36" name="Rectangle: Rounded Corners 35">
              <a:extLst>
                <a:ext uri="{FF2B5EF4-FFF2-40B4-BE49-F238E27FC236}">
                  <a16:creationId xmlns:a16="http://schemas.microsoft.com/office/drawing/2014/main" id="{28DB009F-7471-BE0A-0720-98E11687596A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471CA47C-2FB0-170B-C090-5AF76C2D4BB6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B7FDCEA5-323F-4C51-D605-46A8BD57D8F9}"/>
              </a:ext>
            </a:extLst>
          </p:cNvPr>
          <p:cNvGrpSpPr/>
          <p:nvPr/>
        </p:nvGrpSpPr>
        <p:grpSpPr>
          <a:xfrm>
            <a:off x="10086333" y="4684663"/>
            <a:ext cx="255090" cy="255090"/>
            <a:chOff x="2766747" y="2052494"/>
            <a:chExt cx="255090" cy="255090"/>
          </a:xfrm>
        </p:grpSpPr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816838BE-BF44-3954-265A-5B9D1C7CD717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0" name="Oval 39">
              <a:extLst>
                <a:ext uri="{FF2B5EF4-FFF2-40B4-BE49-F238E27FC236}">
                  <a16:creationId xmlns:a16="http://schemas.microsoft.com/office/drawing/2014/main" id="{3DCE8EC1-0182-C528-C644-242B750CADD9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62584BEC-8FE2-2058-5F88-345ACA341DAF}"/>
              </a:ext>
            </a:extLst>
          </p:cNvPr>
          <p:cNvGrpSpPr/>
          <p:nvPr/>
        </p:nvGrpSpPr>
        <p:grpSpPr>
          <a:xfrm>
            <a:off x="9124170" y="5005385"/>
            <a:ext cx="255090" cy="255090"/>
            <a:chOff x="2766747" y="2052494"/>
            <a:chExt cx="255090" cy="255090"/>
          </a:xfrm>
        </p:grpSpPr>
        <p:sp>
          <p:nvSpPr>
            <p:cNvPr id="42" name="Rectangle: Rounded Corners 41">
              <a:extLst>
                <a:ext uri="{FF2B5EF4-FFF2-40B4-BE49-F238E27FC236}">
                  <a16:creationId xmlns:a16="http://schemas.microsoft.com/office/drawing/2014/main" id="{5CE24248-894B-BBA6-E066-7AAA62778018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3" name="Oval 42">
              <a:extLst>
                <a:ext uri="{FF2B5EF4-FFF2-40B4-BE49-F238E27FC236}">
                  <a16:creationId xmlns:a16="http://schemas.microsoft.com/office/drawing/2014/main" id="{A1F43E24-BD19-0CEB-27C8-9E675CF74D02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832B98F5-651D-6366-D6EA-030007CAC2C7}"/>
              </a:ext>
            </a:extLst>
          </p:cNvPr>
          <p:cNvGrpSpPr/>
          <p:nvPr/>
        </p:nvGrpSpPr>
        <p:grpSpPr>
          <a:xfrm>
            <a:off x="9444891" y="5005385"/>
            <a:ext cx="255090" cy="255090"/>
            <a:chOff x="2766747" y="2052494"/>
            <a:chExt cx="255090" cy="255090"/>
          </a:xfrm>
        </p:grpSpPr>
        <p:sp>
          <p:nvSpPr>
            <p:cNvPr id="45" name="Rectangle: Rounded Corners 44">
              <a:extLst>
                <a:ext uri="{FF2B5EF4-FFF2-40B4-BE49-F238E27FC236}">
                  <a16:creationId xmlns:a16="http://schemas.microsoft.com/office/drawing/2014/main" id="{11D3A32C-B319-2ACA-97F2-7FA3AF3EEDB5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6" name="Oval 45">
              <a:extLst>
                <a:ext uri="{FF2B5EF4-FFF2-40B4-BE49-F238E27FC236}">
                  <a16:creationId xmlns:a16="http://schemas.microsoft.com/office/drawing/2014/main" id="{1EA3E108-DD22-E5AA-1C5D-377456728668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D727B960-3A70-5868-FFB4-8FDB9A88A831}"/>
              </a:ext>
            </a:extLst>
          </p:cNvPr>
          <p:cNvGrpSpPr/>
          <p:nvPr/>
        </p:nvGrpSpPr>
        <p:grpSpPr>
          <a:xfrm>
            <a:off x="9765612" y="5005385"/>
            <a:ext cx="255090" cy="255090"/>
            <a:chOff x="2766747" y="2052494"/>
            <a:chExt cx="255090" cy="255090"/>
          </a:xfrm>
        </p:grpSpPr>
        <p:sp>
          <p:nvSpPr>
            <p:cNvPr id="48" name="Rectangle: Rounded Corners 47">
              <a:extLst>
                <a:ext uri="{FF2B5EF4-FFF2-40B4-BE49-F238E27FC236}">
                  <a16:creationId xmlns:a16="http://schemas.microsoft.com/office/drawing/2014/main" id="{FB7CF960-9C7A-4483-2406-0C90A3A0CB1B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7F7EBB03-802F-ED8F-FE96-E138246235C1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B26C534D-6BEF-9C1F-C9FD-B8C6EBD8E812}"/>
              </a:ext>
            </a:extLst>
          </p:cNvPr>
          <p:cNvGrpSpPr/>
          <p:nvPr/>
        </p:nvGrpSpPr>
        <p:grpSpPr>
          <a:xfrm>
            <a:off x="10086333" y="5005385"/>
            <a:ext cx="255090" cy="255090"/>
            <a:chOff x="2766747" y="2052494"/>
            <a:chExt cx="255090" cy="255090"/>
          </a:xfrm>
        </p:grpSpPr>
        <p:sp>
          <p:nvSpPr>
            <p:cNvPr id="51" name="Rectangle: Rounded Corners 50">
              <a:extLst>
                <a:ext uri="{FF2B5EF4-FFF2-40B4-BE49-F238E27FC236}">
                  <a16:creationId xmlns:a16="http://schemas.microsoft.com/office/drawing/2014/main" id="{922877E8-ADD0-1A01-BC09-51F5E2020BE2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5F3DCCFD-8EFE-30A8-C349-94DC595C698B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85730B82-D8AD-610F-BFAC-6EF387F190A4}"/>
              </a:ext>
            </a:extLst>
          </p:cNvPr>
          <p:cNvGrpSpPr/>
          <p:nvPr/>
        </p:nvGrpSpPr>
        <p:grpSpPr>
          <a:xfrm>
            <a:off x="9124170" y="5326107"/>
            <a:ext cx="255090" cy="255090"/>
            <a:chOff x="2766747" y="2052494"/>
            <a:chExt cx="255090" cy="255090"/>
          </a:xfrm>
        </p:grpSpPr>
        <p:sp>
          <p:nvSpPr>
            <p:cNvPr id="54" name="Rectangle: Rounded Corners 53">
              <a:extLst>
                <a:ext uri="{FF2B5EF4-FFF2-40B4-BE49-F238E27FC236}">
                  <a16:creationId xmlns:a16="http://schemas.microsoft.com/office/drawing/2014/main" id="{2C1D9CAB-819A-DB9B-5A50-17B9592E2078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5" name="Oval 54">
              <a:extLst>
                <a:ext uri="{FF2B5EF4-FFF2-40B4-BE49-F238E27FC236}">
                  <a16:creationId xmlns:a16="http://schemas.microsoft.com/office/drawing/2014/main" id="{77BF7CB5-2A9C-4070-669F-01AFDD3D7FD9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81A56AC1-5538-DB1E-ED77-0164038A14EE}"/>
              </a:ext>
            </a:extLst>
          </p:cNvPr>
          <p:cNvGrpSpPr/>
          <p:nvPr/>
        </p:nvGrpSpPr>
        <p:grpSpPr>
          <a:xfrm>
            <a:off x="9444891" y="5326107"/>
            <a:ext cx="255090" cy="255090"/>
            <a:chOff x="2766747" y="2052494"/>
            <a:chExt cx="255090" cy="255090"/>
          </a:xfrm>
        </p:grpSpPr>
        <p:sp>
          <p:nvSpPr>
            <p:cNvPr id="57" name="Rectangle: Rounded Corners 56">
              <a:extLst>
                <a:ext uri="{FF2B5EF4-FFF2-40B4-BE49-F238E27FC236}">
                  <a16:creationId xmlns:a16="http://schemas.microsoft.com/office/drawing/2014/main" id="{A795D968-0CA8-CB10-E16A-8CE4A4FFB6FD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8" name="Oval 57">
              <a:extLst>
                <a:ext uri="{FF2B5EF4-FFF2-40B4-BE49-F238E27FC236}">
                  <a16:creationId xmlns:a16="http://schemas.microsoft.com/office/drawing/2014/main" id="{B5B98905-1F7B-9843-5420-D807E03D745C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A58B373F-1A22-50F1-D62B-7F9BE08CE59A}"/>
              </a:ext>
            </a:extLst>
          </p:cNvPr>
          <p:cNvGrpSpPr/>
          <p:nvPr/>
        </p:nvGrpSpPr>
        <p:grpSpPr>
          <a:xfrm>
            <a:off x="9765612" y="5326107"/>
            <a:ext cx="255090" cy="255090"/>
            <a:chOff x="2766747" y="2052494"/>
            <a:chExt cx="255090" cy="255090"/>
          </a:xfrm>
        </p:grpSpPr>
        <p:sp>
          <p:nvSpPr>
            <p:cNvPr id="60" name="Rectangle: Rounded Corners 59">
              <a:extLst>
                <a:ext uri="{FF2B5EF4-FFF2-40B4-BE49-F238E27FC236}">
                  <a16:creationId xmlns:a16="http://schemas.microsoft.com/office/drawing/2014/main" id="{2088DCA8-C991-1EAC-3FD9-8B79BC183FE3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1" name="Oval 60">
              <a:extLst>
                <a:ext uri="{FF2B5EF4-FFF2-40B4-BE49-F238E27FC236}">
                  <a16:creationId xmlns:a16="http://schemas.microsoft.com/office/drawing/2014/main" id="{67B117DE-C44B-D8FF-72AE-91000DC9F815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658A36CD-813D-95E4-DE08-F3E514BDB5B2}"/>
              </a:ext>
            </a:extLst>
          </p:cNvPr>
          <p:cNvGrpSpPr/>
          <p:nvPr/>
        </p:nvGrpSpPr>
        <p:grpSpPr>
          <a:xfrm>
            <a:off x="10086333" y="5326107"/>
            <a:ext cx="255090" cy="255090"/>
            <a:chOff x="2766747" y="2052494"/>
            <a:chExt cx="255090" cy="255090"/>
          </a:xfrm>
        </p:grpSpPr>
        <p:sp>
          <p:nvSpPr>
            <p:cNvPr id="63" name="Rectangle: Rounded Corners 62">
              <a:extLst>
                <a:ext uri="{FF2B5EF4-FFF2-40B4-BE49-F238E27FC236}">
                  <a16:creationId xmlns:a16="http://schemas.microsoft.com/office/drawing/2014/main" id="{F62058C3-EA4A-7C65-0F12-6D7379E1D92B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4" name="Oval 63">
              <a:extLst>
                <a:ext uri="{FF2B5EF4-FFF2-40B4-BE49-F238E27FC236}">
                  <a16:creationId xmlns:a16="http://schemas.microsoft.com/office/drawing/2014/main" id="{B0A9F4A7-CD63-0C0A-EC60-71F89EE8275B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A6A40596-B77E-FFC3-5FAA-5C34C6B7E952}"/>
              </a:ext>
            </a:extLst>
          </p:cNvPr>
          <p:cNvGrpSpPr/>
          <p:nvPr/>
        </p:nvGrpSpPr>
        <p:grpSpPr>
          <a:xfrm>
            <a:off x="9317030" y="3891836"/>
            <a:ext cx="815362" cy="138419"/>
            <a:chOff x="5146646" y="1950440"/>
            <a:chExt cx="815362" cy="138419"/>
          </a:xfrm>
        </p:grpSpPr>
        <p:sp>
          <p:nvSpPr>
            <p:cNvPr id="66" name="Rectangle: Rounded Corners 65">
              <a:extLst>
                <a:ext uri="{FF2B5EF4-FFF2-40B4-BE49-F238E27FC236}">
                  <a16:creationId xmlns:a16="http://schemas.microsoft.com/office/drawing/2014/main" id="{F5E71123-C8C7-4937-317F-A3A07AFCAE5B}"/>
                </a:ext>
              </a:extLst>
            </p:cNvPr>
            <p:cNvSpPr/>
            <p:nvPr/>
          </p:nvSpPr>
          <p:spPr>
            <a:xfrm>
              <a:off x="5146646" y="1950440"/>
              <a:ext cx="815362" cy="138419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4E9DC455-33CE-23A0-2F8E-098F7E2E02BC}"/>
                </a:ext>
              </a:extLst>
            </p:cNvPr>
            <p:cNvSpPr/>
            <p:nvPr/>
          </p:nvSpPr>
          <p:spPr>
            <a:xfrm rot="16200000">
              <a:off x="5201236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8" name="Rectangle 67">
              <a:extLst>
                <a:ext uri="{FF2B5EF4-FFF2-40B4-BE49-F238E27FC236}">
                  <a16:creationId xmlns:a16="http://schemas.microsoft.com/office/drawing/2014/main" id="{7306E08F-A376-B6F9-063A-3BD65E17180A}"/>
                </a:ext>
              </a:extLst>
            </p:cNvPr>
            <p:cNvSpPr/>
            <p:nvPr/>
          </p:nvSpPr>
          <p:spPr>
            <a:xfrm rot="16200000">
              <a:off x="5294405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5AF27AD0-CDE8-4955-4AAE-288731A0C7A7}"/>
                </a:ext>
              </a:extLst>
            </p:cNvPr>
            <p:cNvSpPr/>
            <p:nvPr/>
          </p:nvSpPr>
          <p:spPr>
            <a:xfrm rot="16200000">
              <a:off x="5387574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E9AA9661-6450-13A9-C528-2ABBDA36E3BB}"/>
                </a:ext>
              </a:extLst>
            </p:cNvPr>
            <p:cNvSpPr/>
            <p:nvPr/>
          </p:nvSpPr>
          <p:spPr>
            <a:xfrm rot="16200000">
              <a:off x="5480743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A79BE48F-37F1-CDAA-6351-931F18AE7B6E}"/>
                </a:ext>
              </a:extLst>
            </p:cNvPr>
            <p:cNvSpPr/>
            <p:nvPr/>
          </p:nvSpPr>
          <p:spPr>
            <a:xfrm rot="16200000">
              <a:off x="5573912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4DBE6731-A00D-CA31-B7D1-4A12670A0D15}"/>
                </a:ext>
              </a:extLst>
            </p:cNvPr>
            <p:cNvSpPr/>
            <p:nvPr/>
          </p:nvSpPr>
          <p:spPr>
            <a:xfrm rot="16200000">
              <a:off x="5667081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C6DBF301-775F-5404-B866-E084FF367EB9}"/>
                </a:ext>
              </a:extLst>
            </p:cNvPr>
            <p:cNvSpPr/>
            <p:nvPr/>
          </p:nvSpPr>
          <p:spPr>
            <a:xfrm rot="16200000">
              <a:off x="5760250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4" name="Rectangle 73">
              <a:extLst>
                <a:ext uri="{FF2B5EF4-FFF2-40B4-BE49-F238E27FC236}">
                  <a16:creationId xmlns:a16="http://schemas.microsoft.com/office/drawing/2014/main" id="{1C4B9F96-9D45-B6B8-9C50-7AE9D3D81469}"/>
                </a:ext>
              </a:extLst>
            </p:cNvPr>
            <p:cNvSpPr/>
            <p:nvPr/>
          </p:nvSpPr>
          <p:spPr>
            <a:xfrm rot="16200000">
              <a:off x="5853419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sp>
        <p:nvSpPr>
          <p:cNvPr id="75" name="TextBox 74">
            <a:extLst>
              <a:ext uri="{FF2B5EF4-FFF2-40B4-BE49-F238E27FC236}">
                <a16:creationId xmlns:a16="http://schemas.microsoft.com/office/drawing/2014/main" id="{32EBC487-EF2F-8F43-53C6-26259D552CEA}"/>
              </a:ext>
            </a:extLst>
          </p:cNvPr>
          <p:cNvSpPr txBox="1"/>
          <p:nvPr/>
        </p:nvSpPr>
        <p:spPr>
          <a:xfrm>
            <a:off x="9069930" y="3729000"/>
            <a:ext cx="1128835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700">
                <a:solidFill>
                  <a:schemeClr val="bg1"/>
                </a:solidFill>
                <a:latin typeface="Consolas" panose="020B0609020204030204" pitchFamily="49" charset="0"/>
              </a:rPr>
              <a:t>pin 7 6 5 4 3 2 1 0</a:t>
            </a:r>
            <a:endParaRPr lang="LID4096" sz="70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2ECA2476-3077-527C-2ADF-E32901BB7F52}"/>
              </a:ext>
            </a:extLst>
          </p:cNvPr>
          <p:cNvSpPr txBox="1"/>
          <p:nvPr/>
        </p:nvSpPr>
        <p:spPr>
          <a:xfrm>
            <a:off x="9055467" y="4496249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0</a:t>
            </a:r>
            <a:endParaRPr lang="LID4096" sz="500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2AAB19DF-46C8-6F69-2B1F-43B992C40624}"/>
              </a:ext>
            </a:extLst>
          </p:cNvPr>
          <p:cNvSpPr txBox="1"/>
          <p:nvPr/>
        </p:nvSpPr>
        <p:spPr>
          <a:xfrm>
            <a:off x="9377524" y="4497315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</a:t>
            </a:r>
            <a:endParaRPr lang="LID4096" sz="500"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AA012FDD-429A-6417-270A-F949DDC1B179}"/>
              </a:ext>
            </a:extLst>
          </p:cNvPr>
          <p:cNvSpPr txBox="1"/>
          <p:nvPr/>
        </p:nvSpPr>
        <p:spPr>
          <a:xfrm>
            <a:off x="9699581" y="4498381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2</a:t>
            </a:r>
            <a:endParaRPr lang="LID4096" sz="500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56245FEC-54C2-ACB1-39D4-F5A29153F704}"/>
              </a:ext>
            </a:extLst>
          </p:cNvPr>
          <p:cNvSpPr txBox="1"/>
          <p:nvPr/>
        </p:nvSpPr>
        <p:spPr>
          <a:xfrm>
            <a:off x="10021638" y="4499447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3</a:t>
            </a:r>
            <a:endParaRPr lang="LID4096" sz="500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E25680AE-08BC-C687-BAC7-3DE845980ED2}"/>
              </a:ext>
            </a:extLst>
          </p:cNvPr>
          <p:cNvSpPr txBox="1"/>
          <p:nvPr/>
        </p:nvSpPr>
        <p:spPr>
          <a:xfrm>
            <a:off x="9055467" y="4798723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4</a:t>
            </a:r>
            <a:endParaRPr lang="LID4096" sz="500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8117A60C-A563-CDF7-E90A-A5537B0B5D4D}"/>
              </a:ext>
            </a:extLst>
          </p:cNvPr>
          <p:cNvSpPr txBox="1"/>
          <p:nvPr/>
        </p:nvSpPr>
        <p:spPr>
          <a:xfrm>
            <a:off x="9377524" y="4799789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5</a:t>
            </a:r>
            <a:endParaRPr lang="LID4096" sz="500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386AA7BE-5CCB-C610-552C-73DE495E610F}"/>
              </a:ext>
            </a:extLst>
          </p:cNvPr>
          <p:cNvSpPr txBox="1"/>
          <p:nvPr/>
        </p:nvSpPr>
        <p:spPr>
          <a:xfrm>
            <a:off x="9699581" y="4800855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6</a:t>
            </a:r>
            <a:endParaRPr lang="LID4096" sz="500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F2130039-F990-5211-37E1-26A2825DD3B2}"/>
              </a:ext>
            </a:extLst>
          </p:cNvPr>
          <p:cNvSpPr txBox="1"/>
          <p:nvPr/>
        </p:nvSpPr>
        <p:spPr>
          <a:xfrm>
            <a:off x="10021638" y="4801921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7</a:t>
            </a:r>
            <a:endParaRPr lang="LID4096" sz="500"/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C8CC80FD-D08C-77E4-0489-9CF79958B900}"/>
              </a:ext>
            </a:extLst>
          </p:cNvPr>
          <p:cNvSpPr txBox="1"/>
          <p:nvPr/>
        </p:nvSpPr>
        <p:spPr>
          <a:xfrm>
            <a:off x="9054531" y="5124319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8</a:t>
            </a:r>
            <a:endParaRPr lang="LID4096" sz="500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92DB4401-F08D-D07E-A6E4-3FB001C00751}"/>
              </a:ext>
            </a:extLst>
          </p:cNvPr>
          <p:cNvSpPr txBox="1"/>
          <p:nvPr/>
        </p:nvSpPr>
        <p:spPr>
          <a:xfrm>
            <a:off x="9376588" y="5125385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9</a:t>
            </a:r>
            <a:endParaRPr lang="LID4096" sz="500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6F8A3CB2-78B4-48CC-1AC6-67BC40B12549}"/>
              </a:ext>
            </a:extLst>
          </p:cNvPr>
          <p:cNvSpPr txBox="1"/>
          <p:nvPr/>
        </p:nvSpPr>
        <p:spPr>
          <a:xfrm>
            <a:off x="9698645" y="5126451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10</a:t>
            </a:r>
            <a:endParaRPr lang="LID4096" sz="500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44E0A8D7-7A84-0D3F-137C-5F9DD3F58542}"/>
              </a:ext>
            </a:extLst>
          </p:cNvPr>
          <p:cNvSpPr txBox="1"/>
          <p:nvPr/>
        </p:nvSpPr>
        <p:spPr>
          <a:xfrm>
            <a:off x="10020702" y="5127517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11</a:t>
            </a:r>
            <a:endParaRPr lang="LID4096" sz="500"/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6AAB0554-7E8C-33B6-A9E0-3DC95E034149}"/>
              </a:ext>
            </a:extLst>
          </p:cNvPr>
          <p:cNvSpPr txBox="1"/>
          <p:nvPr/>
        </p:nvSpPr>
        <p:spPr>
          <a:xfrm>
            <a:off x="9053595" y="5449915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12</a:t>
            </a:r>
            <a:endParaRPr lang="LID4096" sz="500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277ED609-262F-BB2C-715F-1A338C523E98}"/>
              </a:ext>
            </a:extLst>
          </p:cNvPr>
          <p:cNvSpPr txBox="1"/>
          <p:nvPr/>
        </p:nvSpPr>
        <p:spPr>
          <a:xfrm>
            <a:off x="9375652" y="5450981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13</a:t>
            </a:r>
            <a:endParaRPr lang="LID4096" sz="500"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89FBD82C-B1D7-E2C1-8122-84AD3D0CCD09}"/>
              </a:ext>
            </a:extLst>
          </p:cNvPr>
          <p:cNvSpPr txBox="1"/>
          <p:nvPr/>
        </p:nvSpPr>
        <p:spPr>
          <a:xfrm>
            <a:off x="9697709" y="5452047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14</a:t>
            </a:r>
            <a:endParaRPr lang="LID4096" sz="500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ABCD09BC-7CA9-B94F-826C-EDD2E31C1679}"/>
              </a:ext>
            </a:extLst>
          </p:cNvPr>
          <p:cNvSpPr txBox="1"/>
          <p:nvPr/>
        </p:nvSpPr>
        <p:spPr>
          <a:xfrm>
            <a:off x="10019766" y="5453113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15</a:t>
            </a:r>
            <a:endParaRPr lang="LID4096" sz="500"/>
          </a:p>
        </p:txBody>
      </p:sp>
      <p:pic>
        <p:nvPicPr>
          <p:cNvPr id="93" name="Picture 92">
            <a:extLst>
              <a:ext uri="{FF2B5EF4-FFF2-40B4-BE49-F238E27FC236}">
                <a16:creationId xmlns:a16="http://schemas.microsoft.com/office/drawing/2014/main" id="{42D726C4-32B8-2BFD-D977-CE7C05FAFAD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6200000">
            <a:off x="4790492" y="3817567"/>
            <a:ext cx="3095687" cy="1602927"/>
          </a:xfrm>
          <a:prstGeom prst="rect">
            <a:avLst/>
          </a:prstGeom>
        </p:spPr>
      </p:pic>
      <p:sp>
        <p:nvSpPr>
          <p:cNvPr id="94" name="Rectangle 93">
            <a:extLst>
              <a:ext uri="{FF2B5EF4-FFF2-40B4-BE49-F238E27FC236}">
                <a16:creationId xmlns:a16="http://schemas.microsoft.com/office/drawing/2014/main" id="{B02E0A39-5BAC-44AB-2E2D-7968F2F48BAA}"/>
              </a:ext>
            </a:extLst>
          </p:cNvPr>
          <p:cNvSpPr/>
          <p:nvPr/>
        </p:nvSpPr>
        <p:spPr>
          <a:xfrm rot="16200000">
            <a:off x="5547725" y="4112390"/>
            <a:ext cx="1955188" cy="810715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5" name="Freeform: Shape 94">
            <a:extLst>
              <a:ext uri="{FF2B5EF4-FFF2-40B4-BE49-F238E27FC236}">
                <a16:creationId xmlns:a16="http://schemas.microsoft.com/office/drawing/2014/main" id="{FF53A671-67DD-5161-2FEF-BDF691866D8A}"/>
              </a:ext>
            </a:extLst>
          </p:cNvPr>
          <p:cNvSpPr/>
          <p:nvPr/>
        </p:nvSpPr>
        <p:spPr>
          <a:xfrm rot="16200000">
            <a:off x="5014315" y="4418631"/>
            <a:ext cx="2189810" cy="149806"/>
          </a:xfrm>
          <a:custGeom>
            <a:avLst/>
            <a:gdLst>
              <a:gd name="connsiteX0" fmla="*/ 3406140 w 3825240"/>
              <a:gd name="connsiteY0" fmla="*/ 0 h 259080"/>
              <a:gd name="connsiteX1" fmla="*/ 0 w 3825240"/>
              <a:gd name="connsiteY1" fmla="*/ 68580 h 259080"/>
              <a:gd name="connsiteX2" fmla="*/ 228600 w 3825240"/>
              <a:gd name="connsiteY2" fmla="*/ 259080 h 259080"/>
              <a:gd name="connsiteX3" fmla="*/ 3825240 w 3825240"/>
              <a:gd name="connsiteY3" fmla="*/ 167640 h 259080"/>
              <a:gd name="connsiteX4" fmla="*/ 3406140 w 3825240"/>
              <a:gd name="connsiteY4" fmla="*/ 0 h 259080"/>
              <a:gd name="connsiteX0" fmla="*/ 3406140 w 3787140"/>
              <a:gd name="connsiteY0" fmla="*/ 0 h 259080"/>
              <a:gd name="connsiteX1" fmla="*/ 0 w 3787140"/>
              <a:gd name="connsiteY1" fmla="*/ 68580 h 259080"/>
              <a:gd name="connsiteX2" fmla="*/ 228600 w 3787140"/>
              <a:gd name="connsiteY2" fmla="*/ 259080 h 259080"/>
              <a:gd name="connsiteX3" fmla="*/ 3787140 w 3787140"/>
              <a:gd name="connsiteY3" fmla="*/ 153353 h 259080"/>
              <a:gd name="connsiteX4" fmla="*/ 3406140 w 3787140"/>
              <a:gd name="connsiteY4" fmla="*/ 0 h 259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787140" h="259080">
                <a:moveTo>
                  <a:pt x="3406140" y="0"/>
                </a:moveTo>
                <a:lnTo>
                  <a:pt x="0" y="68580"/>
                </a:lnTo>
                <a:lnTo>
                  <a:pt x="228600" y="259080"/>
                </a:lnTo>
                <a:lnTo>
                  <a:pt x="3787140" y="153353"/>
                </a:lnTo>
                <a:lnTo>
                  <a:pt x="3406140" y="0"/>
                </a:lnTo>
                <a:close/>
              </a:path>
            </a:pathLst>
          </a:custGeom>
          <a:solidFill>
            <a:schemeClr val="bg2">
              <a:lumMod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6" name="Freeform: Shape 95">
            <a:extLst>
              <a:ext uri="{FF2B5EF4-FFF2-40B4-BE49-F238E27FC236}">
                <a16:creationId xmlns:a16="http://schemas.microsoft.com/office/drawing/2014/main" id="{2BA32E39-9B57-747B-D229-AE0312251F19}"/>
              </a:ext>
            </a:extLst>
          </p:cNvPr>
          <p:cNvSpPr/>
          <p:nvPr/>
        </p:nvSpPr>
        <p:spPr>
          <a:xfrm rot="16200000">
            <a:off x="6514578" y="5020058"/>
            <a:ext cx="118964" cy="991363"/>
          </a:xfrm>
          <a:custGeom>
            <a:avLst/>
            <a:gdLst>
              <a:gd name="connsiteX0" fmla="*/ 0 w 205740"/>
              <a:gd name="connsiteY0" fmla="*/ 0 h 1714500"/>
              <a:gd name="connsiteX1" fmla="*/ 30480 w 205740"/>
              <a:gd name="connsiteY1" fmla="*/ 1539240 h 1714500"/>
              <a:gd name="connsiteX2" fmla="*/ 205740 w 205740"/>
              <a:gd name="connsiteY2" fmla="*/ 1714500 h 1714500"/>
              <a:gd name="connsiteX3" fmla="*/ 198120 w 205740"/>
              <a:gd name="connsiteY3" fmla="*/ 167640 h 1714500"/>
              <a:gd name="connsiteX4" fmla="*/ 0 w 205740"/>
              <a:gd name="connsiteY4" fmla="*/ 0 h 1714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5740" h="1714500">
                <a:moveTo>
                  <a:pt x="0" y="0"/>
                </a:moveTo>
                <a:lnTo>
                  <a:pt x="30480" y="1539240"/>
                </a:lnTo>
                <a:lnTo>
                  <a:pt x="205740" y="1714500"/>
                </a:lnTo>
                <a:lnTo>
                  <a:pt x="198120" y="167640"/>
                </a:lnTo>
                <a:lnTo>
                  <a:pt x="0" y="0"/>
                </a:ln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7" name="Freeform: Shape 96">
            <a:extLst>
              <a:ext uri="{FF2B5EF4-FFF2-40B4-BE49-F238E27FC236}">
                <a16:creationId xmlns:a16="http://schemas.microsoft.com/office/drawing/2014/main" id="{EA7A6FE8-7DA8-20A3-B1A5-394921D192AD}"/>
              </a:ext>
            </a:extLst>
          </p:cNvPr>
          <p:cNvSpPr/>
          <p:nvPr/>
        </p:nvSpPr>
        <p:spPr>
          <a:xfrm rot="16200000">
            <a:off x="5560667" y="3942777"/>
            <a:ext cx="2079659" cy="956115"/>
          </a:xfrm>
          <a:custGeom>
            <a:avLst/>
            <a:gdLst>
              <a:gd name="connsiteX0" fmla="*/ 0 w 3680460"/>
              <a:gd name="connsiteY0" fmla="*/ 1653540 h 1653540"/>
              <a:gd name="connsiteX1" fmla="*/ 1463040 w 3680460"/>
              <a:gd name="connsiteY1" fmla="*/ 1592580 h 1653540"/>
              <a:gd name="connsiteX2" fmla="*/ 1463040 w 3680460"/>
              <a:gd name="connsiteY2" fmla="*/ 1417320 h 1653540"/>
              <a:gd name="connsiteX3" fmla="*/ 182880 w 3680460"/>
              <a:gd name="connsiteY3" fmla="*/ 1478280 h 1653540"/>
              <a:gd name="connsiteX4" fmla="*/ 160020 w 3680460"/>
              <a:gd name="connsiteY4" fmla="*/ 266700 h 1653540"/>
              <a:gd name="connsiteX5" fmla="*/ 3474720 w 3680460"/>
              <a:gd name="connsiteY5" fmla="*/ 160020 h 1653540"/>
              <a:gd name="connsiteX6" fmla="*/ 3467100 w 3680460"/>
              <a:gd name="connsiteY6" fmla="*/ 1424940 h 1653540"/>
              <a:gd name="connsiteX7" fmla="*/ 2278380 w 3680460"/>
              <a:gd name="connsiteY7" fmla="*/ 1432560 h 1653540"/>
              <a:gd name="connsiteX8" fmla="*/ 2263140 w 3680460"/>
              <a:gd name="connsiteY8" fmla="*/ 1584960 h 1653540"/>
              <a:gd name="connsiteX9" fmla="*/ 3680460 w 3680460"/>
              <a:gd name="connsiteY9" fmla="*/ 1546860 h 1653540"/>
              <a:gd name="connsiteX10" fmla="*/ 3589020 w 3680460"/>
              <a:gd name="connsiteY10" fmla="*/ 0 h 1653540"/>
              <a:gd name="connsiteX11" fmla="*/ 0 w 3680460"/>
              <a:gd name="connsiteY11" fmla="*/ 91440 h 1653540"/>
              <a:gd name="connsiteX12" fmla="*/ 0 w 3680460"/>
              <a:gd name="connsiteY12" fmla="*/ 1653540 h 1653540"/>
              <a:gd name="connsiteX0" fmla="*/ 0 w 3649980"/>
              <a:gd name="connsiteY0" fmla="*/ 1653540 h 1653540"/>
              <a:gd name="connsiteX1" fmla="*/ 1463040 w 3649980"/>
              <a:gd name="connsiteY1" fmla="*/ 1592580 h 1653540"/>
              <a:gd name="connsiteX2" fmla="*/ 1463040 w 3649980"/>
              <a:gd name="connsiteY2" fmla="*/ 1417320 h 1653540"/>
              <a:gd name="connsiteX3" fmla="*/ 182880 w 3649980"/>
              <a:gd name="connsiteY3" fmla="*/ 1478280 h 1653540"/>
              <a:gd name="connsiteX4" fmla="*/ 160020 w 3649980"/>
              <a:gd name="connsiteY4" fmla="*/ 266700 h 1653540"/>
              <a:gd name="connsiteX5" fmla="*/ 3474720 w 3649980"/>
              <a:gd name="connsiteY5" fmla="*/ 160020 h 1653540"/>
              <a:gd name="connsiteX6" fmla="*/ 3467100 w 3649980"/>
              <a:gd name="connsiteY6" fmla="*/ 1424940 h 1653540"/>
              <a:gd name="connsiteX7" fmla="*/ 2278380 w 3649980"/>
              <a:gd name="connsiteY7" fmla="*/ 1432560 h 1653540"/>
              <a:gd name="connsiteX8" fmla="*/ 2263140 w 3649980"/>
              <a:gd name="connsiteY8" fmla="*/ 1584960 h 1653540"/>
              <a:gd name="connsiteX9" fmla="*/ 3649980 w 3649980"/>
              <a:gd name="connsiteY9" fmla="*/ 1554480 h 1653540"/>
              <a:gd name="connsiteX10" fmla="*/ 3589020 w 3649980"/>
              <a:gd name="connsiteY10" fmla="*/ 0 h 1653540"/>
              <a:gd name="connsiteX11" fmla="*/ 0 w 3649980"/>
              <a:gd name="connsiteY11" fmla="*/ 91440 h 1653540"/>
              <a:gd name="connsiteX12" fmla="*/ 0 w 3649980"/>
              <a:gd name="connsiteY12" fmla="*/ 1653540 h 1653540"/>
              <a:gd name="connsiteX0" fmla="*/ 0 w 3596640"/>
              <a:gd name="connsiteY0" fmla="*/ 1653540 h 1653540"/>
              <a:gd name="connsiteX1" fmla="*/ 1463040 w 3596640"/>
              <a:gd name="connsiteY1" fmla="*/ 1592580 h 1653540"/>
              <a:gd name="connsiteX2" fmla="*/ 1463040 w 3596640"/>
              <a:gd name="connsiteY2" fmla="*/ 1417320 h 1653540"/>
              <a:gd name="connsiteX3" fmla="*/ 182880 w 3596640"/>
              <a:gd name="connsiteY3" fmla="*/ 1478280 h 1653540"/>
              <a:gd name="connsiteX4" fmla="*/ 160020 w 3596640"/>
              <a:gd name="connsiteY4" fmla="*/ 266700 h 1653540"/>
              <a:gd name="connsiteX5" fmla="*/ 3474720 w 3596640"/>
              <a:gd name="connsiteY5" fmla="*/ 160020 h 1653540"/>
              <a:gd name="connsiteX6" fmla="*/ 3467100 w 3596640"/>
              <a:gd name="connsiteY6" fmla="*/ 1424940 h 1653540"/>
              <a:gd name="connsiteX7" fmla="*/ 2278380 w 3596640"/>
              <a:gd name="connsiteY7" fmla="*/ 1432560 h 1653540"/>
              <a:gd name="connsiteX8" fmla="*/ 2263140 w 3596640"/>
              <a:gd name="connsiteY8" fmla="*/ 1584960 h 1653540"/>
              <a:gd name="connsiteX9" fmla="*/ 3596640 w 3596640"/>
              <a:gd name="connsiteY9" fmla="*/ 1546860 h 1653540"/>
              <a:gd name="connsiteX10" fmla="*/ 3589020 w 3596640"/>
              <a:gd name="connsiteY10" fmla="*/ 0 h 1653540"/>
              <a:gd name="connsiteX11" fmla="*/ 0 w 3596640"/>
              <a:gd name="connsiteY11" fmla="*/ 91440 h 1653540"/>
              <a:gd name="connsiteX12" fmla="*/ 0 w 3596640"/>
              <a:gd name="connsiteY12" fmla="*/ 1653540 h 1653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596640" h="1653540">
                <a:moveTo>
                  <a:pt x="0" y="1653540"/>
                </a:moveTo>
                <a:lnTo>
                  <a:pt x="1463040" y="1592580"/>
                </a:lnTo>
                <a:lnTo>
                  <a:pt x="1463040" y="1417320"/>
                </a:lnTo>
                <a:lnTo>
                  <a:pt x="182880" y="1478280"/>
                </a:lnTo>
                <a:lnTo>
                  <a:pt x="160020" y="266700"/>
                </a:lnTo>
                <a:lnTo>
                  <a:pt x="3474720" y="160020"/>
                </a:lnTo>
                <a:lnTo>
                  <a:pt x="3467100" y="1424940"/>
                </a:lnTo>
                <a:lnTo>
                  <a:pt x="2278380" y="1432560"/>
                </a:lnTo>
                <a:lnTo>
                  <a:pt x="2263140" y="1584960"/>
                </a:lnTo>
                <a:lnTo>
                  <a:pt x="3596640" y="1546860"/>
                </a:lnTo>
                <a:lnTo>
                  <a:pt x="3589020" y="0"/>
                </a:lnTo>
                <a:lnTo>
                  <a:pt x="0" y="91440"/>
                </a:lnTo>
                <a:lnTo>
                  <a:pt x="0" y="1653540"/>
                </a:lnTo>
                <a:close/>
              </a:path>
            </a:pathLst>
          </a:cu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8" name="Freeform: Shape 97">
            <a:extLst>
              <a:ext uri="{FF2B5EF4-FFF2-40B4-BE49-F238E27FC236}">
                <a16:creationId xmlns:a16="http://schemas.microsoft.com/office/drawing/2014/main" id="{E31D96DB-53BE-64BB-8314-3B45A853D93F}"/>
              </a:ext>
            </a:extLst>
          </p:cNvPr>
          <p:cNvSpPr/>
          <p:nvPr/>
        </p:nvSpPr>
        <p:spPr>
          <a:xfrm rot="16200000">
            <a:off x="5643693" y="4024151"/>
            <a:ext cx="1911127" cy="758668"/>
          </a:xfrm>
          <a:custGeom>
            <a:avLst/>
            <a:gdLst>
              <a:gd name="connsiteX0" fmla="*/ 2943225 w 3305175"/>
              <a:gd name="connsiteY0" fmla="*/ 4762 h 1312068"/>
              <a:gd name="connsiteX1" fmla="*/ 2964657 w 3305175"/>
              <a:gd name="connsiteY1" fmla="*/ 1040606 h 1312068"/>
              <a:gd name="connsiteX2" fmla="*/ 0 w 3305175"/>
              <a:gd name="connsiteY2" fmla="*/ 1133475 h 1312068"/>
              <a:gd name="connsiteX3" fmla="*/ 7144 w 3305175"/>
              <a:gd name="connsiteY3" fmla="*/ 1312068 h 1312068"/>
              <a:gd name="connsiteX4" fmla="*/ 1290638 w 3305175"/>
              <a:gd name="connsiteY4" fmla="*/ 1254918 h 1312068"/>
              <a:gd name="connsiteX5" fmla="*/ 1362075 w 3305175"/>
              <a:gd name="connsiteY5" fmla="*/ 1202531 h 1312068"/>
              <a:gd name="connsiteX6" fmla="*/ 1431132 w 3305175"/>
              <a:gd name="connsiteY6" fmla="*/ 1185862 h 1312068"/>
              <a:gd name="connsiteX7" fmla="*/ 1735932 w 3305175"/>
              <a:gd name="connsiteY7" fmla="*/ 1171575 h 1312068"/>
              <a:gd name="connsiteX8" fmla="*/ 1902619 w 3305175"/>
              <a:gd name="connsiteY8" fmla="*/ 1178718 h 1312068"/>
              <a:gd name="connsiteX9" fmla="*/ 2100263 w 3305175"/>
              <a:gd name="connsiteY9" fmla="*/ 1264443 h 1312068"/>
              <a:gd name="connsiteX10" fmla="*/ 3300413 w 3305175"/>
              <a:gd name="connsiteY10" fmla="*/ 1257300 h 1312068"/>
              <a:gd name="connsiteX11" fmla="*/ 3305175 w 3305175"/>
              <a:gd name="connsiteY11" fmla="*/ 0 h 1312068"/>
              <a:gd name="connsiteX12" fmla="*/ 2943225 w 3305175"/>
              <a:gd name="connsiteY12" fmla="*/ 4762 h 1312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305175" h="1312068">
                <a:moveTo>
                  <a:pt x="2943225" y="4762"/>
                </a:moveTo>
                <a:lnTo>
                  <a:pt x="2964657" y="1040606"/>
                </a:lnTo>
                <a:lnTo>
                  <a:pt x="0" y="1133475"/>
                </a:lnTo>
                <a:lnTo>
                  <a:pt x="7144" y="1312068"/>
                </a:lnTo>
                <a:lnTo>
                  <a:pt x="1290638" y="1254918"/>
                </a:lnTo>
                <a:lnTo>
                  <a:pt x="1362075" y="1202531"/>
                </a:lnTo>
                <a:lnTo>
                  <a:pt x="1431132" y="1185862"/>
                </a:lnTo>
                <a:lnTo>
                  <a:pt x="1735932" y="1171575"/>
                </a:lnTo>
                <a:lnTo>
                  <a:pt x="1902619" y="1178718"/>
                </a:lnTo>
                <a:lnTo>
                  <a:pt x="2100263" y="1264443"/>
                </a:lnTo>
                <a:lnTo>
                  <a:pt x="3300413" y="1257300"/>
                </a:lnTo>
                <a:cubicBezTo>
                  <a:pt x="3302000" y="838200"/>
                  <a:pt x="3303588" y="419100"/>
                  <a:pt x="3305175" y="0"/>
                </a:cubicBezTo>
                <a:lnTo>
                  <a:pt x="2943225" y="4762"/>
                </a:lnTo>
                <a:close/>
              </a:path>
            </a:pathLst>
          </a:cu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9" name="Freeform: Shape 98">
            <a:extLst>
              <a:ext uri="{FF2B5EF4-FFF2-40B4-BE49-F238E27FC236}">
                <a16:creationId xmlns:a16="http://schemas.microsoft.com/office/drawing/2014/main" id="{A6464B75-7DE8-4A8D-B5AF-82047B084DEC}"/>
              </a:ext>
            </a:extLst>
          </p:cNvPr>
          <p:cNvSpPr/>
          <p:nvPr/>
        </p:nvSpPr>
        <p:spPr>
          <a:xfrm rot="16200000">
            <a:off x="6730750" y="4307103"/>
            <a:ext cx="473651" cy="143197"/>
          </a:xfrm>
          <a:custGeom>
            <a:avLst/>
            <a:gdLst>
              <a:gd name="connsiteX0" fmla="*/ 802482 w 819150"/>
              <a:gd name="connsiteY0" fmla="*/ 242888 h 247650"/>
              <a:gd name="connsiteX1" fmla="*/ 588169 w 819150"/>
              <a:gd name="connsiteY1" fmla="*/ 116682 h 247650"/>
              <a:gd name="connsiteX2" fmla="*/ 452438 w 819150"/>
              <a:gd name="connsiteY2" fmla="*/ 95250 h 247650"/>
              <a:gd name="connsiteX3" fmla="*/ 192882 w 819150"/>
              <a:gd name="connsiteY3" fmla="*/ 92869 h 247650"/>
              <a:gd name="connsiteX4" fmla="*/ 76200 w 819150"/>
              <a:gd name="connsiteY4" fmla="*/ 140494 h 247650"/>
              <a:gd name="connsiteX5" fmla="*/ 11907 w 819150"/>
              <a:gd name="connsiteY5" fmla="*/ 247650 h 247650"/>
              <a:gd name="connsiteX6" fmla="*/ 0 w 819150"/>
              <a:gd name="connsiteY6" fmla="*/ 85725 h 247650"/>
              <a:gd name="connsiteX7" fmla="*/ 76200 w 819150"/>
              <a:gd name="connsiteY7" fmla="*/ 33338 h 247650"/>
              <a:gd name="connsiteX8" fmla="*/ 173832 w 819150"/>
              <a:gd name="connsiteY8" fmla="*/ 14288 h 247650"/>
              <a:gd name="connsiteX9" fmla="*/ 469107 w 819150"/>
              <a:gd name="connsiteY9" fmla="*/ 0 h 247650"/>
              <a:gd name="connsiteX10" fmla="*/ 616744 w 819150"/>
              <a:gd name="connsiteY10" fmla="*/ 14288 h 247650"/>
              <a:gd name="connsiteX11" fmla="*/ 819150 w 819150"/>
              <a:gd name="connsiteY11" fmla="*/ 95250 h 247650"/>
              <a:gd name="connsiteX12" fmla="*/ 802482 w 819150"/>
              <a:gd name="connsiteY12" fmla="*/ 242888 h 247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819150" h="247650">
                <a:moveTo>
                  <a:pt x="802482" y="242888"/>
                </a:moveTo>
                <a:lnTo>
                  <a:pt x="588169" y="116682"/>
                </a:lnTo>
                <a:lnTo>
                  <a:pt x="452438" y="95250"/>
                </a:lnTo>
                <a:lnTo>
                  <a:pt x="192882" y="92869"/>
                </a:lnTo>
                <a:lnTo>
                  <a:pt x="76200" y="140494"/>
                </a:lnTo>
                <a:lnTo>
                  <a:pt x="11907" y="247650"/>
                </a:lnTo>
                <a:lnTo>
                  <a:pt x="0" y="85725"/>
                </a:lnTo>
                <a:lnTo>
                  <a:pt x="76200" y="33338"/>
                </a:lnTo>
                <a:lnTo>
                  <a:pt x="173832" y="14288"/>
                </a:lnTo>
                <a:lnTo>
                  <a:pt x="469107" y="0"/>
                </a:lnTo>
                <a:lnTo>
                  <a:pt x="616744" y="14288"/>
                </a:lnTo>
                <a:lnTo>
                  <a:pt x="819150" y="95250"/>
                </a:lnTo>
                <a:lnTo>
                  <a:pt x="802482" y="242888"/>
                </a:lnTo>
                <a:close/>
              </a:path>
            </a:pathLst>
          </a:cu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100" name="Group 99">
            <a:extLst>
              <a:ext uri="{FF2B5EF4-FFF2-40B4-BE49-F238E27FC236}">
                <a16:creationId xmlns:a16="http://schemas.microsoft.com/office/drawing/2014/main" id="{2EC4AA57-AA6E-3844-5741-E35D40DE760B}"/>
              </a:ext>
            </a:extLst>
          </p:cNvPr>
          <p:cNvGrpSpPr/>
          <p:nvPr/>
        </p:nvGrpSpPr>
        <p:grpSpPr>
          <a:xfrm rot="16200000">
            <a:off x="6374135" y="3859612"/>
            <a:ext cx="121167" cy="90875"/>
            <a:chOff x="6669881" y="4393406"/>
            <a:chExt cx="209550" cy="157163"/>
          </a:xfrm>
        </p:grpSpPr>
        <p:sp>
          <p:nvSpPr>
            <p:cNvPr id="148" name="Rectangle 147">
              <a:extLst>
                <a:ext uri="{FF2B5EF4-FFF2-40B4-BE49-F238E27FC236}">
                  <a16:creationId xmlns:a16="http://schemas.microsoft.com/office/drawing/2014/main" id="{46393058-41F3-1DCF-340B-6BA3FE517E56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49" name="Freeform: Shape 148">
              <a:extLst>
                <a:ext uri="{FF2B5EF4-FFF2-40B4-BE49-F238E27FC236}">
                  <a16:creationId xmlns:a16="http://schemas.microsoft.com/office/drawing/2014/main" id="{50097928-697E-79BA-A67F-1B7B00D10E4C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1" name="Group 100">
            <a:extLst>
              <a:ext uri="{FF2B5EF4-FFF2-40B4-BE49-F238E27FC236}">
                <a16:creationId xmlns:a16="http://schemas.microsoft.com/office/drawing/2014/main" id="{1066F28E-ED6E-CDE7-ED68-9C029FFD344F}"/>
              </a:ext>
            </a:extLst>
          </p:cNvPr>
          <p:cNvGrpSpPr/>
          <p:nvPr/>
        </p:nvGrpSpPr>
        <p:grpSpPr>
          <a:xfrm rot="16200000">
            <a:off x="6392034" y="4117092"/>
            <a:ext cx="121167" cy="90875"/>
            <a:chOff x="6669881" y="4393406"/>
            <a:chExt cx="209550" cy="157163"/>
          </a:xfrm>
        </p:grpSpPr>
        <p:sp>
          <p:nvSpPr>
            <p:cNvPr id="146" name="Rectangle 145">
              <a:extLst>
                <a:ext uri="{FF2B5EF4-FFF2-40B4-BE49-F238E27FC236}">
                  <a16:creationId xmlns:a16="http://schemas.microsoft.com/office/drawing/2014/main" id="{4AE1BF2C-4EC6-DE7A-F60C-2A3D9A79B6DF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47" name="Freeform: Shape 146">
              <a:extLst>
                <a:ext uri="{FF2B5EF4-FFF2-40B4-BE49-F238E27FC236}">
                  <a16:creationId xmlns:a16="http://schemas.microsoft.com/office/drawing/2014/main" id="{FD7A66A0-FD71-C510-7B0E-0FFC6E396031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2" name="Group 101">
            <a:extLst>
              <a:ext uri="{FF2B5EF4-FFF2-40B4-BE49-F238E27FC236}">
                <a16:creationId xmlns:a16="http://schemas.microsoft.com/office/drawing/2014/main" id="{A8A75102-4E94-C51E-6FD0-54C84C6B8C53}"/>
              </a:ext>
            </a:extLst>
          </p:cNvPr>
          <p:cNvGrpSpPr/>
          <p:nvPr/>
        </p:nvGrpSpPr>
        <p:grpSpPr>
          <a:xfrm rot="16200000">
            <a:off x="6409934" y="4374571"/>
            <a:ext cx="121167" cy="90875"/>
            <a:chOff x="6669881" y="4393406"/>
            <a:chExt cx="209550" cy="157163"/>
          </a:xfrm>
        </p:grpSpPr>
        <p:sp>
          <p:nvSpPr>
            <p:cNvPr id="144" name="Rectangle 143">
              <a:extLst>
                <a:ext uri="{FF2B5EF4-FFF2-40B4-BE49-F238E27FC236}">
                  <a16:creationId xmlns:a16="http://schemas.microsoft.com/office/drawing/2014/main" id="{CA9C5856-42AC-52EA-7160-39E0A4D0DDC6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45" name="Freeform: Shape 144">
              <a:extLst>
                <a:ext uri="{FF2B5EF4-FFF2-40B4-BE49-F238E27FC236}">
                  <a16:creationId xmlns:a16="http://schemas.microsoft.com/office/drawing/2014/main" id="{8317A266-04B9-75E3-4AD6-B4F6DB4CF51A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3" name="Group 102">
            <a:extLst>
              <a:ext uri="{FF2B5EF4-FFF2-40B4-BE49-F238E27FC236}">
                <a16:creationId xmlns:a16="http://schemas.microsoft.com/office/drawing/2014/main" id="{135791A2-D641-AD92-B2A4-6905E661208A}"/>
              </a:ext>
            </a:extLst>
          </p:cNvPr>
          <p:cNvGrpSpPr/>
          <p:nvPr/>
        </p:nvGrpSpPr>
        <p:grpSpPr>
          <a:xfrm rot="16200000">
            <a:off x="6416818" y="4664408"/>
            <a:ext cx="121167" cy="90875"/>
            <a:chOff x="6669881" y="4393406"/>
            <a:chExt cx="209550" cy="157163"/>
          </a:xfrm>
        </p:grpSpPr>
        <p:sp>
          <p:nvSpPr>
            <p:cNvPr id="142" name="Rectangle 141">
              <a:extLst>
                <a:ext uri="{FF2B5EF4-FFF2-40B4-BE49-F238E27FC236}">
                  <a16:creationId xmlns:a16="http://schemas.microsoft.com/office/drawing/2014/main" id="{5FA0B01A-786D-85A8-190E-73F8CF137B3D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43" name="Freeform: Shape 142">
              <a:extLst>
                <a:ext uri="{FF2B5EF4-FFF2-40B4-BE49-F238E27FC236}">
                  <a16:creationId xmlns:a16="http://schemas.microsoft.com/office/drawing/2014/main" id="{6365562A-C412-087E-C17E-7442325EAEF0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38D2A9F2-9B5C-2C80-15F1-4AC1F11BB272}"/>
              </a:ext>
            </a:extLst>
          </p:cNvPr>
          <p:cNvGrpSpPr/>
          <p:nvPr/>
        </p:nvGrpSpPr>
        <p:grpSpPr>
          <a:xfrm rot="16200000">
            <a:off x="6428222" y="4957132"/>
            <a:ext cx="121167" cy="90875"/>
            <a:chOff x="6669881" y="4393406"/>
            <a:chExt cx="209550" cy="157163"/>
          </a:xfrm>
        </p:grpSpPr>
        <p:sp>
          <p:nvSpPr>
            <p:cNvPr id="140" name="Rectangle 139">
              <a:extLst>
                <a:ext uri="{FF2B5EF4-FFF2-40B4-BE49-F238E27FC236}">
                  <a16:creationId xmlns:a16="http://schemas.microsoft.com/office/drawing/2014/main" id="{F0B6D2F6-CB14-1FC8-ECC1-E9D0279D1364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41" name="Freeform: Shape 140">
              <a:extLst>
                <a:ext uri="{FF2B5EF4-FFF2-40B4-BE49-F238E27FC236}">
                  <a16:creationId xmlns:a16="http://schemas.microsoft.com/office/drawing/2014/main" id="{45AA404B-5405-FDAE-21E7-44EA518D3FA7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5" name="Group 104">
            <a:extLst>
              <a:ext uri="{FF2B5EF4-FFF2-40B4-BE49-F238E27FC236}">
                <a16:creationId xmlns:a16="http://schemas.microsoft.com/office/drawing/2014/main" id="{38106E49-47A1-CBF1-9764-CCE85B2BD10F}"/>
              </a:ext>
            </a:extLst>
          </p:cNvPr>
          <p:cNvGrpSpPr/>
          <p:nvPr/>
        </p:nvGrpSpPr>
        <p:grpSpPr>
          <a:xfrm rot="16200000">
            <a:off x="6663670" y="4964017"/>
            <a:ext cx="121167" cy="90875"/>
            <a:chOff x="6669881" y="4393406"/>
            <a:chExt cx="209550" cy="157163"/>
          </a:xfrm>
        </p:grpSpPr>
        <p:sp>
          <p:nvSpPr>
            <p:cNvPr id="138" name="Rectangle 137">
              <a:extLst>
                <a:ext uri="{FF2B5EF4-FFF2-40B4-BE49-F238E27FC236}">
                  <a16:creationId xmlns:a16="http://schemas.microsoft.com/office/drawing/2014/main" id="{8A27DEF1-6BAE-F614-2100-A0570B9448FA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9" name="Freeform: Shape 138">
              <a:extLst>
                <a:ext uri="{FF2B5EF4-FFF2-40B4-BE49-F238E27FC236}">
                  <a16:creationId xmlns:a16="http://schemas.microsoft.com/office/drawing/2014/main" id="{2414B382-B89D-D23B-8402-9F04E91FF52E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6C4E9CFF-8787-F3B7-DF7C-F18546184272}"/>
              </a:ext>
            </a:extLst>
          </p:cNvPr>
          <p:cNvGrpSpPr/>
          <p:nvPr/>
        </p:nvGrpSpPr>
        <p:grpSpPr>
          <a:xfrm rot="16200000">
            <a:off x="6655408" y="4665786"/>
            <a:ext cx="121167" cy="90875"/>
            <a:chOff x="6669881" y="4393406"/>
            <a:chExt cx="209550" cy="157163"/>
          </a:xfrm>
        </p:grpSpPr>
        <p:sp>
          <p:nvSpPr>
            <p:cNvPr id="136" name="Rectangle 135">
              <a:extLst>
                <a:ext uri="{FF2B5EF4-FFF2-40B4-BE49-F238E27FC236}">
                  <a16:creationId xmlns:a16="http://schemas.microsoft.com/office/drawing/2014/main" id="{C49E4ADD-7F85-D6D5-C69D-6C605687B800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7" name="Freeform: Shape 136">
              <a:extLst>
                <a:ext uri="{FF2B5EF4-FFF2-40B4-BE49-F238E27FC236}">
                  <a16:creationId xmlns:a16="http://schemas.microsoft.com/office/drawing/2014/main" id="{9F972E9D-3900-2208-F574-C0300C6077E0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81456A69-1275-1124-F5C8-62A4727769D5}"/>
              </a:ext>
            </a:extLst>
          </p:cNvPr>
          <p:cNvGrpSpPr/>
          <p:nvPr/>
        </p:nvGrpSpPr>
        <p:grpSpPr>
          <a:xfrm rot="16200000">
            <a:off x="6651667" y="4370442"/>
            <a:ext cx="121167" cy="90875"/>
            <a:chOff x="6669881" y="4393406"/>
            <a:chExt cx="209550" cy="157163"/>
          </a:xfrm>
        </p:grpSpPr>
        <p:sp>
          <p:nvSpPr>
            <p:cNvPr id="134" name="Rectangle 133">
              <a:extLst>
                <a:ext uri="{FF2B5EF4-FFF2-40B4-BE49-F238E27FC236}">
                  <a16:creationId xmlns:a16="http://schemas.microsoft.com/office/drawing/2014/main" id="{45660D39-A52B-7F01-D4EA-B0AF297FFBC1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5" name="Freeform: Shape 134">
              <a:extLst>
                <a:ext uri="{FF2B5EF4-FFF2-40B4-BE49-F238E27FC236}">
                  <a16:creationId xmlns:a16="http://schemas.microsoft.com/office/drawing/2014/main" id="{F66DAA81-D745-D589-1564-66B96ECF1420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8" name="Group 107">
            <a:extLst>
              <a:ext uri="{FF2B5EF4-FFF2-40B4-BE49-F238E27FC236}">
                <a16:creationId xmlns:a16="http://schemas.microsoft.com/office/drawing/2014/main" id="{79D666C8-28C8-9778-606A-2B44F7F06D57}"/>
              </a:ext>
            </a:extLst>
          </p:cNvPr>
          <p:cNvGrpSpPr/>
          <p:nvPr/>
        </p:nvGrpSpPr>
        <p:grpSpPr>
          <a:xfrm rot="16200000">
            <a:off x="6654990" y="4099194"/>
            <a:ext cx="121167" cy="90875"/>
            <a:chOff x="6669881" y="4393406"/>
            <a:chExt cx="209550" cy="157163"/>
          </a:xfrm>
        </p:grpSpPr>
        <p:sp>
          <p:nvSpPr>
            <p:cNvPr id="132" name="Rectangle 131">
              <a:extLst>
                <a:ext uri="{FF2B5EF4-FFF2-40B4-BE49-F238E27FC236}">
                  <a16:creationId xmlns:a16="http://schemas.microsoft.com/office/drawing/2014/main" id="{FD25918D-B635-6E26-54A7-0FCDE968FD6B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3" name="Freeform: Shape 132">
              <a:extLst>
                <a:ext uri="{FF2B5EF4-FFF2-40B4-BE49-F238E27FC236}">
                  <a16:creationId xmlns:a16="http://schemas.microsoft.com/office/drawing/2014/main" id="{B6462B11-7B5B-6D47-03FE-5CF7DBF1AFDA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9" name="Group 108">
            <a:extLst>
              <a:ext uri="{FF2B5EF4-FFF2-40B4-BE49-F238E27FC236}">
                <a16:creationId xmlns:a16="http://schemas.microsoft.com/office/drawing/2014/main" id="{9AB5D593-D960-8E4F-69D1-C99DA82A10CB}"/>
              </a:ext>
            </a:extLst>
          </p:cNvPr>
          <p:cNvGrpSpPr/>
          <p:nvPr/>
        </p:nvGrpSpPr>
        <p:grpSpPr>
          <a:xfrm rot="16200000">
            <a:off x="6648913" y="3843094"/>
            <a:ext cx="121167" cy="90875"/>
            <a:chOff x="6669881" y="4393406"/>
            <a:chExt cx="209550" cy="157163"/>
          </a:xfrm>
        </p:grpSpPr>
        <p:sp>
          <p:nvSpPr>
            <p:cNvPr id="130" name="Rectangle 129">
              <a:extLst>
                <a:ext uri="{FF2B5EF4-FFF2-40B4-BE49-F238E27FC236}">
                  <a16:creationId xmlns:a16="http://schemas.microsoft.com/office/drawing/2014/main" id="{2B1EC760-43F1-E2FC-8730-4B01B5D09EAE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1" name="Freeform: Shape 130">
              <a:extLst>
                <a:ext uri="{FF2B5EF4-FFF2-40B4-BE49-F238E27FC236}">
                  <a16:creationId xmlns:a16="http://schemas.microsoft.com/office/drawing/2014/main" id="{C5EEBA74-A5A8-7BE7-F9C8-6FCADDECC805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sp>
        <p:nvSpPr>
          <p:cNvPr id="111" name="TextBox 110">
            <a:extLst>
              <a:ext uri="{FF2B5EF4-FFF2-40B4-BE49-F238E27FC236}">
                <a16:creationId xmlns:a16="http://schemas.microsoft.com/office/drawing/2014/main" id="{D4281DA1-A5D8-DB8B-6D3D-4580BA9220DC}"/>
              </a:ext>
            </a:extLst>
          </p:cNvPr>
          <p:cNvSpPr txBox="1"/>
          <p:nvPr/>
        </p:nvSpPr>
        <p:spPr>
          <a:xfrm>
            <a:off x="7189421" y="4831228"/>
            <a:ext cx="46038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GND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D589546F-1030-D5B0-3C4D-64167A910636}"/>
              </a:ext>
            </a:extLst>
          </p:cNvPr>
          <p:cNvSpPr txBox="1"/>
          <p:nvPr/>
        </p:nvSpPr>
        <p:spPr>
          <a:xfrm>
            <a:off x="5183730" y="3690889"/>
            <a:ext cx="43954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3.3V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cxnSp>
        <p:nvCxnSpPr>
          <p:cNvPr id="114" name="Straight Connector 113">
            <a:extLst>
              <a:ext uri="{FF2B5EF4-FFF2-40B4-BE49-F238E27FC236}">
                <a16:creationId xmlns:a16="http://schemas.microsoft.com/office/drawing/2014/main" id="{DA28DD2D-40B7-9D4D-6365-9D2FA7E15B50}"/>
              </a:ext>
            </a:extLst>
          </p:cNvPr>
          <p:cNvCxnSpPr>
            <a:cxnSpLocks/>
          </p:cNvCxnSpPr>
          <p:nvPr/>
        </p:nvCxnSpPr>
        <p:spPr>
          <a:xfrm rot="16200000">
            <a:off x="5870388" y="4585169"/>
            <a:ext cx="0" cy="893411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TextBox 114">
            <a:extLst>
              <a:ext uri="{FF2B5EF4-FFF2-40B4-BE49-F238E27FC236}">
                <a16:creationId xmlns:a16="http://schemas.microsoft.com/office/drawing/2014/main" id="{D2799D9E-A477-A896-8F31-D117E5773409}"/>
              </a:ext>
            </a:extLst>
          </p:cNvPr>
          <p:cNvSpPr txBox="1"/>
          <p:nvPr/>
        </p:nvSpPr>
        <p:spPr>
          <a:xfrm>
            <a:off x="5179544" y="4842093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pin0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601C5C80-6531-C137-1EEC-27DC16F4DE56}"/>
              </a:ext>
            </a:extLst>
          </p:cNvPr>
          <p:cNvSpPr txBox="1"/>
          <p:nvPr/>
        </p:nvSpPr>
        <p:spPr>
          <a:xfrm>
            <a:off x="5179544" y="4494051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pin2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C36740D2-4E81-5151-A005-5140D9A5918D}"/>
              </a:ext>
            </a:extLst>
          </p:cNvPr>
          <p:cNvSpPr txBox="1"/>
          <p:nvPr/>
        </p:nvSpPr>
        <p:spPr>
          <a:xfrm>
            <a:off x="5179544" y="4233996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pin4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9F8A2CB4-FB77-69DA-9075-D8BD7936F356}"/>
              </a:ext>
            </a:extLst>
          </p:cNvPr>
          <p:cNvSpPr txBox="1"/>
          <p:nvPr/>
        </p:nvSpPr>
        <p:spPr>
          <a:xfrm>
            <a:off x="5179543" y="3973150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pin6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FAF47388-C1A3-C38B-D309-9A307996F557}"/>
              </a:ext>
            </a:extLst>
          </p:cNvPr>
          <p:cNvSpPr txBox="1"/>
          <p:nvPr/>
        </p:nvSpPr>
        <p:spPr>
          <a:xfrm>
            <a:off x="7219646" y="4540109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pin1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A725BD55-5C34-89C2-4D43-A4174CD30770}"/>
              </a:ext>
            </a:extLst>
          </p:cNvPr>
          <p:cNvSpPr txBox="1"/>
          <p:nvPr/>
        </p:nvSpPr>
        <p:spPr>
          <a:xfrm>
            <a:off x="7218474" y="4241711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pin3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401BD379-DA7C-92F8-18AF-2F77B0263000}"/>
              </a:ext>
            </a:extLst>
          </p:cNvPr>
          <p:cNvSpPr txBox="1"/>
          <p:nvPr/>
        </p:nvSpPr>
        <p:spPr>
          <a:xfrm>
            <a:off x="7219062" y="3962749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pin5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B1BDBF7D-B63E-A685-5AF6-B60AC902D621}"/>
              </a:ext>
            </a:extLst>
          </p:cNvPr>
          <p:cNvSpPr txBox="1"/>
          <p:nvPr/>
        </p:nvSpPr>
        <p:spPr>
          <a:xfrm>
            <a:off x="7218475" y="3700725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pin7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50" name="Freeform: Shape 149">
            <a:extLst>
              <a:ext uri="{FF2B5EF4-FFF2-40B4-BE49-F238E27FC236}">
                <a16:creationId xmlns:a16="http://schemas.microsoft.com/office/drawing/2014/main" id="{022302A4-C0F2-6A30-CAD6-982CBBB71938}"/>
              </a:ext>
            </a:extLst>
          </p:cNvPr>
          <p:cNvSpPr/>
          <p:nvPr/>
        </p:nvSpPr>
        <p:spPr>
          <a:xfrm>
            <a:off x="5000625" y="2609850"/>
            <a:ext cx="5043488" cy="2424113"/>
          </a:xfrm>
          <a:custGeom>
            <a:avLst/>
            <a:gdLst>
              <a:gd name="csX0" fmla="*/ 1304925 w 5043488"/>
              <a:gd name="csY0" fmla="*/ 2424113 h 2424113"/>
              <a:gd name="csX1" fmla="*/ 0 w 5043488"/>
              <a:gd name="csY1" fmla="*/ 2424113 h 2424113"/>
              <a:gd name="csX2" fmla="*/ 0 w 5043488"/>
              <a:gd name="csY2" fmla="*/ 0 h 2424113"/>
              <a:gd name="csX3" fmla="*/ 5043488 w 5043488"/>
              <a:gd name="csY3" fmla="*/ 0 h 2424113"/>
              <a:gd name="csX4" fmla="*/ 5043488 w 5043488"/>
              <a:gd name="csY4" fmla="*/ 1290638 h 24241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5043488" h="2424113">
                <a:moveTo>
                  <a:pt x="1304925" y="2424113"/>
                </a:moveTo>
                <a:lnTo>
                  <a:pt x="0" y="2424113"/>
                </a:lnTo>
                <a:lnTo>
                  <a:pt x="0" y="0"/>
                </a:lnTo>
                <a:lnTo>
                  <a:pt x="5043488" y="0"/>
                </a:lnTo>
                <a:lnTo>
                  <a:pt x="5043488" y="1290638"/>
                </a:lnTo>
              </a:path>
            </a:pathLst>
          </a:custGeom>
          <a:noFill/>
          <a:ln>
            <a:solidFill>
              <a:schemeClr val="accent2">
                <a:lumMod val="20000"/>
                <a:lumOff val="80000"/>
              </a:schemeClr>
            </a:solidFill>
          </a:ln>
          <a:effectLst>
            <a:glow rad="63500">
              <a:schemeClr val="accent2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1" name="Freeform: Shape 150">
            <a:extLst>
              <a:ext uri="{FF2B5EF4-FFF2-40B4-BE49-F238E27FC236}">
                <a16:creationId xmlns:a16="http://schemas.microsoft.com/office/drawing/2014/main" id="{B2672C5A-5B32-3DE3-7A6B-92AD95D37548}"/>
              </a:ext>
            </a:extLst>
          </p:cNvPr>
          <p:cNvSpPr/>
          <p:nvPr/>
        </p:nvSpPr>
        <p:spPr>
          <a:xfrm>
            <a:off x="6829425" y="2671763"/>
            <a:ext cx="3139382" cy="2057400"/>
          </a:xfrm>
          <a:custGeom>
            <a:avLst/>
            <a:gdLst>
              <a:gd name="csX0" fmla="*/ 0 w 3109913"/>
              <a:gd name="csY0" fmla="*/ 2057400 h 2057400"/>
              <a:gd name="csX1" fmla="*/ 1090613 w 3109913"/>
              <a:gd name="csY1" fmla="*/ 2057400 h 2057400"/>
              <a:gd name="csX2" fmla="*/ 1090613 w 3109913"/>
              <a:gd name="csY2" fmla="*/ 0 h 2057400"/>
              <a:gd name="csX3" fmla="*/ 3109913 w 3109913"/>
              <a:gd name="csY3" fmla="*/ 0 h 2057400"/>
              <a:gd name="csX4" fmla="*/ 3109913 w 3109913"/>
              <a:gd name="csY4" fmla="*/ 1228725 h 20574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3109913" h="2057400">
                <a:moveTo>
                  <a:pt x="0" y="2057400"/>
                </a:moveTo>
                <a:lnTo>
                  <a:pt x="1090613" y="2057400"/>
                </a:lnTo>
                <a:lnTo>
                  <a:pt x="1090613" y="0"/>
                </a:lnTo>
                <a:lnTo>
                  <a:pt x="3109913" y="0"/>
                </a:lnTo>
                <a:lnTo>
                  <a:pt x="3109913" y="1228725"/>
                </a:lnTo>
              </a:path>
            </a:pathLst>
          </a:custGeom>
          <a:noFill/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3" name="Freeform: Shape 152">
            <a:extLst>
              <a:ext uri="{FF2B5EF4-FFF2-40B4-BE49-F238E27FC236}">
                <a16:creationId xmlns:a16="http://schemas.microsoft.com/office/drawing/2014/main" id="{2CF91C4A-E6BD-B42B-E986-480A272BA1E7}"/>
              </a:ext>
            </a:extLst>
          </p:cNvPr>
          <p:cNvSpPr/>
          <p:nvPr/>
        </p:nvSpPr>
        <p:spPr>
          <a:xfrm>
            <a:off x="6810374" y="2862263"/>
            <a:ext cx="2955547" cy="1581150"/>
          </a:xfrm>
          <a:custGeom>
            <a:avLst/>
            <a:gdLst>
              <a:gd name="csX0" fmla="*/ 0 w 2857500"/>
              <a:gd name="csY0" fmla="*/ 1581150 h 1581150"/>
              <a:gd name="csX1" fmla="*/ 1209675 w 2857500"/>
              <a:gd name="csY1" fmla="*/ 1581150 h 1581150"/>
              <a:gd name="csX2" fmla="*/ 1209675 w 2857500"/>
              <a:gd name="csY2" fmla="*/ 0 h 1581150"/>
              <a:gd name="csX3" fmla="*/ 2857500 w 2857500"/>
              <a:gd name="csY3" fmla="*/ 0 h 1581150"/>
              <a:gd name="csX4" fmla="*/ 2857500 w 2857500"/>
              <a:gd name="csY4" fmla="*/ 1066800 h 1581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857500" h="1581150">
                <a:moveTo>
                  <a:pt x="0" y="1581150"/>
                </a:moveTo>
                <a:lnTo>
                  <a:pt x="1209675" y="1581150"/>
                </a:lnTo>
                <a:lnTo>
                  <a:pt x="1209675" y="0"/>
                </a:lnTo>
                <a:lnTo>
                  <a:pt x="2857500" y="0"/>
                </a:lnTo>
                <a:lnTo>
                  <a:pt x="2857500" y="1066800"/>
                </a:lnTo>
              </a:path>
            </a:pathLst>
          </a:custGeom>
          <a:noFill/>
          <a:ln>
            <a:solidFill>
              <a:schemeClr val="accent4">
                <a:lumMod val="20000"/>
                <a:lumOff val="80000"/>
              </a:schemeClr>
            </a:solidFill>
          </a:ln>
          <a:effectLst>
            <a:glow rad="635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A196D01-7DAD-15F2-A300-5B6EDACFEF36}"/>
              </a:ext>
            </a:extLst>
          </p:cNvPr>
          <p:cNvSpPr/>
          <p:nvPr/>
        </p:nvSpPr>
        <p:spPr>
          <a:xfrm>
            <a:off x="5223294" y="2932981"/>
            <a:ext cx="4455544" cy="1500996"/>
          </a:xfrm>
          <a:custGeom>
            <a:avLst/>
            <a:gdLst>
              <a:gd name="csX0" fmla="*/ 1199072 w 4455544"/>
              <a:gd name="csY0" fmla="*/ 1500996 h 1500996"/>
              <a:gd name="csX1" fmla="*/ 0 w 4455544"/>
              <a:gd name="csY1" fmla="*/ 1500996 h 1500996"/>
              <a:gd name="csX2" fmla="*/ 0 w 4455544"/>
              <a:gd name="csY2" fmla="*/ 0 h 1500996"/>
              <a:gd name="csX3" fmla="*/ 4455544 w 4455544"/>
              <a:gd name="csY3" fmla="*/ 0 h 1500996"/>
              <a:gd name="csX4" fmla="*/ 4455544 w 4455544"/>
              <a:gd name="csY4" fmla="*/ 979098 h 150099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455544" h="1500996">
                <a:moveTo>
                  <a:pt x="1199072" y="1500996"/>
                </a:moveTo>
                <a:lnTo>
                  <a:pt x="0" y="1500996"/>
                </a:lnTo>
                <a:lnTo>
                  <a:pt x="0" y="0"/>
                </a:lnTo>
                <a:lnTo>
                  <a:pt x="4455544" y="0"/>
                </a:lnTo>
                <a:lnTo>
                  <a:pt x="4455544" y="979098"/>
                </a:lnTo>
              </a:path>
            </a:pathLst>
          </a:custGeom>
          <a:noFill/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6B017D4-85EF-645D-D71F-B4540812181D}"/>
              </a:ext>
            </a:extLst>
          </p:cNvPr>
          <p:cNvSpPr/>
          <p:nvPr/>
        </p:nvSpPr>
        <p:spPr>
          <a:xfrm>
            <a:off x="6788989" y="3023558"/>
            <a:ext cx="2794958" cy="1143000"/>
          </a:xfrm>
          <a:custGeom>
            <a:avLst/>
            <a:gdLst>
              <a:gd name="csX0" fmla="*/ 0 w 2794958"/>
              <a:gd name="csY0" fmla="*/ 1143000 h 1143000"/>
              <a:gd name="csX1" fmla="*/ 1039483 w 2794958"/>
              <a:gd name="csY1" fmla="*/ 1143000 h 1143000"/>
              <a:gd name="csX2" fmla="*/ 1039483 w 2794958"/>
              <a:gd name="csY2" fmla="*/ 0 h 1143000"/>
              <a:gd name="csX3" fmla="*/ 2794958 w 2794958"/>
              <a:gd name="csY3" fmla="*/ 0 h 1143000"/>
              <a:gd name="csX4" fmla="*/ 2794958 w 2794958"/>
              <a:gd name="csY4" fmla="*/ 875582 h 1143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794958" h="1143000">
                <a:moveTo>
                  <a:pt x="0" y="1143000"/>
                </a:moveTo>
                <a:lnTo>
                  <a:pt x="1039483" y="1143000"/>
                </a:lnTo>
                <a:lnTo>
                  <a:pt x="1039483" y="0"/>
                </a:lnTo>
                <a:lnTo>
                  <a:pt x="2794958" y="0"/>
                </a:lnTo>
                <a:lnTo>
                  <a:pt x="2794958" y="875582"/>
                </a:lnTo>
              </a:path>
            </a:pathLst>
          </a:cu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38BF4935-0F20-DFB4-4996-01B450DCBE1A}"/>
              </a:ext>
            </a:extLst>
          </p:cNvPr>
          <p:cNvSpPr/>
          <p:nvPr/>
        </p:nvSpPr>
        <p:spPr>
          <a:xfrm>
            <a:off x="5633049" y="3122762"/>
            <a:ext cx="3847381" cy="1061049"/>
          </a:xfrm>
          <a:custGeom>
            <a:avLst/>
            <a:gdLst>
              <a:gd name="csX0" fmla="*/ 741872 w 3847381"/>
              <a:gd name="csY0" fmla="*/ 1061049 h 1061049"/>
              <a:gd name="csX1" fmla="*/ 0 w 3847381"/>
              <a:gd name="csY1" fmla="*/ 1061049 h 1061049"/>
              <a:gd name="csX2" fmla="*/ 0 w 3847381"/>
              <a:gd name="csY2" fmla="*/ 0 h 1061049"/>
              <a:gd name="csX3" fmla="*/ 3847381 w 3847381"/>
              <a:gd name="csY3" fmla="*/ 0 h 1061049"/>
              <a:gd name="csX4" fmla="*/ 3847381 w 3847381"/>
              <a:gd name="csY4" fmla="*/ 793630 h 106104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3847381" h="1061049">
                <a:moveTo>
                  <a:pt x="741872" y="1061049"/>
                </a:moveTo>
                <a:lnTo>
                  <a:pt x="0" y="1061049"/>
                </a:lnTo>
                <a:lnTo>
                  <a:pt x="0" y="0"/>
                </a:lnTo>
                <a:lnTo>
                  <a:pt x="3847381" y="0"/>
                </a:lnTo>
                <a:lnTo>
                  <a:pt x="3847381" y="793630"/>
                </a:lnTo>
              </a:path>
            </a:pathLst>
          </a:custGeom>
          <a:noFill/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6" name="Freeform: Shape 155">
            <a:extLst>
              <a:ext uri="{FF2B5EF4-FFF2-40B4-BE49-F238E27FC236}">
                <a16:creationId xmlns:a16="http://schemas.microsoft.com/office/drawing/2014/main" id="{AFEF8CCD-434E-66B2-83D7-720C908098F3}"/>
              </a:ext>
            </a:extLst>
          </p:cNvPr>
          <p:cNvSpPr/>
          <p:nvPr/>
        </p:nvSpPr>
        <p:spPr>
          <a:xfrm>
            <a:off x="6797615" y="3213340"/>
            <a:ext cx="2587925" cy="698739"/>
          </a:xfrm>
          <a:custGeom>
            <a:avLst/>
            <a:gdLst>
              <a:gd name="csX0" fmla="*/ 0 w 2587925"/>
              <a:gd name="csY0" fmla="*/ 690113 h 698739"/>
              <a:gd name="csX1" fmla="*/ 953219 w 2587925"/>
              <a:gd name="csY1" fmla="*/ 690113 h 698739"/>
              <a:gd name="csX2" fmla="*/ 953219 w 2587925"/>
              <a:gd name="csY2" fmla="*/ 0 h 698739"/>
              <a:gd name="csX3" fmla="*/ 2587925 w 2587925"/>
              <a:gd name="csY3" fmla="*/ 0 h 698739"/>
              <a:gd name="csX4" fmla="*/ 2587925 w 2587925"/>
              <a:gd name="csY4" fmla="*/ 698739 h 69873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87925" h="698739">
                <a:moveTo>
                  <a:pt x="0" y="690113"/>
                </a:moveTo>
                <a:lnTo>
                  <a:pt x="953219" y="690113"/>
                </a:lnTo>
                <a:lnTo>
                  <a:pt x="953219" y="0"/>
                </a:lnTo>
                <a:lnTo>
                  <a:pt x="2587925" y="0"/>
                </a:lnTo>
                <a:lnTo>
                  <a:pt x="2587925" y="698739"/>
                </a:lnTo>
              </a:path>
            </a:pathLst>
          </a:custGeom>
          <a:noFill/>
          <a:ln>
            <a:solidFill>
              <a:schemeClr val="bg1"/>
            </a:solidFill>
          </a:ln>
          <a:effectLst>
            <a:glow rad="63500">
              <a:srgbClr val="FFFF00">
                <a:alpha val="4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31906CD-5302-D9A4-A19A-596032168E3E}"/>
              </a:ext>
            </a:extLst>
          </p:cNvPr>
          <p:cNvSpPr txBox="1"/>
          <p:nvPr/>
        </p:nvSpPr>
        <p:spPr>
          <a:xfrm>
            <a:off x="7728283" y="6158985"/>
            <a:ext cx="39837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dirty="0">
                <a:solidFill>
                  <a:schemeClr val="bg1"/>
                </a:solidFill>
                <a:latin typeface="Consolas" panose="020B0609020204030204" pitchFamily="49" charset="0"/>
              </a:rPr>
              <a:t>M(GPIOD_INDATA) &amp; 0xF = 0x</a:t>
            </a:r>
            <a:r>
              <a:rPr lang="sv-SE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anose="020B0609020204030204" pitchFamily="49" charset="0"/>
              </a:rPr>
              <a:t>1</a:t>
            </a:r>
            <a:r>
              <a:rPr lang="sv-SE" dirty="0">
                <a:solidFill>
                  <a:schemeClr val="bg1"/>
                </a:solidFill>
                <a:latin typeface="Consolas" panose="020B0609020204030204" pitchFamily="49" charset="0"/>
              </a:rPr>
              <a:t>00</a:t>
            </a:r>
            <a:r>
              <a:rPr lang="sv-SE" dirty="0">
                <a:solidFill>
                  <a:schemeClr val="accent4">
                    <a:lumMod val="60000"/>
                    <a:lumOff val="40000"/>
                  </a:schemeClr>
                </a:solidFill>
                <a:latin typeface="Consolas" panose="020B0609020204030204" pitchFamily="49" charset="0"/>
              </a:rPr>
              <a:t>1</a:t>
            </a:r>
            <a:endParaRPr lang="LID4096" dirty="0">
              <a:solidFill>
                <a:schemeClr val="accent4">
                  <a:lumMod val="60000"/>
                  <a:lumOff val="40000"/>
                </a:schemeClr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3163075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1D1E44-E659-628A-CFF1-0ECB1AB4A1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2841993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E6DCB4-6539-B2FC-0DD6-5951850A9C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845EED-8CF8-DB8B-286F-B59FE9ADA6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dirty="0" err="1"/>
              <a:t>Keypad</a:t>
            </a:r>
            <a:r>
              <a:rPr lang="sv-SE" dirty="0"/>
              <a:t> – Problem!</a:t>
            </a:r>
            <a:endParaRPr lang="LID4096" dirty="0"/>
          </a:p>
        </p:txBody>
      </p:sp>
      <p:sp>
        <p:nvSpPr>
          <p:cNvPr id="155" name="Content Placeholder 154">
            <a:extLst>
              <a:ext uri="{FF2B5EF4-FFF2-40B4-BE49-F238E27FC236}">
                <a16:creationId xmlns:a16="http://schemas.microsoft.com/office/drawing/2014/main" id="{AF3FFC83-F223-4B6E-2740-4C9627A8FF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LID4096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8693932-C059-AFF9-2AC1-DE32D97573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690688"/>
            <a:ext cx="4746017" cy="5167312"/>
          </a:xfrm>
          <a:prstGeom prst="rect">
            <a:avLst/>
          </a:prstGeom>
        </p:spPr>
      </p:pic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34AB0D1D-5618-A33F-C3AD-D8CBBC29CFC2}"/>
              </a:ext>
            </a:extLst>
          </p:cNvPr>
          <p:cNvSpPr/>
          <p:nvPr/>
        </p:nvSpPr>
        <p:spPr>
          <a:xfrm>
            <a:off x="8625019" y="3694696"/>
            <a:ext cx="2076275" cy="2122414"/>
          </a:xfrm>
          <a:prstGeom prst="roundRect">
            <a:avLst>
              <a:gd name="adj" fmla="val 10606"/>
            </a:avLst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3E1B44EF-68A4-7F43-D816-0054A412F35F}"/>
              </a:ext>
            </a:extLst>
          </p:cNvPr>
          <p:cNvSpPr/>
          <p:nvPr/>
        </p:nvSpPr>
        <p:spPr>
          <a:xfrm>
            <a:off x="8864105" y="3958949"/>
            <a:ext cx="1371600" cy="1514213"/>
          </a:xfrm>
          <a:custGeom>
            <a:avLst/>
            <a:gdLst>
              <a:gd name="connsiteX0" fmla="*/ 541090 w 1371600"/>
              <a:gd name="connsiteY0" fmla="*/ 0 h 1514213"/>
              <a:gd name="connsiteX1" fmla="*/ 541090 w 1371600"/>
              <a:gd name="connsiteY1" fmla="*/ 130029 h 1514213"/>
              <a:gd name="connsiteX2" fmla="*/ 0 w 1371600"/>
              <a:gd name="connsiteY2" fmla="*/ 130029 h 1514213"/>
              <a:gd name="connsiteX3" fmla="*/ 0 w 1371600"/>
              <a:gd name="connsiteY3" fmla="*/ 1497435 h 1514213"/>
              <a:gd name="connsiteX4" fmla="*/ 1371600 w 1371600"/>
              <a:gd name="connsiteY4" fmla="*/ 1514213 h 15142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71600" h="1514213">
                <a:moveTo>
                  <a:pt x="541090" y="0"/>
                </a:moveTo>
                <a:lnTo>
                  <a:pt x="541090" y="130029"/>
                </a:lnTo>
                <a:lnTo>
                  <a:pt x="0" y="130029"/>
                </a:lnTo>
                <a:lnTo>
                  <a:pt x="0" y="1497435"/>
                </a:lnTo>
                <a:lnTo>
                  <a:pt x="1371600" y="1514213"/>
                </a:lnTo>
              </a:path>
            </a:pathLst>
          </a:custGeom>
          <a:noFill/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612F4AC8-8056-705E-6ED5-332BC5D739C5}"/>
              </a:ext>
            </a:extLst>
          </p:cNvPr>
          <p:cNvSpPr/>
          <p:nvPr/>
        </p:nvSpPr>
        <p:spPr>
          <a:xfrm>
            <a:off x="8939606" y="3963143"/>
            <a:ext cx="1287710" cy="1170264"/>
          </a:xfrm>
          <a:custGeom>
            <a:avLst/>
            <a:gdLst>
              <a:gd name="connsiteX0" fmla="*/ 545284 w 1287710"/>
              <a:gd name="connsiteY0" fmla="*/ 0 h 1170264"/>
              <a:gd name="connsiteX1" fmla="*/ 541090 w 1287710"/>
              <a:gd name="connsiteY1" fmla="*/ 171975 h 1170264"/>
              <a:gd name="connsiteX2" fmla="*/ 0 w 1287710"/>
              <a:gd name="connsiteY2" fmla="*/ 176169 h 1170264"/>
              <a:gd name="connsiteX3" fmla="*/ 0 w 1287710"/>
              <a:gd name="connsiteY3" fmla="*/ 1166070 h 1170264"/>
              <a:gd name="connsiteX4" fmla="*/ 1287710 w 1287710"/>
              <a:gd name="connsiteY4" fmla="*/ 1170264 h 11702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87710" h="1170264">
                <a:moveTo>
                  <a:pt x="545284" y="0"/>
                </a:moveTo>
                <a:lnTo>
                  <a:pt x="541090" y="171975"/>
                </a:lnTo>
                <a:lnTo>
                  <a:pt x="0" y="176169"/>
                </a:lnTo>
                <a:lnTo>
                  <a:pt x="0" y="1166070"/>
                </a:lnTo>
                <a:lnTo>
                  <a:pt x="1287710" y="1170264"/>
                </a:lnTo>
              </a:path>
            </a:pathLst>
          </a:custGeom>
          <a:noFill/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53CC7135-4122-EC16-F87B-66C823F22F79}"/>
              </a:ext>
            </a:extLst>
          </p:cNvPr>
          <p:cNvSpPr/>
          <p:nvPr/>
        </p:nvSpPr>
        <p:spPr>
          <a:xfrm>
            <a:off x="9002523" y="3963143"/>
            <a:ext cx="1224793" cy="855677"/>
          </a:xfrm>
          <a:custGeom>
            <a:avLst/>
            <a:gdLst>
              <a:gd name="connsiteX0" fmla="*/ 587230 w 1224793"/>
              <a:gd name="connsiteY0" fmla="*/ 0 h 855677"/>
              <a:gd name="connsiteX1" fmla="*/ 591424 w 1224793"/>
              <a:gd name="connsiteY1" fmla="*/ 205531 h 855677"/>
              <a:gd name="connsiteX2" fmla="*/ 0 w 1224793"/>
              <a:gd name="connsiteY2" fmla="*/ 209725 h 855677"/>
              <a:gd name="connsiteX3" fmla="*/ 0 w 1224793"/>
              <a:gd name="connsiteY3" fmla="*/ 855677 h 855677"/>
              <a:gd name="connsiteX4" fmla="*/ 1224793 w 1224793"/>
              <a:gd name="connsiteY4" fmla="*/ 855677 h 8556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24793" h="855677">
                <a:moveTo>
                  <a:pt x="587230" y="0"/>
                </a:moveTo>
                <a:lnTo>
                  <a:pt x="591424" y="205531"/>
                </a:lnTo>
                <a:lnTo>
                  <a:pt x="0" y="209725"/>
                </a:lnTo>
                <a:lnTo>
                  <a:pt x="0" y="855677"/>
                </a:lnTo>
                <a:lnTo>
                  <a:pt x="1224793" y="855677"/>
                </a:lnTo>
              </a:path>
            </a:pathLst>
          </a:custGeom>
          <a:noFill/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6AF410A2-C2F0-E8B2-BC0B-E67CF380F5D7}"/>
              </a:ext>
            </a:extLst>
          </p:cNvPr>
          <p:cNvSpPr/>
          <p:nvPr/>
        </p:nvSpPr>
        <p:spPr>
          <a:xfrm>
            <a:off x="9073830" y="3963143"/>
            <a:ext cx="1145097" cy="545285"/>
          </a:xfrm>
          <a:custGeom>
            <a:avLst/>
            <a:gdLst>
              <a:gd name="connsiteX0" fmla="*/ 604007 w 1145097"/>
              <a:gd name="connsiteY0" fmla="*/ 0 h 545285"/>
              <a:gd name="connsiteX1" fmla="*/ 608201 w 1145097"/>
              <a:gd name="connsiteY1" fmla="*/ 239087 h 545285"/>
              <a:gd name="connsiteX2" fmla="*/ 0 w 1145097"/>
              <a:gd name="connsiteY2" fmla="*/ 239087 h 545285"/>
              <a:gd name="connsiteX3" fmla="*/ 0 w 1145097"/>
              <a:gd name="connsiteY3" fmla="*/ 536896 h 545285"/>
              <a:gd name="connsiteX4" fmla="*/ 1145097 w 1145097"/>
              <a:gd name="connsiteY4" fmla="*/ 545285 h 5452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45097" h="545285">
                <a:moveTo>
                  <a:pt x="604007" y="0"/>
                </a:moveTo>
                <a:lnTo>
                  <a:pt x="608201" y="239087"/>
                </a:lnTo>
                <a:lnTo>
                  <a:pt x="0" y="239087"/>
                </a:lnTo>
                <a:lnTo>
                  <a:pt x="0" y="536896"/>
                </a:lnTo>
                <a:lnTo>
                  <a:pt x="1145097" y="545285"/>
                </a:lnTo>
              </a:path>
            </a:pathLst>
          </a:custGeom>
          <a:noFill/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FCFD6B97-CCF7-3332-975B-F2C1FA0EC417}"/>
              </a:ext>
            </a:extLst>
          </p:cNvPr>
          <p:cNvSpPr/>
          <p:nvPr/>
        </p:nvSpPr>
        <p:spPr>
          <a:xfrm>
            <a:off x="9862395" y="3963143"/>
            <a:ext cx="29361" cy="1598103"/>
          </a:xfrm>
          <a:custGeom>
            <a:avLst/>
            <a:gdLst>
              <a:gd name="connsiteX0" fmla="*/ 0 w 29361"/>
              <a:gd name="connsiteY0" fmla="*/ 0 h 1598103"/>
              <a:gd name="connsiteX1" fmla="*/ 29361 w 29361"/>
              <a:gd name="connsiteY1" fmla="*/ 1598103 h 15981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9361" h="1598103">
                <a:moveTo>
                  <a:pt x="0" y="0"/>
                </a:moveTo>
                <a:lnTo>
                  <a:pt x="29361" y="1598103"/>
                </a:lnTo>
              </a:path>
            </a:pathLst>
          </a:custGeom>
          <a:noFill/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603E07F6-B6D0-FE45-E93C-EF6B9B82D356}"/>
              </a:ext>
            </a:extLst>
          </p:cNvPr>
          <p:cNvSpPr/>
          <p:nvPr/>
        </p:nvSpPr>
        <p:spPr>
          <a:xfrm>
            <a:off x="9765921" y="3950560"/>
            <a:ext cx="453006" cy="1564547"/>
          </a:xfrm>
          <a:custGeom>
            <a:avLst/>
            <a:gdLst>
              <a:gd name="connsiteX0" fmla="*/ 0 w 453006"/>
              <a:gd name="connsiteY0" fmla="*/ 0 h 1564547"/>
              <a:gd name="connsiteX1" fmla="*/ 0 w 453006"/>
              <a:gd name="connsiteY1" fmla="*/ 167780 h 1564547"/>
              <a:gd name="connsiteX2" fmla="*/ 427839 w 453006"/>
              <a:gd name="connsiteY2" fmla="*/ 306198 h 1564547"/>
              <a:gd name="connsiteX3" fmla="*/ 453006 w 453006"/>
              <a:gd name="connsiteY3" fmla="*/ 1564547 h 15645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53006" h="1564547">
                <a:moveTo>
                  <a:pt x="0" y="0"/>
                </a:moveTo>
                <a:lnTo>
                  <a:pt x="0" y="167780"/>
                </a:lnTo>
                <a:lnTo>
                  <a:pt x="427839" y="306198"/>
                </a:lnTo>
                <a:lnTo>
                  <a:pt x="453006" y="1564547"/>
                </a:lnTo>
              </a:path>
            </a:pathLst>
          </a:custGeom>
          <a:noFill/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26842E50-D771-F79B-160F-662511DE4A15}"/>
              </a:ext>
            </a:extLst>
          </p:cNvPr>
          <p:cNvSpPr/>
          <p:nvPr/>
        </p:nvSpPr>
        <p:spPr>
          <a:xfrm>
            <a:off x="9577131" y="3955595"/>
            <a:ext cx="377928" cy="1505824"/>
          </a:xfrm>
          <a:custGeom>
            <a:avLst/>
            <a:gdLst>
              <a:gd name="connsiteX0" fmla="*/ 788566 w 788566"/>
              <a:gd name="connsiteY0" fmla="*/ 0 h 1505824"/>
              <a:gd name="connsiteX1" fmla="*/ 788566 w 788566"/>
              <a:gd name="connsiteY1" fmla="*/ 322976 h 1505824"/>
              <a:gd name="connsiteX2" fmla="*/ 4195 w 788566"/>
              <a:gd name="connsiteY2" fmla="*/ 322976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88566 w 788566"/>
              <a:gd name="connsiteY1" fmla="*/ 322976 h 1505824"/>
              <a:gd name="connsiteX2" fmla="*/ 4195 w 788566"/>
              <a:gd name="connsiteY2" fmla="*/ 222308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70865 w 788566"/>
              <a:gd name="connsiteY1" fmla="*/ 230698 h 1505824"/>
              <a:gd name="connsiteX2" fmla="*/ 4195 w 788566"/>
              <a:gd name="connsiteY2" fmla="*/ 222308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70865 w 788566"/>
              <a:gd name="connsiteY1" fmla="*/ 230698 h 1505824"/>
              <a:gd name="connsiteX2" fmla="*/ 13044 w 788566"/>
              <a:gd name="connsiteY2" fmla="*/ 289419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70865 w 788566"/>
              <a:gd name="connsiteY1" fmla="*/ 285226 h 1505824"/>
              <a:gd name="connsiteX2" fmla="*/ 13044 w 788566"/>
              <a:gd name="connsiteY2" fmla="*/ 289419 h 1505824"/>
              <a:gd name="connsiteX3" fmla="*/ 0 w 788566"/>
              <a:gd name="connsiteY3" fmla="*/ 1505824 h 1505824"/>
              <a:gd name="connsiteX0" fmla="*/ 788566 w 797417"/>
              <a:gd name="connsiteY0" fmla="*/ 0 h 1505824"/>
              <a:gd name="connsiteX1" fmla="*/ 797417 w 797417"/>
              <a:gd name="connsiteY1" fmla="*/ 285226 h 1505824"/>
              <a:gd name="connsiteX2" fmla="*/ 13044 w 797417"/>
              <a:gd name="connsiteY2" fmla="*/ 289419 h 1505824"/>
              <a:gd name="connsiteX3" fmla="*/ 0 w 797417"/>
              <a:gd name="connsiteY3" fmla="*/ 1505824 h 1505824"/>
              <a:gd name="connsiteX0" fmla="*/ 788566 w 797417"/>
              <a:gd name="connsiteY0" fmla="*/ 0 h 1505824"/>
              <a:gd name="connsiteX1" fmla="*/ 797417 w 797417"/>
              <a:gd name="connsiteY1" fmla="*/ 285226 h 1505824"/>
              <a:gd name="connsiteX2" fmla="*/ 13044 w 797417"/>
              <a:gd name="connsiteY2" fmla="*/ 285225 h 1505824"/>
              <a:gd name="connsiteX3" fmla="*/ 0 w 797417"/>
              <a:gd name="connsiteY3" fmla="*/ 1505824 h 15058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97417" h="1505824">
                <a:moveTo>
                  <a:pt x="788566" y="0"/>
                </a:moveTo>
                <a:lnTo>
                  <a:pt x="797417" y="285226"/>
                </a:lnTo>
                <a:lnTo>
                  <a:pt x="13044" y="285225"/>
                </a:lnTo>
                <a:cubicBezTo>
                  <a:pt x="11646" y="679508"/>
                  <a:pt x="1398" y="1111541"/>
                  <a:pt x="0" y="1505824"/>
                </a:cubicBezTo>
              </a:path>
            </a:pathLst>
          </a:custGeom>
          <a:noFill/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CA1DF654-9D6D-4C42-9D70-5CAE0C08EA89}"/>
              </a:ext>
            </a:extLst>
          </p:cNvPr>
          <p:cNvSpPr/>
          <p:nvPr/>
        </p:nvSpPr>
        <p:spPr>
          <a:xfrm>
            <a:off x="9258387" y="3958949"/>
            <a:ext cx="788566" cy="1505824"/>
          </a:xfrm>
          <a:custGeom>
            <a:avLst/>
            <a:gdLst>
              <a:gd name="connsiteX0" fmla="*/ 788566 w 788566"/>
              <a:gd name="connsiteY0" fmla="*/ 0 h 1505824"/>
              <a:gd name="connsiteX1" fmla="*/ 788566 w 788566"/>
              <a:gd name="connsiteY1" fmla="*/ 322976 h 1505824"/>
              <a:gd name="connsiteX2" fmla="*/ 4195 w 788566"/>
              <a:gd name="connsiteY2" fmla="*/ 322976 h 1505824"/>
              <a:gd name="connsiteX3" fmla="*/ 0 w 788566"/>
              <a:gd name="connsiteY3" fmla="*/ 1505824 h 15058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88566" h="1505824">
                <a:moveTo>
                  <a:pt x="788566" y="0"/>
                </a:moveTo>
                <a:lnTo>
                  <a:pt x="788566" y="322976"/>
                </a:lnTo>
                <a:lnTo>
                  <a:pt x="4195" y="322976"/>
                </a:lnTo>
                <a:cubicBezTo>
                  <a:pt x="2797" y="717259"/>
                  <a:pt x="1398" y="1111541"/>
                  <a:pt x="0" y="1505824"/>
                </a:cubicBezTo>
              </a:path>
            </a:pathLst>
          </a:custGeom>
          <a:noFill/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7F58D74C-337F-59DC-A2DB-DBBC0886A35D}"/>
              </a:ext>
            </a:extLst>
          </p:cNvPr>
          <p:cNvGrpSpPr/>
          <p:nvPr/>
        </p:nvGrpSpPr>
        <p:grpSpPr>
          <a:xfrm>
            <a:off x="9124170" y="4363941"/>
            <a:ext cx="255090" cy="255090"/>
            <a:chOff x="2766747" y="2052494"/>
            <a:chExt cx="255090" cy="255090"/>
          </a:xfrm>
        </p:grpSpPr>
        <p:sp>
          <p:nvSpPr>
            <p:cNvPr id="18" name="Rectangle: Rounded Corners 17">
              <a:extLst>
                <a:ext uri="{FF2B5EF4-FFF2-40B4-BE49-F238E27FC236}">
                  <a16:creationId xmlns:a16="http://schemas.microsoft.com/office/drawing/2014/main" id="{B5A916F4-A093-9516-27BC-DB9F8375C7AA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4B24A8F0-58C8-DAF3-C2F4-ECF47F07DEB2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214B988E-5F97-AE1A-ADB3-303BA38D7AFC}"/>
              </a:ext>
            </a:extLst>
          </p:cNvPr>
          <p:cNvGrpSpPr/>
          <p:nvPr/>
        </p:nvGrpSpPr>
        <p:grpSpPr>
          <a:xfrm>
            <a:off x="9444891" y="4363941"/>
            <a:ext cx="255090" cy="255090"/>
            <a:chOff x="2766747" y="2052494"/>
            <a:chExt cx="255090" cy="255090"/>
          </a:xfrm>
        </p:grpSpPr>
        <p:sp>
          <p:nvSpPr>
            <p:cNvPr id="21" name="Rectangle: Rounded Corners 20">
              <a:extLst>
                <a:ext uri="{FF2B5EF4-FFF2-40B4-BE49-F238E27FC236}">
                  <a16:creationId xmlns:a16="http://schemas.microsoft.com/office/drawing/2014/main" id="{230FF830-027A-BAA3-8346-DEFBB44F21D0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F21C18E9-6A09-554A-D6AD-F61708F85952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F6A607EA-EF0F-B00D-755C-16F8EC64CA0B}"/>
              </a:ext>
            </a:extLst>
          </p:cNvPr>
          <p:cNvGrpSpPr/>
          <p:nvPr/>
        </p:nvGrpSpPr>
        <p:grpSpPr>
          <a:xfrm>
            <a:off x="9765612" y="4363941"/>
            <a:ext cx="255090" cy="255090"/>
            <a:chOff x="2766747" y="2052494"/>
            <a:chExt cx="255090" cy="255090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F15CD626-4340-EF95-8E04-3710B1FE99C2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2B775392-0C1E-6371-5F68-8C249B4D7437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4911CB03-478B-066B-C313-96BFBCF41828}"/>
              </a:ext>
            </a:extLst>
          </p:cNvPr>
          <p:cNvGrpSpPr/>
          <p:nvPr/>
        </p:nvGrpSpPr>
        <p:grpSpPr>
          <a:xfrm>
            <a:off x="10086333" y="4363941"/>
            <a:ext cx="255090" cy="255090"/>
            <a:chOff x="2766747" y="2052494"/>
            <a:chExt cx="255090" cy="255090"/>
          </a:xfrm>
        </p:grpSpPr>
        <p:sp>
          <p:nvSpPr>
            <p:cNvPr id="27" name="Rectangle: Rounded Corners 26">
              <a:extLst>
                <a:ext uri="{FF2B5EF4-FFF2-40B4-BE49-F238E27FC236}">
                  <a16:creationId xmlns:a16="http://schemas.microsoft.com/office/drawing/2014/main" id="{F0D454A4-77D8-3AE7-F29B-5A749ACCEAC5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78907E3F-8AD0-C87D-488E-82C3BB027884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DD65BA51-A641-C853-40E1-B29D8A4D08B8}"/>
              </a:ext>
            </a:extLst>
          </p:cNvPr>
          <p:cNvGrpSpPr/>
          <p:nvPr/>
        </p:nvGrpSpPr>
        <p:grpSpPr>
          <a:xfrm>
            <a:off x="9124170" y="4684663"/>
            <a:ext cx="255090" cy="255090"/>
            <a:chOff x="2766747" y="2052494"/>
            <a:chExt cx="255090" cy="255090"/>
          </a:xfrm>
        </p:grpSpPr>
        <p:sp>
          <p:nvSpPr>
            <p:cNvPr id="30" name="Rectangle: Rounded Corners 29">
              <a:extLst>
                <a:ext uri="{FF2B5EF4-FFF2-40B4-BE49-F238E27FC236}">
                  <a16:creationId xmlns:a16="http://schemas.microsoft.com/office/drawing/2014/main" id="{C2608CF1-E2B1-17FE-F1B9-12701294828C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28264282-BA69-E50F-9765-138394EE7517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11ABE58A-3F42-2FC4-2714-F0C2587A730F}"/>
              </a:ext>
            </a:extLst>
          </p:cNvPr>
          <p:cNvGrpSpPr/>
          <p:nvPr/>
        </p:nvGrpSpPr>
        <p:grpSpPr>
          <a:xfrm>
            <a:off x="9444891" y="4684663"/>
            <a:ext cx="255090" cy="255090"/>
            <a:chOff x="2766747" y="2052494"/>
            <a:chExt cx="255090" cy="255090"/>
          </a:xfrm>
        </p:grpSpPr>
        <p:sp>
          <p:nvSpPr>
            <p:cNvPr id="33" name="Rectangle: Rounded Corners 32">
              <a:extLst>
                <a:ext uri="{FF2B5EF4-FFF2-40B4-BE49-F238E27FC236}">
                  <a16:creationId xmlns:a16="http://schemas.microsoft.com/office/drawing/2014/main" id="{BA7C33C2-1017-F49E-A1C1-473121B313FB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34" name="Oval 33">
              <a:extLst>
                <a:ext uri="{FF2B5EF4-FFF2-40B4-BE49-F238E27FC236}">
                  <a16:creationId xmlns:a16="http://schemas.microsoft.com/office/drawing/2014/main" id="{681B2A86-AF7C-408B-9005-D8FB058AAC39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AA29E557-EF55-1AAF-6DCD-9AA5F1288BA5}"/>
              </a:ext>
            </a:extLst>
          </p:cNvPr>
          <p:cNvGrpSpPr/>
          <p:nvPr/>
        </p:nvGrpSpPr>
        <p:grpSpPr>
          <a:xfrm>
            <a:off x="9765612" y="4684663"/>
            <a:ext cx="255090" cy="255090"/>
            <a:chOff x="2766747" y="2052494"/>
            <a:chExt cx="255090" cy="255090"/>
          </a:xfrm>
        </p:grpSpPr>
        <p:sp>
          <p:nvSpPr>
            <p:cNvPr id="36" name="Rectangle: Rounded Corners 35">
              <a:extLst>
                <a:ext uri="{FF2B5EF4-FFF2-40B4-BE49-F238E27FC236}">
                  <a16:creationId xmlns:a16="http://schemas.microsoft.com/office/drawing/2014/main" id="{01C0B581-FE1E-C17B-134C-63A68A65C50A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C7DE8AB1-BA15-C945-4AAE-47988AF69A92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632AF5CE-BEF3-6425-930A-94843B2DC069}"/>
              </a:ext>
            </a:extLst>
          </p:cNvPr>
          <p:cNvGrpSpPr/>
          <p:nvPr/>
        </p:nvGrpSpPr>
        <p:grpSpPr>
          <a:xfrm>
            <a:off x="10086333" y="4684663"/>
            <a:ext cx="255090" cy="255090"/>
            <a:chOff x="2766747" y="2052494"/>
            <a:chExt cx="255090" cy="255090"/>
          </a:xfrm>
        </p:grpSpPr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607476C4-A4A7-4581-51F3-C8A3404BF5F8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0" name="Oval 39">
              <a:extLst>
                <a:ext uri="{FF2B5EF4-FFF2-40B4-BE49-F238E27FC236}">
                  <a16:creationId xmlns:a16="http://schemas.microsoft.com/office/drawing/2014/main" id="{6B36C4FC-A5F9-4AC7-B049-5DAC1FCFBD24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6AA3DA7B-9B82-5429-C8A5-421AE605576A}"/>
              </a:ext>
            </a:extLst>
          </p:cNvPr>
          <p:cNvGrpSpPr/>
          <p:nvPr/>
        </p:nvGrpSpPr>
        <p:grpSpPr>
          <a:xfrm>
            <a:off x="9124170" y="5005385"/>
            <a:ext cx="255090" cy="255090"/>
            <a:chOff x="2766747" y="2052494"/>
            <a:chExt cx="255090" cy="255090"/>
          </a:xfrm>
        </p:grpSpPr>
        <p:sp>
          <p:nvSpPr>
            <p:cNvPr id="42" name="Rectangle: Rounded Corners 41">
              <a:extLst>
                <a:ext uri="{FF2B5EF4-FFF2-40B4-BE49-F238E27FC236}">
                  <a16:creationId xmlns:a16="http://schemas.microsoft.com/office/drawing/2014/main" id="{B63906C7-6ABD-4EC2-2115-E8A0A1C722BA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3" name="Oval 42">
              <a:extLst>
                <a:ext uri="{FF2B5EF4-FFF2-40B4-BE49-F238E27FC236}">
                  <a16:creationId xmlns:a16="http://schemas.microsoft.com/office/drawing/2014/main" id="{E7E37CF1-CF50-6713-AC19-5B0DC0EB1AB2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FE9AA6F6-7132-DFE8-E4F2-7F354460A586}"/>
              </a:ext>
            </a:extLst>
          </p:cNvPr>
          <p:cNvGrpSpPr/>
          <p:nvPr/>
        </p:nvGrpSpPr>
        <p:grpSpPr>
          <a:xfrm>
            <a:off x="9444891" y="5005385"/>
            <a:ext cx="255090" cy="255090"/>
            <a:chOff x="2766747" y="2052494"/>
            <a:chExt cx="255090" cy="255090"/>
          </a:xfrm>
        </p:grpSpPr>
        <p:sp>
          <p:nvSpPr>
            <p:cNvPr id="45" name="Rectangle: Rounded Corners 44">
              <a:extLst>
                <a:ext uri="{FF2B5EF4-FFF2-40B4-BE49-F238E27FC236}">
                  <a16:creationId xmlns:a16="http://schemas.microsoft.com/office/drawing/2014/main" id="{72907399-6405-2649-F598-E5CA4036835E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6" name="Oval 45">
              <a:extLst>
                <a:ext uri="{FF2B5EF4-FFF2-40B4-BE49-F238E27FC236}">
                  <a16:creationId xmlns:a16="http://schemas.microsoft.com/office/drawing/2014/main" id="{406F7B02-4B27-7A4C-C7FF-767B86B4EB6D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2A04F1B1-3F0B-A65E-22FA-FD985CE8CF66}"/>
              </a:ext>
            </a:extLst>
          </p:cNvPr>
          <p:cNvGrpSpPr/>
          <p:nvPr/>
        </p:nvGrpSpPr>
        <p:grpSpPr>
          <a:xfrm>
            <a:off x="9765612" y="5005385"/>
            <a:ext cx="255090" cy="255090"/>
            <a:chOff x="2766747" y="2052494"/>
            <a:chExt cx="255090" cy="255090"/>
          </a:xfrm>
        </p:grpSpPr>
        <p:sp>
          <p:nvSpPr>
            <p:cNvPr id="48" name="Rectangle: Rounded Corners 47">
              <a:extLst>
                <a:ext uri="{FF2B5EF4-FFF2-40B4-BE49-F238E27FC236}">
                  <a16:creationId xmlns:a16="http://schemas.microsoft.com/office/drawing/2014/main" id="{7140FF35-50C6-4BE7-4838-6D67550C8AC8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55276423-A2C0-4CF9-8C26-FF4E9DF2AA8A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EB76D474-62F3-D181-651B-55BA5F0D1883}"/>
              </a:ext>
            </a:extLst>
          </p:cNvPr>
          <p:cNvGrpSpPr/>
          <p:nvPr/>
        </p:nvGrpSpPr>
        <p:grpSpPr>
          <a:xfrm>
            <a:off x="10086333" y="5005385"/>
            <a:ext cx="255090" cy="255090"/>
            <a:chOff x="2766747" y="2052494"/>
            <a:chExt cx="255090" cy="255090"/>
          </a:xfrm>
        </p:grpSpPr>
        <p:sp>
          <p:nvSpPr>
            <p:cNvPr id="51" name="Rectangle: Rounded Corners 50">
              <a:extLst>
                <a:ext uri="{FF2B5EF4-FFF2-40B4-BE49-F238E27FC236}">
                  <a16:creationId xmlns:a16="http://schemas.microsoft.com/office/drawing/2014/main" id="{E49A3632-6A0C-103C-34ED-A728CED205D7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E97224D0-B1BE-F337-DDC0-190EDADA4216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6BCCDD56-E4E9-D4DF-D72C-64997EBA618A}"/>
              </a:ext>
            </a:extLst>
          </p:cNvPr>
          <p:cNvGrpSpPr/>
          <p:nvPr/>
        </p:nvGrpSpPr>
        <p:grpSpPr>
          <a:xfrm>
            <a:off x="9124170" y="5326107"/>
            <a:ext cx="255090" cy="255090"/>
            <a:chOff x="2766747" y="2052494"/>
            <a:chExt cx="255090" cy="255090"/>
          </a:xfrm>
        </p:grpSpPr>
        <p:sp>
          <p:nvSpPr>
            <p:cNvPr id="54" name="Rectangle: Rounded Corners 53">
              <a:extLst>
                <a:ext uri="{FF2B5EF4-FFF2-40B4-BE49-F238E27FC236}">
                  <a16:creationId xmlns:a16="http://schemas.microsoft.com/office/drawing/2014/main" id="{98B49749-E314-C359-BA65-09687F1EF39B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5" name="Oval 54">
              <a:extLst>
                <a:ext uri="{FF2B5EF4-FFF2-40B4-BE49-F238E27FC236}">
                  <a16:creationId xmlns:a16="http://schemas.microsoft.com/office/drawing/2014/main" id="{001C9E06-6D16-6B89-0AE1-FF6FDA0F830C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2E155327-3776-949F-D669-D04B517C13A0}"/>
              </a:ext>
            </a:extLst>
          </p:cNvPr>
          <p:cNvGrpSpPr/>
          <p:nvPr/>
        </p:nvGrpSpPr>
        <p:grpSpPr>
          <a:xfrm>
            <a:off x="9444891" y="5326107"/>
            <a:ext cx="255090" cy="255090"/>
            <a:chOff x="2766747" y="2052494"/>
            <a:chExt cx="255090" cy="255090"/>
          </a:xfrm>
        </p:grpSpPr>
        <p:sp>
          <p:nvSpPr>
            <p:cNvPr id="57" name="Rectangle: Rounded Corners 56">
              <a:extLst>
                <a:ext uri="{FF2B5EF4-FFF2-40B4-BE49-F238E27FC236}">
                  <a16:creationId xmlns:a16="http://schemas.microsoft.com/office/drawing/2014/main" id="{6AB46DD8-098B-9275-6C89-CB42D39F5C55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8" name="Oval 57">
              <a:extLst>
                <a:ext uri="{FF2B5EF4-FFF2-40B4-BE49-F238E27FC236}">
                  <a16:creationId xmlns:a16="http://schemas.microsoft.com/office/drawing/2014/main" id="{C48B9051-D2F0-099C-51E6-9A1E11F1CC7B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B6739DAB-5EBD-EAAE-93BD-AD8D98A1D0BD}"/>
              </a:ext>
            </a:extLst>
          </p:cNvPr>
          <p:cNvGrpSpPr/>
          <p:nvPr/>
        </p:nvGrpSpPr>
        <p:grpSpPr>
          <a:xfrm>
            <a:off x="9765612" y="5326107"/>
            <a:ext cx="255090" cy="255090"/>
            <a:chOff x="2766747" y="2052494"/>
            <a:chExt cx="255090" cy="255090"/>
          </a:xfrm>
        </p:grpSpPr>
        <p:sp>
          <p:nvSpPr>
            <p:cNvPr id="60" name="Rectangle: Rounded Corners 59">
              <a:extLst>
                <a:ext uri="{FF2B5EF4-FFF2-40B4-BE49-F238E27FC236}">
                  <a16:creationId xmlns:a16="http://schemas.microsoft.com/office/drawing/2014/main" id="{00031CAC-2E15-0AFD-88B1-5E022F2B8B31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1" name="Oval 60">
              <a:extLst>
                <a:ext uri="{FF2B5EF4-FFF2-40B4-BE49-F238E27FC236}">
                  <a16:creationId xmlns:a16="http://schemas.microsoft.com/office/drawing/2014/main" id="{8986D5A8-AE0E-AB5F-54BB-3BCD55E82506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BE23FD52-25DC-9B9E-499B-4E8EBC354D03}"/>
              </a:ext>
            </a:extLst>
          </p:cNvPr>
          <p:cNvGrpSpPr/>
          <p:nvPr/>
        </p:nvGrpSpPr>
        <p:grpSpPr>
          <a:xfrm>
            <a:off x="10086333" y="5326107"/>
            <a:ext cx="255090" cy="255090"/>
            <a:chOff x="2766747" y="2052494"/>
            <a:chExt cx="255090" cy="255090"/>
          </a:xfrm>
        </p:grpSpPr>
        <p:sp>
          <p:nvSpPr>
            <p:cNvPr id="63" name="Rectangle: Rounded Corners 62">
              <a:extLst>
                <a:ext uri="{FF2B5EF4-FFF2-40B4-BE49-F238E27FC236}">
                  <a16:creationId xmlns:a16="http://schemas.microsoft.com/office/drawing/2014/main" id="{F084DF86-3D1F-4FFF-11ED-44DC271C2984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4" name="Oval 63">
              <a:extLst>
                <a:ext uri="{FF2B5EF4-FFF2-40B4-BE49-F238E27FC236}">
                  <a16:creationId xmlns:a16="http://schemas.microsoft.com/office/drawing/2014/main" id="{11491C91-B803-6EE2-1BBA-CE800750B084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AB3A31B9-E193-BCF7-5DE6-9651C68DD80B}"/>
              </a:ext>
            </a:extLst>
          </p:cNvPr>
          <p:cNvGrpSpPr/>
          <p:nvPr/>
        </p:nvGrpSpPr>
        <p:grpSpPr>
          <a:xfrm>
            <a:off x="9317030" y="3891836"/>
            <a:ext cx="815362" cy="138419"/>
            <a:chOff x="5146646" y="1950440"/>
            <a:chExt cx="815362" cy="138419"/>
          </a:xfrm>
        </p:grpSpPr>
        <p:sp>
          <p:nvSpPr>
            <p:cNvPr id="66" name="Rectangle: Rounded Corners 65">
              <a:extLst>
                <a:ext uri="{FF2B5EF4-FFF2-40B4-BE49-F238E27FC236}">
                  <a16:creationId xmlns:a16="http://schemas.microsoft.com/office/drawing/2014/main" id="{4F3171C3-56A0-CB9C-F750-A828851C0357}"/>
                </a:ext>
              </a:extLst>
            </p:cNvPr>
            <p:cNvSpPr/>
            <p:nvPr/>
          </p:nvSpPr>
          <p:spPr>
            <a:xfrm>
              <a:off x="5146646" y="1950440"/>
              <a:ext cx="815362" cy="138419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3C29FFEB-70EB-F37B-EF41-6D5C2558D04C}"/>
                </a:ext>
              </a:extLst>
            </p:cNvPr>
            <p:cNvSpPr/>
            <p:nvPr/>
          </p:nvSpPr>
          <p:spPr>
            <a:xfrm rot="16200000">
              <a:off x="5201236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8" name="Rectangle 67">
              <a:extLst>
                <a:ext uri="{FF2B5EF4-FFF2-40B4-BE49-F238E27FC236}">
                  <a16:creationId xmlns:a16="http://schemas.microsoft.com/office/drawing/2014/main" id="{5473A6F0-CC2C-F811-74A3-5971C7B4982A}"/>
                </a:ext>
              </a:extLst>
            </p:cNvPr>
            <p:cNvSpPr/>
            <p:nvPr/>
          </p:nvSpPr>
          <p:spPr>
            <a:xfrm rot="16200000">
              <a:off x="5294405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00713A04-A56A-7D17-19AE-7BB92C457395}"/>
                </a:ext>
              </a:extLst>
            </p:cNvPr>
            <p:cNvSpPr/>
            <p:nvPr/>
          </p:nvSpPr>
          <p:spPr>
            <a:xfrm rot="16200000">
              <a:off x="5387574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80E0ACD7-3B39-76B2-5327-9A3A36A8E39F}"/>
                </a:ext>
              </a:extLst>
            </p:cNvPr>
            <p:cNvSpPr/>
            <p:nvPr/>
          </p:nvSpPr>
          <p:spPr>
            <a:xfrm rot="16200000">
              <a:off x="5480743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5EB5E58F-BD7E-ACB2-192F-EB5147884AB5}"/>
                </a:ext>
              </a:extLst>
            </p:cNvPr>
            <p:cNvSpPr/>
            <p:nvPr/>
          </p:nvSpPr>
          <p:spPr>
            <a:xfrm rot="16200000">
              <a:off x="5573912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B1D9D620-4195-C15E-EA59-0A3E7CD2E9C3}"/>
                </a:ext>
              </a:extLst>
            </p:cNvPr>
            <p:cNvSpPr/>
            <p:nvPr/>
          </p:nvSpPr>
          <p:spPr>
            <a:xfrm rot="16200000">
              <a:off x="5667081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53AFE92E-6D37-3212-75BC-1C6E9653E2FF}"/>
                </a:ext>
              </a:extLst>
            </p:cNvPr>
            <p:cNvSpPr/>
            <p:nvPr/>
          </p:nvSpPr>
          <p:spPr>
            <a:xfrm rot="16200000">
              <a:off x="5760250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4" name="Rectangle 73">
              <a:extLst>
                <a:ext uri="{FF2B5EF4-FFF2-40B4-BE49-F238E27FC236}">
                  <a16:creationId xmlns:a16="http://schemas.microsoft.com/office/drawing/2014/main" id="{E825F36F-D99B-B660-610F-CCC7E75BAC59}"/>
                </a:ext>
              </a:extLst>
            </p:cNvPr>
            <p:cNvSpPr/>
            <p:nvPr/>
          </p:nvSpPr>
          <p:spPr>
            <a:xfrm rot="16200000">
              <a:off x="5853419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sp>
        <p:nvSpPr>
          <p:cNvPr id="75" name="TextBox 74">
            <a:extLst>
              <a:ext uri="{FF2B5EF4-FFF2-40B4-BE49-F238E27FC236}">
                <a16:creationId xmlns:a16="http://schemas.microsoft.com/office/drawing/2014/main" id="{D6D78CCC-FD3E-EFC6-9A11-299EA594D988}"/>
              </a:ext>
            </a:extLst>
          </p:cNvPr>
          <p:cNvSpPr txBox="1"/>
          <p:nvPr/>
        </p:nvSpPr>
        <p:spPr>
          <a:xfrm>
            <a:off x="9069930" y="3729000"/>
            <a:ext cx="1128835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700">
                <a:solidFill>
                  <a:schemeClr val="bg1"/>
                </a:solidFill>
                <a:latin typeface="Consolas" panose="020B0609020204030204" pitchFamily="49" charset="0"/>
              </a:rPr>
              <a:t>pin 7 6 5 4 3 2 1 0</a:t>
            </a:r>
            <a:endParaRPr lang="LID4096" sz="70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BBD74D60-78FC-9C92-0780-11CA7A3E59F8}"/>
              </a:ext>
            </a:extLst>
          </p:cNvPr>
          <p:cNvSpPr txBox="1"/>
          <p:nvPr/>
        </p:nvSpPr>
        <p:spPr>
          <a:xfrm>
            <a:off x="9055467" y="4496249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0</a:t>
            </a:r>
            <a:endParaRPr lang="LID4096" sz="500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BE8FE6DB-7F98-6EFD-B6A1-92832278F2C3}"/>
              </a:ext>
            </a:extLst>
          </p:cNvPr>
          <p:cNvSpPr txBox="1"/>
          <p:nvPr/>
        </p:nvSpPr>
        <p:spPr>
          <a:xfrm>
            <a:off x="9377524" y="4497315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</a:t>
            </a:r>
            <a:endParaRPr lang="LID4096" sz="500"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7785FB12-3D51-1A58-9982-8144E8BEA90C}"/>
              </a:ext>
            </a:extLst>
          </p:cNvPr>
          <p:cNvSpPr txBox="1"/>
          <p:nvPr/>
        </p:nvSpPr>
        <p:spPr>
          <a:xfrm>
            <a:off x="9699581" y="4498381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2</a:t>
            </a:r>
            <a:endParaRPr lang="LID4096" sz="500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10BFB470-6448-1178-0BD2-674C8AD67E1E}"/>
              </a:ext>
            </a:extLst>
          </p:cNvPr>
          <p:cNvSpPr txBox="1"/>
          <p:nvPr/>
        </p:nvSpPr>
        <p:spPr>
          <a:xfrm>
            <a:off x="10021638" y="4499447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3</a:t>
            </a:r>
            <a:endParaRPr lang="LID4096" sz="500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A80F1610-C0D9-6F06-3598-8C607F44F7DC}"/>
              </a:ext>
            </a:extLst>
          </p:cNvPr>
          <p:cNvSpPr txBox="1"/>
          <p:nvPr/>
        </p:nvSpPr>
        <p:spPr>
          <a:xfrm>
            <a:off x="9055467" y="4798723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4</a:t>
            </a:r>
            <a:endParaRPr lang="LID4096" sz="500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3B0B747E-86D4-463F-0320-F2D84C4C33BF}"/>
              </a:ext>
            </a:extLst>
          </p:cNvPr>
          <p:cNvSpPr txBox="1"/>
          <p:nvPr/>
        </p:nvSpPr>
        <p:spPr>
          <a:xfrm>
            <a:off x="9377524" y="4799789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5</a:t>
            </a:r>
            <a:endParaRPr lang="LID4096" sz="500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922C8B2A-E0D4-2CE5-13AC-339FFAA85D93}"/>
              </a:ext>
            </a:extLst>
          </p:cNvPr>
          <p:cNvSpPr txBox="1"/>
          <p:nvPr/>
        </p:nvSpPr>
        <p:spPr>
          <a:xfrm>
            <a:off x="9699581" y="4800855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6</a:t>
            </a:r>
            <a:endParaRPr lang="LID4096" sz="500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EC755145-7DF5-EBB3-E9AA-753AB223B83D}"/>
              </a:ext>
            </a:extLst>
          </p:cNvPr>
          <p:cNvSpPr txBox="1"/>
          <p:nvPr/>
        </p:nvSpPr>
        <p:spPr>
          <a:xfrm>
            <a:off x="10021638" y="4801921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7</a:t>
            </a:r>
            <a:endParaRPr lang="LID4096" sz="500"/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8BB482F1-392B-2DA5-25F0-317C5D1C8E1E}"/>
              </a:ext>
            </a:extLst>
          </p:cNvPr>
          <p:cNvSpPr txBox="1"/>
          <p:nvPr/>
        </p:nvSpPr>
        <p:spPr>
          <a:xfrm>
            <a:off x="9054531" y="5124319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8</a:t>
            </a:r>
            <a:endParaRPr lang="LID4096" sz="500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D1B6A04C-CC8B-2FEB-E1B8-C7424C4826D9}"/>
              </a:ext>
            </a:extLst>
          </p:cNvPr>
          <p:cNvSpPr txBox="1"/>
          <p:nvPr/>
        </p:nvSpPr>
        <p:spPr>
          <a:xfrm>
            <a:off x="9376588" y="5125385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9</a:t>
            </a:r>
            <a:endParaRPr lang="LID4096" sz="500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23ECCDB6-FB48-DD0D-1000-E90E7DB46002}"/>
              </a:ext>
            </a:extLst>
          </p:cNvPr>
          <p:cNvSpPr txBox="1"/>
          <p:nvPr/>
        </p:nvSpPr>
        <p:spPr>
          <a:xfrm>
            <a:off x="9698645" y="5126451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10</a:t>
            </a:r>
            <a:endParaRPr lang="LID4096" sz="500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D25321B8-21FD-346A-0FD7-050134DBF2CB}"/>
              </a:ext>
            </a:extLst>
          </p:cNvPr>
          <p:cNvSpPr txBox="1"/>
          <p:nvPr/>
        </p:nvSpPr>
        <p:spPr>
          <a:xfrm>
            <a:off x="10020702" y="5127517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11</a:t>
            </a:r>
            <a:endParaRPr lang="LID4096" sz="500"/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9251E1F9-EAC0-A14F-5A3E-D6085FF49A5E}"/>
              </a:ext>
            </a:extLst>
          </p:cNvPr>
          <p:cNvSpPr txBox="1"/>
          <p:nvPr/>
        </p:nvSpPr>
        <p:spPr>
          <a:xfrm>
            <a:off x="9053595" y="5449915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12</a:t>
            </a:r>
            <a:endParaRPr lang="LID4096" sz="500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9A864B32-21F3-A330-20AC-467608648228}"/>
              </a:ext>
            </a:extLst>
          </p:cNvPr>
          <p:cNvSpPr txBox="1"/>
          <p:nvPr/>
        </p:nvSpPr>
        <p:spPr>
          <a:xfrm>
            <a:off x="9375652" y="5450981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13</a:t>
            </a:r>
            <a:endParaRPr lang="LID4096" sz="500"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4160B546-3CBF-2C5A-2FC5-88FB01A2B0D6}"/>
              </a:ext>
            </a:extLst>
          </p:cNvPr>
          <p:cNvSpPr txBox="1"/>
          <p:nvPr/>
        </p:nvSpPr>
        <p:spPr>
          <a:xfrm>
            <a:off x="9697709" y="5452047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14</a:t>
            </a:r>
            <a:endParaRPr lang="LID4096" sz="500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4E8D1212-524C-8C92-2A32-894553846C5E}"/>
              </a:ext>
            </a:extLst>
          </p:cNvPr>
          <p:cNvSpPr txBox="1"/>
          <p:nvPr/>
        </p:nvSpPr>
        <p:spPr>
          <a:xfrm>
            <a:off x="10019766" y="5453113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15</a:t>
            </a:r>
            <a:endParaRPr lang="LID4096" sz="500"/>
          </a:p>
        </p:txBody>
      </p:sp>
      <p:pic>
        <p:nvPicPr>
          <p:cNvPr id="93" name="Picture 92">
            <a:extLst>
              <a:ext uri="{FF2B5EF4-FFF2-40B4-BE49-F238E27FC236}">
                <a16:creationId xmlns:a16="http://schemas.microsoft.com/office/drawing/2014/main" id="{D89F17B1-38AC-870D-5E4C-FDBB6721F4A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6200000">
            <a:off x="4790492" y="3817567"/>
            <a:ext cx="3095687" cy="1602927"/>
          </a:xfrm>
          <a:prstGeom prst="rect">
            <a:avLst/>
          </a:prstGeom>
        </p:spPr>
      </p:pic>
      <p:sp>
        <p:nvSpPr>
          <p:cNvPr id="94" name="Rectangle 93">
            <a:extLst>
              <a:ext uri="{FF2B5EF4-FFF2-40B4-BE49-F238E27FC236}">
                <a16:creationId xmlns:a16="http://schemas.microsoft.com/office/drawing/2014/main" id="{3389C2BC-9BCA-812A-D732-9744C6C075E3}"/>
              </a:ext>
            </a:extLst>
          </p:cNvPr>
          <p:cNvSpPr/>
          <p:nvPr/>
        </p:nvSpPr>
        <p:spPr>
          <a:xfrm rot="16200000">
            <a:off x="5547725" y="4112390"/>
            <a:ext cx="1955188" cy="810715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5" name="Freeform: Shape 94">
            <a:extLst>
              <a:ext uri="{FF2B5EF4-FFF2-40B4-BE49-F238E27FC236}">
                <a16:creationId xmlns:a16="http://schemas.microsoft.com/office/drawing/2014/main" id="{26F1B4B4-9B17-E44B-CB97-1A3ED2433384}"/>
              </a:ext>
            </a:extLst>
          </p:cNvPr>
          <p:cNvSpPr/>
          <p:nvPr/>
        </p:nvSpPr>
        <p:spPr>
          <a:xfrm rot="16200000">
            <a:off x="5014315" y="4418631"/>
            <a:ext cx="2189810" cy="149806"/>
          </a:xfrm>
          <a:custGeom>
            <a:avLst/>
            <a:gdLst>
              <a:gd name="connsiteX0" fmla="*/ 3406140 w 3825240"/>
              <a:gd name="connsiteY0" fmla="*/ 0 h 259080"/>
              <a:gd name="connsiteX1" fmla="*/ 0 w 3825240"/>
              <a:gd name="connsiteY1" fmla="*/ 68580 h 259080"/>
              <a:gd name="connsiteX2" fmla="*/ 228600 w 3825240"/>
              <a:gd name="connsiteY2" fmla="*/ 259080 h 259080"/>
              <a:gd name="connsiteX3" fmla="*/ 3825240 w 3825240"/>
              <a:gd name="connsiteY3" fmla="*/ 167640 h 259080"/>
              <a:gd name="connsiteX4" fmla="*/ 3406140 w 3825240"/>
              <a:gd name="connsiteY4" fmla="*/ 0 h 259080"/>
              <a:gd name="connsiteX0" fmla="*/ 3406140 w 3787140"/>
              <a:gd name="connsiteY0" fmla="*/ 0 h 259080"/>
              <a:gd name="connsiteX1" fmla="*/ 0 w 3787140"/>
              <a:gd name="connsiteY1" fmla="*/ 68580 h 259080"/>
              <a:gd name="connsiteX2" fmla="*/ 228600 w 3787140"/>
              <a:gd name="connsiteY2" fmla="*/ 259080 h 259080"/>
              <a:gd name="connsiteX3" fmla="*/ 3787140 w 3787140"/>
              <a:gd name="connsiteY3" fmla="*/ 153353 h 259080"/>
              <a:gd name="connsiteX4" fmla="*/ 3406140 w 3787140"/>
              <a:gd name="connsiteY4" fmla="*/ 0 h 259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787140" h="259080">
                <a:moveTo>
                  <a:pt x="3406140" y="0"/>
                </a:moveTo>
                <a:lnTo>
                  <a:pt x="0" y="68580"/>
                </a:lnTo>
                <a:lnTo>
                  <a:pt x="228600" y="259080"/>
                </a:lnTo>
                <a:lnTo>
                  <a:pt x="3787140" y="153353"/>
                </a:lnTo>
                <a:lnTo>
                  <a:pt x="3406140" y="0"/>
                </a:lnTo>
                <a:close/>
              </a:path>
            </a:pathLst>
          </a:custGeom>
          <a:solidFill>
            <a:schemeClr val="bg2">
              <a:lumMod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6" name="Freeform: Shape 95">
            <a:extLst>
              <a:ext uri="{FF2B5EF4-FFF2-40B4-BE49-F238E27FC236}">
                <a16:creationId xmlns:a16="http://schemas.microsoft.com/office/drawing/2014/main" id="{225EA4E4-A20E-11E9-9F2B-BBCB0402E220}"/>
              </a:ext>
            </a:extLst>
          </p:cNvPr>
          <p:cNvSpPr/>
          <p:nvPr/>
        </p:nvSpPr>
        <p:spPr>
          <a:xfrm rot="16200000">
            <a:off x="6514578" y="5020058"/>
            <a:ext cx="118964" cy="991363"/>
          </a:xfrm>
          <a:custGeom>
            <a:avLst/>
            <a:gdLst>
              <a:gd name="connsiteX0" fmla="*/ 0 w 205740"/>
              <a:gd name="connsiteY0" fmla="*/ 0 h 1714500"/>
              <a:gd name="connsiteX1" fmla="*/ 30480 w 205740"/>
              <a:gd name="connsiteY1" fmla="*/ 1539240 h 1714500"/>
              <a:gd name="connsiteX2" fmla="*/ 205740 w 205740"/>
              <a:gd name="connsiteY2" fmla="*/ 1714500 h 1714500"/>
              <a:gd name="connsiteX3" fmla="*/ 198120 w 205740"/>
              <a:gd name="connsiteY3" fmla="*/ 167640 h 1714500"/>
              <a:gd name="connsiteX4" fmla="*/ 0 w 205740"/>
              <a:gd name="connsiteY4" fmla="*/ 0 h 1714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5740" h="1714500">
                <a:moveTo>
                  <a:pt x="0" y="0"/>
                </a:moveTo>
                <a:lnTo>
                  <a:pt x="30480" y="1539240"/>
                </a:lnTo>
                <a:lnTo>
                  <a:pt x="205740" y="1714500"/>
                </a:lnTo>
                <a:lnTo>
                  <a:pt x="198120" y="167640"/>
                </a:lnTo>
                <a:lnTo>
                  <a:pt x="0" y="0"/>
                </a:ln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7" name="Freeform: Shape 96">
            <a:extLst>
              <a:ext uri="{FF2B5EF4-FFF2-40B4-BE49-F238E27FC236}">
                <a16:creationId xmlns:a16="http://schemas.microsoft.com/office/drawing/2014/main" id="{914E3F15-50A7-2425-604A-0826288B30C6}"/>
              </a:ext>
            </a:extLst>
          </p:cNvPr>
          <p:cNvSpPr/>
          <p:nvPr/>
        </p:nvSpPr>
        <p:spPr>
          <a:xfrm rot="16200000">
            <a:off x="5560667" y="3942777"/>
            <a:ext cx="2079659" cy="956115"/>
          </a:xfrm>
          <a:custGeom>
            <a:avLst/>
            <a:gdLst>
              <a:gd name="connsiteX0" fmla="*/ 0 w 3680460"/>
              <a:gd name="connsiteY0" fmla="*/ 1653540 h 1653540"/>
              <a:gd name="connsiteX1" fmla="*/ 1463040 w 3680460"/>
              <a:gd name="connsiteY1" fmla="*/ 1592580 h 1653540"/>
              <a:gd name="connsiteX2" fmla="*/ 1463040 w 3680460"/>
              <a:gd name="connsiteY2" fmla="*/ 1417320 h 1653540"/>
              <a:gd name="connsiteX3" fmla="*/ 182880 w 3680460"/>
              <a:gd name="connsiteY3" fmla="*/ 1478280 h 1653540"/>
              <a:gd name="connsiteX4" fmla="*/ 160020 w 3680460"/>
              <a:gd name="connsiteY4" fmla="*/ 266700 h 1653540"/>
              <a:gd name="connsiteX5" fmla="*/ 3474720 w 3680460"/>
              <a:gd name="connsiteY5" fmla="*/ 160020 h 1653540"/>
              <a:gd name="connsiteX6" fmla="*/ 3467100 w 3680460"/>
              <a:gd name="connsiteY6" fmla="*/ 1424940 h 1653540"/>
              <a:gd name="connsiteX7" fmla="*/ 2278380 w 3680460"/>
              <a:gd name="connsiteY7" fmla="*/ 1432560 h 1653540"/>
              <a:gd name="connsiteX8" fmla="*/ 2263140 w 3680460"/>
              <a:gd name="connsiteY8" fmla="*/ 1584960 h 1653540"/>
              <a:gd name="connsiteX9" fmla="*/ 3680460 w 3680460"/>
              <a:gd name="connsiteY9" fmla="*/ 1546860 h 1653540"/>
              <a:gd name="connsiteX10" fmla="*/ 3589020 w 3680460"/>
              <a:gd name="connsiteY10" fmla="*/ 0 h 1653540"/>
              <a:gd name="connsiteX11" fmla="*/ 0 w 3680460"/>
              <a:gd name="connsiteY11" fmla="*/ 91440 h 1653540"/>
              <a:gd name="connsiteX12" fmla="*/ 0 w 3680460"/>
              <a:gd name="connsiteY12" fmla="*/ 1653540 h 1653540"/>
              <a:gd name="connsiteX0" fmla="*/ 0 w 3649980"/>
              <a:gd name="connsiteY0" fmla="*/ 1653540 h 1653540"/>
              <a:gd name="connsiteX1" fmla="*/ 1463040 w 3649980"/>
              <a:gd name="connsiteY1" fmla="*/ 1592580 h 1653540"/>
              <a:gd name="connsiteX2" fmla="*/ 1463040 w 3649980"/>
              <a:gd name="connsiteY2" fmla="*/ 1417320 h 1653540"/>
              <a:gd name="connsiteX3" fmla="*/ 182880 w 3649980"/>
              <a:gd name="connsiteY3" fmla="*/ 1478280 h 1653540"/>
              <a:gd name="connsiteX4" fmla="*/ 160020 w 3649980"/>
              <a:gd name="connsiteY4" fmla="*/ 266700 h 1653540"/>
              <a:gd name="connsiteX5" fmla="*/ 3474720 w 3649980"/>
              <a:gd name="connsiteY5" fmla="*/ 160020 h 1653540"/>
              <a:gd name="connsiteX6" fmla="*/ 3467100 w 3649980"/>
              <a:gd name="connsiteY6" fmla="*/ 1424940 h 1653540"/>
              <a:gd name="connsiteX7" fmla="*/ 2278380 w 3649980"/>
              <a:gd name="connsiteY7" fmla="*/ 1432560 h 1653540"/>
              <a:gd name="connsiteX8" fmla="*/ 2263140 w 3649980"/>
              <a:gd name="connsiteY8" fmla="*/ 1584960 h 1653540"/>
              <a:gd name="connsiteX9" fmla="*/ 3649980 w 3649980"/>
              <a:gd name="connsiteY9" fmla="*/ 1554480 h 1653540"/>
              <a:gd name="connsiteX10" fmla="*/ 3589020 w 3649980"/>
              <a:gd name="connsiteY10" fmla="*/ 0 h 1653540"/>
              <a:gd name="connsiteX11" fmla="*/ 0 w 3649980"/>
              <a:gd name="connsiteY11" fmla="*/ 91440 h 1653540"/>
              <a:gd name="connsiteX12" fmla="*/ 0 w 3649980"/>
              <a:gd name="connsiteY12" fmla="*/ 1653540 h 1653540"/>
              <a:gd name="connsiteX0" fmla="*/ 0 w 3596640"/>
              <a:gd name="connsiteY0" fmla="*/ 1653540 h 1653540"/>
              <a:gd name="connsiteX1" fmla="*/ 1463040 w 3596640"/>
              <a:gd name="connsiteY1" fmla="*/ 1592580 h 1653540"/>
              <a:gd name="connsiteX2" fmla="*/ 1463040 w 3596640"/>
              <a:gd name="connsiteY2" fmla="*/ 1417320 h 1653540"/>
              <a:gd name="connsiteX3" fmla="*/ 182880 w 3596640"/>
              <a:gd name="connsiteY3" fmla="*/ 1478280 h 1653540"/>
              <a:gd name="connsiteX4" fmla="*/ 160020 w 3596640"/>
              <a:gd name="connsiteY4" fmla="*/ 266700 h 1653540"/>
              <a:gd name="connsiteX5" fmla="*/ 3474720 w 3596640"/>
              <a:gd name="connsiteY5" fmla="*/ 160020 h 1653540"/>
              <a:gd name="connsiteX6" fmla="*/ 3467100 w 3596640"/>
              <a:gd name="connsiteY6" fmla="*/ 1424940 h 1653540"/>
              <a:gd name="connsiteX7" fmla="*/ 2278380 w 3596640"/>
              <a:gd name="connsiteY7" fmla="*/ 1432560 h 1653540"/>
              <a:gd name="connsiteX8" fmla="*/ 2263140 w 3596640"/>
              <a:gd name="connsiteY8" fmla="*/ 1584960 h 1653540"/>
              <a:gd name="connsiteX9" fmla="*/ 3596640 w 3596640"/>
              <a:gd name="connsiteY9" fmla="*/ 1546860 h 1653540"/>
              <a:gd name="connsiteX10" fmla="*/ 3589020 w 3596640"/>
              <a:gd name="connsiteY10" fmla="*/ 0 h 1653540"/>
              <a:gd name="connsiteX11" fmla="*/ 0 w 3596640"/>
              <a:gd name="connsiteY11" fmla="*/ 91440 h 1653540"/>
              <a:gd name="connsiteX12" fmla="*/ 0 w 3596640"/>
              <a:gd name="connsiteY12" fmla="*/ 1653540 h 1653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596640" h="1653540">
                <a:moveTo>
                  <a:pt x="0" y="1653540"/>
                </a:moveTo>
                <a:lnTo>
                  <a:pt x="1463040" y="1592580"/>
                </a:lnTo>
                <a:lnTo>
                  <a:pt x="1463040" y="1417320"/>
                </a:lnTo>
                <a:lnTo>
                  <a:pt x="182880" y="1478280"/>
                </a:lnTo>
                <a:lnTo>
                  <a:pt x="160020" y="266700"/>
                </a:lnTo>
                <a:lnTo>
                  <a:pt x="3474720" y="160020"/>
                </a:lnTo>
                <a:lnTo>
                  <a:pt x="3467100" y="1424940"/>
                </a:lnTo>
                <a:lnTo>
                  <a:pt x="2278380" y="1432560"/>
                </a:lnTo>
                <a:lnTo>
                  <a:pt x="2263140" y="1584960"/>
                </a:lnTo>
                <a:lnTo>
                  <a:pt x="3596640" y="1546860"/>
                </a:lnTo>
                <a:lnTo>
                  <a:pt x="3589020" y="0"/>
                </a:lnTo>
                <a:lnTo>
                  <a:pt x="0" y="91440"/>
                </a:lnTo>
                <a:lnTo>
                  <a:pt x="0" y="1653540"/>
                </a:lnTo>
                <a:close/>
              </a:path>
            </a:pathLst>
          </a:cu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8" name="Freeform: Shape 97">
            <a:extLst>
              <a:ext uri="{FF2B5EF4-FFF2-40B4-BE49-F238E27FC236}">
                <a16:creationId xmlns:a16="http://schemas.microsoft.com/office/drawing/2014/main" id="{B7677D49-3006-198E-888D-9BD72A6F35A3}"/>
              </a:ext>
            </a:extLst>
          </p:cNvPr>
          <p:cNvSpPr/>
          <p:nvPr/>
        </p:nvSpPr>
        <p:spPr>
          <a:xfrm rot="16200000">
            <a:off x="5643693" y="4024151"/>
            <a:ext cx="1911127" cy="758668"/>
          </a:xfrm>
          <a:custGeom>
            <a:avLst/>
            <a:gdLst>
              <a:gd name="connsiteX0" fmla="*/ 2943225 w 3305175"/>
              <a:gd name="connsiteY0" fmla="*/ 4762 h 1312068"/>
              <a:gd name="connsiteX1" fmla="*/ 2964657 w 3305175"/>
              <a:gd name="connsiteY1" fmla="*/ 1040606 h 1312068"/>
              <a:gd name="connsiteX2" fmla="*/ 0 w 3305175"/>
              <a:gd name="connsiteY2" fmla="*/ 1133475 h 1312068"/>
              <a:gd name="connsiteX3" fmla="*/ 7144 w 3305175"/>
              <a:gd name="connsiteY3" fmla="*/ 1312068 h 1312068"/>
              <a:gd name="connsiteX4" fmla="*/ 1290638 w 3305175"/>
              <a:gd name="connsiteY4" fmla="*/ 1254918 h 1312068"/>
              <a:gd name="connsiteX5" fmla="*/ 1362075 w 3305175"/>
              <a:gd name="connsiteY5" fmla="*/ 1202531 h 1312068"/>
              <a:gd name="connsiteX6" fmla="*/ 1431132 w 3305175"/>
              <a:gd name="connsiteY6" fmla="*/ 1185862 h 1312068"/>
              <a:gd name="connsiteX7" fmla="*/ 1735932 w 3305175"/>
              <a:gd name="connsiteY7" fmla="*/ 1171575 h 1312068"/>
              <a:gd name="connsiteX8" fmla="*/ 1902619 w 3305175"/>
              <a:gd name="connsiteY8" fmla="*/ 1178718 h 1312068"/>
              <a:gd name="connsiteX9" fmla="*/ 2100263 w 3305175"/>
              <a:gd name="connsiteY9" fmla="*/ 1264443 h 1312068"/>
              <a:gd name="connsiteX10" fmla="*/ 3300413 w 3305175"/>
              <a:gd name="connsiteY10" fmla="*/ 1257300 h 1312068"/>
              <a:gd name="connsiteX11" fmla="*/ 3305175 w 3305175"/>
              <a:gd name="connsiteY11" fmla="*/ 0 h 1312068"/>
              <a:gd name="connsiteX12" fmla="*/ 2943225 w 3305175"/>
              <a:gd name="connsiteY12" fmla="*/ 4762 h 1312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305175" h="1312068">
                <a:moveTo>
                  <a:pt x="2943225" y="4762"/>
                </a:moveTo>
                <a:lnTo>
                  <a:pt x="2964657" y="1040606"/>
                </a:lnTo>
                <a:lnTo>
                  <a:pt x="0" y="1133475"/>
                </a:lnTo>
                <a:lnTo>
                  <a:pt x="7144" y="1312068"/>
                </a:lnTo>
                <a:lnTo>
                  <a:pt x="1290638" y="1254918"/>
                </a:lnTo>
                <a:lnTo>
                  <a:pt x="1362075" y="1202531"/>
                </a:lnTo>
                <a:lnTo>
                  <a:pt x="1431132" y="1185862"/>
                </a:lnTo>
                <a:lnTo>
                  <a:pt x="1735932" y="1171575"/>
                </a:lnTo>
                <a:lnTo>
                  <a:pt x="1902619" y="1178718"/>
                </a:lnTo>
                <a:lnTo>
                  <a:pt x="2100263" y="1264443"/>
                </a:lnTo>
                <a:lnTo>
                  <a:pt x="3300413" y="1257300"/>
                </a:lnTo>
                <a:cubicBezTo>
                  <a:pt x="3302000" y="838200"/>
                  <a:pt x="3303588" y="419100"/>
                  <a:pt x="3305175" y="0"/>
                </a:cubicBezTo>
                <a:lnTo>
                  <a:pt x="2943225" y="4762"/>
                </a:lnTo>
                <a:close/>
              </a:path>
            </a:pathLst>
          </a:cu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9" name="Freeform: Shape 98">
            <a:extLst>
              <a:ext uri="{FF2B5EF4-FFF2-40B4-BE49-F238E27FC236}">
                <a16:creationId xmlns:a16="http://schemas.microsoft.com/office/drawing/2014/main" id="{86695FCC-1999-9882-CE4C-688A3591A42B}"/>
              </a:ext>
            </a:extLst>
          </p:cNvPr>
          <p:cNvSpPr/>
          <p:nvPr/>
        </p:nvSpPr>
        <p:spPr>
          <a:xfrm rot="16200000">
            <a:off x="6730750" y="4307103"/>
            <a:ext cx="473651" cy="143197"/>
          </a:xfrm>
          <a:custGeom>
            <a:avLst/>
            <a:gdLst>
              <a:gd name="connsiteX0" fmla="*/ 802482 w 819150"/>
              <a:gd name="connsiteY0" fmla="*/ 242888 h 247650"/>
              <a:gd name="connsiteX1" fmla="*/ 588169 w 819150"/>
              <a:gd name="connsiteY1" fmla="*/ 116682 h 247650"/>
              <a:gd name="connsiteX2" fmla="*/ 452438 w 819150"/>
              <a:gd name="connsiteY2" fmla="*/ 95250 h 247650"/>
              <a:gd name="connsiteX3" fmla="*/ 192882 w 819150"/>
              <a:gd name="connsiteY3" fmla="*/ 92869 h 247650"/>
              <a:gd name="connsiteX4" fmla="*/ 76200 w 819150"/>
              <a:gd name="connsiteY4" fmla="*/ 140494 h 247650"/>
              <a:gd name="connsiteX5" fmla="*/ 11907 w 819150"/>
              <a:gd name="connsiteY5" fmla="*/ 247650 h 247650"/>
              <a:gd name="connsiteX6" fmla="*/ 0 w 819150"/>
              <a:gd name="connsiteY6" fmla="*/ 85725 h 247650"/>
              <a:gd name="connsiteX7" fmla="*/ 76200 w 819150"/>
              <a:gd name="connsiteY7" fmla="*/ 33338 h 247650"/>
              <a:gd name="connsiteX8" fmla="*/ 173832 w 819150"/>
              <a:gd name="connsiteY8" fmla="*/ 14288 h 247650"/>
              <a:gd name="connsiteX9" fmla="*/ 469107 w 819150"/>
              <a:gd name="connsiteY9" fmla="*/ 0 h 247650"/>
              <a:gd name="connsiteX10" fmla="*/ 616744 w 819150"/>
              <a:gd name="connsiteY10" fmla="*/ 14288 h 247650"/>
              <a:gd name="connsiteX11" fmla="*/ 819150 w 819150"/>
              <a:gd name="connsiteY11" fmla="*/ 95250 h 247650"/>
              <a:gd name="connsiteX12" fmla="*/ 802482 w 819150"/>
              <a:gd name="connsiteY12" fmla="*/ 242888 h 247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819150" h="247650">
                <a:moveTo>
                  <a:pt x="802482" y="242888"/>
                </a:moveTo>
                <a:lnTo>
                  <a:pt x="588169" y="116682"/>
                </a:lnTo>
                <a:lnTo>
                  <a:pt x="452438" y="95250"/>
                </a:lnTo>
                <a:lnTo>
                  <a:pt x="192882" y="92869"/>
                </a:lnTo>
                <a:lnTo>
                  <a:pt x="76200" y="140494"/>
                </a:lnTo>
                <a:lnTo>
                  <a:pt x="11907" y="247650"/>
                </a:lnTo>
                <a:lnTo>
                  <a:pt x="0" y="85725"/>
                </a:lnTo>
                <a:lnTo>
                  <a:pt x="76200" y="33338"/>
                </a:lnTo>
                <a:lnTo>
                  <a:pt x="173832" y="14288"/>
                </a:lnTo>
                <a:lnTo>
                  <a:pt x="469107" y="0"/>
                </a:lnTo>
                <a:lnTo>
                  <a:pt x="616744" y="14288"/>
                </a:lnTo>
                <a:lnTo>
                  <a:pt x="819150" y="95250"/>
                </a:lnTo>
                <a:lnTo>
                  <a:pt x="802482" y="242888"/>
                </a:lnTo>
                <a:close/>
              </a:path>
            </a:pathLst>
          </a:cu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100" name="Group 99">
            <a:extLst>
              <a:ext uri="{FF2B5EF4-FFF2-40B4-BE49-F238E27FC236}">
                <a16:creationId xmlns:a16="http://schemas.microsoft.com/office/drawing/2014/main" id="{14AC6808-8C9F-B0B1-AB96-76E6D8C7E01D}"/>
              </a:ext>
            </a:extLst>
          </p:cNvPr>
          <p:cNvGrpSpPr/>
          <p:nvPr/>
        </p:nvGrpSpPr>
        <p:grpSpPr>
          <a:xfrm rot="16200000">
            <a:off x="6374135" y="3859612"/>
            <a:ext cx="121167" cy="90875"/>
            <a:chOff x="6669881" y="4393406"/>
            <a:chExt cx="209550" cy="157163"/>
          </a:xfrm>
        </p:grpSpPr>
        <p:sp>
          <p:nvSpPr>
            <p:cNvPr id="148" name="Rectangle 147">
              <a:extLst>
                <a:ext uri="{FF2B5EF4-FFF2-40B4-BE49-F238E27FC236}">
                  <a16:creationId xmlns:a16="http://schemas.microsoft.com/office/drawing/2014/main" id="{025546E3-6BA8-545B-4520-1F7A5BF31B79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49" name="Freeform: Shape 148">
              <a:extLst>
                <a:ext uri="{FF2B5EF4-FFF2-40B4-BE49-F238E27FC236}">
                  <a16:creationId xmlns:a16="http://schemas.microsoft.com/office/drawing/2014/main" id="{81FC4C1D-2F64-8819-71CF-D89027CF7107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1" name="Group 100">
            <a:extLst>
              <a:ext uri="{FF2B5EF4-FFF2-40B4-BE49-F238E27FC236}">
                <a16:creationId xmlns:a16="http://schemas.microsoft.com/office/drawing/2014/main" id="{DA983A6D-8ECC-E567-0174-215004B7A470}"/>
              </a:ext>
            </a:extLst>
          </p:cNvPr>
          <p:cNvGrpSpPr/>
          <p:nvPr/>
        </p:nvGrpSpPr>
        <p:grpSpPr>
          <a:xfrm rot="16200000">
            <a:off x="6392034" y="4117092"/>
            <a:ext cx="121167" cy="90875"/>
            <a:chOff x="6669881" y="4393406"/>
            <a:chExt cx="209550" cy="157163"/>
          </a:xfrm>
        </p:grpSpPr>
        <p:sp>
          <p:nvSpPr>
            <p:cNvPr id="146" name="Rectangle 145">
              <a:extLst>
                <a:ext uri="{FF2B5EF4-FFF2-40B4-BE49-F238E27FC236}">
                  <a16:creationId xmlns:a16="http://schemas.microsoft.com/office/drawing/2014/main" id="{E5284288-F941-DAC6-494C-EE1FE10308C8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47" name="Freeform: Shape 146">
              <a:extLst>
                <a:ext uri="{FF2B5EF4-FFF2-40B4-BE49-F238E27FC236}">
                  <a16:creationId xmlns:a16="http://schemas.microsoft.com/office/drawing/2014/main" id="{002F30B8-4B66-56CE-6861-EF59B843830A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2" name="Group 101">
            <a:extLst>
              <a:ext uri="{FF2B5EF4-FFF2-40B4-BE49-F238E27FC236}">
                <a16:creationId xmlns:a16="http://schemas.microsoft.com/office/drawing/2014/main" id="{7BBDC79A-FA39-F48C-5309-A08026B9B62B}"/>
              </a:ext>
            </a:extLst>
          </p:cNvPr>
          <p:cNvGrpSpPr/>
          <p:nvPr/>
        </p:nvGrpSpPr>
        <p:grpSpPr>
          <a:xfrm rot="16200000">
            <a:off x="6409934" y="4374571"/>
            <a:ext cx="121167" cy="90875"/>
            <a:chOff x="6669881" y="4393406"/>
            <a:chExt cx="209550" cy="157163"/>
          </a:xfrm>
        </p:grpSpPr>
        <p:sp>
          <p:nvSpPr>
            <p:cNvPr id="144" name="Rectangle 143">
              <a:extLst>
                <a:ext uri="{FF2B5EF4-FFF2-40B4-BE49-F238E27FC236}">
                  <a16:creationId xmlns:a16="http://schemas.microsoft.com/office/drawing/2014/main" id="{A815A991-F135-3424-5CA4-B26109D25A7E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45" name="Freeform: Shape 144">
              <a:extLst>
                <a:ext uri="{FF2B5EF4-FFF2-40B4-BE49-F238E27FC236}">
                  <a16:creationId xmlns:a16="http://schemas.microsoft.com/office/drawing/2014/main" id="{5A5063A0-83ED-DC20-B3D1-84EA64BFD9CB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3" name="Group 102">
            <a:extLst>
              <a:ext uri="{FF2B5EF4-FFF2-40B4-BE49-F238E27FC236}">
                <a16:creationId xmlns:a16="http://schemas.microsoft.com/office/drawing/2014/main" id="{22E9EAD1-CCD0-62D9-7766-675D1443AFE9}"/>
              </a:ext>
            </a:extLst>
          </p:cNvPr>
          <p:cNvGrpSpPr/>
          <p:nvPr/>
        </p:nvGrpSpPr>
        <p:grpSpPr>
          <a:xfrm rot="16200000">
            <a:off x="6416818" y="4664408"/>
            <a:ext cx="121167" cy="90875"/>
            <a:chOff x="6669881" y="4393406"/>
            <a:chExt cx="209550" cy="157163"/>
          </a:xfrm>
        </p:grpSpPr>
        <p:sp>
          <p:nvSpPr>
            <p:cNvPr id="142" name="Rectangle 141">
              <a:extLst>
                <a:ext uri="{FF2B5EF4-FFF2-40B4-BE49-F238E27FC236}">
                  <a16:creationId xmlns:a16="http://schemas.microsoft.com/office/drawing/2014/main" id="{DC17014D-BDA0-5785-8700-C0D4DC5FAE2E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43" name="Freeform: Shape 142">
              <a:extLst>
                <a:ext uri="{FF2B5EF4-FFF2-40B4-BE49-F238E27FC236}">
                  <a16:creationId xmlns:a16="http://schemas.microsoft.com/office/drawing/2014/main" id="{AD9D9C67-5AE8-C465-A523-A6B7EF33EE03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28C69C6D-1685-80EE-29CA-A04F6BD2F9A6}"/>
              </a:ext>
            </a:extLst>
          </p:cNvPr>
          <p:cNvGrpSpPr/>
          <p:nvPr/>
        </p:nvGrpSpPr>
        <p:grpSpPr>
          <a:xfrm rot="16200000">
            <a:off x="6428222" y="4957132"/>
            <a:ext cx="121167" cy="90875"/>
            <a:chOff x="6669881" y="4393406"/>
            <a:chExt cx="209550" cy="157163"/>
          </a:xfrm>
        </p:grpSpPr>
        <p:sp>
          <p:nvSpPr>
            <p:cNvPr id="140" name="Rectangle 139">
              <a:extLst>
                <a:ext uri="{FF2B5EF4-FFF2-40B4-BE49-F238E27FC236}">
                  <a16:creationId xmlns:a16="http://schemas.microsoft.com/office/drawing/2014/main" id="{92BE3B22-05B5-A075-4F18-4D349EBC25D5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41" name="Freeform: Shape 140">
              <a:extLst>
                <a:ext uri="{FF2B5EF4-FFF2-40B4-BE49-F238E27FC236}">
                  <a16:creationId xmlns:a16="http://schemas.microsoft.com/office/drawing/2014/main" id="{A217D4F8-8A35-72C1-722F-2C7B2619A116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5" name="Group 104">
            <a:extLst>
              <a:ext uri="{FF2B5EF4-FFF2-40B4-BE49-F238E27FC236}">
                <a16:creationId xmlns:a16="http://schemas.microsoft.com/office/drawing/2014/main" id="{BE13F277-0DD9-D380-237D-69D731F29F9C}"/>
              </a:ext>
            </a:extLst>
          </p:cNvPr>
          <p:cNvGrpSpPr/>
          <p:nvPr/>
        </p:nvGrpSpPr>
        <p:grpSpPr>
          <a:xfrm rot="16200000">
            <a:off x="6663670" y="4964017"/>
            <a:ext cx="121167" cy="90875"/>
            <a:chOff x="6669881" y="4393406"/>
            <a:chExt cx="209550" cy="157163"/>
          </a:xfrm>
        </p:grpSpPr>
        <p:sp>
          <p:nvSpPr>
            <p:cNvPr id="138" name="Rectangle 137">
              <a:extLst>
                <a:ext uri="{FF2B5EF4-FFF2-40B4-BE49-F238E27FC236}">
                  <a16:creationId xmlns:a16="http://schemas.microsoft.com/office/drawing/2014/main" id="{B8BD534B-438D-4457-66D4-244ECAF2C6A9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9" name="Freeform: Shape 138">
              <a:extLst>
                <a:ext uri="{FF2B5EF4-FFF2-40B4-BE49-F238E27FC236}">
                  <a16:creationId xmlns:a16="http://schemas.microsoft.com/office/drawing/2014/main" id="{63FC059B-3D74-8AC8-A2AD-12B45D12E8C3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E2DC5123-287C-1A72-A075-F5BA02409598}"/>
              </a:ext>
            </a:extLst>
          </p:cNvPr>
          <p:cNvGrpSpPr/>
          <p:nvPr/>
        </p:nvGrpSpPr>
        <p:grpSpPr>
          <a:xfrm rot="16200000">
            <a:off x="6655408" y="4665786"/>
            <a:ext cx="121167" cy="90875"/>
            <a:chOff x="6669881" y="4393406"/>
            <a:chExt cx="209550" cy="157163"/>
          </a:xfrm>
        </p:grpSpPr>
        <p:sp>
          <p:nvSpPr>
            <p:cNvPr id="136" name="Rectangle 135">
              <a:extLst>
                <a:ext uri="{FF2B5EF4-FFF2-40B4-BE49-F238E27FC236}">
                  <a16:creationId xmlns:a16="http://schemas.microsoft.com/office/drawing/2014/main" id="{C4EA079F-DFC3-E7DA-2B87-1AB575D5D31F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7" name="Freeform: Shape 136">
              <a:extLst>
                <a:ext uri="{FF2B5EF4-FFF2-40B4-BE49-F238E27FC236}">
                  <a16:creationId xmlns:a16="http://schemas.microsoft.com/office/drawing/2014/main" id="{3DC05748-4055-0591-95F4-9BE80C143DDD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88A59CBB-FED5-9E74-CC90-E99A6D2A03C6}"/>
              </a:ext>
            </a:extLst>
          </p:cNvPr>
          <p:cNvGrpSpPr/>
          <p:nvPr/>
        </p:nvGrpSpPr>
        <p:grpSpPr>
          <a:xfrm rot="16200000">
            <a:off x="6651667" y="4370442"/>
            <a:ext cx="121167" cy="90875"/>
            <a:chOff x="6669881" y="4393406"/>
            <a:chExt cx="209550" cy="157163"/>
          </a:xfrm>
        </p:grpSpPr>
        <p:sp>
          <p:nvSpPr>
            <p:cNvPr id="134" name="Rectangle 133">
              <a:extLst>
                <a:ext uri="{FF2B5EF4-FFF2-40B4-BE49-F238E27FC236}">
                  <a16:creationId xmlns:a16="http://schemas.microsoft.com/office/drawing/2014/main" id="{D5EEF75D-7530-CF71-DDBC-4EA81B666829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5" name="Freeform: Shape 134">
              <a:extLst>
                <a:ext uri="{FF2B5EF4-FFF2-40B4-BE49-F238E27FC236}">
                  <a16:creationId xmlns:a16="http://schemas.microsoft.com/office/drawing/2014/main" id="{F61D7D61-20C6-EA61-964A-EB267E5BC61F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8" name="Group 107">
            <a:extLst>
              <a:ext uri="{FF2B5EF4-FFF2-40B4-BE49-F238E27FC236}">
                <a16:creationId xmlns:a16="http://schemas.microsoft.com/office/drawing/2014/main" id="{2A3554B0-C93D-F9F2-BF09-3F7C8E8A9D9C}"/>
              </a:ext>
            </a:extLst>
          </p:cNvPr>
          <p:cNvGrpSpPr/>
          <p:nvPr/>
        </p:nvGrpSpPr>
        <p:grpSpPr>
          <a:xfrm rot="16200000">
            <a:off x="6654990" y="4099194"/>
            <a:ext cx="121167" cy="90875"/>
            <a:chOff x="6669881" y="4393406"/>
            <a:chExt cx="209550" cy="157163"/>
          </a:xfrm>
        </p:grpSpPr>
        <p:sp>
          <p:nvSpPr>
            <p:cNvPr id="132" name="Rectangle 131">
              <a:extLst>
                <a:ext uri="{FF2B5EF4-FFF2-40B4-BE49-F238E27FC236}">
                  <a16:creationId xmlns:a16="http://schemas.microsoft.com/office/drawing/2014/main" id="{E02C018F-1F22-8A96-850E-6E48AA07957F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3" name="Freeform: Shape 132">
              <a:extLst>
                <a:ext uri="{FF2B5EF4-FFF2-40B4-BE49-F238E27FC236}">
                  <a16:creationId xmlns:a16="http://schemas.microsoft.com/office/drawing/2014/main" id="{844434BF-2051-00DC-A155-CC98B6FEEFB1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9" name="Group 108">
            <a:extLst>
              <a:ext uri="{FF2B5EF4-FFF2-40B4-BE49-F238E27FC236}">
                <a16:creationId xmlns:a16="http://schemas.microsoft.com/office/drawing/2014/main" id="{EF6A464B-443A-8942-5492-8331F4095019}"/>
              </a:ext>
            </a:extLst>
          </p:cNvPr>
          <p:cNvGrpSpPr/>
          <p:nvPr/>
        </p:nvGrpSpPr>
        <p:grpSpPr>
          <a:xfrm rot="16200000">
            <a:off x="6648913" y="3843094"/>
            <a:ext cx="121167" cy="90875"/>
            <a:chOff x="6669881" y="4393406"/>
            <a:chExt cx="209550" cy="157163"/>
          </a:xfrm>
        </p:grpSpPr>
        <p:sp>
          <p:nvSpPr>
            <p:cNvPr id="130" name="Rectangle 129">
              <a:extLst>
                <a:ext uri="{FF2B5EF4-FFF2-40B4-BE49-F238E27FC236}">
                  <a16:creationId xmlns:a16="http://schemas.microsoft.com/office/drawing/2014/main" id="{322C2B72-3F0A-A5D1-02FF-402FB43EF594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1" name="Freeform: Shape 130">
              <a:extLst>
                <a:ext uri="{FF2B5EF4-FFF2-40B4-BE49-F238E27FC236}">
                  <a16:creationId xmlns:a16="http://schemas.microsoft.com/office/drawing/2014/main" id="{9471D77C-9F1D-E27C-3E75-27096940090A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sp>
        <p:nvSpPr>
          <p:cNvPr id="111" name="TextBox 110">
            <a:extLst>
              <a:ext uri="{FF2B5EF4-FFF2-40B4-BE49-F238E27FC236}">
                <a16:creationId xmlns:a16="http://schemas.microsoft.com/office/drawing/2014/main" id="{176FD64F-EDAC-C3CE-11A8-7D9564CA4413}"/>
              </a:ext>
            </a:extLst>
          </p:cNvPr>
          <p:cNvSpPr txBox="1"/>
          <p:nvPr/>
        </p:nvSpPr>
        <p:spPr>
          <a:xfrm>
            <a:off x="7189421" y="4831228"/>
            <a:ext cx="46038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GND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18579918-E093-6790-1978-8B8A3D019D47}"/>
              </a:ext>
            </a:extLst>
          </p:cNvPr>
          <p:cNvSpPr txBox="1"/>
          <p:nvPr/>
        </p:nvSpPr>
        <p:spPr>
          <a:xfrm>
            <a:off x="5183730" y="3690889"/>
            <a:ext cx="43954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3.3V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cxnSp>
        <p:nvCxnSpPr>
          <p:cNvPr id="114" name="Straight Connector 113">
            <a:extLst>
              <a:ext uri="{FF2B5EF4-FFF2-40B4-BE49-F238E27FC236}">
                <a16:creationId xmlns:a16="http://schemas.microsoft.com/office/drawing/2014/main" id="{C958B20C-A8EA-CDF6-5482-9243B782E538}"/>
              </a:ext>
            </a:extLst>
          </p:cNvPr>
          <p:cNvCxnSpPr>
            <a:cxnSpLocks/>
          </p:cNvCxnSpPr>
          <p:nvPr/>
        </p:nvCxnSpPr>
        <p:spPr>
          <a:xfrm rot="16200000">
            <a:off x="5870388" y="4585169"/>
            <a:ext cx="0" cy="893411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TextBox 114">
            <a:extLst>
              <a:ext uri="{FF2B5EF4-FFF2-40B4-BE49-F238E27FC236}">
                <a16:creationId xmlns:a16="http://schemas.microsoft.com/office/drawing/2014/main" id="{5CB426D0-9EE7-94FC-AB30-D6C69A57E20E}"/>
              </a:ext>
            </a:extLst>
          </p:cNvPr>
          <p:cNvSpPr txBox="1"/>
          <p:nvPr/>
        </p:nvSpPr>
        <p:spPr>
          <a:xfrm>
            <a:off x="5179544" y="4842093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pin0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73FE5226-472C-1276-BF90-6EA44855C596}"/>
              </a:ext>
            </a:extLst>
          </p:cNvPr>
          <p:cNvSpPr txBox="1"/>
          <p:nvPr/>
        </p:nvSpPr>
        <p:spPr>
          <a:xfrm>
            <a:off x="5179544" y="4494051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pin2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7EE26CED-33D0-9F5F-7DD4-60FC59004A09}"/>
              </a:ext>
            </a:extLst>
          </p:cNvPr>
          <p:cNvSpPr txBox="1"/>
          <p:nvPr/>
        </p:nvSpPr>
        <p:spPr>
          <a:xfrm>
            <a:off x="5179544" y="4233996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pin4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DA373891-F936-01AF-429D-82874D0B6B92}"/>
              </a:ext>
            </a:extLst>
          </p:cNvPr>
          <p:cNvSpPr txBox="1"/>
          <p:nvPr/>
        </p:nvSpPr>
        <p:spPr>
          <a:xfrm>
            <a:off x="5179543" y="3973150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pin6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400F3954-ED03-4035-F248-265EEE8E8369}"/>
              </a:ext>
            </a:extLst>
          </p:cNvPr>
          <p:cNvSpPr txBox="1"/>
          <p:nvPr/>
        </p:nvSpPr>
        <p:spPr>
          <a:xfrm>
            <a:off x="7219646" y="4540109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pin1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9B6AE357-070F-9B6A-F20E-7EE32B250935}"/>
              </a:ext>
            </a:extLst>
          </p:cNvPr>
          <p:cNvSpPr txBox="1"/>
          <p:nvPr/>
        </p:nvSpPr>
        <p:spPr>
          <a:xfrm>
            <a:off x="7218474" y="4241711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pin3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866C824F-4A83-82DC-71E8-FA831265C314}"/>
              </a:ext>
            </a:extLst>
          </p:cNvPr>
          <p:cNvSpPr txBox="1"/>
          <p:nvPr/>
        </p:nvSpPr>
        <p:spPr>
          <a:xfrm>
            <a:off x="7219062" y="3962749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pin5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43809E85-BE3F-B96F-BDB8-A1E74F15C423}"/>
              </a:ext>
            </a:extLst>
          </p:cNvPr>
          <p:cNvSpPr txBox="1"/>
          <p:nvPr/>
        </p:nvSpPr>
        <p:spPr>
          <a:xfrm>
            <a:off x="7218475" y="3700725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pin7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50" name="Freeform: Shape 149">
            <a:extLst>
              <a:ext uri="{FF2B5EF4-FFF2-40B4-BE49-F238E27FC236}">
                <a16:creationId xmlns:a16="http://schemas.microsoft.com/office/drawing/2014/main" id="{BB76AF6F-8622-7CC2-5F7D-473A98831AE1}"/>
              </a:ext>
            </a:extLst>
          </p:cNvPr>
          <p:cNvSpPr/>
          <p:nvPr/>
        </p:nvSpPr>
        <p:spPr>
          <a:xfrm>
            <a:off x="5000625" y="2609850"/>
            <a:ext cx="5043488" cy="2424113"/>
          </a:xfrm>
          <a:custGeom>
            <a:avLst/>
            <a:gdLst>
              <a:gd name="csX0" fmla="*/ 1304925 w 5043488"/>
              <a:gd name="csY0" fmla="*/ 2424113 h 2424113"/>
              <a:gd name="csX1" fmla="*/ 0 w 5043488"/>
              <a:gd name="csY1" fmla="*/ 2424113 h 2424113"/>
              <a:gd name="csX2" fmla="*/ 0 w 5043488"/>
              <a:gd name="csY2" fmla="*/ 0 h 2424113"/>
              <a:gd name="csX3" fmla="*/ 5043488 w 5043488"/>
              <a:gd name="csY3" fmla="*/ 0 h 2424113"/>
              <a:gd name="csX4" fmla="*/ 5043488 w 5043488"/>
              <a:gd name="csY4" fmla="*/ 1290638 h 24241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5043488" h="2424113">
                <a:moveTo>
                  <a:pt x="1304925" y="2424113"/>
                </a:moveTo>
                <a:lnTo>
                  <a:pt x="0" y="2424113"/>
                </a:lnTo>
                <a:lnTo>
                  <a:pt x="0" y="0"/>
                </a:lnTo>
                <a:lnTo>
                  <a:pt x="5043488" y="0"/>
                </a:lnTo>
                <a:lnTo>
                  <a:pt x="5043488" y="1290638"/>
                </a:lnTo>
              </a:path>
            </a:pathLst>
          </a:cu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1" name="Freeform: Shape 150">
            <a:extLst>
              <a:ext uri="{FF2B5EF4-FFF2-40B4-BE49-F238E27FC236}">
                <a16:creationId xmlns:a16="http://schemas.microsoft.com/office/drawing/2014/main" id="{89BEA999-132F-9C9B-05B7-886CEE415A59}"/>
              </a:ext>
            </a:extLst>
          </p:cNvPr>
          <p:cNvSpPr/>
          <p:nvPr/>
        </p:nvSpPr>
        <p:spPr>
          <a:xfrm>
            <a:off x="6829425" y="2671763"/>
            <a:ext cx="3139382" cy="2057400"/>
          </a:xfrm>
          <a:custGeom>
            <a:avLst/>
            <a:gdLst>
              <a:gd name="csX0" fmla="*/ 0 w 3109913"/>
              <a:gd name="csY0" fmla="*/ 2057400 h 2057400"/>
              <a:gd name="csX1" fmla="*/ 1090613 w 3109913"/>
              <a:gd name="csY1" fmla="*/ 2057400 h 2057400"/>
              <a:gd name="csX2" fmla="*/ 1090613 w 3109913"/>
              <a:gd name="csY2" fmla="*/ 0 h 2057400"/>
              <a:gd name="csX3" fmla="*/ 3109913 w 3109913"/>
              <a:gd name="csY3" fmla="*/ 0 h 2057400"/>
              <a:gd name="csX4" fmla="*/ 3109913 w 3109913"/>
              <a:gd name="csY4" fmla="*/ 1228725 h 20574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3109913" h="2057400">
                <a:moveTo>
                  <a:pt x="0" y="2057400"/>
                </a:moveTo>
                <a:lnTo>
                  <a:pt x="1090613" y="2057400"/>
                </a:lnTo>
                <a:lnTo>
                  <a:pt x="1090613" y="0"/>
                </a:lnTo>
                <a:lnTo>
                  <a:pt x="3109913" y="0"/>
                </a:lnTo>
                <a:lnTo>
                  <a:pt x="3109913" y="1228725"/>
                </a:lnTo>
              </a:path>
            </a:pathLst>
          </a:custGeom>
          <a:noFill/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2" name="Freeform: Shape 151">
            <a:extLst>
              <a:ext uri="{FF2B5EF4-FFF2-40B4-BE49-F238E27FC236}">
                <a16:creationId xmlns:a16="http://schemas.microsoft.com/office/drawing/2014/main" id="{0A26278C-FC3A-FC60-6F23-1B29500541C8}"/>
              </a:ext>
            </a:extLst>
          </p:cNvPr>
          <p:cNvSpPr/>
          <p:nvPr/>
        </p:nvSpPr>
        <p:spPr>
          <a:xfrm>
            <a:off x="5110163" y="2776538"/>
            <a:ext cx="4757737" cy="1947862"/>
          </a:xfrm>
          <a:custGeom>
            <a:avLst/>
            <a:gdLst>
              <a:gd name="csX0" fmla="*/ 1362075 w 4757737"/>
              <a:gd name="csY0" fmla="*/ 1947862 h 1947862"/>
              <a:gd name="csX1" fmla="*/ 0 w 4757737"/>
              <a:gd name="csY1" fmla="*/ 1947862 h 1947862"/>
              <a:gd name="csX2" fmla="*/ 0 w 4757737"/>
              <a:gd name="csY2" fmla="*/ 0 h 1947862"/>
              <a:gd name="csX3" fmla="*/ 4757737 w 4757737"/>
              <a:gd name="csY3" fmla="*/ 0 h 1947862"/>
              <a:gd name="csX4" fmla="*/ 4757737 w 4757737"/>
              <a:gd name="csY4" fmla="*/ 1138237 h 19478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757737" h="1947862">
                <a:moveTo>
                  <a:pt x="1362075" y="1947862"/>
                </a:moveTo>
                <a:lnTo>
                  <a:pt x="0" y="1947862"/>
                </a:lnTo>
                <a:lnTo>
                  <a:pt x="0" y="0"/>
                </a:lnTo>
                <a:lnTo>
                  <a:pt x="4757737" y="0"/>
                </a:lnTo>
                <a:lnTo>
                  <a:pt x="4757737" y="1138237"/>
                </a:lnTo>
              </a:path>
            </a:pathLst>
          </a:custGeom>
          <a:noFill/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3" name="Freeform: Shape 152">
            <a:extLst>
              <a:ext uri="{FF2B5EF4-FFF2-40B4-BE49-F238E27FC236}">
                <a16:creationId xmlns:a16="http://schemas.microsoft.com/office/drawing/2014/main" id="{62743A05-CF50-1DAC-20C3-1FB8E0EB5098}"/>
              </a:ext>
            </a:extLst>
          </p:cNvPr>
          <p:cNvSpPr/>
          <p:nvPr/>
        </p:nvSpPr>
        <p:spPr>
          <a:xfrm>
            <a:off x="6810374" y="2862263"/>
            <a:ext cx="2955547" cy="1581150"/>
          </a:xfrm>
          <a:custGeom>
            <a:avLst/>
            <a:gdLst>
              <a:gd name="csX0" fmla="*/ 0 w 2857500"/>
              <a:gd name="csY0" fmla="*/ 1581150 h 1581150"/>
              <a:gd name="csX1" fmla="*/ 1209675 w 2857500"/>
              <a:gd name="csY1" fmla="*/ 1581150 h 1581150"/>
              <a:gd name="csX2" fmla="*/ 1209675 w 2857500"/>
              <a:gd name="csY2" fmla="*/ 0 h 1581150"/>
              <a:gd name="csX3" fmla="*/ 2857500 w 2857500"/>
              <a:gd name="csY3" fmla="*/ 0 h 1581150"/>
              <a:gd name="csX4" fmla="*/ 2857500 w 2857500"/>
              <a:gd name="csY4" fmla="*/ 1066800 h 1581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857500" h="1581150">
                <a:moveTo>
                  <a:pt x="0" y="1581150"/>
                </a:moveTo>
                <a:lnTo>
                  <a:pt x="1209675" y="1581150"/>
                </a:lnTo>
                <a:lnTo>
                  <a:pt x="1209675" y="0"/>
                </a:lnTo>
                <a:lnTo>
                  <a:pt x="2857500" y="0"/>
                </a:lnTo>
                <a:lnTo>
                  <a:pt x="2857500" y="1066800"/>
                </a:lnTo>
              </a:path>
            </a:pathLst>
          </a:custGeom>
          <a:noFill/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C24340AB-FCD9-2F8A-F412-FF098EF3E059}"/>
              </a:ext>
            </a:extLst>
          </p:cNvPr>
          <p:cNvSpPr/>
          <p:nvPr/>
        </p:nvSpPr>
        <p:spPr>
          <a:xfrm>
            <a:off x="5223294" y="2932981"/>
            <a:ext cx="4455544" cy="1500996"/>
          </a:xfrm>
          <a:custGeom>
            <a:avLst/>
            <a:gdLst>
              <a:gd name="csX0" fmla="*/ 1199072 w 4455544"/>
              <a:gd name="csY0" fmla="*/ 1500996 h 1500996"/>
              <a:gd name="csX1" fmla="*/ 0 w 4455544"/>
              <a:gd name="csY1" fmla="*/ 1500996 h 1500996"/>
              <a:gd name="csX2" fmla="*/ 0 w 4455544"/>
              <a:gd name="csY2" fmla="*/ 0 h 1500996"/>
              <a:gd name="csX3" fmla="*/ 4455544 w 4455544"/>
              <a:gd name="csY3" fmla="*/ 0 h 1500996"/>
              <a:gd name="csX4" fmla="*/ 4455544 w 4455544"/>
              <a:gd name="csY4" fmla="*/ 979098 h 150099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455544" h="1500996">
                <a:moveTo>
                  <a:pt x="1199072" y="1500996"/>
                </a:moveTo>
                <a:lnTo>
                  <a:pt x="0" y="1500996"/>
                </a:lnTo>
                <a:lnTo>
                  <a:pt x="0" y="0"/>
                </a:lnTo>
                <a:lnTo>
                  <a:pt x="4455544" y="0"/>
                </a:lnTo>
                <a:lnTo>
                  <a:pt x="4455544" y="979098"/>
                </a:lnTo>
              </a:path>
            </a:pathLst>
          </a:custGeom>
          <a:noFill/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AF6F2A3-AA52-1E70-F2F8-66871FD69BB3}"/>
              </a:ext>
            </a:extLst>
          </p:cNvPr>
          <p:cNvSpPr/>
          <p:nvPr/>
        </p:nvSpPr>
        <p:spPr>
          <a:xfrm>
            <a:off x="6788989" y="3023558"/>
            <a:ext cx="2794958" cy="1143000"/>
          </a:xfrm>
          <a:custGeom>
            <a:avLst/>
            <a:gdLst>
              <a:gd name="csX0" fmla="*/ 0 w 2794958"/>
              <a:gd name="csY0" fmla="*/ 1143000 h 1143000"/>
              <a:gd name="csX1" fmla="*/ 1039483 w 2794958"/>
              <a:gd name="csY1" fmla="*/ 1143000 h 1143000"/>
              <a:gd name="csX2" fmla="*/ 1039483 w 2794958"/>
              <a:gd name="csY2" fmla="*/ 0 h 1143000"/>
              <a:gd name="csX3" fmla="*/ 2794958 w 2794958"/>
              <a:gd name="csY3" fmla="*/ 0 h 1143000"/>
              <a:gd name="csX4" fmla="*/ 2794958 w 2794958"/>
              <a:gd name="csY4" fmla="*/ 875582 h 1143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794958" h="1143000">
                <a:moveTo>
                  <a:pt x="0" y="1143000"/>
                </a:moveTo>
                <a:lnTo>
                  <a:pt x="1039483" y="1143000"/>
                </a:lnTo>
                <a:lnTo>
                  <a:pt x="1039483" y="0"/>
                </a:lnTo>
                <a:lnTo>
                  <a:pt x="2794958" y="0"/>
                </a:lnTo>
                <a:lnTo>
                  <a:pt x="2794958" y="875582"/>
                </a:lnTo>
              </a:path>
            </a:pathLst>
          </a:cu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7B5B0CA3-387E-EA1B-F2F7-A8367C787400}"/>
              </a:ext>
            </a:extLst>
          </p:cNvPr>
          <p:cNvSpPr/>
          <p:nvPr/>
        </p:nvSpPr>
        <p:spPr>
          <a:xfrm>
            <a:off x="5633049" y="3122762"/>
            <a:ext cx="3847381" cy="1061049"/>
          </a:xfrm>
          <a:custGeom>
            <a:avLst/>
            <a:gdLst>
              <a:gd name="csX0" fmla="*/ 741872 w 3847381"/>
              <a:gd name="csY0" fmla="*/ 1061049 h 1061049"/>
              <a:gd name="csX1" fmla="*/ 0 w 3847381"/>
              <a:gd name="csY1" fmla="*/ 1061049 h 1061049"/>
              <a:gd name="csX2" fmla="*/ 0 w 3847381"/>
              <a:gd name="csY2" fmla="*/ 0 h 1061049"/>
              <a:gd name="csX3" fmla="*/ 3847381 w 3847381"/>
              <a:gd name="csY3" fmla="*/ 0 h 1061049"/>
              <a:gd name="csX4" fmla="*/ 3847381 w 3847381"/>
              <a:gd name="csY4" fmla="*/ 793630 h 106104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3847381" h="1061049">
                <a:moveTo>
                  <a:pt x="741872" y="1061049"/>
                </a:moveTo>
                <a:lnTo>
                  <a:pt x="0" y="1061049"/>
                </a:lnTo>
                <a:lnTo>
                  <a:pt x="0" y="0"/>
                </a:lnTo>
                <a:lnTo>
                  <a:pt x="3847381" y="0"/>
                </a:lnTo>
                <a:lnTo>
                  <a:pt x="3847381" y="793630"/>
                </a:lnTo>
              </a:path>
            </a:pathLst>
          </a:custGeom>
          <a:noFill/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6" name="Freeform: Shape 155">
            <a:extLst>
              <a:ext uri="{FF2B5EF4-FFF2-40B4-BE49-F238E27FC236}">
                <a16:creationId xmlns:a16="http://schemas.microsoft.com/office/drawing/2014/main" id="{C7A63C73-0B56-FE22-8641-E47A3C4C63B4}"/>
              </a:ext>
            </a:extLst>
          </p:cNvPr>
          <p:cNvSpPr/>
          <p:nvPr/>
        </p:nvSpPr>
        <p:spPr>
          <a:xfrm>
            <a:off x="6797615" y="3213340"/>
            <a:ext cx="2587925" cy="698739"/>
          </a:xfrm>
          <a:custGeom>
            <a:avLst/>
            <a:gdLst>
              <a:gd name="csX0" fmla="*/ 0 w 2587925"/>
              <a:gd name="csY0" fmla="*/ 690113 h 698739"/>
              <a:gd name="csX1" fmla="*/ 953219 w 2587925"/>
              <a:gd name="csY1" fmla="*/ 690113 h 698739"/>
              <a:gd name="csX2" fmla="*/ 953219 w 2587925"/>
              <a:gd name="csY2" fmla="*/ 0 h 698739"/>
              <a:gd name="csX3" fmla="*/ 2587925 w 2587925"/>
              <a:gd name="csY3" fmla="*/ 0 h 698739"/>
              <a:gd name="csX4" fmla="*/ 2587925 w 2587925"/>
              <a:gd name="csY4" fmla="*/ 698739 h 69873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87925" h="698739">
                <a:moveTo>
                  <a:pt x="0" y="690113"/>
                </a:moveTo>
                <a:lnTo>
                  <a:pt x="953219" y="690113"/>
                </a:lnTo>
                <a:lnTo>
                  <a:pt x="953219" y="0"/>
                </a:lnTo>
                <a:lnTo>
                  <a:pt x="2587925" y="0"/>
                </a:lnTo>
                <a:lnTo>
                  <a:pt x="2587925" y="698739"/>
                </a:lnTo>
              </a:path>
            </a:pathLst>
          </a:custGeom>
          <a:noFill/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36729D84-32D0-85AC-A40E-B73154934408}"/>
              </a:ext>
            </a:extLst>
          </p:cNvPr>
          <p:cNvSpPr txBox="1"/>
          <p:nvPr/>
        </p:nvSpPr>
        <p:spPr>
          <a:xfrm>
            <a:off x="7728283" y="6158985"/>
            <a:ext cx="39837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dirty="0">
                <a:solidFill>
                  <a:schemeClr val="bg1"/>
                </a:solidFill>
                <a:latin typeface="Consolas" panose="020B0609020204030204" pitchFamily="49" charset="0"/>
              </a:rPr>
              <a:t>M(GPIOD_INDATA) &amp; 0xF = 0x0000</a:t>
            </a:r>
            <a:endParaRPr lang="LID4096" dirty="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330329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2D1B52-0075-064B-3F70-FF5C158AB1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F08019-0C41-3020-2CA2-00D2C800AB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dirty="0" err="1"/>
              <a:t>Keypad</a:t>
            </a:r>
            <a:r>
              <a:rPr lang="sv-SE" dirty="0"/>
              <a:t> – Problem!</a:t>
            </a:r>
            <a:endParaRPr lang="LID4096" dirty="0"/>
          </a:p>
        </p:txBody>
      </p:sp>
      <p:sp>
        <p:nvSpPr>
          <p:cNvPr id="155" name="Content Placeholder 154">
            <a:extLst>
              <a:ext uri="{FF2B5EF4-FFF2-40B4-BE49-F238E27FC236}">
                <a16:creationId xmlns:a16="http://schemas.microsoft.com/office/drawing/2014/main" id="{47822CD4-5BA6-FF6A-80B7-FECC688A44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LID4096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5E874D1-B5FA-277B-6DEC-299E3620AE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690688"/>
            <a:ext cx="4746017" cy="5167312"/>
          </a:xfrm>
          <a:prstGeom prst="rect">
            <a:avLst/>
          </a:prstGeom>
        </p:spPr>
      </p:pic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0DFD0C0F-E862-0D4E-4F19-C91A26CD646C}"/>
              </a:ext>
            </a:extLst>
          </p:cNvPr>
          <p:cNvSpPr/>
          <p:nvPr/>
        </p:nvSpPr>
        <p:spPr>
          <a:xfrm>
            <a:off x="8625019" y="3694696"/>
            <a:ext cx="2076275" cy="2122414"/>
          </a:xfrm>
          <a:prstGeom prst="roundRect">
            <a:avLst>
              <a:gd name="adj" fmla="val 10606"/>
            </a:avLst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425107B1-C875-0AD6-79D0-0161539A1FF2}"/>
              </a:ext>
            </a:extLst>
          </p:cNvPr>
          <p:cNvSpPr/>
          <p:nvPr/>
        </p:nvSpPr>
        <p:spPr>
          <a:xfrm>
            <a:off x="8864105" y="3958949"/>
            <a:ext cx="1371600" cy="1514213"/>
          </a:xfrm>
          <a:custGeom>
            <a:avLst/>
            <a:gdLst>
              <a:gd name="connsiteX0" fmla="*/ 541090 w 1371600"/>
              <a:gd name="connsiteY0" fmla="*/ 0 h 1514213"/>
              <a:gd name="connsiteX1" fmla="*/ 541090 w 1371600"/>
              <a:gd name="connsiteY1" fmla="*/ 130029 h 1514213"/>
              <a:gd name="connsiteX2" fmla="*/ 0 w 1371600"/>
              <a:gd name="connsiteY2" fmla="*/ 130029 h 1514213"/>
              <a:gd name="connsiteX3" fmla="*/ 0 w 1371600"/>
              <a:gd name="connsiteY3" fmla="*/ 1497435 h 1514213"/>
              <a:gd name="connsiteX4" fmla="*/ 1371600 w 1371600"/>
              <a:gd name="connsiteY4" fmla="*/ 1514213 h 15142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71600" h="1514213">
                <a:moveTo>
                  <a:pt x="541090" y="0"/>
                </a:moveTo>
                <a:lnTo>
                  <a:pt x="541090" y="130029"/>
                </a:lnTo>
                <a:lnTo>
                  <a:pt x="0" y="130029"/>
                </a:lnTo>
                <a:lnTo>
                  <a:pt x="0" y="1497435"/>
                </a:lnTo>
                <a:lnTo>
                  <a:pt x="1371600" y="1514213"/>
                </a:lnTo>
              </a:path>
            </a:pathLst>
          </a:custGeom>
          <a:noFill/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FAEABB92-4790-7F71-267B-C313B3E3C391}"/>
              </a:ext>
            </a:extLst>
          </p:cNvPr>
          <p:cNvSpPr/>
          <p:nvPr/>
        </p:nvSpPr>
        <p:spPr>
          <a:xfrm>
            <a:off x="8939606" y="3963143"/>
            <a:ext cx="1287710" cy="1170264"/>
          </a:xfrm>
          <a:custGeom>
            <a:avLst/>
            <a:gdLst>
              <a:gd name="connsiteX0" fmla="*/ 545284 w 1287710"/>
              <a:gd name="connsiteY0" fmla="*/ 0 h 1170264"/>
              <a:gd name="connsiteX1" fmla="*/ 541090 w 1287710"/>
              <a:gd name="connsiteY1" fmla="*/ 171975 h 1170264"/>
              <a:gd name="connsiteX2" fmla="*/ 0 w 1287710"/>
              <a:gd name="connsiteY2" fmla="*/ 176169 h 1170264"/>
              <a:gd name="connsiteX3" fmla="*/ 0 w 1287710"/>
              <a:gd name="connsiteY3" fmla="*/ 1166070 h 1170264"/>
              <a:gd name="connsiteX4" fmla="*/ 1287710 w 1287710"/>
              <a:gd name="connsiteY4" fmla="*/ 1170264 h 11702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87710" h="1170264">
                <a:moveTo>
                  <a:pt x="545284" y="0"/>
                </a:moveTo>
                <a:lnTo>
                  <a:pt x="541090" y="171975"/>
                </a:lnTo>
                <a:lnTo>
                  <a:pt x="0" y="176169"/>
                </a:lnTo>
                <a:lnTo>
                  <a:pt x="0" y="1166070"/>
                </a:lnTo>
                <a:lnTo>
                  <a:pt x="1287710" y="1170264"/>
                </a:lnTo>
              </a:path>
            </a:pathLst>
          </a:custGeom>
          <a:noFill/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FBEB78A2-5F29-EDAE-9441-7A696D194769}"/>
              </a:ext>
            </a:extLst>
          </p:cNvPr>
          <p:cNvSpPr/>
          <p:nvPr/>
        </p:nvSpPr>
        <p:spPr>
          <a:xfrm>
            <a:off x="9002523" y="3963143"/>
            <a:ext cx="1224793" cy="855677"/>
          </a:xfrm>
          <a:custGeom>
            <a:avLst/>
            <a:gdLst>
              <a:gd name="connsiteX0" fmla="*/ 587230 w 1224793"/>
              <a:gd name="connsiteY0" fmla="*/ 0 h 855677"/>
              <a:gd name="connsiteX1" fmla="*/ 591424 w 1224793"/>
              <a:gd name="connsiteY1" fmla="*/ 205531 h 855677"/>
              <a:gd name="connsiteX2" fmla="*/ 0 w 1224793"/>
              <a:gd name="connsiteY2" fmla="*/ 209725 h 855677"/>
              <a:gd name="connsiteX3" fmla="*/ 0 w 1224793"/>
              <a:gd name="connsiteY3" fmla="*/ 855677 h 855677"/>
              <a:gd name="connsiteX4" fmla="*/ 1224793 w 1224793"/>
              <a:gd name="connsiteY4" fmla="*/ 855677 h 8556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24793" h="855677">
                <a:moveTo>
                  <a:pt x="587230" y="0"/>
                </a:moveTo>
                <a:lnTo>
                  <a:pt x="591424" y="205531"/>
                </a:lnTo>
                <a:lnTo>
                  <a:pt x="0" y="209725"/>
                </a:lnTo>
                <a:lnTo>
                  <a:pt x="0" y="855677"/>
                </a:lnTo>
                <a:lnTo>
                  <a:pt x="1224793" y="855677"/>
                </a:lnTo>
              </a:path>
            </a:pathLst>
          </a:custGeom>
          <a:noFill/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89112BAF-8CF3-94B8-A755-AD14B1BE6828}"/>
              </a:ext>
            </a:extLst>
          </p:cNvPr>
          <p:cNvSpPr/>
          <p:nvPr/>
        </p:nvSpPr>
        <p:spPr>
          <a:xfrm>
            <a:off x="9073830" y="3963143"/>
            <a:ext cx="1145097" cy="545285"/>
          </a:xfrm>
          <a:custGeom>
            <a:avLst/>
            <a:gdLst>
              <a:gd name="connsiteX0" fmla="*/ 604007 w 1145097"/>
              <a:gd name="connsiteY0" fmla="*/ 0 h 545285"/>
              <a:gd name="connsiteX1" fmla="*/ 608201 w 1145097"/>
              <a:gd name="connsiteY1" fmla="*/ 239087 h 545285"/>
              <a:gd name="connsiteX2" fmla="*/ 0 w 1145097"/>
              <a:gd name="connsiteY2" fmla="*/ 239087 h 545285"/>
              <a:gd name="connsiteX3" fmla="*/ 0 w 1145097"/>
              <a:gd name="connsiteY3" fmla="*/ 536896 h 545285"/>
              <a:gd name="connsiteX4" fmla="*/ 1145097 w 1145097"/>
              <a:gd name="connsiteY4" fmla="*/ 545285 h 5452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45097" h="545285">
                <a:moveTo>
                  <a:pt x="604007" y="0"/>
                </a:moveTo>
                <a:lnTo>
                  <a:pt x="608201" y="239087"/>
                </a:lnTo>
                <a:lnTo>
                  <a:pt x="0" y="239087"/>
                </a:lnTo>
                <a:lnTo>
                  <a:pt x="0" y="536896"/>
                </a:lnTo>
                <a:lnTo>
                  <a:pt x="1145097" y="545285"/>
                </a:lnTo>
              </a:path>
            </a:pathLst>
          </a:custGeom>
          <a:noFill/>
          <a:ln>
            <a:solidFill>
              <a:schemeClr val="bg1"/>
            </a:solidFill>
          </a:ln>
          <a:effectLst>
            <a:glow rad="63500">
              <a:srgbClr val="FFFF00">
                <a:alpha val="4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6DCD8460-57CA-55C8-8FFF-800DC312035E}"/>
              </a:ext>
            </a:extLst>
          </p:cNvPr>
          <p:cNvSpPr/>
          <p:nvPr/>
        </p:nvSpPr>
        <p:spPr>
          <a:xfrm>
            <a:off x="9862395" y="3963143"/>
            <a:ext cx="29361" cy="1598103"/>
          </a:xfrm>
          <a:custGeom>
            <a:avLst/>
            <a:gdLst>
              <a:gd name="connsiteX0" fmla="*/ 0 w 29361"/>
              <a:gd name="connsiteY0" fmla="*/ 0 h 1598103"/>
              <a:gd name="connsiteX1" fmla="*/ 29361 w 29361"/>
              <a:gd name="connsiteY1" fmla="*/ 1598103 h 15981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9361" h="1598103">
                <a:moveTo>
                  <a:pt x="0" y="0"/>
                </a:moveTo>
                <a:lnTo>
                  <a:pt x="29361" y="1598103"/>
                </a:lnTo>
              </a:path>
            </a:pathLst>
          </a:custGeom>
          <a:noFill/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15590E3A-3462-6090-0588-664A76448047}"/>
              </a:ext>
            </a:extLst>
          </p:cNvPr>
          <p:cNvSpPr/>
          <p:nvPr/>
        </p:nvSpPr>
        <p:spPr>
          <a:xfrm>
            <a:off x="9765921" y="3950560"/>
            <a:ext cx="453006" cy="1564547"/>
          </a:xfrm>
          <a:custGeom>
            <a:avLst/>
            <a:gdLst>
              <a:gd name="connsiteX0" fmla="*/ 0 w 453006"/>
              <a:gd name="connsiteY0" fmla="*/ 0 h 1564547"/>
              <a:gd name="connsiteX1" fmla="*/ 0 w 453006"/>
              <a:gd name="connsiteY1" fmla="*/ 167780 h 1564547"/>
              <a:gd name="connsiteX2" fmla="*/ 427839 w 453006"/>
              <a:gd name="connsiteY2" fmla="*/ 306198 h 1564547"/>
              <a:gd name="connsiteX3" fmla="*/ 453006 w 453006"/>
              <a:gd name="connsiteY3" fmla="*/ 1564547 h 15645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53006" h="1564547">
                <a:moveTo>
                  <a:pt x="0" y="0"/>
                </a:moveTo>
                <a:lnTo>
                  <a:pt x="0" y="167780"/>
                </a:lnTo>
                <a:lnTo>
                  <a:pt x="427839" y="306198"/>
                </a:lnTo>
                <a:lnTo>
                  <a:pt x="453006" y="1564547"/>
                </a:lnTo>
              </a:path>
            </a:pathLst>
          </a:custGeom>
          <a:noFill/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E4246A23-5548-F9CB-B0DD-93A9C285E34B}"/>
              </a:ext>
            </a:extLst>
          </p:cNvPr>
          <p:cNvSpPr/>
          <p:nvPr/>
        </p:nvSpPr>
        <p:spPr>
          <a:xfrm>
            <a:off x="9577131" y="3955595"/>
            <a:ext cx="377928" cy="1505824"/>
          </a:xfrm>
          <a:custGeom>
            <a:avLst/>
            <a:gdLst>
              <a:gd name="connsiteX0" fmla="*/ 788566 w 788566"/>
              <a:gd name="connsiteY0" fmla="*/ 0 h 1505824"/>
              <a:gd name="connsiteX1" fmla="*/ 788566 w 788566"/>
              <a:gd name="connsiteY1" fmla="*/ 322976 h 1505824"/>
              <a:gd name="connsiteX2" fmla="*/ 4195 w 788566"/>
              <a:gd name="connsiteY2" fmla="*/ 322976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88566 w 788566"/>
              <a:gd name="connsiteY1" fmla="*/ 322976 h 1505824"/>
              <a:gd name="connsiteX2" fmla="*/ 4195 w 788566"/>
              <a:gd name="connsiteY2" fmla="*/ 222308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70865 w 788566"/>
              <a:gd name="connsiteY1" fmla="*/ 230698 h 1505824"/>
              <a:gd name="connsiteX2" fmla="*/ 4195 w 788566"/>
              <a:gd name="connsiteY2" fmla="*/ 222308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70865 w 788566"/>
              <a:gd name="connsiteY1" fmla="*/ 230698 h 1505824"/>
              <a:gd name="connsiteX2" fmla="*/ 13044 w 788566"/>
              <a:gd name="connsiteY2" fmla="*/ 289419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70865 w 788566"/>
              <a:gd name="connsiteY1" fmla="*/ 285226 h 1505824"/>
              <a:gd name="connsiteX2" fmla="*/ 13044 w 788566"/>
              <a:gd name="connsiteY2" fmla="*/ 289419 h 1505824"/>
              <a:gd name="connsiteX3" fmla="*/ 0 w 788566"/>
              <a:gd name="connsiteY3" fmla="*/ 1505824 h 1505824"/>
              <a:gd name="connsiteX0" fmla="*/ 788566 w 797417"/>
              <a:gd name="connsiteY0" fmla="*/ 0 h 1505824"/>
              <a:gd name="connsiteX1" fmla="*/ 797417 w 797417"/>
              <a:gd name="connsiteY1" fmla="*/ 285226 h 1505824"/>
              <a:gd name="connsiteX2" fmla="*/ 13044 w 797417"/>
              <a:gd name="connsiteY2" fmla="*/ 289419 h 1505824"/>
              <a:gd name="connsiteX3" fmla="*/ 0 w 797417"/>
              <a:gd name="connsiteY3" fmla="*/ 1505824 h 1505824"/>
              <a:gd name="connsiteX0" fmla="*/ 788566 w 797417"/>
              <a:gd name="connsiteY0" fmla="*/ 0 h 1505824"/>
              <a:gd name="connsiteX1" fmla="*/ 797417 w 797417"/>
              <a:gd name="connsiteY1" fmla="*/ 285226 h 1505824"/>
              <a:gd name="connsiteX2" fmla="*/ 13044 w 797417"/>
              <a:gd name="connsiteY2" fmla="*/ 285225 h 1505824"/>
              <a:gd name="connsiteX3" fmla="*/ 0 w 797417"/>
              <a:gd name="connsiteY3" fmla="*/ 1505824 h 15058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97417" h="1505824">
                <a:moveTo>
                  <a:pt x="788566" y="0"/>
                </a:moveTo>
                <a:lnTo>
                  <a:pt x="797417" y="285226"/>
                </a:lnTo>
                <a:lnTo>
                  <a:pt x="13044" y="285225"/>
                </a:lnTo>
                <a:cubicBezTo>
                  <a:pt x="11646" y="679508"/>
                  <a:pt x="1398" y="1111541"/>
                  <a:pt x="0" y="1505824"/>
                </a:cubicBezTo>
              </a:path>
            </a:pathLst>
          </a:custGeom>
          <a:noFill/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B1152438-AD06-802C-5A65-4868E9D2781D}"/>
              </a:ext>
            </a:extLst>
          </p:cNvPr>
          <p:cNvSpPr/>
          <p:nvPr/>
        </p:nvSpPr>
        <p:spPr>
          <a:xfrm>
            <a:off x="9258387" y="3958949"/>
            <a:ext cx="788566" cy="1505824"/>
          </a:xfrm>
          <a:custGeom>
            <a:avLst/>
            <a:gdLst>
              <a:gd name="connsiteX0" fmla="*/ 788566 w 788566"/>
              <a:gd name="connsiteY0" fmla="*/ 0 h 1505824"/>
              <a:gd name="connsiteX1" fmla="*/ 788566 w 788566"/>
              <a:gd name="connsiteY1" fmla="*/ 322976 h 1505824"/>
              <a:gd name="connsiteX2" fmla="*/ 4195 w 788566"/>
              <a:gd name="connsiteY2" fmla="*/ 322976 h 1505824"/>
              <a:gd name="connsiteX3" fmla="*/ 0 w 788566"/>
              <a:gd name="connsiteY3" fmla="*/ 1505824 h 15058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88566" h="1505824">
                <a:moveTo>
                  <a:pt x="788566" y="0"/>
                </a:moveTo>
                <a:lnTo>
                  <a:pt x="788566" y="322976"/>
                </a:lnTo>
                <a:lnTo>
                  <a:pt x="4195" y="322976"/>
                </a:lnTo>
                <a:cubicBezTo>
                  <a:pt x="2797" y="717259"/>
                  <a:pt x="1398" y="1111541"/>
                  <a:pt x="0" y="1505824"/>
                </a:cubicBezTo>
              </a:path>
            </a:pathLst>
          </a:custGeom>
          <a:noFill/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93218CFC-D91E-5AB5-F840-943034281763}"/>
              </a:ext>
            </a:extLst>
          </p:cNvPr>
          <p:cNvGrpSpPr/>
          <p:nvPr/>
        </p:nvGrpSpPr>
        <p:grpSpPr>
          <a:xfrm>
            <a:off x="9124170" y="4363941"/>
            <a:ext cx="255090" cy="255090"/>
            <a:chOff x="2766747" y="2052494"/>
            <a:chExt cx="255090" cy="255090"/>
          </a:xfrm>
        </p:grpSpPr>
        <p:sp>
          <p:nvSpPr>
            <p:cNvPr id="18" name="Rectangle: Rounded Corners 17">
              <a:extLst>
                <a:ext uri="{FF2B5EF4-FFF2-40B4-BE49-F238E27FC236}">
                  <a16:creationId xmlns:a16="http://schemas.microsoft.com/office/drawing/2014/main" id="{0EFDC514-826E-2D9E-1D70-B67AA753031E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984F0581-B30F-9A8F-62FD-2686037E442F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6BACEE60-2D3F-9BD7-4AAB-C5CC3795381F}"/>
              </a:ext>
            </a:extLst>
          </p:cNvPr>
          <p:cNvGrpSpPr/>
          <p:nvPr/>
        </p:nvGrpSpPr>
        <p:grpSpPr>
          <a:xfrm>
            <a:off x="9444891" y="4363941"/>
            <a:ext cx="255090" cy="255090"/>
            <a:chOff x="2766747" y="2052494"/>
            <a:chExt cx="255090" cy="255090"/>
          </a:xfrm>
        </p:grpSpPr>
        <p:sp>
          <p:nvSpPr>
            <p:cNvPr id="21" name="Rectangle: Rounded Corners 20">
              <a:extLst>
                <a:ext uri="{FF2B5EF4-FFF2-40B4-BE49-F238E27FC236}">
                  <a16:creationId xmlns:a16="http://schemas.microsoft.com/office/drawing/2014/main" id="{0673416B-9881-64D8-3F2E-7376F550FB98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6EF30D28-3B7E-F56D-4896-F913C3853F88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943DE633-E693-2B59-670E-08CC146F75D9}"/>
              </a:ext>
            </a:extLst>
          </p:cNvPr>
          <p:cNvGrpSpPr/>
          <p:nvPr/>
        </p:nvGrpSpPr>
        <p:grpSpPr>
          <a:xfrm>
            <a:off x="9765612" y="4363941"/>
            <a:ext cx="255090" cy="255090"/>
            <a:chOff x="2766747" y="2052494"/>
            <a:chExt cx="255090" cy="255090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257B2DA-F696-3634-2B70-F5A7647151F0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60472A81-293F-4621-C7FD-CE0A0A0E0C2F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ABB9D1E-CAD7-E5E1-4DD4-55E802608B87}"/>
              </a:ext>
            </a:extLst>
          </p:cNvPr>
          <p:cNvGrpSpPr/>
          <p:nvPr/>
        </p:nvGrpSpPr>
        <p:grpSpPr>
          <a:xfrm>
            <a:off x="10086333" y="4363941"/>
            <a:ext cx="255090" cy="255090"/>
            <a:chOff x="2766747" y="2052494"/>
            <a:chExt cx="255090" cy="255090"/>
          </a:xfrm>
        </p:grpSpPr>
        <p:sp>
          <p:nvSpPr>
            <p:cNvPr id="27" name="Rectangle: Rounded Corners 26">
              <a:extLst>
                <a:ext uri="{FF2B5EF4-FFF2-40B4-BE49-F238E27FC236}">
                  <a16:creationId xmlns:a16="http://schemas.microsoft.com/office/drawing/2014/main" id="{F9506FE6-3770-21A1-ED17-A58DE99AFB17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BC770CF3-84E9-E40F-BE49-A6F65581229D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F8EE12F8-A32C-6B0E-AC37-05E4714ED842}"/>
              </a:ext>
            </a:extLst>
          </p:cNvPr>
          <p:cNvGrpSpPr/>
          <p:nvPr/>
        </p:nvGrpSpPr>
        <p:grpSpPr>
          <a:xfrm>
            <a:off x="9124170" y="4684663"/>
            <a:ext cx="255090" cy="255090"/>
            <a:chOff x="2766747" y="2052494"/>
            <a:chExt cx="255090" cy="255090"/>
          </a:xfrm>
        </p:grpSpPr>
        <p:sp>
          <p:nvSpPr>
            <p:cNvPr id="30" name="Rectangle: Rounded Corners 29">
              <a:extLst>
                <a:ext uri="{FF2B5EF4-FFF2-40B4-BE49-F238E27FC236}">
                  <a16:creationId xmlns:a16="http://schemas.microsoft.com/office/drawing/2014/main" id="{B45639F6-1B94-B49F-9670-72D8696EC40E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1CE606BA-E382-2F65-387F-65E4E501FBCC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126AA0BB-23A9-AAF8-F9FA-FD207D792062}"/>
              </a:ext>
            </a:extLst>
          </p:cNvPr>
          <p:cNvGrpSpPr/>
          <p:nvPr/>
        </p:nvGrpSpPr>
        <p:grpSpPr>
          <a:xfrm>
            <a:off x="9444891" y="4684663"/>
            <a:ext cx="255090" cy="255090"/>
            <a:chOff x="2766747" y="2052494"/>
            <a:chExt cx="255090" cy="255090"/>
          </a:xfrm>
        </p:grpSpPr>
        <p:sp>
          <p:nvSpPr>
            <p:cNvPr id="33" name="Rectangle: Rounded Corners 32">
              <a:extLst>
                <a:ext uri="{FF2B5EF4-FFF2-40B4-BE49-F238E27FC236}">
                  <a16:creationId xmlns:a16="http://schemas.microsoft.com/office/drawing/2014/main" id="{BD3C8B7D-1B6F-E8C1-5DC0-A298C3FA2EFC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34" name="Oval 33">
              <a:extLst>
                <a:ext uri="{FF2B5EF4-FFF2-40B4-BE49-F238E27FC236}">
                  <a16:creationId xmlns:a16="http://schemas.microsoft.com/office/drawing/2014/main" id="{D39AB24B-2689-1D58-CABB-D728A4D57D98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A185B989-6864-0511-0D1A-FCB6D44FCBF7}"/>
              </a:ext>
            </a:extLst>
          </p:cNvPr>
          <p:cNvGrpSpPr/>
          <p:nvPr/>
        </p:nvGrpSpPr>
        <p:grpSpPr>
          <a:xfrm>
            <a:off x="9765612" y="4684663"/>
            <a:ext cx="255090" cy="255090"/>
            <a:chOff x="2766747" y="2052494"/>
            <a:chExt cx="255090" cy="255090"/>
          </a:xfrm>
        </p:grpSpPr>
        <p:sp>
          <p:nvSpPr>
            <p:cNvPr id="36" name="Rectangle: Rounded Corners 35">
              <a:extLst>
                <a:ext uri="{FF2B5EF4-FFF2-40B4-BE49-F238E27FC236}">
                  <a16:creationId xmlns:a16="http://schemas.microsoft.com/office/drawing/2014/main" id="{9A3E1851-D3CD-85FC-8FF1-EFF5AFA5BFC5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FC5CEB0C-7184-FA8B-8BD8-1BB9ACE20D88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4C398953-5AC9-23E9-5DF2-06D3781B6F25}"/>
              </a:ext>
            </a:extLst>
          </p:cNvPr>
          <p:cNvGrpSpPr/>
          <p:nvPr/>
        </p:nvGrpSpPr>
        <p:grpSpPr>
          <a:xfrm>
            <a:off x="10086333" y="4684663"/>
            <a:ext cx="255090" cy="255090"/>
            <a:chOff x="2766747" y="2052494"/>
            <a:chExt cx="255090" cy="255090"/>
          </a:xfrm>
        </p:grpSpPr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4ABC15FD-58AB-A0A7-C166-61E93F9B7EDB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0" name="Oval 39">
              <a:extLst>
                <a:ext uri="{FF2B5EF4-FFF2-40B4-BE49-F238E27FC236}">
                  <a16:creationId xmlns:a16="http://schemas.microsoft.com/office/drawing/2014/main" id="{F94EC79D-D5B6-7D68-A9C7-03F87CA316CD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F3AC40C8-85C7-F781-F914-9C2A00FBB31C}"/>
              </a:ext>
            </a:extLst>
          </p:cNvPr>
          <p:cNvGrpSpPr/>
          <p:nvPr/>
        </p:nvGrpSpPr>
        <p:grpSpPr>
          <a:xfrm>
            <a:off x="9124170" y="5005385"/>
            <a:ext cx="255090" cy="255090"/>
            <a:chOff x="2766747" y="2052494"/>
            <a:chExt cx="255090" cy="255090"/>
          </a:xfrm>
        </p:grpSpPr>
        <p:sp>
          <p:nvSpPr>
            <p:cNvPr id="42" name="Rectangle: Rounded Corners 41">
              <a:extLst>
                <a:ext uri="{FF2B5EF4-FFF2-40B4-BE49-F238E27FC236}">
                  <a16:creationId xmlns:a16="http://schemas.microsoft.com/office/drawing/2014/main" id="{440A13BD-5851-744E-A965-003DC9EE87A2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3" name="Oval 42">
              <a:extLst>
                <a:ext uri="{FF2B5EF4-FFF2-40B4-BE49-F238E27FC236}">
                  <a16:creationId xmlns:a16="http://schemas.microsoft.com/office/drawing/2014/main" id="{99DEB050-0820-2892-C627-133B048D6CE5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9147DFCE-9DE2-C10E-8E97-1C93F9ED9134}"/>
              </a:ext>
            </a:extLst>
          </p:cNvPr>
          <p:cNvGrpSpPr/>
          <p:nvPr/>
        </p:nvGrpSpPr>
        <p:grpSpPr>
          <a:xfrm>
            <a:off x="9444891" y="5005385"/>
            <a:ext cx="255090" cy="255090"/>
            <a:chOff x="2766747" y="2052494"/>
            <a:chExt cx="255090" cy="255090"/>
          </a:xfrm>
        </p:grpSpPr>
        <p:sp>
          <p:nvSpPr>
            <p:cNvPr id="45" name="Rectangle: Rounded Corners 44">
              <a:extLst>
                <a:ext uri="{FF2B5EF4-FFF2-40B4-BE49-F238E27FC236}">
                  <a16:creationId xmlns:a16="http://schemas.microsoft.com/office/drawing/2014/main" id="{97CE83F5-4F06-30B9-CCB3-B5EAAC6CECB7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6" name="Oval 45">
              <a:extLst>
                <a:ext uri="{FF2B5EF4-FFF2-40B4-BE49-F238E27FC236}">
                  <a16:creationId xmlns:a16="http://schemas.microsoft.com/office/drawing/2014/main" id="{D3C132E8-CCE4-ABAC-02B4-F914C669FDE5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621DF319-A3CB-9D03-79D5-9C16E2BA75F0}"/>
              </a:ext>
            </a:extLst>
          </p:cNvPr>
          <p:cNvGrpSpPr/>
          <p:nvPr/>
        </p:nvGrpSpPr>
        <p:grpSpPr>
          <a:xfrm>
            <a:off x="9765612" y="5005385"/>
            <a:ext cx="255090" cy="255090"/>
            <a:chOff x="2766747" y="2052494"/>
            <a:chExt cx="255090" cy="255090"/>
          </a:xfrm>
        </p:grpSpPr>
        <p:sp>
          <p:nvSpPr>
            <p:cNvPr id="48" name="Rectangle: Rounded Corners 47">
              <a:extLst>
                <a:ext uri="{FF2B5EF4-FFF2-40B4-BE49-F238E27FC236}">
                  <a16:creationId xmlns:a16="http://schemas.microsoft.com/office/drawing/2014/main" id="{3598E796-96B5-0CFE-9355-306BD52A29EB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1851DA30-CEA9-B718-EF4F-6674474E2121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ABB3BC81-A0F7-ACA9-B537-D0B1561216E4}"/>
              </a:ext>
            </a:extLst>
          </p:cNvPr>
          <p:cNvGrpSpPr/>
          <p:nvPr/>
        </p:nvGrpSpPr>
        <p:grpSpPr>
          <a:xfrm>
            <a:off x="10086333" y="5005385"/>
            <a:ext cx="255090" cy="255090"/>
            <a:chOff x="2766747" y="2052494"/>
            <a:chExt cx="255090" cy="255090"/>
          </a:xfrm>
        </p:grpSpPr>
        <p:sp>
          <p:nvSpPr>
            <p:cNvPr id="51" name="Rectangle: Rounded Corners 50">
              <a:extLst>
                <a:ext uri="{FF2B5EF4-FFF2-40B4-BE49-F238E27FC236}">
                  <a16:creationId xmlns:a16="http://schemas.microsoft.com/office/drawing/2014/main" id="{EBE2E3A0-DFD5-E826-5B78-E0DC3105DF31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C8D2D868-3909-AD14-F90A-122D046758E1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A4867FC9-9E78-1007-F08D-481FC7964477}"/>
              </a:ext>
            </a:extLst>
          </p:cNvPr>
          <p:cNvGrpSpPr/>
          <p:nvPr/>
        </p:nvGrpSpPr>
        <p:grpSpPr>
          <a:xfrm>
            <a:off x="9124170" y="5326107"/>
            <a:ext cx="255090" cy="255090"/>
            <a:chOff x="2766747" y="2052494"/>
            <a:chExt cx="255090" cy="255090"/>
          </a:xfrm>
        </p:grpSpPr>
        <p:sp>
          <p:nvSpPr>
            <p:cNvPr id="54" name="Rectangle: Rounded Corners 53">
              <a:extLst>
                <a:ext uri="{FF2B5EF4-FFF2-40B4-BE49-F238E27FC236}">
                  <a16:creationId xmlns:a16="http://schemas.microsoft.com/office/drawing/2014/main" id="{112101B2-42E3-21D9-60AE-AB6C8E0546FE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5" name="Oval 54">
              <a:extLst>
                <a:ext uri="{FF2B5EF4-FFF2-40B4-BE49-F238E27FC236}">
                  <a16:creationId xmlns:a16="http://schemas.microsoft.com/office/drawing/2014/main" id="{AF52EEEF-3407-8ACE-99B3-045443D3D00C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DD06922D-88C8-6245-4348-10F9DBAF1256}"/>
              </a:ext>
            </a:extLst>
          </p:cNvPr>
          <p:cNvGrpSpPr/>
          <p:nvPr/>
        </p:nvGrpSpPr>
        <p:grpSpPr>
          <a:xfrm>
            <a:off x="9444891" y="5326107"/>
            <a:ext cx="255090" cy="255090"/>
            <a:chOff x="2766747" y="2052494"/>
            <a:chExt cx="255090" cy="255090"/>
          </a:xfrm>
        </p:grpSpPr>
        <p:sp>
          <p:nvSpPr>
            <p:cNvPr id="57" name="Rectangle: Rounded Corners 56">
              <a:extLst>
                <a:ext uri="{FF2B5EF4-FFF2-40B4-BE49-F238E27FC236}">
                  <a16:creationId xmlns:a16="http://schemas.microsoft.com/office/drawing/2014/main" id="{EC6682A5-7375-D39A-035E-85F6D04A74D3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8" name="Oval 57">
              <a:extLst>
                <a:ext uri="{FF2B5EF4-FFF2-40B4-BE49-F238E27FC236}">
                  <a16:creationId xmlns:a16="http://schemas.microsoft.com/office/drawing/2014/main" id="{37892A32-4E19-75B8-9362-EC449F25A659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C9E5B488-CAA7-27D1-B73C-EEC61785A5C9}"/>
              </a:ext>
            </a:extLst>
          </p:cNvPr>
          <p:cNvGrpSpPr/>
          <p:nvPr/>
        </p:nvGrpSpPr>
        <p:grpSpPr>
          <a:xfrm>
            <a:off x="9765612" y="5326107"/>
            <a:ext cx="255090" cy="255090"/>
            <a:chOff x="2766747" y="2052494"/>
            <a:chExt cx="255090" cy="255090"/>
          </a:xfrm>
        </p:grpSpPr>
        <p:sp>
          <p:nvSpPr>
            <p:cNvPr id="60" name="Rectangle: Rounded Corners 59">
              <a:extLst>
                <a:ext uri="{FF2B5EF4-FFF2-40B4-BE49-F238E27FC236}">
                  <a16:creationId xmlns:a16="http://schemas.microsoft.com/office/drawing/2014/main" id="{0497A717-2BF3-E760-30DA-DFFB0A5DF8F2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1" name="Oval 60">
              <a:extLst>
                <a:ext uri="{FF2B5EF4-FFF2-40B4-BE49-F238E27FC236}">
                  <a16:creationId xmlns:a16="http://schemas.microsoft.com/office/drawing/2014/main" id="{EE6F4035-92A9-83CE-0B9C-7DDB9A289F3E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9AE32EC0-DADF-966F-D182-5EC378E2AD6F}"/>
              </a:ext>
            </a:extLst>
          </p:cNvPr>
          <p:cNvGrpSpPr/>
          <p:nvPr/>
        </p:nvGrpSpPr>
        <p:grpSpPr>
          <a:xfrm>
            <a:off x="10086333" y="5326107"/>
            <a:ext cx="255090" cy="255090"/>
            <a:chOff x="2766747" y="2052494"/>
            <a:chExt cx="255090" cy="255090"/>
          </a:xfrm>
        </p:grpSpPr>
        <p:sp>
          <p:nvSpPr>
            <p:cNvPr id="63" name="Rectangle: Rounded Corners 62">
              <a:extLst>
                <a:ext uri="{FF2B5EF4-FFF2-40B4-BE49-F238E27FC236}">
                  <a16:creationId xmlns:a16="http://schemas.microsoft.com/office/drawing/2014/main" id="{635ED4B1-535A-3BB0-C21A-C97127D5E65F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4" name="Oval 63">
              <a:extLst>
                <a:ext uri="{FF2B5EF4-FFF2-40B4-BE49-F238E27FC236}">
                  <a16:creationId xmlns:a16="http://schemas.microsoft.com/office/drawing/2014/main" id="{183139E7-4EFC-F0F1-665E-85391307E676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AD18B996-2E7C-76F2-68CB-31FBAE3B62E0}"/>
              </a:ext>
            </a:extLst>
          </p:cNvPr>
          <p:cNvGrpSpPr/>
          <p:nvPr/>
        </p:nvGrpSpPr>
        <p:grpSpPr>
          <a:xfrm>
            <a:off x="9317030" y="3891836"/>
            <a:ext cx="815362" cy="138419"/>
            <a:chOff x="5146646" y="1950440"/>
            <a:chExt cx="815362" cy="138419"/>
          </a:xfrm>
        </p:grpSpPr>
        <p:sp>
          <p:nvSpPr>
            <p:cNvPr id="66" name="Rectangle: Rounded Corners 65">
              <a:extLst>
                <a:ext uri="{FF2B5EF4-FFF2-40B4-BE49-F238E27FC236}">
                  <a16:creationId xmlns:a16="http://schemas.microsoft.com/office/drawing/2014/main" id="{22BEE61C-4651-CFA9-44AB-823A8387CD93}"/>
                </a:ext>
              </a:extLst>
            </p:cNvPr>
            <p:cNvSpPr/>
            <p:nvPr/>
          </p:nvSpPr>
          <p:spPr>
            <a:xfrm>
              <a:off x="5146646" y="1950440"/>
              <a:ext cx="815362" cy="138419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4DF5BA0D-2943-6DBF-447B-D7F69AA84E57}"/>
                </a:ext>
              </a:extLst>
            </p:cNvPr>
            <p:cNvSpPr/>
            <p:nvPr/>
          </p:nvSpPr>
          <p:spPr>
            <a:xfrm rot="16200000">
              <a:off x="5201236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8" name="Rectangle 67">
              <a:extLst>
                <a:ext uri="{FF2B5EF4-FFF2-40B4-BE49-F238E27FC236}">
                  <a16:creationId xmlns:a16="http://schemas.microsoft.com/office/drawing/2014/main" id="{32A186CF-9C95-188F-765F-40B422D1A08A}"/>
                </a:ext>
              </a:extLst>
            </p:cNvPr>
            <p:cNvSpPr/>
            <p:nvPr/>
          </p:nvSpPr>
          <p:spPr>
            <a:xfrm rot="16200000">
              <a:off x="5294405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BEFE8F04-3837-A89C-AD27-3954AC714A87}"/>
                </a:ext>
              </a:extLst>
            </p:cNvPr>
            <p:cNvSpPr/>
            <p:nvPr/>
          </p:nvSpPr>
          <p:spPr>
            <a:xfrm rot="16200000">
              <a:off x="5387574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E5DE9BEB-1B4E-D163-0C58-25F58C00AE49}"/>
                </a:ext>
              </a:extLst>
            </p:cNvPr>
            <p:cNvSpPr/>
            <p:nvPr/>
          </p:nvSpPr>
          <p:spPr>
            <a:xfrm rot="16200000">
              <a:off x="5480743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63758B27-FBA8-859A-E1FD-3AB8AB73ECA1}"/>
                </a:ext>
              </a:extLst>
            </p:cNvPr>
            <p:cNvSpPr/>
            <p:nvPr/>
          </p:nvSpPr>
          <p:spPr>
            <a:xfrm rot="16200000">
              <a:off x="5573912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D7F6BD75-304B-F664-A39E-04E0BD3E1CD9}"/>
                </a:ext>
              </a:extLst>
            </p:cNvPr>
            <p:cNvSpPr/>
            <p:nvPr/>
          </p:nvSpPr>
          <p:spPr>
            <a:xfrm rot="16200000">
              <a:off x="5667081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051BCC17-CE35-1148-4709-687EAB9224A1}"/>
                </a:ext>
              </a:extLst>
            </p:cNvPr>
            <p:cNvSpPr/>
            <p:nvPr/>
          </p:nvSpPr>
          <p:spPr>
            <a:xfrm rot="16200000">
              <a:off x="5760250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4" name="Rectangle 73">
              <a:extLst>
                <a:ext uri="{FF2B5EF4-FFF2-40B4-BE49-F238E27FC236}">
                  <a16:creationId xmlns:a16="http://schemas.microsoft.com/office/drawing/2014/main" id="{781459EC-F61A-E560-6922-C7E2625DC698}"/>
                </a:ext>
              </a:extLst>
            </p:cNvPr>
            <p:cNvSpPr/>
            <p:nvPr/>
          </p:nvSpPr>
          <p:spPr>
            <a:xfrm rot="16200000">
              <a:off x="5853419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sp>
        <p:nvSpPr>
          <p:cNvPr id="75" name="TextBox 74">
            <a:extLst>
              <a:ext uri="{FF2B5EF4-FFF2-40B4-BE49-F238E27FC236}">
                <a16:creationId xmlns:a16="http://schemas.microsoft.com/office/drawing/2014/main" id="{C9966BA7-E4FA-3542-F68C-AC3CD422ED42}"/>
              </a:ext>
            </a:extLst>
          </p:cNvPr>
          <p:cNvSpPr txBox="1"/>
          <p:nvPr/>
        </p:nvSpPr>
        <p:spPr>
          <a:xfrm>
            <a:off x="9069930" y="3729000"/>
            <a:ext cx="1128835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700">
                <a:solidFill>
                  <a:schemeClr val="bg1"/>
                </a:solidFill>
                <a:latin typeface="Consolas" panose="020B0609020204030204" pitchFamily="49" charset="0"/>
              </a:rPr>
              <a:t>pin 7 6 5 4 3 2 1 0</a:t>
            </a:r>
            <a:endParaRPr lang="LID4096" sz="70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9D1870D4-8096-842F-B0C1-03577247FBE2}"/>
              </a:ext>
            </a:extLst>
          </p:cNvPr>
          <p:cNvSpPr txBox="1"/>
          <p:nvPr/>
        </p:nvSpPr>
        <p:spPr>
          <a:xfrm>
            <a:off x="9055467" y="4496249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0</a:t>
            </a:r>
            <a:endParaRPr lang="LID4096" sz="500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662B5345-8DDB-548D-5ED9-B4DF4604FC12}"/>
              </a:ext>
            </a:extLst>
          </p:cNvPr>
          <p:cNvSpPr txBox="1"/>
          <p:nvPr/>
        </p:nvSpPr>
        <p:spPr>
          <a:xfrm>
            <a:off x="9377524" y="4497315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</a:t>
            </a:r>
            <a:endParaRPr lang="LID4096" sz="500"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D519BA48-0603-02F3-DD12-6DB7B4766049}"/>
              </a:ext>
            </a:extLst>
          </p:cNvPr>
          <p:cNvSpPr txBox="1"/>
          <p:nvPr/>
        </p:nvSpPr>
        <p:spPr>
          <a:xfrm>
            <a:off x="9699581" y="4498381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2</a:t>
            </a:r>
            <a:endParaRPr lang="LID4096" sz="500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60465DBB-2151-7E30-A0AF-B99AD8F9A645}"/>
              </a:ext>
            </a:extLst>
          </p:cNvPr>
          <p:cNvSpPr txBox="1"/>
          <p:nvPr/>
        </p:nvSpPr>
        <p:spPr>
          <a:xfrm>
            <a:off x="10021638" y="4499447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3</a:t>
            </a:r>
            <a:endParaRPr lang="LID4096" sz="500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08BBCD4F-2FFA-507F-B961-3AC98BF59BA8}"/>
              </a:ext>
            </a:extLst>
          </p:cNvPr>
          <p:cNvSpPr txBox="1"/>
          <p:nvPr/>
        </p:nvSpPr>
        <p:spPr>
          <a:xfrm>
            <a:off x="9055467" y="4798723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4</a:t>
            </a:r>
            <a:endParaRPr lang="LID4096" sz="500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8AD46D41-FDD9-4873-396F-2AB953050182}"/>
              </a:ext>
            </a:extLst>
          </p:cNvPr>
          <p:cNvSpPr txBox="1"/>
          <p:nvPr/>
        </p:nvSpPr>
        <p:spPr>
          <a:xfrm>
            <a:off x="9377524" y="4799789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5</a:t>
            </a:r>
            <a:endParaRPr lang="LID4096" sz="500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4E62A1F7-B707-248C-AE7C-41F52148F626}"/>
              </a:ext>
            </a:extLst>
          </p:cNvPr>
          <p:cNvSpPr txBox="1"/>
          <p:nvPr/>
        </p:nvSpPr>
        <p:spPr>
          <a:xfrm>
            <a:off x="9699581" y="4800855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6</a:t>
            </a:r>
            <a:endParaRPr lang="LID4096" sz="500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C31DF9CF-932E-B578-5B43-53DB0B3A0790}"/>
              </a:ext>
            </a:extLst>
          </p:cNvPr>
          <p:cNvSpPr txBox="1"/>
          <p:nvPr/>
        </p:nvSpPr>
        <p:spPr>
          <a:xfrm>
            <a:off x="10021638" y="4801921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7</a:t>
            </a:r>
            <a:endParaRPr lang="LID4096" sz="500"/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65AB6F22-EC8F-A3EE-5CFE-DC24B0F28BCC}"/>
              </a:ext>
            </a:extLst>
          </p:cNvPr>
          <p:cNvSpPr txBox="1"/>
          <p:nvPr/>
        </p:nvSpPr>
        <p:spPr>
          <a:xfrm>
            <a:off x="9054531" y="5124319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8</a:t>
            </a:r>
            <a:endParaRPr lang="LID4096" sz="500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B6C61949-18F1-BCA8-33EA-B85C15BF9421}"/>
              </a:ext>
            </a:extLst>
          </p:cNvPr>
          <p:cNvSpPr txBox="1"/>
          <p:nvPr/>
        </p:nvSpPr>
        <p:spPr>
          <a:xfrm>
            <a:off x="9376588" y="5125385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9</a:t>
            </a:r>
            <a:endParaRPr lang="LID4096" sz="500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11C7391B-0C0F-E788-F131-F7A894A8F3F0}"/>
              </a:ext>
            </a:extLst>
          </p:cNvPr>
          <p:cNvSpPr txBox="1"/>
          <p:nvPr/>
        </p:nvSpPr>
        <p:spPr>
          <a:xfrm>
            <a:off x="9698645" y="5126451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10</a:t>
            </a:r>
            <a:endParaRPr lang="LID4096" sz="500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6A1E01E6-503A-16C3-825A-5A8FE8D11487}"/>
              </a:ext>
            </a:extLst>
          </p:cNvPr>
          <p:cNvSpPr txBox="1"/>
          <p:nvPr/>
        </p:nvSpPr>
        <p:spPr>
          <a:xfrm>
            <a:off x="10020702" y="5127517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11</a:t>
            </a:r>
            <a:endParaRPr lang="LID4096" sz="500"/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749A20ED-5EA7-57EA-8581-D8B6EF839487}"/>
              </a:ext>
            </a:extLst>
          </p:cNvPr>
          <p:cNvSpPr txBox="1"/>
          <p:nvPr/>
        </p:nvSpPr>
        <p:spPr>
          <a:xfrm>
            <a:off x="9053595" y="5449915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12</a:t>
            </a:r>
            <a:endParaRPr lang="LID4096" sz="500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6A702231-4122-CC95-F4F1-5428DF84250C}"/>
              </a:ext>
            </a:extLst>
          </p:cNvPr>
          <p:cNvSpPr txBox="1"/>
          <p:nvPr/>
        </p:nvSpPr>
        <p:spPr>
          <a:xfrm>
            <a:off x="9375652" y="5450981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13</a:t>
            </a:r>
            <a:endParaRPr lang="LID4096" sz="500"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E6448BD0-6ABA-5784-C6A8-04F01BF64B42}"/>
              </a:ext>
            </a:extLst>
          </p:cNvPr>
          <p:cNvSpPr txBox="1"/>
          <p:nvPr/>
        </p:nvSpPr>
        <p:spPr>
          <a:xfrm>
            <a:off x="9697709" y="5452047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14</a:t>
            </a:r>
            <a:endParaRPr lang="LID4096" sz="500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C7440E78-BF5E-D052-3ACE-E0FA6F0B4F06}"/>
              </a:ext>
            </a:extLst>
          </p:cNvPr>
          <p:cNvSpPr txBox="1"/>
          <p:nvPr/>
        </p:nvSpPr>
        <p:spPr>
          <a:xfrm>
            <a:off x="10019766" y="5453113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15</a:t>
            </a:r>
            <a:endParaRPr lang="LID4096" sz="500"/>
          </a:p>
        </p:txBody>
      </p:sp>
      <p:pic>
        <p:nvPicPr>
          <p:cNvPr id="93" name="Picture 92">
            <a:extLst>
              <a:ext uri="{FF2B5EF4-FFF2-40B4-BE49-F238E27FC236}">
                <a16:creationId xmlns:a16="http://schemas.microsoft.com/office/drawing/2014/main" id="{379005BA-32D9-6F0F-0BF1-4E42E14507A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6200000">
            <a:off x="4790492" y="3817567"/>
            <a:ext cx="3095687" cy="1602927"/>
          </a:xfrm>
          <a:prstGeom prst="rect">
            <a:avLst/>
          </a:prstGeom>
        </p:spPr>
      </p:pic>
      <p:sp>
        <p:nvSpPr>
          <p:cNvPr id="94" name="Rectangle 93">
            <a:extLst>
              <a:ext uri="{FF2B5EF4-FFF2-40B4-BE49-F238E27FC236}">
                <a16:creationId xmlns:a16="http://schemas.microsoft.com/office/drawing/2014/main" id="{92D78406-5059-D865-36E7-0F08CC30C7D2}"/>
              </a:ext>
            </a:extLst>
          </p:cNvPr>
          <p:cNvSpPr/>
          <p:nvPr/>
        </p:nvSpPr>
        <p:spPr>
          <a:xfrm rot="16200000">
            <a:off x="5547725" y="4112390"/>
            <a:ext cx="1955188" cy="810715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5" name="Freeform: Shape 94">
            <a:extLst>
              <a:ext uri="{FF2B5EF4-FFF2-40B4-BE49-F238E27FC236}">
                <a16:creationId xmlns:a16="http://schemas.microsoft.com/office/drawing/2014/main" id="{985F59FD-82CA-D2C6-5149-A8D209B5EDE1}"/>
              </a:ext>
            </a:extLst>
          </p:cNvPr>
          <p:cNvSpPr/>
          <p:nvPr/>
        </p:nvSpPr>
        <p:spPr>
          <a:xfrm rot="16200000">
            <a:off x="5014315" y="4418631"/>
            <a:ext cx="2189810" cy="149806"/>
          </a:xfrm>
          <a:custGeom>
            <a:avLst/>
            <a:gdLst>
              <a:gd name="connsiteX0" fmla="*/ 3406140 w 3825240"/>
              <a:gd name="connsiteY0" fmla="*/ 0 h 259080"/>
              <a:gd name="connsiteX1" fmla="*/ 0 w 3825240"/>
              <a:gd name="connsiteY1" fmla="*/ 68580 h 259080"/>
              <a:gd name="connsiteX2" fmla="*/ 228600 w 3825240"/>
              <a:gd name="connsiteY2" fmla="*/ 259080 h 259080"/>
              <a:gd name="connsiteX3" fmla="*/ 3825240 w 3825240"/>
              <a:gd name="connsiteY3" fmla="*/ 167640 h 259080"/>
              <a:gd name="connsiteX4" fmla="*/ 3406140 w 3825240"/>
              <a:gd name="connsiteY4" fmla="*/ 0 h 259080"/>
              <a:gd name="connsiteX0" fmla="*/ 3406140 w 3787140"/>
              <a:gd name="connsiteY0" fmla="*/ 0 h 259080"/>
              <a:gd name="connsiteX1" fmla="*/ 0 w 3787140"/>
              <a:gd name="connsiteY1" fmla="*/ 68580 h 259080"/>
              <a:gd name="connsiteX2" fmla="*/ 228600 w 3787140"/>
              <a:gd name="connsiteY2" fmla="*/ 259080 h 259080"/>
              <a:gd name="connsiteX3" fmla="*/ 3787140 w 3787140"/>
              <a:gd name="connsiteY3" fmla="*/ 153353 h 259080"/>
              <a:gd name="connsiteX4" fmla="*/ 3406140 w 3787140"/>
              <a:gd name="connsiteY4" fmla="*/ 0 h 259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787140" h="259080">
                <a:moveTo>
                  <a:pt x="3406140" y="0"/>
                </a:moveTo>
                <a:lnTo>
                  <a:pt x="0" y="68580"/>
                </a:lnTo>
                <a:lnTo>
                  <a:pt x="228600" y="259080"/>
                </a:lnTo>
                <a:lnTo>
                  <a:pt x="3787140" y="153353"/>
                </a:lnTo>
                <a:lnTo>
                  <a:pt x="3406140" y="0"/>
                </a:lnTo>
                <a:close/>
              </a:path>
            </a:pathLst>
          </a:custGeom>
          <a:solidFill>
            <a:schemeClr val="bg2">
              <a:lumMod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6" name="Freeform: Shape 95">
            <a:extLst>
              <a:ext uri="{FF2B5EF4-FFF2-40B4-BE49-F238E27FC236}">
                <a16:creationId xmlns:a16="http://schemas.microsoft.com/office/drawing/2014/main" id="{3E0C8CBC-74FB-26B5-21F5-B963041BE3DE}"/>
              </a:ext>
            </a:extLst>
          </p:cNvPr>
          <p:cNvSpPr/>
          <p:nvPr/>
        </p:nvSpPr>
        <p:spPr>
          <a:xfrm rot="16200000">
            <a:off x="6514578" y="5020058"/>
            <a:ext cx="118964" cy="991363"/>
          </a:xfrm>
          <a:custGeom>
            <a:avLst/>
            <a:gdLst>
              <a:gd name="connsiteX0" fmla="*/ 0 w 205740"/>
              <a:gd name="connsiteY0" fmla="*/ 0 h 1714500"/>
              <a:gd name="connsiteX1" fmla="*/ 30480 w 205740"/>
              <a:gd name="connsiteY1" fmla="*/ 1539240 h 1714500"/>
              <a:gd name="connsiteX2" fmla="*/ 205740 w 205740"/>
              <a:gd name="connsiteY2" fmla="*/ 1714500 h 1714500"/>
              <a:gd name="connsiteX3" fmla="*/ 198120 w 205740"/>
              <a:gd name="connsiteY3" fmla="*/ 167640 h 1714500"/>
              <a:gd name="connsiteX4" fmla="*/ 0 w 205740"/>
              <a:gd name="connsiteY4" fmla="*/ 0 h 1714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5740" h="1714500">
                <a:moveTo>
                  <a:pt x="0" y="0"/>
                </a:moveTo>
                <a:lnTo>
                  <a:pt x="30480" y="1539240"/>
                </a:lnTo>
                <a:lnTo>
                  <a:pt x="205740" y="1714500"/>
                </a:lnTo>
                <a:lnTo>
                  <a:pt x="198120" y="167640"/>
                </a:lnTo>
                <a:lnTo>
                  <a:pt x="0" y="0"/>
                </a:ln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7" name="Freeform: Shape 96">
            <a:extLst>
              <a:ext uri="{FF2B5EF4-FFF2-40B4-BE49-F238E27FC236}">
                <a16:creationId xmlns:a16="http://schemas.microsoft.com/office/drawing/2014/main" id="{5FBF7067-C826-F661-CBF4-51D0F2BB4CE5}"/>
              </a:ext>
            </a:extLst>
          </p:cNvPr>
          <p:cNvSpPr/>
          <p:nvPr/>
        </p:nvSpPr>
        <p:spPr>
          <a:xfrm rot="16200000">
            <a:off x="5560667" y="3942777"/>
            <a:ext cx="2079659" cy="956115"/>
          </a:xfrm>
          <a:custGeom>
            <a:avLst/>
            <a:gdLst>
              <a:gd name="connsiteX0" fmla="*/ 0 w 3680460"/>
              <a:gd name="connsiteY0" fmla="*/ 1653540 h 1653540"/>
              <a:gd name="connsiteX1" fmla="*/ 1463040 w 3680460"/>
              <a:gd name="connsiteY1" fmla="*/ 1592580 h 1653540"/>
              <a:gd name="connsiteX2" fmla="*/ 1463040 w 3680460"/>
              <a:gd name="connsiteY2" fmla="*/ 1417320 h 1653540"/>
              <a:gd name="connsiteX3" fmla="*/ 182880 w 3680460"/>
              <a:gd name="connsiteY3" fmla="*/ 1478280 h 1653540"/>
              <a:gd name="connsiteX4" fmla="*/ 160020 w 3680460"/>
              <a:gd name="connsiteY4" fmla="*/ 266700 h 1653540"/>
              <a:gd name="connsiteX5" fmla="*/ 3474720 w 3680460"/>
              <a:gd name="connsiteY5" fmla="*/ 160020 h 1653540"/>
              <a:gd name="connsiteX6" fmla="*/ 3467100 w 3680460"/>
              <a:gd name="connsiteY6" fmla="*/ 1424940 h 1653540"/>
              <a:gd name="connsiteX7" fmla="*/ 2278380 w 3680460"/>
              <a:gd name="connsiteY7" fmla="*/ 1432560 h 1653540"/>
              <a:gd name="connsiteX8" fmla="*/ 2263140 w 3680460"/>
              <a:gd name="connsiteY8" fmla="*/ 1584960 h 1653540"/>
              <a:gd name="connsiteX9" fmla="*/ 3680460 w 3680460"/>
              <a:gd name="connsiteY9" fmla="*/ 1546860 h 1653540"/>
              <a:gd name="connsiteX10" fmla="*/ 3589020 w 3680460"/>
              <a:gd name="connsiteY10" fmla="*/ 0 h 1653540"/>
              <a:gd name="connsiteX11" fmla="*/ 0 w 3680460"/>
              <a:gd name="connsiteY11" fmla="*/ 91440 h 1653540"/>
              <a:gd name="connsiteX12" fmla="*/ 0 w 3680460"/>
              <a:gd name="connsiteY12" fmla="*/ 1653540 h 1653540"/>
              <a:gd name="connsiteX0" fmla="*/ 0 w 3649980"/>
              <a:gd name="connsiteY0" fmla="*/ 1653540 h 1653540"/>
              <a:gd name="connsiteX1" fmla="*/ 1463040 w 3649980"/>
              <a:gd name="connsiteY1" fmla="*/ 1592580 h 1653540"/>
              <a:gd name="connsiteX2" fmla="*/ 1463040 w 3649980"/>
              <a:gd name="connsiteY2" fmla="*/ 1417320 h 1653540"/>
              <a:gd name="connsiteX3" fmla="*/ 182880 w 3649980"/>
              <a:gd name="connsiteY3" fmla="*/ 1478280 h 1653540"/>
              <a:gd name="connsiteX4" fmla="*/ 160020 w 3649980"/>
              <a:gd name="connsiteY4" fmla="*/ 266700 h 1653540"/>
              <a:gd name="connsiteX5" fmla="*/ 3474720 w 3649980"/>
              <a:gd name="connsiteY5" fmla="*/ 160020 h 1653540"/>
              <a:gd name="connsiteX6" fmla="*/ 3467100 w 3649980"/>
              <a:gd name="connsiteY6" fmla="*/ 1424940 h 1653540"/>
              <a:gd name="connsiteX7" fmla="*/ 2278380 w 3649980"/>
              <a:gd name="connsiteY7" fmla="*/ 1432560 h 1653540"/>
              <a:gd name="connsiteX8" fmla="*/ 2263140 w 3649980"/>
              <a:gd name="connsiteY8" fmla="*/ 1584960 h 1653540"/>
              <a:gd name="connsiteX9" fmla="*/ 3649980 w 3649980"/>
              <a:gd name="connsiteY9" fmla="*/ 1554480 h 1653540"/>
              <a:gd name="connsiteX10" fmla="*/ 3589020 w 3649980"/>
              <a:gd name="connsiteY10" fmla="*/ 0 h 1653540"/>
              <a:gd name="connsiteX11" fmla="*/ 0 w 3649980"/>
              <a:gd name="connsiteY11" fmla="*/ 91440 h 1653540"/>
              <a:gd name="connsiteX12" fmla="*/ 0 w 3649980"/>
              <a:gd name="connsiteY12" fmla="*/ 1653540 h 1653540"/>
              <a:gd name="connsiteX0" fmla="*/ 0 w 3596640"/>
              <a:gd name="connsiteY0" fmla="*/ 1653540 h 1653540"/>
              <a:gd name="connsiteX1" fmla="*/ 1463040 w 3596640"/>
              <a:gd name="connsiteY1" fmla="*/ 1592580 h 1653540"/>
              <a:gd name="connsiteX2" fmla="*/ 1463040 w 3596640"/>
              <a:gd name="connsiteY2" fmla="*/ 1417320 h 1653540"/>
              <a:gd name="connsiteX3" fmla="*/ 182880 w 3596640"/>
              <a:gd name="connsiteY3" fmla="*/ 1478280 h 1653540"/>
              <a:gd name="connsiteX4" fmla="*/ 160020 w 3596640"/>
              <a:gd name="connsiteY4" fmla="*/ 266700 h 1653540"/>
              <a:gd name="connsiteX5" fmla="*/ 3474720 w 3596640"/>
              <a:gd name="connsiteY5" fmla="*/ 160020 h 1653540"/>
              <a:gd name="connsiteX6" fmla="*/ 3467100 w 3596640"/>
              <a:gd name="connsiteY6" fmla="*/ 1424940 h 1653540"/>
              <a:gd name="connsiteX7" fmla="*/ 2278380 w 3596640"/>
              <a:gd name="connsiteY7" fmla="*/ 1432560 h 1653540"/>
              <a:gd name="connsiteX8" fmla="*/ 2263140 w 3596640"/>
              <a:gd name="connsiteY8" fmla="*/ 1584960 h 1653540"/>
              <a:gd name="connsiteX9" fmla="*/ 3596640 w 3596640"/>
              <a:gd name="connsiteY9" fmla="*/ 1546860 h 1653540"/>
              <a:gd name="connsiteX10" fmla="*/ 3589020 w 3596640"/>
              <a:gd name="connsiteY10" fmla="*/ 0 h 1653540"/>
              <a:gd name="connsiteX11" fmla="*/ 0 w 3596640"/>
              <a:gd name="connsiteY11" fmla="*/ 91440 h 1653540"/>
              <a:gd name="connsiteX12" fmla="*/ 0 w 3596640"/>
              <a:gd name="connsiteY12" fmla="*/ 1653540 h 1653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596640" h="1653540">
                <a:moveTo>
                  <a:pt x="0" y="1653540"/>
                </a:moveTo>
                <a:lnTo>
                  <a:pt x="1463040" y="1592580"/>
                </a:lnTo>
                <a:lnTo>
                  <a:pt x="1463040" y="1417320"/>
                </a:lnTo>
                <a:lnTo>
                  <a:pt x="182880" y="1478280"/>
                </a:lnTo>
                <a:lnTo>
                  <a:pt x="160020" y="266700"/>
                </a:lnTo>
                <a:lnTo>
                  <a:pt x="3474720" y="160020"/>
                </a:lnTo>
                <a:lnTo>
                  <a:pt x="3467100" y="1424940"/>
                </a:lnTo>
                <a:lnTo>
                  <a:pt x="2278380" y="1432560"/>
                </a:lnTo>
                <a:lnTo>
                  <a:pt x="2263140" y="1584960"/>
                </a:lnTo>
                <a:lnTo>
                  <a:pt x="3596640" y="1546860"/>
                </a:lnTo>
                <a:lnTo>
                  <a:pt x="3589020" y="0"/>
                </a:lnTo>
                <a:lnTo>
                  <a:pt x="0" y="91440"/>
                </a:lnTo>
                <a:lnTo>
                  <a:pt x="0" y="1653540"/>
                </a:lnTo>
                <a:close/>
              </a:path>
            </a:pathLst>
          </a:cu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8" name="Freeform: Shape 97">
            <a:extLst>
              <a:ext uri="{FF2B5EF4-FFF2-40B4-BE49-F238E27FC236}">
                <a16:creationId xmlns:a16="http://schemas.microsoft.com/office/drawing/2014/main" id="{D83FEC2D-04F4-6D7E-1D6A-400811E5EE13}"/>
              </a:ext>
            </a:extLst>
          </p:cNvPr>
          <p:cNvSpPr/>
          <p:nvPr/>
        </p:nvSpPr>
        <p:spPr>
          <a:xfrm rot="16200000">
            <a:off x="5643693" y="4024151"/>
            <a:ext cx="1911127" cy="758668"/>
          </a:xfrm>
          <a:custGeom>
            <a:avLst/>
            <a:gdLst>
              <a:gd name="connsiteX0" fmla="*/ 2943225 w 3305175"/>
              <a:gd name="connsiteY0" fmla="*/ 4762 h 1312068"/>
              <a:gd name="connsiteX1" fmla="*/ 2964657 w 3305175"/>
              <a:gd name="connsiteY1" fmla="*/ 1040606 h 1312068"/>
              <a:gd name="connsiteX2" fmla="*/ 0 w 3305175"/>
              <a:gd name="connsiteY2" fmla="*/ 1133475 h 1312068"/>
              <a:gd name="connsiteX3" fmla="*/ 7144 w 3305175"/>
              <a:gd name="connsiteY3" fmla="*/ 1312068 h 1312068"/>
              <a:gd name="connsiteX4" fmla="*/ 1290638 w 3305175"/>
              <a:gd name="connsiteY4" fmla="*/ 1254918 h 1312068"/>
              <a:gd name="connsiteX5" fmla="*/ 1362075 w 3305175"/>
              <a:gd name="connsiteY5" fmla="*/ 1202531 h 1312068"/>
              <a:gd name="connsiteX6" fmla="*/ 1431132 w 3305175"/>
              <a:gd name="connsiteY6" fmla="*/ 1185862 h 1312068"/>
              <a:gd name="connsiteX7" fmla="*/ 1735932 w 3305175"/>
              <a:gd name="connsiteY7" fmla="*/ 1171575 h 1312068"/>
              <a:gd name="connsiteX8" fmla="*/ 1902619 w 3305175"/>
              <a:gd name="connsiteY8" fmla="*/ 1178718 h 1312068"/>
              <a:gd name="connsiteX9" fmla="*/ 2100263 w 3305175"/>
              <a:gd name="connsiteY9" fmla="*/ 1264443 h 1312068"/>
              <a:gd name="connsiteX10" fmla="*/ 3300413 w 3305175"/>
              <a:gd name="connsiteY10" fmla="*/ 1257300 h 1312068"/>
              <a:gd name="connsiteX11" fmla="*/ 3305175 w 3305175"/>
              <a:gd name="connsiteY11" fmla="*/ 0 h 1312068"/>
              <a:gd name="connsiteX12" fmla="*/ 2943225 w 3305175"/>
              <a:gd name="connsiteY12" fmla="*/ 4762 h 1312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305175" h="1312068">
                <a:moveTo>
                  <a:pt x="2943225" y="4762"/>
                </a:moveTo>
                <a:lnTo>
                  <a:pt x="2964657" y="1040606"/>
                </a:lnTo>
                <a:lnTo>
                  <a:pt x="0" y="1133475"/>
                </a:lnTo>
                <a:lnTo>
                  <a:pt x="7144" y="1312068"/>
                </a:lnTo>
                <a:lnTo>
                  <a:pt x="1290638" y="1254918"/>
                </a:lnTo>
                <a:lnTo>
                  <a:pt x="1362075" y="1202531"/>
                </a:lnTo>
                <a:lnTo>
                  <a:pt x="1431132" y="1185862"/>
                </a:lnTo>
                <a:lnTo>
                  <a:pt x="1735932" y="1171575"/>
                </a:lnTo>
                <a:lnTo>
                  <a:pt x="1902619" y="1178718"/>
                </a:lnTo>
                <a:lnTo>
                  <a:pt x="2100263" y="1264443"/>
                </a:lnTo>
                <a:lnTo>
                  <a:pt x="3300413" y="1257300"/>
                </a:lnTo>
                <a:cubicBezTo>
                  <a:pt x="3302000" y="838200"/>
                  <a:pt x="3303588" y="419100"/>
                  <a:pt x="3305175" y="0"/>
                </a:cubicBezTo>
                <a:lnTo>
                  <a:pt x="2943225" y="4762"/>
                </a:lnTo>
                <a:close/>
              </a:path>
            </a:pathLst>
          </a:cu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9" name="Freeform: Shape 98">
            <a:extLst>
              <a:ext uri="{FF2B5EF4-FFF2-40B4-BE49-F238E27FC236}">
                <a16:creationId xmlns:a16="http://schemas.microsoft.com/office/drawing/2014/main" id="{23A07FA4-D7AB-0F4D-4C97-9A7269FED443}"/>
              </a:ext>
            </a:extLst>
          </p:cNvPr>
          <p:cNvSpPr/>
          <p:nvPr/>
        </p:nvSpPr>
        <p:spPr>
          <a:xfrm rot="16200000">
            <a:off x="6730750" y="4307103"/>
            <a:ext cx="473651" cy="143197"/>
          </a:xfrm>
          <a:custGeom>
            <a:avLst/>
            <a:gdLst>
              <a:gd name="connsiteX0" fmla="*/ 802482 w 819150"/>
              <a:gd name="connsiteY0" fmla="*/ 242888 h 247650"/>
              <a:gd name="connsiteX1" fmla="*/ 588169 w 819150"/>
              <a:gd name="connsiteY1" fmla="*/ 116682 h 247650"/>
              <a:gd name="connsiteX2" fmla="*/ 452438 w 819150"/>
              <a:gd name="connsiteY2" fmla="*/ 95250 h 247650"/>
              <a:gd name="connsiteX3" fmla="*/ 192882 w 819150"/>
              <a:gd name="connsiteY3" fmla="*/ 92869 h 247650"/>
              <a:gd name="connsiteX4" fmla="*/ 76200 w 819150"/>
              <a:gd name="connsiteY4" fmla="*/ 140494 h 247650"/>
              <a:gd name="connsiteX5" fmla="*/ 11907 w 819150"/>
              <a:gd name="connsiteY5" fmla="*/ 247650 h 247650"/>
              <a:gd name="connsiteX6" fmla="*/ 0 w 819150"/>
              <a:gd name="connsiteY6" fmla="*/ 85725 h 247650"/>
              <a:gd name="connsiteX7" fmla="*/ 76200 w 819150"/>
              <a:gd name="connsiteY7" fmla="*/ 33338 h 247650"/>
              <a:gd name="connsiteX8" fmla="*/ 173832 w 819150"/>
              <a:gd name="connsiteY8" fmla="*/ 14288 h 247650"/>
              <a:gd name="connsiteX9" fmla="*/ 469107 w 819150"/>
              <a:gd name="connsiteY9" fmla="*/ 0 h 247650"/>
              <a:gd name="connsiteX10" fmla="*/ 616744 w 819150"/>
              <a:gd name="connsiteY10" fmla="*/ 14288 h 247650"/>
              <a:gd name="connsiteX11" fmla="*/ 819150 w 819150"/>
              <a:gd name="connsiteY11" fmla="*/ 95250 h 247650"/>
              <a:gd name="connsiteX12" fmla="*/ 802482 w 819150"/>
              <a:gd name="connsiteY12" fmla="*/ 242888 h 247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819150" h="247650">
                <a:moveTo>
                  <a:pt x="802482" y="242888"/>
                </a:moveTo>
                <a:lnTo>
                  <a:pt x="588169" y="116682"/>
                </a:lnTo>
                <a:lnTo>
                  <a:pt x="452438" y="95250"/>
                </a:lnTo>
                <a:lnTo>
                  <a:pt x="192882" y="92869"/>
                </a:lnTo>
                <a:lnTo>
                  <a:pt x="76200" y="140494"/>
                </a:lnTo>
                <a:lnTo>
                  <a:pt x="11907" y="247650"/>
                </a:lnTo>
                <a:lnTo>
                  <a:pt x="0" y="85725"/>
                </a:lnTo>
                <a:lnTo>
                  <a:pt x="76200" y="33338"/>
                </a:lnTo>
                <a:lnTo>
                  <a:pt x="173832" y="14288"/>
                </a:lnTo>
                <a:lnTo>
                  <a:pt x="469107" y="0"/>
                </a:lnTo>
                <a:lnTo>
                  <a:pt x="616744" y="14288"/>
                </a:lnTo>
                <a:lnTo>
                  <a:pt x="819150" y="95250"/>
                </a:lnTo>
                <a:lnTo>
                  <a:pt x="802482" y="242888"/>
                </a:lnTo>
                <a:close/>
              </a:path>
            </a:pathLst>
          </a:cu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100" name="Group 99">
            <a:extLst>
              <a:ext uri="{FF2B5EF4-FFF2-40B4-BE49-F238E27FC236}">
                <a16:creationId xmlns:a16="http://schemas.microsoft.com/office/drawing/2014/main" id="{BE6BE220-FFF0-3169-E6F6-5EDF29F811E7}"/>
              </a:ext>
            </a:extLst>
          </p:cNvPr>
          <p:cNvGrpSpPr/>
          <p:nvPr/>
        </p:nvGrpSpPr>
        <p:grpSpPr>
          <a:xfrm rot="16200000">
            <a:off x="6374135" y="3859612"/>
            <a:ext cx="121167" cy="90875"/>
            <a:chOff x="6669881" y="4393406"/>
            <a:chExt cx="209550" cy="157163"/>
          </a:xfrm>
        </p:grpSpPr>
        <p:sp>
          <p:nvSpPr>
            <p:cNvPr id="148" name="Rectangle 147">
              <a:extLst>
                <a:ext uri="{FF2B5EF4-FFF2-40B4-BE49-F238E27FC236}">
                  <a16:creationId xmlns:a16="http://schemas.microsoft.com/office/drawing/2014/main" id="{CF633FFF-43F2-BF09-AF81-A88DC582F500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49" name="Freeform: Shape 148">
              <a:extLst>
                <a:ext uri="{FF2B5EF4-FFF2-40B4-BE49-F238E27FC236}">
                  <a16:creationId xmlns:a16="http://schemas.microsoft.com/office/drawing/2014/main" id="{731D136B-577E-68B4-5FF1-BA1E1D331496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1" name="Group 100">
            <a:extLst>
              <a:ext uri="{FF2B5EF4-FFF2-40B4-BE49-F238E27FC236}">
                <a16:creationId xmlns:a16="http://schemas.microsoft.com/office/drawing/2014/main" id="{E59F46FE-977B-329E-ACCF-458F54742CC8}"/>
              </a:ext>
            </a:extLst>
          </p:cNvPr>
          <p:cNvGrpSpPr/>
          <p:nvPr/>
        </p:nvGrpSpPr>
        <p:grpSpPr>
          <a:xfrm rot="16200000">
            <a:off x="6392034" y="4117092"/>
            <a:ext cx="121167" cy="90875"/>
            <a:chOff x="6669881" y="4393406"/>
            <a:chExt cx="209550" cy="157163"/>
          </a:xfrm>
        </p:grpSpPr>
        <p:sp>
          <p:nvSpPr>
            <p:cNvPr id="146" name="Rectangle 145">
              <a:extLst>
                <a:ext uri="{FF2B5EF4-FFF2-40B4-BE49-F238E27FC236}">
                  <a16:creationId xmlns:a16="http://schemas.microsoft.com/office/drawing/2014/main" id="{0E0E4B8A-0E50-8F4F-5AE5-C42300BD7AA6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47" name="Freeform: Shape 146">
              <a:extLst>
                <a:ext uri="{FF2B5EF4-FFF2-40B4-BE49-F238E27FC236}">
                  <a16:creationId xmlns:a16="http://schemas.microsoft.com/office/drawing/2014/main" id="{68C7514D-E49C-C313-734C-7111192A69AB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2" name="Group 101">
            <a:extLst>
              <a:ext uri="{FF2B5EF4-FFF2-40B4-BE49-F238E27FC236}">
                <a16:creationId xmlns:a16="http://schemas.microsoft.com/office/drawing/2014/main" id="{702B33A9-E3AC-9B4D-F157-332E8849C72D}"/>
              </a:ext>
            </a:extLst>
          </p:cNvPr>
          <p:cNvGrpSpPr/>
          <p:nvPr/>
        </p:nvGrpSpPr>
        <p:grpSpPr>
          <a:xfrm rot="16200000">
            <a:off x="6409934" y="4374571"/>
            <a:ext cx="121167" cy="90875"/>
            <a:chOff x="6669881" y="4393406"/>
            <a:chExt cx="209550" cy="157163"/>
          </a:xfrm>
        </p:grpSpPr>
        <p:sp>
          <p:nvSpPr>
            <p:cNvPr id="144" name="Rectangle 143">
              <a:extLst>
                <a:ext uri="{FF2B5EF4-FFF2-40B4-BE49-F238E27FC236}">
                  <a16:creationId xmlns:a16="http://schemas.microsoft.com/office/drawing/2014/main" id="{E63FFB2D-80A7-38FC-27B9-DE2CDB30C4A6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45" name="Freeform: Shape 144">
              <a:extLst>
                <a:ext uri="{FF2B5EF4-FFF2-40B4-BE49-F238E27FC236}">
                  <a16:creationId xmlns:a16="http://schemas.microsoft.com/office/drawing/2014/main" id="{CEDA0739-C7F0-664F-38B3-CDEE3398D637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3" name="Group 102">
            <a:extLst>
              <a:ext uri="{FF2B5EF4-FFF2-40B4-BE49-F238E27FC236}">
                <a16:creationId xmlns:a16="http://schemas.microsoft.com/office/drawing/2014/main" id="{4CAD165C-6A11-3D19-BA6D-3C030476516C}"/>
              </a:ext>
            </a:extLst>
          </p:cNvPr>
          <p:cNvGrpSpPr/>
          <p:nvPr/>
        </p:nvGrpSpPr>
        <p:grpSpPr>
          <a:xfrm rot="16200000">
            <a:off x="6416818" y="4664408"/>
            <a:ext cx="121167" cy="90875"/>
            <a:chOff x="6669881" y="4393406"/>
            <a:chExt cx="209550" cy="157163"/>
          </a:xfrm>
        </p:grpSpPr>
        <p:sp>
          <p:nvSpPr>
            <p:cNvPr id="142" name="Rectangle 141">
              <a:extLst>
                <a:ext uri="{FF2B5EF4-FFF2-40B4-BE49-F238E27FC236}">
                  <a16:creationId xmlns:a16="http://schemas.microsoft.com/office/drawing/2014/main" id="{3D2C6530-0957-2982-7EFA-38316E265D7B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43" name="Freeform: Shape 142">
              <a:extLst>
                <a:ext uri="{FF2B5EF4-FFF2-40B4-BE49-F238E27FC236}">
                  <a16:creationId xmlns:a16="http://schemas.microsoft.com/office/drawing/2014/main" id="{73E88DD3-3074-97CA-FE14-DB0B721EAACD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026AF51E-3B65-C040-3835-16B397DDBC03}"/>
              </a:ext>
            </a:extLst>
          </p:cNvPr>
          <p:cNvGrpSpPr/>
          <p:nvPr/>
        </p:nvGrpSpPr>
        <p:grpSpPr>
          <a:xfrm rot="16200000">
            <a:off x="6428222" y="4957132"/>
            <a:ext cx="121167" cy="90875"/>
            <a:chOff x="6669881" y="4393406"/>
            <a:chExt cx="209550" cy="157163"/>
          </a:xfrm>
        </p:grpSpPr>
        <p:sp>
          <p:nvSpPr>
            <p:cNvPr id="140" name="Rectangle 139">
              <a:extLst>
                <a:ext uri="{FF2B5EF4-FFF2-40B4-BE49-F238E27FC236}">
                  <a16:creationId xmlns:a16="http://schemas.microsoft.com/office/drawing/2014/main" id="{5725F1D2-BEC9-E3C4-E85F-423C6D3AD0F1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41" name="Freeform: Shape 140">
              <a:extLst>
                <a:ext uri="{FF2B5EF4-FFF2-40B4-BE49-F238E27FC236}">
                  <a16:creationId xmlns:a16="http://schemas.microsoft.com/office/drawing/2014/main" id="{2F1B6F8A-7ABC-EF29-6578-5BE25E7E652A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5" name="Group 104">
            <a:extLst>
              <a:ext uri="{FF2B5EF4-FFF2-40B4-BE49-F238E27FC236}">
                <a16:creationId xmlns:a16="http://schemas.microsoft.com/office/drawing/2014/main" id="{64F24B90-4924-01B3-188F-5D6F3093C1D2}"/>
              </a:ext>
            </a:extLst>
          </p:cNvPr>
          <p:cNvGrpSpPr/>
          <p:nvPr/>
        </p:nvGrpSpPr>
        <p:grpSpPr>
          <a:xfrm rot="16200000">
            <a:off x="6663670" y="4964017"/>
            <a:ext cx="121167" cy="90875"/>
            <a:chOff x="6669881" y="4393406"/>
            <a:chExt cx="209550" cy="157163"/>
          </a:xfrm>
        </p:grpSpPr>
        <p:sp>
          <p:nvSpPr>
            <p:cNvPr id="138" name="Rectangle 137">
              <a:extLst>
                <a:ext uri="{FF2B5EF4-FFF2-40B4-BE49-F238E27FC236}">
                  <a16:creationId xmlns:a16="http://schemas.microsoft.com/office/drawing/2014/main" id="{042AEEF7-914E-A33E-5FF9-0E8B865F2BCC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9" name="Freeform: Shape 138">
              <a:extLst>
                <a:ext uri="{FF2B5EF4-FFF2-40B4-BE49-F238E27FC236}">
                  <a16:creationId xmlns:a16="http://schemas.microsoft.com/office/drawing/2014/main" id="{941EC473-9C58-54A6-6942-426F5A4DC685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8CEE9ADD-F0C1-B794-E4BD-83693FD2AE2A}"/>
              </a:ext>
            </a:extLst>
          </p:cNvPr>
          <p:cNvGrpSpPr/>
          <p:nvPr/>
        </p:nvGrpSpPr>
        <p:grpSpPr>
          <a:xfrm rot="16200000">
            <a:off x="6655408" y="4665786"/>
            <a:ext cx="121167" cy="90875"/>
            <a:chOff x="6669881" y="4393406"/>
            <a:chExt cx="209550" cy="157163"/>
          </a:xfrm>
        </p:grpSpPr>
        <p:sp>
          <p:nvSpPr>
            <p:cNvPr id="136" name="Rectangle 135">
              <a:extLst>
                <a:ext uri="{FF2B5EF4-FFF2-40B4-BE49-F238E27FC236}">
                  <a16:creationId xmlns:a16="http://schemas.microsoft.com/office/drawing/2014/main" id="{E37E81D6-411C-0BBA-65F0-C23DF1C961A2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7" name="Freeform: Shape 136">
              <a:extLst>
                <a:ext uri="{FF2B5EF4-FFF2-40B4-BE49-F238E27FC236}">
                  <a16:creationId xmlns:a16="http://schemas.microsoft.com/office/drawing/2014/main" id="{05BB1B44-DAA2-0483-FF00-04963C544ABD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AF4CE369-DC14-CDFF-CF55-6DFAC0547520}"/>
              </a:ext>
            </a:extLst>
          </p:cNvPr>
          <p:cNvGrpSpPr/>
          <p:nvPr/>
        </p:nvGrpSpPr>
        <p:grpSpPr>
          <a:xfrm rot="16200000">
            <a:off x="6651667" y="4370442"/>
            <a:ext cx="121167" cy="90875"/>
            <a:chOff x="6669881" y="4393406"/>
            <a:chExt cx="209550" cy="157163"/>
          </a:xfrm>
        </p:grpSpPr>
        <p:sp>
          <p:nvSpPr>
            <p:cNvPr id="134" name="Rectangle 133">
              <a:extLst>
                <a:ext uri="{FF2B5EF4-FFF2-40B4-BE49-F238E27FC236}">
                  <a16:creationId xmlns:a16="http://schemas.microsoft.com/office/drawing/2014/main" id="{582BAE1B-BC83-4F59-59E6-0FD873C0AD70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5" name="Freeform: Shape 134">
              <a:extLst>
                <a:ext uri="{FF2B5EF4-FFF2-40B4-BE49-F238E27FC236}">
                  <a16:creationId xmlns:a16="http://schemas.microsoft.com/office/drawing/2014/main" id="{AFD4C73C-C543-25B5-9546-8258EEA66FFD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8" name="Group 107">
            <a:extLst>
              <a:ext uri="{FF2B5EF4-FFF2-40B4-BE49-F238E27FC236}">
                <a16:creationId xmlns:a16="http://schemas.microsoft.com/office/drawing/2014/main" id="{550D0C77-408D-C22E-5707-8C35031B3C63}"/>
              </a:ext>
            </a:extLst>
          </p:cNvPr>
          <p:cNvGrpSpPr/>
          <p:nvPr/>
        </p:nvGrpSpPr>
        <p:grpSpPr>
          <a:xfrm rot="16200000">
            <a:off x="6654990" y="4099194"/>
            <a:ext cx="121167" cy="90875"/>
            <a:chOff x="6669881" y="4393406"/>
            <a:chExt cx="209550" cy="157163"/>
          </a:xfrm>
        </p:grpSpPr>
        <p:sp>
          <p:nvSpPr>
            <p:cNvPr id="132" name="Rectangle 131">
              <a:extLst>
                <a:ext uri="{FF2B5EF4-FFF2-40B4-BE49-F238E27FC236}">
                  <a16:creationId xmlns:a16="http://schemas.microsoft.com/office/drawing/2014/main" id="{A4949847-3BB9-0A32-A724-B928E99518F8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3" name="Freeform: Shape 132">
              <a:extLst>
                <a:ext uri="{FF2B5EF4-FFF2-40B4-BE49-F238E27FC236}">
                  <a16:creationId xmlns:a16="http://schemas.microsoft.com/office/drawing/2014/main" id="{EF011367-22F3-BC9E-CBBB-38A250D21186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9" name="Group 108">
            <a:extLst>
              <a:ext uri="{FF2B5EF4-FFF2-40B4-BE49-F238E27FC236}">
                <a16:creationId xmlns:a16="http://schemas.microsoft.com/office/drawing/2014/main" id="{F7CDE491-91D4-2795-5C15-15F08726BE21}"/>
              </a:ext>
            </a:extLst>
          </p:cNvPr>
          <p:cNvGrpSpPr/>
          <p:nvPr/>
        </p:nvGrpSpPr>
        <p:grpSpPr>
          <a:xfrm rot="16200000">
            <a:off x="6648913" y="3843094"/>
            <a:ext cx="121167" cy="90875"/>
            <a:chOff x="6669881" y="4393406"/>
            <a:chExt cx="209550" cy="157163"/>
          </a:xfrm>
        </p:grpSpPr>
        <p:sp>
          <p:nvSpPr>
            <p:cNvPr id="130" name="Rectangle 129">
              <a:extLst>
                <a:ext uri="{FF2B5EF4-FFF2-40B4-BE49-F238E27FC236}">
                  <a16:creationId xmlns:a16="http://schemas.microsoft.com/office/drawing/2014/main" id="{9CB38914-9316-DFBF-2A29-1C26BE893045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1" name="Freeform: Shape 130">
              <a:extLst>
                <a:ext uri="{FF2B5EF4-FFF2-40B4-BE49-F238E27FC236}">
                  <a16:creationId xmlns:a16="http://schemas.microsoft.com/office/drawing/2014/main" id="{1BE0524F-8DA9-673D-A3AC-BC52CB8CB6F6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sp>
        <p:nvSpPr>
          <p:cNvPr id="111" name="TextBox 110">
            <a:extLst>
              <a:ext uri="{FF2B5EF4-FFF2-40B4-BE49-F238E27FC236}">
                <a16:creationId xmlns:a16="http://schemas.microsoft.com/office/drawing/2014/main" id="{719E5FC3-1400-94EE-44F5-48713BB5F9A2}"/>
              </a:ext>
            </a:extLst>
          </p:cNvPr>
          <p:cNvSpPr txBox="1"/>
          <p:nvPr/>
        </p:nvSpPr>
        <p:spPr>
          <a:xfrm>
            <a:off x="7189421" y="4831228"/>
            <a:ext cx="46038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GND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147C815D-6F1B-90D8-9FCF-9F300B36F1BE}"/>
              </a:ext>
            </a:extLst>
          </p:cNvPr>
          <p:cNvSpPr txBox="1"/>
          <p:nvPr/>
        </p:nvSpPr>
        <p:spPr>
          <a:xfrm>
            <a:off x="5183730" y="3690889"/>
            <a:ext cx="43954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3.3V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cxnSp>
        <p:nvCxnSpPr>
          <p:cNvPr id="114" name="Straight Connector 113">
            <a:extLst>
              <a:ext uri="{FF2B5EF4-FFF2-40B4-BE49-F238E27FC236}">
                <a16:creationId xmlns:a16="http://schemas.microsoft.com/office/drawing/2014/main" id="{04252795-C9B2-DF99-629C-BD79AD513C50}"/>
              </a:ext>
            </a:extLst>
          </p:cNvPr>
          <p:cNvCxnSpPr>
            <a:cxnSpLocks/>
          </p:cNvCxnSpPr>
          <p:nvPr/>
        </p:nvCxnSpPr>
        <p:spPr>
          <a:xfrm rot="16200000">
            <a:off x="5870388" y="4585169"/>
            <a:ext cx="0" cy="893411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TextBox 114">
            <a:extLst>
              <a:ext uri="{FF2B5EF4-FFF2-40B4-BE49-F238E27FC236}">
                <a16:creationId xmlns:a16="http://schemas.microsoft.com/office/drawing/2014/main" id="{2D833CC8-FDFB-B938-CC72-88A0D38787A0}"/>
              </a:ext>
            </a:extLst>
          </p:cNvPr>
          <p:cNvSpPr txBox="1"/>
          <p:nvPr/>
        </p:nvSpPr>
        <p:spPr>
          <a:xfrm>
            <a:off x="5179544" y="4842093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pin0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CB4828E0-8EF0-B9FB-72D8-D7CBE190AD06}"/>
              </a:ext>
            </a:extLst>
          </p:cNvPr>
          <p:cNvSpPr txBox="1"/>
          <p:nvPr/>
        </p:nvSpPr>
        <p:spPr>
          <a:xfrm>
            <a:off x="5179544" y="4494051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pin2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44DC8C7D-78CB-F8EB-034C-FC4BE752218B}"/>
              </a:ext>
            </a:extLst>
          </p:cNvPr>
          <p:cNvSpPr txBox="1"/>
          <p:nvPr/>
        </p:nvSpPr>
        <p:spPr>
          <a:xfrm>
            <a:off x="5179544" y="4233996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pin4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D669164B-101D-5B2B-5313-0BE8C6475F18}"/>
              </a:ext>
            </a:extLst>
          </p:cNvPr>
          <p:cNvSpPr txBox="1"/>
          <p:nvPr/>
        </p:nvSpPr>
        <p:spPr>
          <a:xfrm>
            <a:off x="5179543" y="3973150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pin6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AF8EAB9D-11DF-2220-FFF3-AAC8E0A6FA78}"/>
              </a:ext>
            </a:extLst>
          </p:cNvPr>
          <p:cNvSpPr txBox="1"/>
          <p:nvPr/>
        </p:nvSpPr>
        <p:spPr>
          <a:xfrm>
            <a:off x="7219646" y="4540109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pin1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9C7B1D8E-5678-58AF-3B71-AE3A4D1F5769}"/>
              </a:ext>
            </a:extLst>
          </p:cNvPr>
          <p:cNvSpPr txBox="1"/>
          <p:nvPr/>
        </p:nvSpPr>
        <p:spPr>
          <a:xfrm>
            <a:off x="7218474" y="4241711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pin3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AAA9DC7B-6AC5-6D53-AF2E-5714472989AD}"/>
              </a:ext>
            </a:extLst>
          </p:cNvPr>
          <p:cNvSpPr txBox="1"/>
          <p:nvPr/>
        </p:nvSpPr>
        <p:spPr>
          <a:xfrm>
            <a:off x="7219062" y="3962749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pin5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F984ABF3-D133-B4EB-309A-AB88E567F45D}"/>
              </a:ext>
            </a:extLst>
          </p:cNvPr>
          <p:cNvSpPr txBox="1"/>
          <p:nvPr/>
        </p:nvSpPr>
        <p:spPr>
          <a:xfrm>
            <a:off x="7218475" y="3700725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pin7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50" name="Freeform: Shape 149">
            <a:extLst>
              <a:ext uri="{FF2B5EF4-FFF2-40B4-BE49-F238E27FC236}">
                <a16:creationId xmlns:a16="http://schemas.microsoft.com/office/drawing/2014/main" id="{51C0F7D7-D9FE-F668-249E-C5E25F5A05BB}"/>
              </a:ext>
            </a:extLst>
          </p:cNvPr>
          <p:cNvSpPr/>
          <p:nvPr/>
        </p:nvSpPr>
        <p:spPr>
          <a:xfrm>
            <a:off x="5000625" y="2609850"/>
            <a:ext cx="5043488" cy="2424113"/>
          </a:xfrm>
          <a:custGeom>
            <a:avLst/>
            <a:gdLst>
              <a:gd name="csX0" fmla="*/ 1304925 w 5043488"/>
              <a:gd name="csY0" fmla="*/ 2424113 h 2424113"/>
              <a:gd name="csX1" fmla="*/ 0 w 5043488"/>
              <a:gd name="csY1" fmla="*/ 2424113 h 2424113"/>
              <a:gd name="csX2" fmla="*/ 0 w 5043488"/>
              <a:gd name="csY2" fmla="*/ 0 h 2424113"/>
              <a:gd name="csX3" fmla="*/ 5043488 w 5043488"/>
              <a:gd name="csY3" fmla="*/ 0 h 2424113"/>
              <a:gd name="csX4" fmla="*/ 5043488 w 5043488"/>
              <a:gd name="csY4" fmla="*/ 1290638 h 24241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5043488" h="2424113">
                <a:moveTo>
                  <a:pt x="1304925" y="2424113"/>
                </a:moveTo>
                <a:lnTo>
                  <a:pt x="0" y="2424113"/>
                </a:lnTo>
                <a:lnTo>
                  <a:pt x="0" y="0"/>
                </a:lnTo>
                <a:lnTo>
                  <a:pt x="5043488" y="0"/>
                </a:lnTo>
                <a:lnTo>
                  <a:pt x="5043488" y="1290638"/>
                </a:lnTo>
              </a:path>
            </a:pathLst>
          </a:cu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1" name="Freeform: Shape 150">
            <a:extLst>
              <a:ext uri="{FF2B5EF4-FFF2-40B4-BE49-F238E27FC236}">
                <a16:creationId xmlns:a16="http://schemas.microsoft.com/office/drawing/2014/main" id="{7B2F4059-2286-CFE3-86CA-32F559131C5B}"/>
              </a:ext>
            </a:extLst>
          </p:cNvPr>
          <p:cNvSpPr/>
          <p:nvPr/>
        </p:nvSpPr>
        <p:spPr>
          <a:xfrm>
            <a:off x="6829425" y="2671763"/>
            <a:ext cx="3139382" cy="2057400"/>
          </a:xfrm>
          <a:custGeom>
            <a:avLst/>
            <a:gdLst>
              <a:gd name="csX0" fmla="*/ 0 w 3109913"/>
              <a:gd name="csY0" fmla="*/ 2057400 h 2057400"/>
              <a:gd name="csX1" fmla="*/ 1090613 w 3109913"/>
              <a:gd name="csY1" fmla="*/ 2057400 h 2057400"/>
              <a:gd name="csX2" fmla="*/ 1090613 w 3109913"/>
              <a:gd name="csY2" fmla="*/ 0 h 2057400"/>
              <a:gd name="csX3" fmla="*/ 3109913 w 3109913"/>
              <a:gd name="csY3" fmla="*/ 0 h 2057400"/>
              <a:gd name="csX4" fmla="*/ 3109913 w 3109913"/>
              <a:gd name="csY4" fmla="*/ 1228725 h 20574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3109913" h="2057400">
                <a:moveTo>
                  <a:pt x="0" y="2057400"/>
                </a:moveTo>
                <a:lnTo>
                  <a:pt x="1090613" y="2057400"/>
                </a:lnTo>
                <a:lnTo>
                  <a:pt x="1090613" y="0"/>
                </a:lnTo>
                <a:lnTo>
                  <a:pt x="3109913" y="0"/>
                </a:lnTo>
                <a:lnTo>
                  <a:pt x="3109913" y="1228725"/>
                </a:lnTo>
              </a:path>
            </a:pathLst>
          </a:custGeom>
          <a:noFill/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2" name="Freeform: Shape 151">
            <a:extLst>
              <a:ext uri="{FF2B5EF4-FFF2-40B4-BE49-F238E27FC236}">
                <a16:creationId xmlns:a16="http://schemas.microsoft.com/office/drawing/2014/main" id="{AE95F2B6-5FC4-844F-1F96-C7D01B2BCA22}"/>
              </a:ext>
            </a:extLst>
          </p:cNvPr>
          <p:cNvSpPr/>
          <p:nvPr/>
        </p:nvSpPr>
        <p:spPr>
          <a:xfrm>
            <a:off x="5110163" y="2776538"/>
            <a:ext cx="4757737" cy="1947862"/>
          </a:xfrm>
          <a:custGeom>
            <a:avLst/>
            <a:gdLst>
              <a:gd name="csX0" fmla="*/ 1362075 w 4757737"/>
              <a:gd name="csY0" fmla="*/ 1947862 h 1947862"/>
              <a:gd name="csX1" fmla="*/ 0 w 4757737"/>
              <a:gd name="csY1" fmla="*/ 1947862 h 1947862"/>
              <a:gd name="csX2" fmla="*/ 0 w 4757737"/>
              <a:gd name="csY2" fmla="*/ 0 h 1947862"/>
              <a:gd name="csX3" fmla="*/ 4757737 w 4757737"/>
              <a:gd name="csY3" fmla="*/ 0 h 1947862"/>
              <a:gd name="csX4" fmla="*/ 4757737 w 4757737"/>
              <a:gd name="csY4" fmla="*/ 1138237 h 19478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757737" h="1947862">
                <a:moveTo>
                  <a:pt x="1362075" y="1947862"/>
                </a:moveTo>
                <a:lnTo>
                  <a:pt x="0" y="1947862"/>
                </a:lnTo>
                <a:lnTo>
                  <a:pt x="0" y="0"/>
                </a:lnTo>
                <a:lnTo>
                  <a:pt x="4757737" y="0"/>
                </a:lnTo>
                <a:lnTo>
                  <a:pt x="4757737" y="1138237"/>
                </a:lnTo>
              </a:path>
            </a:pathLst>
          </a:custGeom>
          <a:noFill/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3" name="Freeform: Shape 152">
            <a:extLst>
              <a:ext uri="{FF2B5EF4-FFF2-40B4-BE49-F238E27FC236}">
                <a16:creationId xmlns:a16="http://schemas.microsoft.com/office/drawing/2014/main" id="{212E13D7-1BD6-781D-C4C1-2867C4527F7E}"/>
              </a:ext>
            </a:extLst>
          </p:cNvPr>
          <p:cNvSpPr/>
          <p:nvPr/>
        </p:nvSpPr>
        <p:spPr>
          <a:xfrm>
            <a:off x="6810374" y="2862263"/>
            <a:ext cx="2955547" cy="1581150"/>
          </a:xfrm>
          <a:custGeom>
            <a:avLst/>
            <a:gdLst>
              <a:gd name="csX0" fmla="*/ 0 w 2857500"/>
              <a:gd name="csY0" fmla="*/ 1581150 h 1581150"/>
              <a:gd name="csX1" fmla="*/ 1209675 w 2857500"/>
              <a:gd name="csY1" fmla="*/ 1581150 h 1581150"/>
              <a:gd name="csX2" fmla="*/ 1209675 w 2857500"/>
              <a:gd name="csY2" fmla="*/ 0 h 1581150"/>
              <a:gd name="csX3" fmla="*/ 2857500 w 2857500"/>
              <a:gd name="csY3" fmla="*/ 0 h 1581150"/>
              <a:gd name="csX4" fmla="*/ 2857500 w 2857500"/>
              <a:gd name="csY4" fmla="*/ 1066800 h 1581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857500" h="1581150">
                <a:moveTo>
                  <a:pt x="0" y="1581150"/>
                </a:moveTo>
                <a:lnTo>
                  <a:pt x="1209675" y="1581150"/>
                </a:lnTo>
                <a:lnTo>
                  <a:pt x="1209675" y="0"/>
                </a:lnTo>
                <a:lnTo>
                  <a:pt x="2857500" y="0"/>
                </a:lnTo>
                <a:lnTo>
                  <a:pt x="2857500" y="1066800"/>
                </a:lnTo>
              </a:path>
            </a:pathLst>
          </a:custGeom>
          <a:noFill/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7EFACBF-9F0C-B331-E7CE-425B10768458}"/>
              </a:ext>
            </a:extLst>
          </p:cNvPr>
          <p:cNvSpPr/>
          <p:nvPr/>
        </p:nvSpPr>
        <p:spPr>
          <a:xfrm>
            <a:off x="5223294" y="2932981"/>
            <a:ext cx="4455544" cy="1500996"/>
          </a:xfrm>
          <a:custGeom>
            <a:avLst/>
            <a:gdLst>
              <a:gd name="csX0" fmla="*/ 1199072 w 4455544"/>
              <a:gd name="csY0" fmla="*/ 1500996 h 1500996"/>
              <a:gd name="csX1" fmla="*/ 0 w 4455544"/>
              <a:gd name="csY1" fmla="*/ 1500996 h 1500996"/>
              <a:gd name="csX2" fmla="*/ 0 w 4455544"/>
              <a:gd name="csY2" fmla="*/ 0 h 1500996"/>
              <a:gd name="csX3" fmla="*/ 4455544 w 4455544"/>
              <a:gd name="csY3" fmla="*/ 0 h 1500996"/>
              <a:gd name="csX4" fmla="*/ 4455544 w 4455544"/>
              <a:gd name="csY4" fmla="*/ 979098 h 150099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455544" h="1500996">
                <a:moveTo>
                  <a:pt x="1199072" y="1500996"/>
                </a:moveTo>
                <a:lnTo>
                  <a:pt x="0" y="1500996"/>
                </a:lnTo>
                <a:lnTo>
                  <a:pt x="0" y="0"/>
                </a:lnTo>
                <a:lnTo>
                  <a:pt x="4455544" y="0"/>
                </a:lnTo>
                <a:lnTo>
                  <a:pt x="4455544" y="979098"/>
                </a:lnTo>
              </a:path>
            </a:pathLst>
          </a:custGeom>
          <a:noFill/>
          <a:ln>
            <a:solidFill>
              <a:schemeClr val="bg1"/>
            </a:solidFill>
          </a:ln>
          <a:effectLst>
            <a:glow rad="63500">
              <a:srgbClr val="FFFF00">
                <a:alpha val="4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5F535DA-FEBF-8144-8E55-4C4D36C27401}"/>
              </a:ext>
            </a:extLst>
          </p:cNvPr>
          <p:cNvSpPr/>
          <p:nvPr/>
        </p:nvSpPr>
        <p:spPr>
          <a:xfrm>
            <a:off x="6788989" y="3023558"/>
            <a:ext cx="2794958" cy="1143000"/>
          </a:xfrm>
          <a:custGeom>
            <a:avLst/>
            <a:gdLst>
              <a:gd name="csX0" fmla="*/ 0 w 2794958"/>
              <a:gd name="csY0" fmla="*/ 1143000 h 1143000"/>
              <a:gd name="csX1" fmla="*/ 1039483 w 2794958"/>
              <a:gd name="csY1" fmla="*/ 1143000 h 1143000"/>
              <a:gd name="csX2" fmla="*/ 1039483 w 2794958"/>
              <a:gd name="csY2" fmla="*/ 0 h 1143000"/>
              <a:gd name="csX3" fmla="*/ 2794958 w 2794958"/>
              <a:gd name="csY3" fmla="*/ 0 h 1143000"/>
              <a:gd name="csX4" fmla="*/ 2794958 w 2794958"/>
              <a:gd name="csY4" fmla="*/ 875582 h 1143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794958" h="1143000">
                <a:moveTo>
                  <a:pt x="0" y="1143000"/>
                </a:moveTo>
                <a:lnTo>
                  <a:pt x="1039483" y="1143000"/>
                </a:lnTo>
                <a:lnTo>
                  <a:pt x="1039483" y="0"/>
                </a:lnTo>
                <a:lnTo>
                  <a:pt x="2794958" y="0"/>
                </a:lnTo>
                <a:lnTo>
                  <a:pt x="2794958" y="875582"/>
                </a:lnTo>
              </a:path>
            </a:pathLst>
          </a:cu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C00EA7C4-0097-5249-9678-D2A8AD2B52A5}"/>
              </a:ext>
            </a:extLst>
          </p:cNvPr>
          <p:cNvSpPr/>
          <p:nvPr/>
        </p:nvSpPr>
        <p:spPr>
          <a:xfrm>
            <a:off x="5633049" y="3122762"/>
            <a:ext cx="3847381" cy="1061049"/>
          </a:xfrm>
          <a:custGeom>
            <a:avLst/>
            <a:gdLst>
              <a:gd name="csX0" fmla="*/ 741872 w 3847381"/>
              <a:gd name="csY0" fmla="*/ 1061049 h 1061049"/>
              <a:gd name="csX1" fmla="*/ 0 w 3847381"/>
              <a:gd name="csY1" fmla="*/ 1061049 h 1061049"/>
              <a:gd name="csX2" fmla="*/ 0 w 3847381"/>
              <a:gd name="csY2" fmla="*/ 0 h 1061049"/>
              <a:gd name="csX3" fmla="*/ 3847381 w 3847381"/>
              <a:gd name="csY3" fmla="*/ 0 h 1061049"/>
              <a:gd name="csX4" fmla="*/ 3847381 w 3847381"/>
              <a:gd name="csY4" fmla="*/ 793630 h 106104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3847381" h="1061049">
                <a:moveTo>
                  <a:pt x="741872" y="1061049"/>
                </a:moveTo>
                <a:lnTo>
                  <a:pt x="0" y="1061049"/>
                </a:lnTo>
                <a:lnTo>
                  <a:pt x="0" y="0"/>
                </a:lnTo>
                <a:lnTo>
                  <a:pt x="3847381" y="0"/>
                </a:lnTo>
                <a:lnTo>
                  <a:pt x="3847381" y="793630"/>
                </a:lnTo>
              </a:path>
            </a:pathLst>
          </a:custGeom>
          <a:noFill/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6" name="Freeform: Shape 155">
            <a:extLst>
              <a:ext uri="{FF2B5EF4-FFF2-40B4-BE49-F238E27FC236}">
                <a16:creationId xmlns:a16="http://schemas.microsoft.com/office/drawing/2014/main" id="{9F99A6D5-3D92-711D-AC99-9F841E73F2AB}"/>
              </a:ext>
            </a:extLst>
          </p:cNvPr>
          <p:cNvSpPr/>
          <p:nvPr/>
        </p:nvSpPr>
        <p:spPr>
          <a:xfrm>
            <a:off x="6797615" y="3213340"/>
            <a:ext cx="2587925" cy="698739"/>
          </a:xfrm>
          <a:custGeom>
            <a:avLst/>
            <a:gdLst>
              <a:gd name="csX0" fmla="*/ 0 w 2587925"/>
              <a:gd name="csY0" fmla="*/ 690113 h 698739"/>
              <a:gd name="csX1" fmla="*/ 953219 w 2587925"/>
              <a:gd name="csY1" fmla="*/ 690113 h 698739"/>
              <a:gd name="csX2" fmla="*/ 953219 w 2587925"/>
              <a:gd name="csY2" fmla="*/ 0 h 698739"/>
              <a:gd name="csX3" fmla="*/ 2587925 w 2587925"/>
              <a:gd name="csY3" fmla="*/ 0 h 698739"/>
              <a:gd name="csX4" fmla="*/ 2587925 w 2587925"/>
              <a:gd name="csY4" fmla="*/ 698739 h 69873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87925" h="698739">
                <a:moveTo>
                  <a:pt x="0" y="690113"/>
                </a:moveTo>
                <a:lnTo>
                  <a:pt x="953219" y="690113"/>
                </a:lnTo>
                <a:lnTo>
                  <a:pt x="953219" y="0"/>
                </a:lnTo>
                <a:lnTo>
                  <a:pt x="2587925" y="0"/>
                </a:lnTo>
                <a:lnTo>
                  <a:pt x="2587925" y="698739"/>
                </a:lnTo>
              </a:path>
            </a:pathLst>
          </a:custGeom>
          <a:noFill/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92BBEF2F-F854-9354-F9C1-4CB7B0AC03BF}"/>
              </a:ext>
            </a:extLst>
          </p:cNvPr>
          <p:cNvSpPr txBox="1"/>
          <p:nvPr/>
        </p:nvSpPr>
        <p:spPr>
          <a:xfrm>
            <a:off x="7728283" y="6158985"/>
            <a:ext cx="39837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dirty="0">
                <a:solidFill>
                  <a:schemeClr val="bg1"/>
                </a:solidFill>
                <a:latin typeface="Consolas" panose="020B0609020204030204" pitchFamily="49" charset="0"/>
              </a:rPr>
              <a:t>M(GPIOD_INDATA) &amp; 0xF = 0x0000</a:t>
            </a:r>
            <a:endParaRPr lang="LID4096" dirty="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3263785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29069C-5F9F-4267-C010-64F46DC4A0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2CE270-A778-6EE1-06AB-C6C71D2C3E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dirty="0" err="1"/>
              <a:t>Keypad</a:t>
            </a:r>
            <a:r>
              <a:rPr lang="sv-SE" dirty="0"/>
              <a:t> – Problem!</a:t>
            </a:r>
            <a:endParaRPr lang="LID4096" dirty="0"/>
          </a:p>
        </p:txBody>
      </p:sp>
      <p:sp>
        <p:nvSpPr>
          <p:cNvPr id="155" name="Content Placeholder 154">
            <a:extLst>
              <a:ext uri="{FF2B5EF4-FFF2-40B4-BE49-F238E27FC236}">
                <a16:creationId xmlns:a16="http://schemas.microsoft.com/office/drawing/2014/main" id="{3702D4B7-CEDD-D836-B397-75860D6E0F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LID4096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26E5CFB-13AC-EA9C-CF97-2944A5A92F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690688"/>
            <a:ext cx="4746017" cy="5167312"/>
          </a:xfrm>
          <a:prstGeom prst="rect">
            <a:avLst/>
          </a:prstGeom>
        </p:spPr>
      </p:pic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62DA08B5-9929-0FCA-5E32-517F8CD5DD7A}"/>
              </a:ext>
            </a:extLst>
          </p:cNvPr>
          <p:cNvSpPr/>
          <p:nvPr/>
        </p:nvSpPr>
        <p:spPr>
          <a:xfrm>
            <a:off x="8625019" y="3694696"/>
            <a:ext cx="2076275" cy="2122414"/>
          </a:xfrm>
          <a:prstGeom prst="roundRect">
            <a:avLst>
              <a:gd name="adj" fmla="val 10606"/>
            </a:avLst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737C4FC8-05DD-EF9A-01CB-04BC3FE162C5}"/>
              </a:ext>
            </a:extLst>
          </p:cNvPr>
          <p:cNvSpPr/>
          <p:nvPr/>
        </p:nvSpPr>
        <p:spPr>
          <a:xfrm>
            <a:off x="8864105" y="3958949"/>
            <a:ext cx="1371600" cy="1514213"/>
          </a:xfrm>
          <a:custGeom>
            <a:avLst/>
            <a:gdLst>
              <a:gd name="connsiteX0" fmla="*/ 541090 w 1371600"/>
              <a:gd name="connsiteY0" fmla="*/ 0 h 1514213"/>
              <a:gd name="connsiteX1" fmla="*/ 541090 w 1371600"/>
              <a:gd name="connsiteY1" fmla="*/ 130029 h 1514213"/>
              <a:gd name="connsiteX2" fmla="*/ 0 w 1371600"/>
              <a:gd name="connsiteY2" fmla="*/ 130029 h 1514213"/>
              <a:gd name="connsiteX3" fmla="*/ 0 w 1371600"/>
              <a:gd name="connsiteY3" fmla="*/ 1497435 h 1514213"/>
              <a:gd name="connsiteX4" fmla="*/ 1371600 w 1371600"/>
              <a:gd name="connsiteY4" fmla="*/ 1514213 h 15142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71600" h="1514213">
                <a:moveTo>
                  <a:pt x="541090" y="0"/>
                </a:moveTo>
                <a:lnTo>
                  <a:pt x="541090" y="130029"/>
                </a:lnTo>
                <a:lnTo>
                  <a:pt x="0" y="130029"/>
                </a:lnTo>
                <a:lnTo>
                  <a:pt x="0" y="1497435"/>
                </a:lnTo>
                <a:lnTo>
                  <a:pt x="1371600" y="1514213"/>
                </a:lnTo>
              </a:path>
            </a:pathLst>
          </a:custGeom>
          <a:noFill/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44F702D0-949A-13E9-772A-3EF2CD10AB13}"/>
              </a:ext>
            </a:extLst>
          </p:cNvPr>
          <p:cNvSpPr/>
          <p:nvPr/>
        </p:nvSpPr>
        <p:spPr>
          <a:xfrm>
            <a:off x="8939606" y="3963143"/>
            <a:ext cx="1287710" cy="1170264"/>
          </a:xfrm>
          <a:custGeom>
            <a:avLst/>
            <a:gdLst>
              <a:gd name="connsiteX0" fmla="*/ 545284 w 1287710"/>
              <a:gd name="connsiteY0" fmla="*/ 0 h 1170264"/>
              <a:gd name="connsiteX1" fmla="*/ 541090 w 1287710"/>
              <a:gd name="connsiteY1" fmla="*/ 171975 h 1170264"/>
              <a:gd name="connsiteX2" fmla="*/ 0 w 1287710"/>
              <a:gd name="connsiteY2" fmla="*/ 176169 h 1170264"/>
              <a:gd name="connsiteX3" fmla="*/ 0 w 1287710"/>
              <a:gd name="connsiteY3" fmla="*/ 1166070 h 1170264"/>
              <a:gd name="connsiteX4" fmla="*/ 1287710 w 1287710"/>
              <a:gd name="connsiteY4" fmla="*/ 1170264 h 11702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87710" h="1170264">
                <a:moveTo>
                  <a:pt x="545284" y="0"/>
                </a:moveTo>
                <a:lnTo>
                  <a:pt x="541090" y="171975"/>
                </a:lnTo>
                <a:lnTo>
                  <a:pt x="0" y="176169"/>
                </a:lnTo>
                <a:lnTo>
                  <a:pt x="0" y="1166070"/>
                </a:lnTo>
                <a:lnTo>
                  <a:pt x="1287710" y="1170264"/>
                </a:lnTo>
              </a:path>
            </a:pathLst>
          </a:custGeom>
          <a:noFill/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726E80E4-CBF1-EC42-1E17-D7B1E569A75B}"/>
              </a:ext>
            </a:extLst>
          </p:cNvPr>
          <p:cNvSpPr/>
          <p:nvPr/>
        </p:nvSpPr>
        <p:spPr>
          <a:xfrm>
            <a:off x="9002523" y="3963143"/>
            <a:ext cx="1224793" cy="855677"/>
          </a:xfrm>
          <a:custGeom>
            <a:avLst/>
            <a:gdLst>
              <a:gd name="connsiteX0" fmla="*/ 587230 w 1224793"/>
              <a:gd name="connsiteY0" fmla="*/ 0 h 855677"/>
              <a:gd name="connsiteX1" fmla="*/ 591424 w 1224793"/>
              <a:gd name="connsiteY1" fmla="*/ 205531 h 855677"/>
              <a:gd name="connsiteX2" fmla="*/ 0 w 1224793"/>
              <a:gd name="connsiteY2" fmla="*/ 209725 h 855677"/>
              <a:gd name="connsiteX3" fmla="*/ 0 w 1224793"/>
              <a:gd name="connsiteY3" fmla="*/ 855677 h 855677"/>
              <a:gd name="connsiteX4" fmla="*/ 1224793 w 1224793"/>
              <a:gd name="connsiteY4" fmla="*/ 855677 h 8556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24793" h="855677">
                <a:moveTo>
                  <a:pt x="587230" y="0"/>
                </a:moveTo>
                <a:lnTo>
                  <a:pt x="591424" y="205531"/>
                </a:lnTo>
                <a:lnTo>
                  <a:pt x="0" y="209725"/>
                </a:lnTo>
                <a:lnTo>
                  <a:pt x="0" y="855677"/>
                </a:lnTo>
                <a:lnTo>
                  <a:pt x="1224793" y="855677"/>
                </a:lnTo>
              </a:path>
            </a:pathLst>
          </a:custGeom>
          <a:noFill/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980C2A45-C72D-8484-A7C1-27E0A08C6F7B}"/>
              </a:ext>
            </a:extLst>
          </p:cNvPr>
          <p:cNvSpPr/>
          <p:nvPr/>
        </p:nvSpPr>
        <p:spPr>
          <a:xfrm>
            <a:off x="9073830" y="3963143"/>
            <a:ext cx="1145097" cy="545285"/>
          </a:xfrm>
          <a:custGeom>
            <a:avLst/>
            <a:gdLst>
              <a:gd name="connsiteX0" fmla="*/ 604007 w 1145097"/>
              <a:gd name="connsiteY0" fmla="*/ 0 h 545285"/>
              <a:gd name="connsiteX1" fmla="*/ 608201 w 1145097"/>
              <a:gd name="connsiteY1" fmla="*/ 239087 h 545285"/>
              <a:gd name="connsiteX2" fmla="*/ 0 w 1145097"/>
              <a:gd name="connsiteY2" fmla="*/ 239087 h 545285"/>
              <a:gd name="connsiteX3" fmla="*/ 0 w 1145097"/>
              <a:gd name="connsiteY3" fmla="*/ 536896 h 545285"/>
              <a:gd name="connsiteX4" fmla="*/ 1145097 w 1145097"/>
              <a:gd name="connsiteY4" fmla="*/ 545285 h 5452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45097" h="545285">
                <a:moveTo>
                  <a:pt x="604007" y="0"/>
                </a:moveTo>
                <a:lnTo>
                  <a:pt x="608201" y="239087"/>
                </a:lnTo>
                <a:lnTo>
                  <a:pt x="0" y="239087"/>
                </a:lnTo>
                <a:lnTo>
                  <a:pt x="0" y="536896"/>
                </a:lnTo>
                <a:lnTo>
                  <a:pt x="1145097" y="545285"/>
                </a:lnTo>
              </a:path>
            </a:pathLst>
          </a:custGeom>
          <a:noFill/>
          <a:ln>
            <a:solidFill>
              <a:schemeClr val="bg1"/>
            </a:solidFill>
          </a:ln>
          <a:effectLst>
            <a:glow rad="63500">
              <a:srgbClr val="FFFF00">
                <a:alpha val="4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3A944F58-35D8-9207-E2CD-21E3D533C1A8}"/>
              </a:ext>
            </a:extLst>
          </p:cNvPr>
          <p:cNvSpPr/>
          <p:nvPr/>
        </p:nvSpPr>
        <p:spPr>
          <a:xfrm>
            <a:off x="9862395" y="3963143"/>
            <a:ext cx="29361" cy="1598103"/>
          </a:xfrm>
          <a:custGeom>
            <a:avLst/>
            <a:gdLst>
              <a:gd name="connsiteX0" fmla="*/ 0 w 29361"/>
              <a:gd name="connsiteY0" fmla="*/ 0 h 1598103"/>
              <a:gd name="connsiteX1" fmla="*/ 29361 w 29361"/>
              <a:gd name="connsiteY1" fmla="*/ 1598103 h 15981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9361" h="1598103">
                <a:moveTo>
                  <a:pt x="0" y="0"/>
                </a:moveTo>
                <a:lnTo>
                  <a:pt x="29361" y="1598103"/>
                </a:lnTo>
              </a:path>
            </a:pathLst>
          </a:custGeom>
          <a:noFill/>
          <a:ln>
            <a:solidFill>
              <a:schemeClr val="accent5">
                <a:lumMod val="20000"/>
                <a:lumOff val="80000"/>
              </a:schemeClr>
            </a:solidFill>
          </a:ln>
          <a:effectLst>
            <a:glow rad="63500">
              <a:schemeClr val="accent5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52061F67-B721-E979-1905-1C90BE4FB115}"/>
              </a:ext>
            </a:extLst>
          </p:cNvPr>
          <p:cNvSpPr/>
          <p:nvPr/>
        </p:nvSpPr>
        <p:spPr>
          <a:xfrm>
            <a:off x="9765921" y="3950560"/>
            <a:ext cx="453006" cy="1564547"/>
          </a:xfrm>
          <a:custGeom>
            <a:avLst/>
            <a:gdLst>
              <a:gd name="connsiteX0" fmla="*/ 0 w 453006"/>
              <a:gd name="connsiteY0" fmla="*/ 0 h 1564547"/>
              <a:gd name="connsiteX1" fmla="*/ 0 w 453006"/>
              <a:gd name="connsiteY1" fmla="*/ 167780 h 1564547"/>
              <a:gd name="connsiteX2" fmla="*/ 427839 w 453006"/>
              <a:gd name="connsiteY2" fmla="*/ 306198 h 1564547"/>
              <a:gd name="connsiteX3" fmla="*/ 453006 w 453006"/>
              <a:gd name="connsiteY3" fmla="*/ 1564547 h 15645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53006" h="1564547">
                <a:moveTo>
                  <a:pt x="0" y="0"/>
                </a:moveTo>
                <a:lnTo>
                  <a:pt x="0" y="167780"/>
                </a:lnTo>
                <a:lnTo>
                  <a:pt x="427839" y="306198"/>
                </a:lnTo>
                <a:lnTo>
                  <a:pt x="453006" y="1564547"/>
                </a:lnTo>
              </a:path>
            </a:pathLst>
          </a:custGeom>
          <a:noFill/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B36387F1-79A9-A1F4-89C9-9F3126B5FE77}"/>
              </a:ext>
            </a:extLst>
          </p:cNvPr>
          <p:cNvSpPr/>
          <p:nvPr/>
        </p:nvSpPr>
        <p:spPr>
          <a:xfrm>
            <a:off x="9577131" y="3955595"/>
            <a:ext cx="377928" cy="1505824"/>
          </a:xfrm>
          <a:custGeom>
            <a:avLst/>
            <a:gdLst>
              <a:gd name="connsiteX0" fmla="*/ 788566 w 788566"/>
              <a:gd name="connsiteY0" fmla="*/ 0 h 1505824"/>
              <a:gd name="connsiteX1" fmla="*/ 788566 w 788566"/>
              <a:gd name="connsiteY1" fmla="*/ 322976 h 1505824"/>
              <a:gd name="connsiteX2" fmla="*/ 4195 w 788566"/>
              <a:gd name="connsiteY2" fmla="*/ 322976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88566 w 788566"/>
              <a:gd name="connsiteY1" fmla="*/ 322976 h 1505824"/>
              <a:gd name="connsiteX2" fmla="*/ 4195 w 788566"/>
              <a:gd name="connsiteY2" fmla="*/ 222308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70865 w 788566"/>
              <a:gd name="connsiteY1" fmla="*/ 230698 h 1505824"/>
              <a:gd name="connsiteX2" fmla="*/ 4195 w 788566"/>
              <a:gd name="connsiteY2" fmla="*/ 222308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70865 w 788566"/>
              <a:gd name="connsiteY1" fmla="*/ 230698 h 1505824"/>
              <a:gd name="connsiteX2" fmla="*/ 13044 w 788566"/>
              <a:gd name="connsiteY2" fmla="*/ 289419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70865 w 788566"/>
              <a:gd name="connsiteY1" fmla="*/ 285226 h 1505824"/>
              <a:gd name="connsiteX2" fmla="*/ 13044 w 788566"/>
              <a:gd name="connsiteY2" fmla="*/ 289419 h 1505824"/>
              <a:gd name="connsiteX3" fmla="*/ 0 w 788566"/>
              <a:gd name="connsiteY3" fmla="*/ 1505824 h 1505824"/>
              <a:gd name="connsiteX0" fmla="*/ 788566 w 797417"/>
              <a:gd name="connsiteY0" fmla="*/ 0 h 1505824"/>
              <a:gd name="connsiteX1" fmla="*/ 797417 w 797417"/>
              <a:gd name="connsiteY1" fmla="*/ 285226 h 1505824"/>
              <a:gd name="connsiteX2" fmla="*/ 13044 w 797417"/>
              <a:gd name="connsiteY2" fmla="*/ 289419 h 1505824"/>
              <a:gd name="connsiteX3" fmla="*/ 0 w 797417"/>
              <a:gd name="connsiteY3" fmla="*/ 1505824 h 1505824"/>
              <a:gd name="connsiteX0" fmla="*/ 788566 w 797417"/>
              <a:gd name="connsiteY0" fmla="*/ 0 h 1505824"/>
              <a:gd name="connsiteX1" fmla="*/ 797417 w 797417"/>
              <a:gd name="connsiteY1" fmla="*/ 285226 h 1505824"/>
              <a:gd name="connsiteX2" fmla="*/ 13044 w 797417"/>
              <a:gd name="connsiteY2" fmla="*/ 285225 h 1505824"/>
              <a:gd name="connsiteX3" fmla="*/ 0 w 797417"/>
              <a:gd name="connsiteY3" fmla="*/ 1505824 h 15058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97417" h="1505824">
                <a:moveTo>
                  <a:pt x="788566" y="0"/>
                </a:moveTo>
                <a:lnTo>
                  <a:pt x="797417" y="285226"/>
                </a:lnTo>
                <a:lnTo>
                  <a:pt x="13044" y="285225"/>
                </a:lnTo>
                <a:cubicBezTo>
                  <a:pt x="11646" y="679508"/>
                  <a:pt x="1398" y="1111541"/>
                  <a:pt x="0" y="1505824"/>
                </a:cubicBezTo>
              </a:path>
            </a:pathLst>
          </a:custGeom>
          <a:noFill/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2C393D20-1675-1284-B922-A5329F8F6ECF}"/>
              </a:ext>
            </a:extLst>
          </p:cNvPr>
          <p:cNvSpPr/>
          <p:nvPr/>
        </p:nvSpPr>
        <p:spPr>
          <a:xfrm>
            <a:off x="9258387" y="3958949"/>
            <a:ext cx="788566" cy="1505824"/>
          </a:xfrm>
          <a:custGeom>
            <a:avLst/>
            <a:gdLst>
              <a:gd name="connsiteX0" fmla="*/ 788566 w 788566"/>
              <a:gd name="connsiteY0" fmla="*/ 0 h 1505824"/>
              <a:gd name="connsiteX1" fmla="*/ 788566 w 788566"/>
              <a:gd name="connsiteY1" fmla="*/ 322976 h 1505824"/>
              <a:gd name="connsiteX2" fmla="*/ 4195 w 788566"/>
              <a:gd name="connsiteY2" fmla="*/ 322976 h 1505824"/>
              <a:gd name="connsiteX3" fmla="*/ 0 w 788566"/>
              <a:gd name="connsiteY3" fmla="*/ 1505824 h 15058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88566" h="1505824">
                <a:moveTo>
                  <a:pt x="788566" y="0"/>
                </a:moveTo>
                <a:lnTo>
                  <a:pt x="788566" y="322976"/>
                </a:lnTo>
                <a:lnTo>
                  <a:pt x="4195" y="322976"/>
                </a:lnTo>
                <a:cubicBezTo>
                  <a:pt x="2797" y="717259"/>
                  <a:pt x="1398" y="1111541"/>
                  <a:pt x="0" y="1505824"/>
                </a:cubicBezTo>
              </a:path>
            </a:pathLst>
          </a:custGeom>
          <a:noFill/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41EEE35D-04C0-450D-281D-BC96D36F7EE7}"/>
              </a:ext>
            </a:extLst>
          </p:cNvPr>
          <p:cNvGrpSpPr/>
          <p:nvPr/>
        </p:nvGrpSpPr>
        <p:grpSpPr>
          <a:xfrm>
            <a:off x="9124170" y="4363941"/>
            <a:ext cx="255090" cy="255090"/>
            <a:chOff x="2766747" y="2052494"/>
            <a:chExt cx="255090" cy="255090"/>
          </a:xfrm>
        </p:grpSpPr>
        <p:sp>
          <p:nvSpPr>
            <p:cNvPr id="18" name="Rectangle: Rounded Corners 17">
              <a:extLst>
                <a:ext uri="{FF2B5EF4-FFF2-40B4-BE49-F238E27FC236}">
                  <a16:creationId xmlns:a16="http://schemas.microsoft.com/office/drawing/2014/main" id="{E490CCBB-066A-80B8-B9EC-F3FBA16EACCE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D1FDEF55-8BE3-6E04-F758-7A60164FB27A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F429C5E4-29A4-2147-6566-D0210C28A2B4}"/>
              </a:ext>
            </a:extLst>
          </p:cNvPr>
          <p:cNvGrpSpPr/>
          <p:nvPr/>
        </p:nvGrpSpPr>
        <p:grpSpPr>
          <a:xfrm>
            <a:off x="9444891" y="4363941"/>
            <a:ext cx="255090" cy="255090"/>
            <a:chOff x="2766747" y="2052494"/>
            <a:chExt cx="255090" cy="255090"/>
          </a:xfrm>
        </p:grpSpPr>
        <p:sp>
          <p:nvSpPr>
            <p:cNvPr id="21" name="Rectangle: Rounded Corners 20">
              <a:extLst>
                <a:ext uri="{FF2B5EF4-FFF2-40B4-BE49-F238E27FC236}">
                  <a16:creationId xmlns:a16="http://schemas.microsoft.com/office/drawing/2014/main" id="{D55CC2C5-9F2B-25B1-A45A-E95F85C59028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0E7E5F22-1114-B638-2553-B0C5AEA17315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F7346E4D-3250-4E40-80A5-60B3A6AB3856}"/>
              </a:ext>
            </a:extLst>
          </p:cNvPr>
          <p:cNvGrpSpPr/>
          <p:nvPr/>
        </p:nvGrpSpPr>
        <p:grpSpPr>
          <a:xfrm>
            <a:off x="9765612" y="4363941"/>
            <a:ext cx="255090" cy="255090"/>
            <a:chOff x="2766747" y="2052494"/>
            <a:chExt cx="255090" cy="255090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05480C9-A0C7-DDEE-B870-8C9D2F735D27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92678CDB-B63A-100B-0C2C-46E2DE36660B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037EE886-245B-9C84-6EB9-038F22DD9D5C}"/>
              </a:ext>
            </a:extLst>
          </p:cNvPr>
          <p:cNvGrpSpPr/>
          <p:nvPr/>
        </p:nvGrpSpPr>
        <p:grpSpPr>
          <a:xfrm>
            <a:off x="10086333" y="4363941"/>
            <a:ext cx="255090" cy="255090"/>
            <a:chOff x="2766747" y="2052494"/>
            <a:chExt cx="255090" cy="255090"/>
          </a:xfrm>
        </p:grpSpPr>
        <p:sp>
          <p:nvSpPr>
            <p:cNvPr id="27" name="Rectangle: Rounded Corners 26">
              <a:extLst>
                <a:ext uri="{FF2B5EF4-FFF2-40B4-BE49-F238E27FC236}">
                  <a16:creationId xmlns:a16="http://schemas.microsoft.com/office/drawing/2014/main" id="{F5464D3E-A292-6F77-5822-399B866E38C4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C3285701-68AE-4AA0-C30E-B28DFCC97165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7938B2DA-9E00-D40E-4AD6-1441BD3304DE}"/>
              </a:ext>
            </a:extLst>
          </p:cNvPr>
          <p:cNvGrpSpPr/>
          <p:nvPr/>
        </p:nvGrpSpPr>
        <p:grpSpPr>
          <a:xfrm>
            <a:off x="9124170" y="4684663"/>
            <a:ext cx="255090" cy="255090"/>
            <a:chOff x="2766747" y="2052494"/>
            <a:chExt cx="255090" cy="255090"/>
          </a:xfrm>
        </p:grpSpPr>
        <p:sp>
          <p:nvSpPr>
            <p:cNvPr id="30" name="Rectangle: Rounded Corners 29">
              <a:extLst>
                <a:ext uri="{FF2B5EF4-FFF2-40B4-BE49-F238E27FC236}">
                  <a16:creationId xmlns:a16="http://schemas.microsoft.com/office/drawing/2014/main" id="{6E8A8539-523C-6B1E-BD14-A2A13F6FEB8A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338745C3-A1FF-B34F-AB6B-6C9ACEA9EC7B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4096FE64-3194-1A49-5F39-55873C76F8A1}"/>
              </a:ext>
            </a:extLst>
          </p:cNvPr>
          <p:cNvGrpSpPr/>
          <p:nvPr/>
        </p:nvGrpSpPr>
        <p:grpSpPr>
          <a:xfrm>
            <a:off x="9444891" y="4684663"/>
            <a:ext cx="255090" cy="255090"/>
            <a:chOff x="2766747" y="2052494"/>
            <a:chExt cx="255090" cy="255090"/>
          </a:xfrm>
        </p:grpSpPr>
        <p:sp>
          <p:nvSpPr>
            <p:cNvPr id="33" name="Rectangle: Rounded Corners 32">
              <a:extLst>
                <a:ext uri="{FF2B5EF4-FFF2-40B4-BE49-F238E27FC236}">
                  <a16:creationId xmlns:a16="http://schemas.microsoft.com/office/drawing/2014/main" id="{6D3F53FD-3F11-92D8-F3D0-9084933051E3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34" name="Oval 33">
              <a:extLst>
                <a:ext uri="{FF2B5EF4-FFF2-40B4-BE49-F238E27FC236}">
                  <a16:creationId xmlns:a16="http://schemas.microsoft.com/office/drawing/2014/main" id="{8DCDE0D0-5351-A571-3EF4-A1CD115FD71B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552DD2F1-E4ED-5280-3CF8-B0715B76D8D0}"/>
              </a:ext>
            </a:extLst>
          </p:cNvPr>
          <p:cNvGrpSpPr/>
          <p:nvPr/>
        </p:nvGrpSpPr>
        <p:grpSpPr>
          <a:xfrm>
            <a:off x="9765612" y="4684663"/>
            <a:ext cx="255090" cy="255090"/>
            <a:chOff x="2766747" y="2052494"/>
            <a:chExt cx="255090" cy="255090"/>
          </a:xfrm>
        </p:grpSpPr>
        <p:sp>
          <p:nvSpPr>
            <p:cNvPr id="36" name="Rectangle: Rounded Corners 35">
              <a:extLst>
                <a:ext uri="{FF2B5EF4-FFF2-40B4-BE49-F238E27FC236}">
                  <a16:creationId xmlns:a16="http://schemas.microsoft.com/office/drawing/2014/main" id="{C98315D6-E46E-1459-87F4-88A657D14C42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82A47444-D87F-FF65-F7C8-87C015B6B1C9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518F21E4-EF63-C58D-4876-4A5AF91AE4BB}"/>
              </a:ext>
            </a:extLst>
          </p:cNvPr>
          <p:cNvGrpSpPr/>
          <p:nvPr/>
        </p:nvGrpSpPr>
        <p:grpSpPr>
          <a:xfrm>
            <a:off x="10086333" y="4684663"/>
            <a:ext cx="255090" cy="255090"/>
            <a:chOff x="2766747" y="2052494"/>
            <a:chExt cx="255090" cy="255090"/>
          </a:xfrm>
        </p:grpSpPr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D24270F2-612D-D945-DA6C-8B7B88FDA864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0" name="Oval 39">
              <a:extLst>
                <a:ext uri="{FF2B5EF4-FFF2-40B4-BE49-F238E27FC236}">
                  <a16:creationId xmlns:a16="http://schemas.microsoft.com/office/drawing/2014/main" id="{9DA670C0-71DB-BA0B-9CB5-33C64952C293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05548E10-7064-62AA-F13A-E7B0DEA9F810}"/>
              </a:ext>
            </a:extLst>
          </p:cNvPr>
          <p:cNvGrpSpPr/>
          <p:nvPr/>
        </p:nvGrpSpPr>
        <p:grpSpPr>
          <a:xfrm>
            <a:off x="9124170" y="5005385"/>
            <a:ext cx="255090" cy="255090"/>
            <a:chOff x="2766747" y="2052494"/>
            <a:chExt cx="255090" cy="255090"/>
          </a:xfrm>
        </p:grpSpPr>
        <p:sp>
          <p:nvSpPr>
            <p:cNvPr id="42" name="Rectangle: Rounded Corners 41">
              <a:extLst>
                <a:ext uri="{FF2B5EF4-FFF2-40B4-BE49-F238E27FC236}">
                  <a16:creationId xmlns:a16="http://schemas.microsoft.com/office/drawing/2014/main" id="{7BCACE27-C59A-38C2-56E5-A03D0D3DA455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3" name="Oval 42">
              <a:extLst>
                <a:ext uri="{FF2B5EF4-FFF2-40B4-BE49-F238E27FC236}">
                  <a16:creationId xmlns:a16="http://schemas.microsoft.com/office/drawing/2014/main" id="{E109E1F0-16E7-2D96-A7B1-1BAF106F7BC8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20E78EA4-BA6D-F28E-B53B-0FED8337ED98}"/>
              </a:ext>
            </a:extLst>
          </p:cNvPr>
          <p:cNvGrpSpPr/>
          <p:nvPr/>
        </p:nvGrpSpPr>
        <p:grpSpPr>
          <a:xfrm>
            <a:off x="9444891" y="5005385"/>
            <a:ext cx="255090" cy="255090"/>
            <a:chOff x="2766747" y="2052494"/>
            <a:chExt cx="255090" cy="255090"/>
          </a:xfrm>
        </p:grpSpPr>
        <p:sp>
          <p:nvSpPr>
            <p:cNvPr id="45" name="Rectangle: Rounded Corners 44">
              <a:extLst>
                <a:ext uri="{FF2B5EF4-FFF2-40B4-BE49-F238E27FC236}">
                  <a16:creationId xmlns:a16="http://schemas.microsoft.com/office/drawing/2014/main" id="{B580D669-74F8-1C97-A6CB-A6CB88E46598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6" name="Oval 45">
              <a:extLst>
                <a:ext uri="{FF2B5EF4-FFF2-40B4-BE49-F238E27FC236}">
                  <a16:creationId xmlns:a16="http://schemas.microsoft.com/office/drawing/2014/main" id="{8CFFF408-1E56-2CAE-9732-845A805B1AAB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FBE8FFB3-7BBC-B79D-4978-7405F42A2EAD}"/>
              </a:ext>
            </a:extLst>
          </p:cNvPr>
          <p:cNvGrpSpPr/>
          <p:nvPr/>
        </p:nvGrpSpPr>
        <p:grpSpPr>
          <a:xfrm>
            <a:off x="9765612" y="5005385"/>
            <a:ext cx="255090" cy="255090"/>
            <a:chOff x="2766747" y="2052494"/>
            <a:chExt cx="255090" cy="255090"/>
          </a:xfrm>
        </p:grpSpPr>
        <p:sp>
          <p:nvSpPr>
            <p:cNvPr id="48" name="Rectangle: Rounded Corners 47">
              <a:extLst>
                <a:ext uri="{FF2B5EF4-FFF2-40B4-BE49-F238E27FC236}">
                  <a16:creationId xmlns:a16="http://schemas.microsoft.com/office/drawing/2014/main" id="{3E7979A3-3024-3A91-7F18-2835E8D4DE2C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C22A0D89-8753-4FEC-07F0-FEE4D55C8655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4A61527A-8FA6-AC7A-FC0B-F746E5350E2B}"/>
              </a:ext>
            </a:extLst>
          </p:cNvPr>
          <p:cNvGrpSpPr/>
          <p:nvPr/>
        </p:nvGrpSpPr>
        <p:grpSpPr>
          <a:xfrm>
            <a:off x="10086333" y="5005385"/>
            <a:ext cx="255090" cy="255090"/>
            <a:chOff x="2766747" y="2052494"/>
            <a:chExt cx="255090" cy="255090"/>
          </a:xfrm>
        </p:grpSpPr>
        <p:sp>
          <p:nvSpPr>
            <p:cNvPr id="51" name="Rectangle: Rounded Corners 50">
              <a:extLst>
                <a:ext uri="{FF2B5EF4-FFF2-40B4-BE49-F238E27FC236}">
                  <a16:creationId xmlns:a16="http://schemas.microsoft.com/office/drawing/2014/main" id="{52BB845B-85D3-31A0-2787-F3547824BABD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5BC47B12-4486-7CC6-C92F-F813FBC16579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E60230CC-BF21-35A9-3E0C-085518ADBD34}"/>
              </a:ext>
            </a:extLst>
          </p:cNvPr>
          <p:cNvGrpSpPr/>
          <p:nvPr/>
        </p:nvGrpSpPr>
        <p:grpSpPr>
          <a:xfrm>
            <a:off x="9124170" y="5326107"/>
            <a:ext cx="255090" cy="255090"/>
            <a:chOff x="2766747" y="2052494"/>
            <a:chExt cx="255090" cy="255090"/>
          </a:xfrm>
        </p:grpSpPr>
        <p:sp>
          <p:nvSpPr>
            <p:cNvPr id="54" name="Rectangle: Rounded Corners 53">
              <a:extLst>
                <a:ext uri="{FF2B5EF4-FFF2-40B4-BE49-F238E27FC236}">
                  <a16:creationId xmlns:a16="http://schemas.microsoft.com/office/drawing/2014/main" id="{19C0C6E7-E892-560D-792C-518F36B2A85A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5" name="Oval 54">
              <a:extLst>
                <a:ext uri="{FF2B5EF4-FFF2-40B4-BE49-F238E27FC236}">
                  <a16:creationId xmlns:a16="http://schemas.microsoft.com/office/drawing/2014/main" id="{4F761DAB-1EFE-CC22-537B-94BAD30C7091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2A2F9FEE-0404-E759-4755-3682B548A542}"/>
              </a:ext>
            </a:extLst>
          </p:cNvPr>
          <p:cNvGrpSpPr/>
          <p:nvPr/>
        </p:nvGrpSpPr>
        <p:grpSpPr>
          <a:xfrm>
            <a:off x="9444891" y="5326107"/>
            <a:ext cx="255090" cy="255090"/>
            <a:chOff x="2766747" y="2052494"/>
            <a:chExt cx="255090" cy="255090"/>
          </a:xfrm>
        </p:grpSpPr>
        <p:sp>
          <p:nvSpPr>
            <p:cNvPr id="57" name="Rectangle: Rounded Corners 56">
              <a:extLst>
                <a:ext uri="{FF2B5EF4-FFF2-40B4-BE49-F238E27FC236}">
                  <a16:creationId xmlns:a16="http://schemas.microsoft.com/office/drawing/2014/main" id="{413F35C4-F8E6-DE16-CB9C-C73C35B69B8A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8" name="Oval 57">
              <a:extLst>
                <a:ext uri="{FF2B5EF4-FFF2-40B4-BE49-F238E27FC236}">
                  <a16:creationId xmlns:a16="http://schemas.microsoft.com/office/drawing/2014/main" id="{7BAB95C7-887F-9429-C29A-FF8A6F3C5359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9AF1292F-95A9-0766-7180-9A696DBCC755}"/>
              </a:ext>
            </a:extLst>
          </p:cNvPr>
          <p:cNvGrpSpPr/>
          <p:nvPr/>
        </p:nvGrpSpPr>
        <p:grpSpPr>
          <a:xfrm>
            <a:off x="9765612" y="5326107"/>
            <a:ext cx="255090" cy="255090"/>
            <a:chOff x="2766747" y="2052494"/>
            <a:chExt cx="255090" cy="255090"/>
          </a:xfrm>
        </p:grpSpPr>
        <p:sp>
          <p:nvSpPr>
            <p:cNvPr id="60" name="Rectangle: Rounded Corners 59">
              <a:extLst>
                <a:ext uri="{FF2B5EF4-FFF2-40B4-BE49-F238E27FC236}">
                  <a16:creationId xmlns:a16="http://schemas.microsoft.com/office/drawing/2014/main" id="{D71E0EE1-B0D1-ABD5-5B99-165907C892EF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1" name="Oval 60">
              <a:extLst>
                <a:ext uri="{FF2B5EF4-FFF2-40B4-BE49-F238E27FC236}">
                  <a16:creationId xmlns:a16="http://schemas.microsoft.com/office/drawing/2014/main" id="{4577EE54-5A9E-80B3-6EB9-9288AA615976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635BCB85-34B5-CD08-9FC9-E8770AA008A4}"/>
              </a:ext>
            </a:extLst>
          </p:cNvPr>
          <p:cNvGrpSpPr/>
          <p:nvPr/>
        </p:nvGrpSpPr>
        <p:grpSpPr>
          <a:xfrm>
            <a:off x="10086333" y="5326107"/>
            <a:ext cx="255090" cy="255090"/>
            <a:chOff x="2766747" y="2052494"/>
            <a:chExt cx="255090" cy="255090"/>
          </a:xfrm>
        </p:grpSpPr>
        <p:sp>
          <p:nvSpPr>
            <p:cNvPr id="63" name="Rectangle: Rounded Corners 62">
              <a:extLst>
                <a:ext uri="{FF2B5EF4-FFF2-40B4-BE49-F238E27FC236}">
                  <a16:creationId xmlns:a16="http://schemas.microsoft.com/office/drawing/2014/main" id="{4A82D845-19CC-351E-32F7-35157F70B0CE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4" name="Oval 63">
              <a:extLst>
                <a:ext uri="{FF2B5EF4-FFF2-40B4-BE49-F238E27FC236}">
                  <a16:creationId xmlns:a16="http://schemas.microsoft.com/office/drawing/2014/main" id="{3C17A262-60C3-3FBB-BC98-C1F56DF3970C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7048C32B-7D17-0F24-D12B-96D80BD435AF}"/>
              </a:ext>
            </a:extLst>
          </p:cNvPr>
          <p:cNvGrpSpPr/>
          <p:nvPr/>
        </p:nvGrpSpPr>
        <p:grpSpPr>
          <a:xfrm>
            <a:off x="9317030" y="3891836"/>
            <a:ext cx="815362" cy="138419"/>
            <a:chOff x="5146646" y="1950440"/>
            <a:chExt cx="815362" cy="138419"/>
          </a:xfrm>
        </p:grpSpPr>
        <p:sp>
          <p:nvSpPr>
            <p:cNvPr id="66" name="Rectangle: Rounded Corners 65">
              <a:extLst>
                <a:ext uri="{FF2B5EF4-FFF2-40B4-BE49-F238E27FC236}">
                  <a16:creationId xmlns:a16="http://schemas.microsoft.com/office/drawing/2014/main" id="{DD096C26-A7D7-DA41-0DFF-13435D21042F}"/>
                </a:ext>
              </a:extLst>
            </p:cNvPr>
            <p:cNvSpPr/>
            <p:nvPr/>
          </p:nvSpPr>
          <p:spPr>
            <a:xfrm>
              <a:off x="5146646" y="1950440"/>
              <a:ext cx="815362" cy="138419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B90B216D-FB34-0125-50C4-173C4F0767EB}"/>
                </a:ext>
              </a:extLst>
            </p:cNvPr>
            <p:cNvSpPr/>
            <p:nvPr/>
          </p:nvSpPr>
          <p:spPr>
            <a:xfrm rot="16200000">
              <a:off x="5201236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8" name="Rectangle 67">
              <a:extLst>
                <a:ext uri="{FF2B5EF4-FFF2-40B4-BE49-F238E27FC236}">
                  <a16:creationId xmlns:a16="http://schemas.microsoft.com/office/drawing/2014/main" id="{5B69C71A-248A-EA07-C2F3-A898A41807A5}"/>
                </a:ext>
              </a:extLst>
            </p:cNvPr>
            <p:cNvSpPr/>
            <p:nvPr/>
          </p:nvSpPr>
          <p:spPr>
            <a:xfrm rot="16200000">
              <a:off x="5294405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86CB9776-EAA8-F1C7-9586-EB4FD401A68F}"/>
                </a:ext>
              </a:extLst>
            </p:cNvPr>
            <p:cNvSpPr/>
            <p:nvPr/>
          </p:nvSpPr>
          <p:spPr>
            <a:xfrm rot="16200000">
              <a:off x="5387574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78EFD1E7-D338-59C7-1E92-BC49318CBDBF}"/>
                </a:ext>
              </a:extLst>
            </p:cNvPr>
            <p:cNvSpPr/>
            <p:nvPr/>
          </p:nvSpPr>
          <p:spPr>
            <a:xfrm rot="16200000">
              <a:off x="5480743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62DBFC0A-8663-670F-C640-5C117CEBA444}"/>
                </a:ext>
              </a:extLst>
            </p:cNvPr>
            <p:cNvSpPr/>
            <p:nvPr/>
          </p:nvSpPr>
          <p:spPr>
            <a:xfrm rot="16200000">
              <a:off x="5573912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18C88A6C-36C7-CD52-D4A1-E32C925F89C6}"/>
                </a:ext>
              </a:extLst>
            </p:cNvPr>
            <p:cNvSpPr/>
            <p:nvPr/>
          </p:nvSpPr>
          <p:spPr>
            <a:xfrm rot="16200000">
              <a:off x="5667081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687E3709-9A52-1CBD-A7E0-E99BB8584528}"/>
                </a:ext>
              </a:extLst>
            </p:cNvPr>
            <p:cNvSpPr/>
            <p:nvPr/>
          </p:nvSpPr>
          <p:spPr>
            <a:xfrm rot="16200000">
              <a:off x="5760250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4" name="Rectangle 73">
              <a:extLst>
                <a:ext uri="{FF2B5EF4-FFF2-40B4-BE49-F238E27FC236}">
                  <a16:creationId xmlns:a16="http://schemas.microsoft.com/office/drawing/2014/main" id="{98B65A28-5B09-E3A6-8209-1FDC6CBD18A3}"/>
                </a:ext>
              </a:extLst>
            </p:cNvPr>
            <p:cNvSpPr/>
            <p:nvPr/>
          </p:nvSpPr>
          <p:spPr>
            <a:xfrm rot="16200000">
              <a:off x="5853419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sp>
        <p:nvSpPr>
          <p:cNvPr id="75" name="TextBox 74">
            <a:extLst>
              <a:ext uri="{FF2B5EF4-FFF2-40B4-BE49-F238E27FC236}">
                <a16:creationId xmlns:a16="http://schemas.microsoft.com/office/drawing/2014/main" id="{9ECF94F5-779F-0743-8723-E9BFA695E8D8}"/>
              </a:ext>
            </a:extLst>
          </p:cNvPr>
          <p:cNvSpPr txBox="1"/>
          <p:nvPr/>
        </p:nvSpPr>
        <p:spPr>
          <a:xfrm>
            <a:off x="9069930" y="3729000"/>
            <a:ext cx="1128835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700">
                <a:solidFill>
                  <a:schemeClr val="bg1"/>
                </a:solidFill>
                <a:latin typeface="Consolas" panose="020B0609020204030204" pitchFamily="49" charset="0"/>
              </a:rPr>
              <a:t>pin 7 6 5 4 3 2 1 0</a:t>
            </a:r>
            <a:endParaRPr lang="LID4096" sz="70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B28A01AC-56EB-D554-68DB-2B8AA230C7C4}"/>
              </a:ext>
            </a:extLst>
          </p:cNvPr>
          <p:cNvSpPr txBox="1"/>
          <p:nvPr/>
        </p:nvSpPr>
        <p:spPr>
          <a:xfrm>
            <a:off x="9055467" y="4496249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0</a:t>
            </a:r>
            <a:endParaRPr lang="LID4096" sz="500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850DA3C2-A50B-19DE-E600-2DEF433E5C85}"/>
              </a:ext>
            </a:extLst>
          </p:cNvPr>
          <p:cNvSpPr txBox="1"/>
          <p:nvPr/>
        </p:nvSpPr>
        <p:spPr>
          <a:xfrm>
            <a:off x="9377524" y="4497315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</a:t>
            </a:r>
            <a:endParaRPr lang="LID4096" sz="500"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9E7F9403-F4B2-0177-81E0-A5E7541C126D}"/>
              </a:ext>
            </a:extLst>
          </p:cNvPr>
          <p:cNvSpPr txBox="1"/>
          <p:nvPr/>
        </p:nvSpPr>
        <p:spPr>
          <a:xfrm>
            <a:off x="9699581" y="4498381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2</a:t>
            </a:r>
            <a:endParaRPr lang="LID4096" sz="500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BF32D606-A8FF-6B24-E0D0-A5C166E1C47E}"/>
              </a:ext>
            </a:extLst>
          </p:cNvPr>
          <p:cNvSpPr txBox="1"/>
          <p:nvPr/>
        </p:nvSpPr>
        <p:spPr>
          <a:xfrm>
            <a:off x="10021638" y="4499447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3</a:t>
            </a:r>
            <a:endParaRPr lang="LID4096" sz="500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46553085-404F-4FC1-05DF-9C2FBD14A949}"/>
              </a:ext>
            </a:extLst>
          </p:cNvPr>
          <p:cNvSpPr txBox="1"/>
          <p:nvPr/>
        </p:nvSpPr>
        <p:spPr>
          <a:xfrm>
            <a:off x="9055467" y="4798723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4</a:t>
            </a:r>
            <a:endParaRPr lang="LID4096" sz="500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3731BE8F-D9E8-EF0E-E8A8-9A301B3EE560}"/>
              </a:ext>
            </a:extLst>
          </p:cNvPr>
          <p:cNvSpPr txBox="1"/>
          <p:nvPr/>
        </p:nvSpPr>
        <p:spPr>
          <a:xfrm>
            <a:off x="9377524" y="4799789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5</a:t>
            </a:r>
            <a:endParaRPr lang="LID4096" sz="500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17FEEB47-3E2D-589B-62DD-EA8FA46BB611}"/>
              </a:ext>
            </a:extLst>
          </p:cNvPr>
          <p:cNvSpPr txBox="1"/>
          <p:nvPr/>
        </p:nvSpPr>
        <p:spPr>
          <a:xfrm>
            <a:off x="9699581" y="4800855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6</a:t>
            </a:r>
            <a:endParaRPr lang="LID4096" sz="500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788C8FB6-7386-563F-837D-B05A754B60C3}"/>
              </a:ext>
            </a:extLst>
          </p:cNvPr>
          <p:cNvSpPr txBox="1"/>
          <p:nvPr/>
        </p:nvSpPr>
        <p:spPr>
          <a:xfrm>
            <a:off x="10021638" y="4801921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7</a:t>
            </a:r>
            <a:endParaRPr lang="LID4096" sz="500"/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FBDCDD03-9E27-FD79-ECEC-B3AB131B0511}"/>
              </a:ext>
            </a:extLst>
          </p:cNvPr>
          <p:cNvSpPr txBox="1"/>
          <p:nvPr/>
        </p:nvSpPr>
        <p:spPr>
          <a:xfrm>
            <a:off x="9054531" y="5124319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8</a:t>
            </a:r>
            <a:endParaRPr lang="LID4096" sz="500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C4901F9B-A4B2-7D7B-8BE2-C8602BCFE9B6}"/>
              </a:ext>
            </a:extLst>
          </p:cNvPr>
          <p:cNvSpPr txBox="1"/>
          <p:nvPr/>
        </p:nvSpPr>
        <p:spPr>
          <a:xfrm>
            <a:off x="9376588" y="5125385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9</a:t>
            </a:r>
            <a:endParaRPr lang="LID4096" sz="500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AA94BEE9-F932-EFDF-9145-FDF115C95314}"/>
              </a:ext>
            </a:extLst>
          </p:cNvPr>
          <p:cNvSpPr txBox="1"/>
          <p:nvPr/>
        </p:nvSpPr>
        <p:spPr>
          <a:xfrm>
            <a:off x="9698645" y="5126451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10</a:t>
            </a:r>
            <a:endParaRPr lang="LID4096" sz="500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46DCF7BE-EB29-BE3C-1FC8-8A333B337A0B}"/>
              </a:ext>
            </a:extLst>
          </p:cNvPr>
          <p:cNvSpPr txBox="1"/>
          <p:nvPr/>
        </p:nvSpPr>
        <p:spPr>
          <a:xfrm>
            <a:off x="10020702" y="5127517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11</a:t>
            </a:r>
            <a:endParaRPr lang="LID4096" sz="500"/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B3B1F592-2DC8-BF6C-A41A-33912D273E47}"/>
              </a:ext>
            </a:extLst>
          </p:cNvPr>
          <p:cNvSpPr txBox="1"/>
          <p:nvPr/>
        </p:nvSpPr>
        <p:spPr>
          <a:xfrm>
            <a:off x="9053595" y="5449915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12</a:t>
            </a:r>
            <a:endParaRPr lang="LID4096" sz="500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8A83E476-8353-D40C-904A-10FDD298DED8}"/>
              </a:ext>
            </a:extLst>
          </p:cNvPr>
          <p:cNvSpPr txBox="1"/>
          <p:nvPr/>
        </p:nvSpPr>
        <p:spPr>
          <a:xfrm>
            <a:off x="9375652" y="5450981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13</a:t>
            </a:r>
            <a:endParaRPr lang="LID4096" sz="500"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9B8FA0A4-4E9E-08B4-1CA2-5B158B46F04E}"/>
              </a:ext>
            </a:extLst>
          </p:cNvPr>
          <p:cNvSpPr txBox="1"/>
          <p:nvPr/>
        </p:nvSpPr>
        <p:spPr>
          <a:xfrm>
            <a:off x="9697709" y="5452047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14</a:t>
            </a:r>
            <a:endParaRPr lang="LID4096" sz="500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54422D13-7C45-9744-BB58-971529EAE06D}"/>
              </a:ext>
            </a:extLst>
          </p:cNvPr>
          <p:cNvSpPr txBox="1"/>
          <p:nvPr/>
        </p:nvSpPr>
        <p:spPr>
          <a:xfrm>
            <a:off x="10019766" y="5453113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15</a:t>
            </a:r>
            <a:endParaRPr lang="LID4096" sz="500"/>
          </a:p>
        </p:txBody>
      </p:sp>
      <p:pic>
        <p:nvPicPr>
          <p:cNvPr id="93" name="Picture 92">
            <a:extLst>
              <a:ext uri="{FF2B5EF4-FFF2-40B4-BE49-F238E27FC236}">
                <a16:creationId xmlns:a16="http://schemas.microsoft.com/office/drawing/2014/main" id="{265C02B9-2165-2529-5F1C-894514387C8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6200000">
            <a:off x="4790492" y="3817567"/>
            <a:ext cx="3095687" cy="1602927"/>
          </a:xfrm>
          <a:prstGeom prst="rect">
            <a:avLst/>
          </a:prstGeom>
        </p:spPr>
      </p:pic>
      <p:sp>
        <p:nvSpPr>
          <p:cNvPr id="94" name="Rectangle 93">
            <a:extLst>
              <a:ext uri="{FF2B5EF4-FFF2-40B4-BE49-F238E27FC236}">
                <a16:creationId xmlns:a16="http://schemas.microsoft.com/office/drawing/2014/main" id="{167CE836-EB33-723F-B975-E65AB736AFEE}"/>
              </a:ext>
            </a:extLst>
          </p:cNvPr>
          <p:cNvSpPr/>
          <p:nvPr/>
        </p:nvSpPr>
        <p:spPr>
          <a:xfrm rot="16200000">
            <a:off x="5547725" y="4112390"/>
            <a:ext cx="1955188" cy="810715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5" name="Freeform: Shape 94">
            <a:extLst>
              <a:ext uri="{FF2B5EF4-FFF2-40B4-BE49-F238E27FC236}">
                <a16:creationId xmlns:a16="http://schemas.microsoft.com/office/drawing/2014/main" id="{BE5D67F4-B1D7-27B2-2A28-8EED548900D2}"/>
              </a:ext>
            </a:extLst>
          </p:cNvPr>
          <p:cNvSpPr/>
          <p:nvPr/>
        </p:nvSpPr>
        <p:spPr>
          <a:xfrm rot="16200000">
            <a:off x="5014315" y="4418631"/>
            <a:ext cx="2189810" cy="149806"/>
          </a:xfrm>
          <a:custGeom>
            <a:avLst/>
            <a:gdLst>
              <a:gd name="connsiteX0" fmla="*/ 3406140 w 3825240"/>
              <a:gd name="connsiteY0" fmla="*/ 0 h 259080"/>
              <a:gd name="connsiteX1" fmla="*/ 0 w 3825240"/>
              <a:gd name="connsiteY1" fmla="*/ 68580 h 259080"/>
              <a:gd name="connsiteX2" fmla="*/ 228600 w 3825240"/>
              <a:gd name="connsiteY2" fmla="*/ 259080 h 259080"/>
              <a:gd name="connsiteX3" fmla="*/ 3825240 w 3825240"/>
              <a:gd name="connsiteY3" fmla="*/ 167640 h 259080"/>
              <a:gd name="connsiteX4" fmla="*/ 3406140 w 3825240"/>
              <a:gd name="connsiteY4" fmla="*/ 0 h 259080"/>
              <a:gd name="connsiteX0" fmla="*/ 3406140 w 3787140"/>
              <a:gd name="connsiteY0" fmla="*/ 0 h 259080"/>
              <a:gd name="connsiteX1" fmla="*/ 0 w 3787140"/>
              <a:gd name="connsiteY1" fmla="*/ 68580 h 259080"/>
              <a:gd name="connsiteX2" fmla="*/ 228600 w 3787140"/>
              <a:gd name="connsiteY2" fmla="*/ 259080 h 259080"/>
              <a:gd name="connsiteX3" fmla="*/ 3787140 w 3787140"/>
              <a:gd name="connsiteY3" fmla="*/ 153353 h 259080"/>
              <a:gd name="connsiteX4" fmla="*/ 3406140 w 3787140"/>
              <a:gd name="connsiteY4" fmla="*/ 0 h 259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787140" h="259080">
                <a:moveTo>
                  <a:pt x="3406140" y="0"/>
                </a:moveTo>
                <a:lnTo>
                  <a:pt x="0" y="68580"/>
                </a:lnTo>
                <a:lnTo>
                  <a:pt x="228600" y="259080"/>
                </a:lnTo>
                <a:lnTo>
                  <a:pt x="3787140" y="153353"/>
                </a:lnTo>
                <a:lnTo>
                  <a:pt x="3406140" y="0"/>
                </a:lnTo>
                <a:close/>
              </a:path>
            </a:pathLst>
          </a:custGeom>
          <a:solidFill>
            <a:schemeClr val="bg2">
              <a:lumMod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6" name="Freeform: Shape 95">
            <a:extLst>
              <a:ext uri="{FF2B5EF4-FFF2-40B4-BE49-F238E27FC236}">
                <a16:creationId xmlns:a16="http://schemas.microsoft.com/office/drawing/2014/main" id="{407DE0A1-0E98-C87F-83E2-B13BAC9E4692}"/>
              </a:ext>
            </a:extLst>
          </p:cNvPr>
          <p:cNvSpPr/>
          <p:nvPr/>
        </p:nvSpPr>
        <p:spPr>
          <a:xfrm rot="16200000">
            <a:off x="6514578" y="5020058"/>
            <a:ext cx="118964" cy="991363"/>
          </a:xfrm>
          <a:custGeom>
            <a:avLst/>
            <a:gdLst>
              <a:gd name="connsiteX0" fmla="*/ 0 w 205740"/>
              <a:gd name="connsiteY0" fmla="*/ 0 h 1714500"/>
              <a:gd name="connsiteX1" fmla="*/ 30480 w 205740"/>
              <a:gd name="connsiteY1" fmla="*/ 1539240 h 1714500"/>
              <a:gd name="connsiteX2" fmla="*/ 205740 w 205740"/>
              <a:gd name="connsiteY2" fmla="*/ 1714500 h 1714500"/>
              <a:gd name="connsiteX3" fmla="*/ 198120 w 205740"/>
              <a:gd name="connsiteY3" fmla="*/ 167640 h 1714500"/>
              <a:gd name="connsiteX4" fmla="*/ 0 w 205740"/>
              <a:gd name="connsiteY4" fmla="*/ 0 h 1714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5740" h="1714500">
                <a:moveTo>
                  <a:pt x="0" y="0"/>
                </a:moveTo>
                <a:lnTo>
                  <a:pt x="30480" y="1539240"/>
                </a:lnTo>
                <a:lnTo>
                  <a:pt x="205740" y="1714500"/>
                </a:lnTo>
                <a:lnTo>
                  <a:pt x="198120" y="167640"/>
                </a:lnTo>
                <a:lnTo>
                  <a:pt x="0" y="0"/>
                </a:ln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7" name="Freeform: Shape 96">
            <a:extLst>
              <a:ext uri="{FF2B5EF4-FFF2-40B4-BE49-F238E27FC236}">
                <a16:creationId xmlns:a16="http://schemas.microsoft.com/office/drawing/2014/main" id="{7FDD1BA2-54F9-B975-DF0A-CEF577B3D880}"/>
              </a:ext>
            </a:extLst>
          </p:cNvPr>
          <p:cNvSpPr/>
          <p:nvPr/>
        </p:nvSpPr>
        <p:spPr>
          <a:xfrm rot="16200000">
            <a:off x="5560667" y="3942777"/>
            <a:ext cx="2079659" cy="956115"/>
          </a:xfrm>
          <a:custGeom>
            <a:avLst/>
            <a:gdLst>
              <a:gd name="connsiteX0" fmla="*/ 0 w 3680460"/>
              <a:gd name="connsiteY0" fmla="*/ 1653540 h 1653540"/>
              <a:gd name="connsiteX1" fmla="*/ 1463040 w 3680460"/>
              <a:gd name="connsiteY1" fmla="*/ 1592580 h 1653540"/>
              <a:gd name="connsiteX2" fmla="*/ 1463040 w 3680460"/>
              <a:gd name="connsiteY2" fmla="*/ 1417320 h 1653540"/>
              <a:gd name="connsiteX3" fmla="*/ 182880 w 3680460"/>
              <a:gd name="connsiteY3" fmla="*/ 1478280 h 1653540"/>
              <a:gd name="connsiteX4" fmla="*/ 160020 w 3680460"/>
              <a:gd name="connsiteY4" fmla="*/ 266700 h 1653540"/>
              <a:gd name="connsiteX5" fmla="*/ 3474720 w 3680460"/>
              <a:gd name="connsiteY5" fmla="*/ 160020 h 1653540"/>
              <a:gd name="connsiteX6" fmla="*/ 3467100 w 3680460"/>
              <a:gd name="connsiteY6" fmla="*/ 1424940 h 1653540"/>
              <a:gd name="connsiteX7" fmla="*/ 2278380 w 3680460"/>
              <a:gd name="connsiteY7" fmla="*/ 1432560 h 1653540"/>
              <a:gd name="connsiteX8" fmla="*/ 2263140 w 3680460"/>
              <a:gd name="connsiteY8" fmla="*/ 1584960 h 1653540"/>
              <a:gd name="connsiteX9" fmla="*/ 3680460 w 3680460"/>
              <a:gd name="connsiteY9" fmla="*/ 1546860 h 1653540"/>
              <a:gd name="connsiteX10" fmla="*/ 3589020 w 3680460"/>
              <a:gd name="connsiteY10" fmla="*/ 0 h 1653540"/>
              <a:gd name="connsiteX11" fmla="*/ 0 w 3680460"/>
              <a:gd name="connsiteY11" fmla="*/ 91440 h 1653540"/>
              <a:gd name="connsiteX12" fmla="*/ 0 w 3680460"/>
              <a:gd name="connsiteY12" fmla="*/ 1653540 h 1653540"/>
              <a:gd name="connsiteX0" fmla="*/ 0 w 3649980"/>
              <a:gd name="connsiteY0" fmla="*/ 1653540 h 1653540"/>
              <a:gd name="connsiteX1" fmla="*/ 1463040 w 3649980"/>
              <a:gd name="connsiteY1" fmla="*/ 1592580 h 1653540"/>
              <a:gd name="connsiteX2" fmla="*/ 1463040 w 3649980"/>
              <a:gd name="connsiteY2" fmla="*/ 1417320 h 1653540"/>
              <a:gd name="connsiteX3" fmla="*/ 182880 w 3649980"/>
              <a:gd name="connsiteY3" fmla="*/ 1478280 h 1653540"/>
              <a:gd name="connsiteX4" fmla="*/ 160020 w 3649980"/>
              <a:gd name="connsiteY4" fmla="*/ 266700 h 1653540"/>
              <a:gd name="connsiteX5" fmla="*/ 3474720 w 3649980"/>
              <a:gd name="connsiteY5" fmla="*/ 160020 h 1653540"/>
              <a:gd name="connsiteX6" fmla="*/ 3467100 w 3649980"/>
              <a:gd name="connsiteY6" fmla="*/ 1424940 h 1653540"/>
              <a:gd name="connsiteX7" fmla="*/ 2278380 w 3649980"/>
              <a:gd name="connsiteY7" fmla="*/ 1432560 h 1653540"/>
              <a:gd name="connsiteX8" fmla="*/ 2263140 w 3649980"/>
              <a:gd name="connsiteY8" fmla="*/ 1584960 h 1653540"/>
              <a:gd name="connsiteX9" fmla="*/ 3649980 w 3649980"/>
              <a:gd name="connsiteY9" fmla="*/ 1554480 h 1653540"/>
              <a:gd name="connsiteX10" fmla="*/ 3589020 w 3649980"/>
              <a:gd name="connsiteY10" fmla="*/ 0 h 1653540"/>
              <a:gd name="connsiteX11" fmla="*/ 0 w 3649980"/>
              <a:gd name="connsiteY11" fmla="*/ 91440 h 1653540"/>
              <a:gd name="connsiteX12" fmla="*/ 0 w 3649980"/>
              <a:gd name="connsiteY12" fmla="*/ 1653540 h 1653540"/>
              <a:gd name="connsiteX0" fmla="*/ 0 w 3596640"/>
              <a:gd name="connsiteY0" fmla="*/ 1653540 h 1653540"/>
              <a:gd name="connsiteX1" fmla="*/ 1463040 w 3596640"/>
              <a:gd name="connsiteY1" fmla="*/ 1592580 h 1653540"/>
              <a:gd name="connsiteX2" fmla="*/ 1463040 w 3596640"/>
              <a:gd name="connsiteY2" fmla="*/ 1417320 h 1653540"/>
              <a:gd name="connsiteX3" fmla="*/ 182880 w 3596640"/>
              <a:gd name="connsiteY3" fmla="*/ 1478280 h 1653540"/>
              <a:gd name="connsiteX4" fmla="*/ 160020 w 3596640"/>
              <a:gd name="connsiteY4" fmla="*/ 266700 h 1653540"/>
              <a:gd name="connsiteX5" fmla="*/ 3474720 w 3596640"/>
              <a:gd name="connsiteY5" fmla="*/ 160020 h 1653540"/>
              <a:gd name="connsiteX6" fmla="*/ 3467100 w 3596640"/>
              <a:gd name="connsiteY6" fmla="*/ 1424940 h 1653540"/>
              <a:gd name="connsiteX7" fmla="*/ 2278380 w 3596640"/>
              <a:gd name="connsiteY7" fmla="*/ 1432560 h 1653540"/>
              <a:gd name="connsiteX8" fmla="*/ 2263140 w 3596640"/>
              <a:gd name="connsiteY8" fmla="*/ 1584960 h 1653540"/>
              <a:gd name="connsiteX9" fmla="*/ 3596640 w 3596640"/>
              <a:gd name="connsiteY9" fmla="*/ 1546860 h 1653540"/>
              <a:gd name="connsiteX10" fmla="*/ 3589020 w 3596640"/>
              <a:gd name="connsiteY10" fmla="*/ 0 h 1653540"/>
              <a:gd name="connsiteX11" fmla="*/ 0 w 3596640"/>
              <a:gd name="connsiteY11" fmla="*/ 91440 h 1653540"/>
              <a:gd name="connsiteX12" fmla="*/ 0 w 3596640"/>
              <a:gd name="connsiteY12" fmla="*/ 1653540 h 1653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596640" h="1653540">
                <a:moveTo>
                  <a:pt x="0" y="1653540"/>
                </a:moveTo>
                <a:lnTo>
                  <a:pt x="1463040" y="1592580"/>
                </a:lnTo>
                <a:lnTo>
                  <a:pt x="1463040" y="1417320"/>
                </a:lnTo>
                <a:lnTo>
                  <a:pt x="182880" y="1478280"/>
                </a:lnTo>
                <a:lnTo>
                  <a:pt x="160020" y="266700"/>
                </a:lnTo>
                <a:lnTo>
                  <a:pt x="3474720" y="160020"/>
                </a:lnTo>
                <a:lnTo>
                  <a:pt x="3467100" y="1424940"/>
                </a:lnTo>
                <a:lnTo>
                  <a:pt x="2278380" y="1432560"/>
                </a:lnTo>
                <a:lnTo>
                  <a:pt x="2263140" y="1584960"/>
                </a:lnTo>
                <a:lnTo>
                  <a:pt x="3596640" y="1546860"/>
                </a:lnTo>
                <a:lnTo>
                  <a:pt x="3589020" y="0"/>
                </a:lnTo>
                <a:lnTo>
                  <a:pt x="0" y="91440"/>
                </a:lnTo>
                <a:lnTo>
                  <a:pt x="0" y="1653540"/>
                </a:lnTo>
                <a:close/>
              </a:path>
            </a:pathLst>
          </a:cu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8" name="Freeform: Shape 97">
            <a:extLst>
              <a:ext uri="{FF2B5EF4-FFF2-40B4-BE49-F238E27FC236}">
                <a16:creationId xmlns:a16="http://schemas.microsoft.com/office/drawing/2014/main" id="{4EB9B076-568D-2017-F76A-A6F05EE6E336}"/>
              </a:ext>
            </a:extLst>
          </p:cNvPr>
          <p:cNvSpPr/>
          <p:nvPr/>
        </p:nvSpPr>
        <p:spPr>
          <a:xfrm rot="16200000">
            <a:off x="5643693" y="4024151"/>
            <a:ext cx="1911127" cy="758668"/>
          </a:xfrm>
          <a:custGeom>
            <a:avLst/>
            <a:gdLst>
              <a:gd name="connsiteX0" fmla="*/ 2943225 w 3305175"/>
              <a:gd name="connsiteY0" fmla="*/ 4762 h 1312068"/>
              <a:gd name="connsiteX1" fmla="*/ 2964657 w 3305175"/>
              <a:gd name="connsiteY1" fmla="*/ 1040606 h 1312068"/>
              <a:gd name="connsiteX2" fmla="*/ 0 w 3305175"/>
              <a:gd name="connsiteY2" fmla="*/ 1133475 h 1312068"/>
              <a:gd name="connsiteX3" fmla="*/ 7144 w 3305175"/>
              <a:gd name="connsiteY3" fmla="*/ 1312068 h 1312068"/>
              <a:gd name="connsiteX4" fmla="*/ 1290638 w 3305175"/>
              <a:gd name="connsiteY4" fmla="*/ 1254918 h 1312068"/>
              <a:gd name="connsiteX5" fmla="*/ 1362075 w 3305175"/>
              <a:gd name="connsiteY5" fmla="*/ 1202531 h 1312068"/>
              <a:gd name="connsiteX6" fmla="*/ 1431132 w 3305175"/>
              <a:gd name="connsiteY6" fmla="*/ 1185862 h 1312068"/>
              <a:gd name="connsiteX7" fmla="*/ 1735932 w 3305175"/>
              <a:gd name="connsiteY7" fmla="*/ 1171575 h 1312068"/>
              <a:gd name="connsiteX8" fmla="*/ 1902619 w 3305175"/>
              <a:gd name="connsiteY8" fmla="*/ 1178718 h 1312068"/>
              <a:gd name="connsiteX9" fmla="*/ 2100263 w 3305175"/>
              <a:gd name="connsiteY9" fmla="*/ 1264443 h 1312068"/>
              <a:gd name="connsiteX10" fmla="*/ 3300413 w 3305175"/>
              <a:gd name="connsiteY10" fmla="*/ 1257300 h 1312068"/>
              <a:gd name="connsiteX11" fmla="*/ 3305175 w 3305175"/>
              <a:gd name="connsiteY11" fmla="*/ 0 h 1312068"/>
              <a:gd name="connsiteX12" fmla="*/ 2943225 w 3305175"/>
              <a:gd name="connsiteY12" fmla="*/ 4762 h 1312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305175" h="1312068">
                <a:moveTo>
                  <a:pt x="2943225" y="4762"/>
                </a:moveTo>
                <a:lnTo>
                  <a:pt x="2964657" y="1040606"/>
                </a:lnTo>
                <a:lnTo>
                  <a:pt x="0" y="1133475"/>
                </a:lnTo>
                <a:lnTo>
                  <a:pt x="7144" y="1312068"/>
                </a:lnTo>
                <a:lnTo>
                  <a:pt x="1290638" y="1254918"/>
                </a:lnTo>
                <a:lnTo>
                  <a:pt x="1362075" y="1202531"/>
                </a:lnTo>
                <a:lnTo>
                  <a:pt x="1431132" y="1185862"/>
                </a:lnTo>
                <a:lnTo>
                  <a:pt x="1735932" y="1171575"/>
                </a:lnTo>
                <a:lnTo>
                  <a:pt x="1902619" y="1178718"/>
                </a:lnTo>
                <a:lnTo>
                  <a:pt x="2100263" y="1264443"/>
                </a:lnTo>
                <a:lnTo>
                  <a:pt x="3300413" y="1257300"/>
                </a:lnTo>
                <a:cubicBezTo>
                  <a:pt x="3302000" y="838200"/>
                  <a:pt x="3303588" y="419100"/>
                  <a:pt x="3305175" y="0"/>
                </a:cubicBezTo>
                <a:lnTo>
                  <a:pt x="2943225" y="4762"/>
                </a:lnTo>
                <a:close/>
              </a:path>
            </a:pathLst>
          </a:cu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9" name="Freeform: Shape 98">
            <a:extLst>
              <a:ext uri="{FF2B5EF4-FFF2-40B4-BE49-F238E27FC236}">
                <a16:creationId xmlns:a16="http://schemas.microsoft.com/office/drawing/2014/main" id="{0AF526D9-2F37-F43C-7490-36868CEF9759}"/>
              </a:ext>
            </a:extLst>
          </p:cNvPr>
          <p:cNvSpPr/>
          <p:nvPr/>
        </p:nvSpPr>
        <p:spPr>
          <a:xfrm rot="16200000">
            <a:off x="6730750" y="4307103"/>
            <a:ext cx="473651" cy="143197"/>
          </a:xfrm>
          <a:custGeom>
            <a:avLst/>
            <a:gdLst>
              <a:gd name="connsiteX0" fmla="*/ 802482 w 819150"/>
              <a:gd name="connsiteY0" fmla="*/ 242888 h 247650"/>
              <a:gd name="connsiteX1" fmla="*/ 588169 w 819150"/>
              <a:gd name="connsiteY1" fmla="*/ 116682 h 247650"/>
              <a:gd name="connsiteX2" fmla="*/ 452438 w 819150"/>
              <a:gd name="connsiteY2" fmla="*/ 95250 h 247650"/>
              <a:gd name="connsiteX3" fmla="*/ 192882 w 819150"/>
              <a:gd name="connsiteY3" fmla="*/ 92869 h 247650"/>
              <a:gd name="connsiteX4" fmla="*/ 76200 w 819150"/>
              <a:gd name="connsiteY4" fmla="*/ 140494 h 247650"/>
              <a:gd name="connsiteX5" fmla="*/ 11907 w 819150"/>
              <a:gd name="connsiteY5" fmla="*/ 247650 h 247650"/>
              <a:gd name="connsiteX6" fmla="*/ 0 w 819150"/>
              <a:gd name="connsiteY6" fmla="*/ 85725 h 247650"/>
              <a:gd name="connsiteX7" fmla="*/ 76200 w 819150"/>
              <a:gd name="connsiteY7" fmla="*/ 33338 h 247650"/>
              <a:gd name="connsiteX8" fmla="*/ 173832 w 819150"/>
              <a:gd name="connsiteY8" fmla="*/ 14288 h 247650"/>
              <a:gd name="connsiteX9" fmla="*/ 469107 w 819150"/>
              <a:gd name="connsiteY9" fmla="*/ 0 h 247650"/>
              <a:gd name="connsiteX10" fmla="*/ 616744 w 819150"/>
              <a:gd name="connsiteY10" fmla="*/ 14288 h 247650"/>
              <a:gd name="connsiteX11" fmla="*/ 819150 w 819150"/>
              <a:gd name="connsiteY11" fmla="*/ 95250 h 247650"/>
              <a:gd name="connsiteX12" fmla="*/ 802482 w 819150"/>
              <a:gd name="connsiteY12" fmla="*/ 242888 h 247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819150" h="247650">
                <a:moveTo>
                  <a:pt x="802482" y="242888"/>
                </a:moveTo>
                <a:lnTo>
                  <a:pt x="588169" y="116682"/>
                </a:lnTo>
                <a:lnTo>
                  <a:pt x="452438" y="95250"/>
                </a:lnTo>
                <a:lnTo>
                  <a:pt x="192882" y="92869"/>
                </a:lnTo>
                <a:lnTo>
                  <a:pt x="76200" y="140494"/>
                </a:lnTo>
                <a:lnTo>
                  <a:pt x="11907" y="247650"/>
                </a:lnTo>
                <a:lnTo>
                  <a:pt x="0" y="85725"/>
                </a:lnTo>
                <a:lnTo>
                  <a:pt x="76200" y="33338"/>
                </a:lnTo>
                <a:lnTo>
                  <a:pt x="173832" y="14288"/>
                </a:lnTo>
                <a:lnTo>
                  <a:pt x="469107" y="0"/>
                </a:lnTo>
                <a:lnTo>
                  <a:pt x="616744" y="14288"/>
                </a:lnTo>
                <a:lnTo>
                  <a:pt x="819150" y="95250"/>
                </a:lnTo>
                <a:lnTo>
                  <a:pt x="802482" y="242888"/>
                </a:lnTo>
                <a:close/>
              </a:path>
            </a:pathLst>
          </a:cu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100" name="Group 99">
            <a:extLst>
              <a:ext uri="{FF2B5EF4-FFF2-40B4-BE49-F238E27FC236}">
                <a16:creationId xmlns:a16="http://schemas.microsoft.com/office/drawing/2014/main" id="{1E5200EE-F9F5-C08E-16EB-5DA016604388}"/>
              </a:ext>
            </a:extLst>
          </p:cNvPr>
          <p:cNvGrpSpPr/>
          <p:nvPr/>
        </p:nvGrpSpPr>
        <p:grpSpPr>
          <a:xfrm rot="16200000">
            <a:off x="6374135" y="3859612"/>
            <a:ext cx="121167" cy="90875"/>
            <a:chOff x="6669881" y="4393406"/>
            <a:chExt cx="209550" cy="157163"/>
          </a:xfrm>
        </p:grpSpPr>
        <p:sp>
          <p:nvSpPr>
            <p:cNvPr id="148" name="Rectangle 147">
              <a:extLst>
                <a:ext uri="{FF2B5EF4-FFF2-40B4-BE49-F238E27FC236}">
                  <a16:creationId xmlns:a16="http://schemas.microsoft.com/office/drawing/2014/main" id="{D30990F2-7EBE-755D-7767-D2A735900F72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49" name="Freeform: Shape 148">
              <a:extLst>
                <a:ext uri="{FF2B5EF4-FFF2-40B4-BE49-F238E27FC236}">
                  <a16:creationId xmlns:a16="http://schemas.microsoft.com/office/drawing/2014/main" id="{88C5E42A-4434-7AD7-F210-AA9A03F1D5AD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1" name="Group 100">
            <a:extLst>
              <a:ext uri="{FF2B5EF4-FFF2-40B4-BE49-F238E27FC236}">
                <a16:creationId xmlns:a16="http://schemas.microsoft.com/office/drawing/2014/main" id="{3C6C6C7A-9048-FC16-604D-78AE4BBB0D05}"/>
              </a:ext>
            </a:extLst>
          </p:cNvPr>
          <p:cNvGrpSpPr/>
          <p:nvPr/>
        </p:nvGrpSpPr>
        <p:grpSpPr>
          <a:xfrm rot="16200000">
            <a:off x="6392034" y="4117092"/>
            <a:ext cx="121167" cy="90875"/>
            <a:chOff x="6669881" y="4393406"/>
            <a:chExt cx="209550" cy="157163"/>
          </a:xfrm>
        </p:grpSpPr>
        <p:sp>
          <p:nvSpPr>
            <p:cNvPr id="146" name="Rectangle 145">
              <a:extLst>
                <a:ext uri="{FF2B5EF4-FFF2-40B4-BE49-F238E27FC236}">
                  <a16:creationId xmlns:a16="http://schemas.microsoft.com/office/drawing/2014/main" id="{4098D45E-ED89-A89E-34F0-2E350AA8A605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47" name="Freeform: Shape 146">
              <a:extLst>
                <a:ext uri="{FF2B5EF4-FFF2-40B4-BE49-F238E27FC236}">
                  <a16:creationId xmlns:a16="http://schemas.microsoft.com/office/drawing/2014/main" id="{0A50F21E-D0D6-B81A-2416-D1DA51345719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2" name="Group 101">
            <a:extLst>
              <a:ext uri="{FF2B5EF4-FFF2-40B4-BE49-F238E27FC236}">
                <a16:creationId xmlns:a16="http://schemas.microsoft.com/office/drawing/2014/main" id="{4217C025-090C-D4CF-BF50-F5CFAF64A17C}"/>
              </a:ext>
            </a:extLst>
          </p:cNvPr>
          <p:cNvGrpSpPr/>
          <p:nvPr/>
        </p:nvGrpSpPr>
        <p:grpSpPr>
          <a:xfrm rot="16200000">
            <a:off x="6409934" y="4374571"/>
            <a:ext cx="121167" cy="90875"/>
            <a:chOff x="6669881" y="4393406"/>
            <a:chExt cx="209550" cy="157163"/>
          </a:xfrm>
        </p:grpSpPr>
        <p:sp>
          <p:nvSpPr>
            <p:cNvPr id="144" name="Rectangle 143">
              <a:extLst>
                <a:ext uri="{FF2B5EF4-FFF2-40B4-BE49-F238E27FC236}">
                  <a16:creationId xmlns:a16="http://schemas.microsoft.com/office/drawing/2014/main" id="{7D36FB85-3873-D178-7A37-B6543674725B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45" name="Freeform: Shape 144">
              <a:extLst>
                <a:ext uri="{FF2B5EF4-FFF2-40B4-BE49-F238E27FC236}">
                  <a16:creationId xmlns:a16="http://schemas.microsoft.com/office/drawing/2014/main" id="{C2F6281E-FAB1-B1E6-C2C9-5581D5BBECC3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3" name="Group 102">
            <a:extLst>
              <a:ext uri="{FF2B5EF4-FFF2-40B4-BE49-F238E27FC236}">
                <a16:creationId xmlns:a16="http://schemas.microsoft.com/office/drawing/2014/main" id="{989422BE-FF2D-F9F0-A63B-F54898AD6C6C}"/>
              </a:ext>
            </a:extLst>
          </p:cNvPr>
          <p:cNvGrpSpPr/>
          <p:nvPr/>
        </p:nvGrpSpPr>
        <p:grpSpPr>
          <a:xfrm rot="16200000">
            <a:off x="6416818" y="4664408"/>
            <a:ext cx="121167" cy="90875"/>
            <a:chOff x="6669881" y="4393406"/>
            <a:chExt cx="209550" cy="157163"/>
          </a:xfrm>
        </p:grpSpPr>
        <p:sp>
          <p:nvSpPr>
            <p:cNvPr id="142" name="Rectangle 141">
              <a:extLst>
                <a:ext uri="{FF2B5EF4-FFF2-40B4-BE49-F238E27FC236}">
                  <a16:creationId xmlns:a16="http://schemas.microsoft.com/office/drawing/2014/main" id="{050F222D-A7DC-5140-1AF5-870748CE7A4F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43" name="Freeform: Shape 142">
              <a:extLst>
                <a:ext uri="{FF2B5EF4-FFF2-40B4-BE49-F238E27FC236}">
                  <a16:creationId xmlns:a16="http://schemas.microsoft.com/office/drawing/2014/main" id="{8BCB92CF-BDB8-016A-9341-B48FD9CA4E78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3A82AD50-29A7-5606-5DD1-52C221E9CA0F}"/>
              </a:ext>
            </a:extLst>
          </p:cNvPr>
          <p:cNvGrpSpPr/>
          <p:nvPr/>
        </p:nvGrpSpPr>
        <p:grpSpPr>
          <a:xfrm rot="16200000">
            <a:off x="6428222" y="4957132"/>
            <a:ext cx="121167" cy="90875"/>
            <a:chOff x="6669881" y="4393406"/>
            <a:chExt cx="209550" cy="157163"/>
          </a:xfrm>
        </p:grpSpPr>
        <p:sp>
          <p:nvSpPr>
            <p:cNvPr id="140" name="Rectangle 139">
              <a:extLst>
                <a:ext uri="{FF2B5EF4-FFF2-40B4-BE49-F238E27FC236}">
                  <a16:creationId xmlns:a16="http://schemas.microsoft.com/office/drawing/2014/main" id="{166674D7-C311-A8A4-CB19-050AB7F61404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41" name="Freeform: Shape 140">
              <a:extLst>
                <a:ext uri="{FF2B5EF4-FFF2-40B4-BE49-F238E27FC236}">
                  <a16:creationId xmlns:a16="http://schemas.microsoft.com/office/drawing/2014/main" id="{36059B79-ED74-50A0-8435-EF0C55A96777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5" name="Group 104">
            <a:extLst>
              <a:ext uri="{FF2B5EF4-FFF2-40B4-BE49-F238E27FC236}">
                <a16:creationId xmlns:a16="http://schemas.microsoft.com/office/drawing/2014/main" id="{DB0094D1-EACA-B45C-C112-3AB3CA1C6CE1}"/>
              </a:ext>
            </a:extLst>
          </p:cNvPr>
          <p:cNvGrpSpPr/>
          <p:nvPr/>
        </p:nvGrpSpPr>
        <p:grpSpPr>
          <a:xfrm rot="16200000">
            <a:off x="6663670" y="4964017"/>
            <a:ext cx="121167" cy="90875"/>
            <a:chOff x="6669881" y="4393406"/>
            <a:chExt cx="209550" cy="157163"/>
          </a:xfrm>
        </p:grpSpPr>
        <p:sp>
          <p:nvSpPr>
            <p:cNvPr id="138" name="Rectangle 137">
              <a:extLst>
                <a:ext uri="{FF2B5EF4-FFF2-40B4-BE49-F238E27FC236}">
                  <a16:creationId xmlns:a16="http://schemas.microsoft.com/office/drawing/2014/main" id="{18EAE27B-D8B3-4AB4-99C0-52D2E2C4B184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9" name="Freeform: Shape 138">
              <a:extLst>
                <a:ext uri="{FF2B5EF4-FFF2-40B4-BE49-F238E27FC236}">
                  <a16:creationId xmlns:a16="http://schemas.microsoft.com/office/drawing/2014/main" id="{6F37F2E3-40A6-27D6-1FAB-0BEA1096AABF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3AA0C2D1-860D-F0BF-5DB0-401595E191E7}"/>
              </a:ext>
            </a:extLst>
          </p:cNvPr>
          <p:cNvGrpSpPr/>
          <p:nvPr/>
        </p:nvGrpSpPr>
        <p:grpSpPr>
          <a:xfrm rot="16200000">
            <a:off x="6655408" y="4665786"/>
            <a:ext cx="121167" cy="90875"/>
            <a:chOff x="6669881" y="4393406"/>
            <a:chExt cx="209550" cy="157163"/>
          </a:xfrm>
        </p:grpSpPr>
        <p:sp>
          <p:nvSpPr>
            <p:cNvPr id="136" name="Rectangle 135">
              <a:extLst>
                <a:ext uri="{FF2B5EF4-FFF2-40B4-BE49-F238E27FC236}">
                  <a16:creationId xmlns:a16="http://schemas.microsoft.com/office/drawing/2014/main" id="{84A9084C-1FA5-403A-9AB8-2A71DAC60017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7" name="Freeform: Shape 136">
              <a:extLst>
                <a:ext uri="{FF2B5EF4-FFF2-40B4-BE49-F238E27FC236}">
                  <a16:creationId xmlns:a16="http://schemas.microsoft.com/office/drawing/2014/main" id="{32067288-6B91-79B0-309E-85F5E5C921D6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E32C2529-EA65-0903-2FFD-96C9B31F93FF}"/>
              </a:ext>
            </a:extLst>
          </p:cNvPr>
          <p:cNvGrpSpPr/>
          <p:nvPr/>
        </p:nvGrpSpPr>
        <p:grpSpPr>
          <a:xfrm rot="16200000">
            <a:off x="6651667" y="4370442"/>
            <a:ext cx="121167" cy="90875"/>
            <a:chOff x="6669881" y="4393406"/>
            <a:chExt cx="209550" cy="157163"/>
          </a:xfrm>
        </p:grpSpPr>
        <p:sp>
          <p:nvSpPr>
            <p:cNvPr id="134" name="Rectangle 133">
              <a:extLst>
                <a:ext uri="{FF2B5EF4-FFF2-40B4-BE49-F238E27FC236}">
                  <a16:creationId xmlns:a16="http://schemas.microsoft.com/office/drawing/2014/main" id="{469EF438-9FFD-6EF0-C845-09C685321821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5" name="Freeform: Shape 134">
              <a:extLst>
                <a:ext uri="{FF2B5EF4-FFF2-40B4-BE49-F238E27FC236}">
                  <a16:creationId xmlns:a16="http://schemas.microsoft.com/office/drawing/2014/main" id="{B6E61726-988E-663C-C4ED-2F5A5285836C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8" name="Group 107">
            <a:extLst>
              <a:ext uri="{FF2B5EF4-FFF2-40B4-BE49-F238E27FC236}">
                <a16:creationId xmlns:a16="http://schemas.microsoft.com/office/drawing/2014/main" id="{B7F96FE8-8DD1-783C-8655-D873599AC151}"/>
              </a:ext>
            </a:extLst>
          </p:cNvPr>
          <p:cNvGrpSpPr/>
          <p:nvPr/>
        </p:nvGrpSpPr>
        <p:grpSpPr>
          <a:xfrm rot="16200000">
            <a:off x="6654990" y="4099194"/>
            <a:ext cx="121167" cy="90875"/>
            <a:chOff x="6669881" y="4393406"/>
            <a:chExt cx="209550" cy="157163"/>
          </a:xfrm>
        </p:grpSpPr>
        <p:sp>
          <p:nvSpPr>
            <p:cNvPr id="132" name="Rectangle 131">
              <a:extLst>
                <a:ext uri="{FF2B5EF4-FFF2-40B4-BE49-F238E27FC236}">
                  <a16:creationId xmlns:a16="http://schemas.microsoft.com/office/drawing/2014/main" id="{06D50593-1B14-9301-C1A8-CEA59C472DDF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3" name="Freeform: Shape 132">
              <a:extLst>
                <a:ext uri="{FF2B5EF4-FFF2-40B4-BE49-F238E27FC236}">
                  <a16:creationId xmlns:a16="http://schemas.microsoft.com/office/drawing/2014/main" id="{20172888-734B-25AD-C726-F395ED38BE6D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9" name="Group 108">
            <a:extLst>
              <a:ext uri="{FF2B5EF4-FFF2-40B4-BE49-F238E27FC236}">
                <a16:creationId xmlns:a16="http://schemas.microsoft.com/office/drawing/2014/main" id="{5C04CD71-981B-A980-B661-D6D491B97D62}"/>
              </a:ext>
            </a:extLst>
          </p:cNvPr>
          <p:cNvGrpSpPr/>
          <p:nvPr/>
        </p:nvGrpSpPr>
        <p:grpSpPr>
          <a:xfrm rot="16200000">
            <a:off x="6648913" y="3843094"/>
            <a:ext cx="121167" cy="90875"/>
            <a:chOff x="6669881" y="4393406"/>
            <a:chExt cx="209550" cy="157163"/>
          </a:xfrm>
        </p:grpSpPr>
        <p:sp>
          <p:nvSpPr>
            <p:cNvPr id="130" name="Rectangle 129">
              <a:extLst>
                <a:ext uri="{FF2B5EF4-FFF2-40B4-BE49-F238E27FC236}">
                  <a16:creationId xmlns:a16="http://schemas.microsoft.com/office/drawing/2014/main" id="{7924A100-C770-E2F2-40B8-5066174CD705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1" name="Freeform: Shape 130">
              <a:extLst>
                <a:ext uri="{FF2B5EF4-FFF2-40B4-BE49-F238E27FC236}">
                  <a16:creationId xmlns:a16="http://schemas.microsoft.com/office/drawing/2014/main" id="{A8781A02-6FAE-EE61-7DCC-1BD1AA217BDF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sp>
        <p:nvSpPr>
          <p:cNvPr id="111" name="TextBox 110">
            <a:extLst>
              <a:ext uri="{FF2B5EF4-FFF2-40B4-BE49-F238E27FC236}">
                <a16:creationId xmlns:a16="http://schemas.microsoft.com/office/drawing/2014/main" id="{1BE63049-7421-E75B-D20C-0F250AE4E1CB}"/>
              </a:ext>
            </a:extLst>
          </p:cNvPr>
          <p:cNvSpPr txBox="1"/>
          <p:nvPr/>
        </p:nvSpPr>
        <p:spPr>
          <a:xfrm>
            <a:off x="7189421" y="4831228"/>
            <a:ext cx="46038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GND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78D2197B-5605-6D37-FE2D-890CE2F22A56}"/>
              </a:ext>
            </a:extLst>
          </p:cNvPr>
          <p:cNvSpPr txBox="1"/>
          <p:nvPr/>
        </p:nvSpPr>
        <p:spPr>
          <a:xfrm>
            <a:off x="5183730" y="3690889"/>
            <a:ext cx="43954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3.3V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cxnSp>
        <p:nvCxnSpPr>
          <p:cNvPr id="114" name="Straight Connector 113">
            <a:extLst>
              <a:ext uri="{FF2B5EF4-FFF2-40B4-BE49-F238E27FC236}">
                <a16:creationId xmlns:a16="http://schemas.microsoft.com/office/drawing/2014/main" id="{6AD1EFCB-106B-5FD1-B7A4-6E6E66EF8080}"/>
              </a:ext>
            </a:extLst>
          </p:cNvPr>
          <p:cNvCxnSpPr>
            <a:cxnSpLocks/>
          </p:cNvCxnSpPr>
          <p:nvPr/>
        </p:nvCxnSpPr>
        <p:spPr>
          <a:xfrm rot="16200000">
            <a:off x="5870388" y="4585169"/>
            <a:ext cx="0" cy="893411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TextBox 114">
            <a:extLst>
              <a:ext uri="{FF2B5EF4-FFF2-40B4-BE49-F238E27FC236}">
                <a16:creationId xmlns:a16="http://schemas.microsoft.com/office/drawing/2014/main" id="{05DAD08F-6E5F-96BD-212F-37AD9F432621}"/>
              </a:ext>
            </a:extLst>
          </p:cNvPr>
          <p:cNvSpPr txBox="1"/>
          <p:nvPr/>
        </p:nvSpPr>
        <p:spPr>
          <a:xfrm>
            <a:off x="5179544" y="4842093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pin0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A8B12263-ABC3-C193-FC7B-AF008FE7306B}"/>
              </a:ext>
            </a:extLst>
          </p:cNvPr>
          <p:cNvSpPr txBox="1"/>
          <p:nvPr/>
        </p:nvSpPr>
        <p:spPr>
          <a:xfrm>
            <a:off x="5179544" y="4494051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pin2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47F1B355-8EB4-5E88-2C84-8752BB50E9F2}"/>
              </a:ext>
            </a:extLst>
          </p:cNvPr>
          <p:cNvSpPr txBox="1"/>
          <p:nvPr/>
        </p:nvSpPr>
        <p:spPr>
          <a:xfrm>
            <a:off x="5179544" y="4233996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pin4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FA68AF6B-764A-659B-1E3B-22664261A37B}"/>
              </a:ext>
            </a:extLst>
          </p:cNvPr>
          <p:cNvSpPr txBox="1"/>
          <p:nvPr/>
        </p:nvSpPr>
        <p:spPr>
          <a:xfrm>
            <a:off x="5179543" y="3973150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pin6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BFA3DA85-63DA-C174-82A0-C81FAB756DF7}"/>
              </a:ext>
            </a:extLst>
          </p:cNvPr>
          <p:cNvSpPr txBox="1"/>
          <p:nvPr/>
        </p:nvSpPr>
        <p:spPr>
          <a:xfrm>
            <a:off x="7219646" y="4540109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pin1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574FFE20-2640-900E-54FF-784874B6C890}"/>
              </a:ext>
            </a:extLst>
          </p:cNvPr>
          <p:cNvSpPr txBox="1"/>
          <p:nvPr/>
        </p:nvSpPr>
        <p:spPr>
          <a:xfrm>
            <a:off x="7218474" y="4241711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pin3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8A39851F-2767-F1C3-7F97-F79EB08F8525}"/>
              </a:ext>
            </a:extLst>
          </p:cNvPr>
          <p:cNvSpPr txBox="1"/>
          <p:nvPr/>
        </p:nvSpPr>
        <p:spPr>
          <a:xfrm>
            <a:off x="7219062" y="3962749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pin5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1275162A-BDB0-BA0C-2FA1-9ECBE8F8B16A}"/>
              </a:ext>
            </a:extLst>
          </p:cNvPr>
          <p:cNvSpPr txBox="1"/>
          <p:nvPr/>
        </p:nvSpPr>
        <p:spPr>
          <a:xfrm>
            <a:off x="7218475" y="3700725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pin7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50" name="Freeform: Shape 149">
            <a:extLst>
              <a:ext uri="{FF2B5EF4-FFF2-40B4-BE49-F238E27FC236}">
                <a16:creationId xmlns:a16="http://schemas.microsoft.com/office/drawing/2014/main" id="{40223E13-001A-12F4-03B9-B6BF6CFE874E}"/>
              </a:ext>
            </a:extLst>
          </p:cNvPr>
          <p:cNvSpPr/>
          <p:nvPr/>
        </p:nvSpPr>
        <p:spPr>
          <a:xfrm>
            <a:off x="5000625" y="2609850"/>
            <a:ext cx="5043488" cy="2424113"/>
          </a:xfrm>
          <a:custGeom>
            <a:avLst/>
            <a:gdLst>
              <a:gd name="csX0" fmla="*/ 1304925 w 5043488"/>
              <a:gd name="csY0" fmla="*/ 2424113 h 2424113"/>
              <a:gd name="csX1" fmla="*/ 0 w 5043488"/>
              <a:gd name="csY1" fmla="*/ 2424113 h 2424113"/>
              <a:gd name="csX2" fmla="*/ 0 w 5043488"/>
              <a:gd name="csY2" fmla="*/ 0 h 2424113"/>
              <a:gd name="csX3" fmla="*/ 5043488 w 5043488"/>
              <a:gd name="csY3" fmla="*/ 0 h 2424113"/>
              <a:gd name="csX4" fmla="*/ 5043488 w 5043488"/>
              <a:gd name="csY4" fmla="*/ 1290638 h 24241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5043488" h="2424113">
                <a:moveTo>
                  <a:pt x="1304925" y="2424113"/>
                </a:moveTo>
                <a:lnTo>
                  <a:pt x="0" y="2424113"/>
                </a:lnTo>
                <a:lnTo>
                  <a:pt x="0" y="0"/>
                </a:lnTo>
                <a:lnTo>
                  <a:pt x="5043488" y="0"/>
                </a:lnTo>
                <a:lnTo>
                  <a:pt x="5043488" y="1290638"/>
                </a:lnTo>
              </a:path>
            </a:pathLst>
          </a:cu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1" name="Freeform: Shape 150">
            <a:extLst>
              <a:ext uri="{FF2B5EF4-FFF2-40B4-BE49-F238E27FC236}">
                <a16:creationId xmlns:a16="http://schemas.microsoft.com/office/drawing/2014/main" id="{80F957E2-5793-C6E0-E79A-50BB03868D73}"/>
              </a:ext>
            </a:extLst>
          </p:cNvPr>
          <p:cNvSpPr/>
          <p:nvPr/>
        </p:nvSpPr>
        <p:spPr>
          <a:xfrm>
            <a:off x="6829425" y="2671763"/>
            <a:ext cx="3139382" cy="2057400"/>
          </a:xfrm>
          <a:custGeom>
            <a:avLst/>
            <a:gdLst>
              <a:gd name="csX0" fmla="*/ 0 w 3109913"/>
              <a:gd name="csY0" fmla="*/ 2057400 h 2057400"/>
              <a:gd name="csX1" fmla="*/ 1090613 w 3109913"/>
              <a:gd name="csY1" fmla="*/ 2057400 h 2057400"/>
              <a:gd name="csX2" fmla="*/ 1090613 w 3109913"/>
              <a:gd name="csY2" fmla="*/ 0 h 2057400"/>
              <a:gd name="csX3" fmla="*/ 3109913 w 3109913"/>
              <a:gd name="csY3" fmla="*/ 0 h 2057400"/>
              <a:gd name="csX4" fmla="*/ 3109913 w 3109913"/>
              <a:gd name="csY4" fmla="*/ 1228725 h 20574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3109913" h="2057400">
                <a:moveTo>
                  <a:pt x="0" y="2057400"/>
                </a:moveTo>
                <a:lnTo>
                  <a:pt x="1090613" y="2057400"/>
                </a:lnTo>
                <a:lnTo>
                  <a:pt x="1090613" y="0"/>
                </a:lnTo>
                <a:lnTo>
                  <a:pt x="3109913" y="0"/>
                </a:lnTo>
                <a:lnTo>
                  <a:pt x="3109913" y="1228725"/>
                </a:lnTo>
              </a:path>
            </a:pathLst>
          </a:custGeom>
          <a:noFill/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2" name="Freeform: Shape 151">
            <a:extLst>
              <a:ext uri="{FF2B5EF4-FFF2-40B4-BE49-F238E27FC236}">
                <a16:creationId xmlns:a16="http://schemas.microsoft.com/office/drawing/2014/main" id="{0512F258-0537-C677-FFFD-C16F06E8B36F}"/>
              </a:ext>
            </a:extLst>
          </p:cNvPr>
          <p:cNvSpPr/>
          <p:nvPr/>
        </p:nvSpPr>
        <p:spPr>
          <a:xfrm>
            <a:off x="5110163" y="2776538"/>
            <a:ext cx="4757737" cy="1947862"/>
          </a:xfrm>
          <a:custGeom>
            <a:avLst/>
            <a:gdLst>
              <a:gd name="csX0" fmla="*/ 1362075 w 4757737"/>
              <a:gd name="csY0" fmla="*/ 1947862 h 1947862"/>
              <a:gd name="csX1" fmla="*/ 0 w 4757737"/>
              <a:gd name="csY1" fmla="*/ 1947862 h 1947862"/>
              <a:gd name="csX2" fmla="*/ 0 w 4757737"/>
              <a:gd name="csY2" fmla="*/ 0 h 1947862"/>
              <a:gd name="csX3" fmla="*/ 4757737 w 4757737"/>
              <a:gd name="csY3" fmla="*/ 0 h 1947862"/>
              <a:gd name="csX4" fmla="*/ 4757737 w 4757737"/>
              <a:gd name="csY4" fmla="*/ 1138237 h 19478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757737" h="1947862">
                <a:moveTo>
                  <a:pt x="1362075" y="1947862"/>
                </a:moveTo>
                <a:lnTo>
                  <a:pt x="0" y="1947862"/>
                </a:lnTo>
                <a:lnTo>
                  <a:pt x="0" y="0"/>
                </a:lnTo>
                <a:lnTo>
                  <a:pt x="4757737" y="0"/>
                </a:lnTo>
                <a:lnTo>
                  <a:pt x="4757737" y="1138237"/>
                </a:lnTo>
              </a:path>
            </a:pathLst>
          </a:custGeom>
          <a:noFill/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3" name="Freeform: Shape 152">
            <a:extLst>
              <a:ext uri="{FF2B5EF4-FFF2-40B4-BE49-F238E27FC236}">
                <a16:creationId xmlns:a16="http://schemas.microsoft.com/office/drawing/2014/main" id="{6F964E11-7789-A495-19BC-9C46147AE193}"/>
              </a:ext>
            </a:extLst>
          </p:cNvPr>
          <p:cNvSpPr/>
          <p:nvPr/>
        </p:nvSpPr>
        <p:spPr>
          <a:xfrm>
            <a:off x="6810374" y="2862263"/>
            <a:ext cx="2955547" cy="1581150"/>
          </a:xfrm>
          <a:custGeom>
            <a:avLst/>
            <a:gdLst>
              <a:gd name="csX0" fmla="*/ 0 w 2857500"/>
              <a:gd name="csY0" fmla="*/ 1581150 h 1581150"/>
              <a:gd name="csX1" fmla="*/ 1209675 w 2857500"/>
              <a:gd name="csY1" fmla="*/ 1581150 h 1581150"/>
              <a:gd name="csX2" fmla="*/ 1209675 w 2857500"/>
              <a:gd name="csY2" fmla="*/ 0 h 1581150"/>
              <a:gd name="csX3" fmla="*/ 2857500 w 2857500"/>
              <a:gd name="csY3" fmla="*/ 0 h 1581150"/>
              <a:gd name="csX4" fmla="*/ 2857500 w 2857500"/>
              <a:gd name="csY4" fmla="*/ 1066800 h 1581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857500" h="1581150">
                <a:moveTo>
                  <a:pt x="0" y="1581150"/>
                </a:moveTo>
                <a:lnTo>
                  <a:pt x="1209675" y="1581150"/>
                </a:lnTo>
                <a:lnTo>
                  <a:pt x="1209675" y="0"/>
                </a:lnTo>
                <a:lnTo>
                  <a:pt x="2857500" y="0"/>
                </a:lnTo>
                <a:lnTo>
                  <a:pt x="2857500" y="1066800"/>
                </a:lnTo>
              </a:path>
            </a:pathLst>
          </a:custGeom>
          <a:noFill/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72E212A5-AE58-D354-D408-091E94FD887C}"/>
              </a:ext>
            </a:extLst>
          </p:cNvPr>
          <p:cNvSpPr/>
          <p:nvPr/>
        </p:nvSpPr>
        <p:spPr>
          <a:xfrm>
            <a:off x="5223294" y="2932981"/>
            <a:ext cx="4455544" cy="1500996"/>
          </a:xfrm>
          <a:custGeom>
            <a:avLst/>
            <a:gdLst>
              <a:gd name="csX0" fmla="*/ 1199072 w 4455544"/>
              <a:gd name="csY0" fmla="*/ 1500996 h 1500996"/>
              <a:gd name="csX1" fmla="*/ 0 w 4455544"/>
              <a:gd name="csY1" fmla="*/ 1500996 h 1500996"/>
              <a:gd name="csX2" fmla="*/ 0 w 4455544"/>
              <a:gd name="csY2" fmla="*/ 0 h 1500996"/>
              <a:gd name="csX3" fmla="*/ 4455544 w 4455544"/>
              <a:gd name="csY3" fmla="*/ 0 h 1500996"/>
              <a:gd name="csX4" fmla="*/ 4455544 w 4455544"/>
              <a:gd name="csY4" fmla="*/ 979098 h 150099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455544" h="1500996">
                <a:moveTo>
                  <a:pt x="1199072" y="1500996"/>
                </a:moveTo>
                <a:lnTo>
                  <a:pt x="0" y="1500996"/>
                </a:lnTo>
                <a:lnTo>
                  <a:pt x="0" y="0"/>
                </a:lnTo>
                <a:lnTo>
                  <a:pt x="4455544" y="0"/>
                </a:lnTo>
                <a:lnTo>
                  <a:pt x="4455544" y="979098"/>
                </a:lnTo>
              </a:path>
            </a:pathLst>
          </a:custGeom>
          <a:noFill/>
          <a:ln>
            <a:solidFill>
              <a:schemeClr val="bg1"/>
            </a:solidFill>
          </a:ln>
          <a:effectLst>
            <a:glow rad="63500">
              <a:srgbClr val="FFFF00">
                <a:alpha val="4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00CB54D-9666-02A3-1D4A-178349C41EE3}"/>
              </a:ext>
            </a:extLst>
          </p:cNvPr>
          <p:cNvSpPr/>
          <p:nvPr/>
        </p:nvSpPr>
        <p:spPr>
          <a:xfrm>
            <a:off x="6788989" y="3023558"/>
            <a:ext cx="2794958" cy="1143000"/>
          </a:xfrm>
          <a:custGeom>
            <a:avLst/>
            <a:gdLst>
              <a:gd name="csX0" fmla="*/ 0 w 2794958"/>
              <a:gd name="csY0" fmla="*/ 1143000 h 1143000"/>
              <a:gd name="csX1" fmla="*/ 1039483 w 2794958"/>
              <a:gd name="csY1" fmla="*/ 1143000 h 1143000"/>
              <a:gd name="csX2" fmla="*/ 1039483 w 2794958"/>
              <a:gd name="csY2" fmla="*/ 0 h 1143000"/>
              <a:gd name="csX3" fmla="*/ 2794958 w 2794958"/>
              <a:gd name="csY3" fmla="*/ 0 h 1143000"/>
              <a:gd name="csX4" fmla="*/ 2794958 w 2794958"/>
              <a:gd name="csY4" fmla="*/ 875582 h 1143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794958" h="1143000">
                <a:moveTo>
                  <a:pt x="0" y="1143000"/>
                </a:moveTo>
                <a:lnTo>
                  <a:pt x="1039483" y="1143000"/>
                </a:lnTo>
                <a:lnTo>
                  <a:pt x="1039483" y="0"/>
                </a:lnTo>
                <a:lnTo>
                  <a:pt x="2794958" y="0"/>
                </a:lnTo>
                <a:lnTo>
                  <a:pt x="2794958" y="875582"/>
                </a:lnTo>
              </a:path>
            </a:pathLst>
          </a:cu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C673E8EE-FC12-D773-76A5-539BEA2EBB4E}"/>
              </a:ext>
            </a:extLst>
          </p:cNvPr>
          <p:cNvSpPr/>
          <p:nvPr/>
        </p:nvSpPr>
        <p:spPr>
          <a:xfrm>
            <a:off x="5633049" y="3122762"/>
            <a:ext cx="3847381" cy="1061049"/>
          </a:xfrm>
          <a:custGeom>
            <a:avLst/>
            <a:gdLst>
              <a:gd name="csX0" fmla="*/ 741872 w 3847381"/>
              <a:gd name="csY0" fmla="*/ 1061049 h 1061049"/>
              <a:gd name="csX1" fmla="*/ 0 w 3847381"/>
              <a:gd name="csY1" fmla="*/ 1061049 h 1061049"/>
              <a:gd name="csX2" fmla="*/ 0 w 3847381"/>
              <a:gd name="csY2" fmla="*/ 0 h 1061049"/>
              <a:gd name="csX3" fmla="*/ 3847381 w 3847381"/>
              <a:gd name="csY3" fmla="*/ 0 h 1061049"/>
              <a:gd name="csX4" fmla="*/ 3847381 w 3847381"/>
              <a:gd name="csY4" fmla="*/ 793630 h 106104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3847381" h="1061049">
                <a:moveTo>
                  <a:pt x="741872" y="1061049"/>
                </a:moveTo>
                <a:lnTo>
                  <a:pt x="0" y="1061049"/>
                </a:lnTo>
                <a:lnTo>
                  <a:pt x="0" y="0"/>
                </a:lnTo>
                <a:lnTo>
                  <a:pt x="3847381" y="0"/>
                </a:lnTo>
                <a:lnTo>
                  <a:pt x="3847381" y="793630"/>
                </a:lnTo>
              </a:path>
            </a:pathLst>
          </a:custGeom>
          <a:noFill/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6" name="Freeform: Shape 155">
            <a:extLst>
              <a:ext uri="{FF2B5EF4-FFF2-40B4-BE49-F238E27FC236}">
                <a16:creationId xmlns:a16="http://schemas.microsoft.com/office/drawing/2014/main" id="{DAA068CF-31DB-8B58-98F5-9A5DFC5FB8C0}"/>
              </a:ext>
            </a:extLst>
          </p:cNvPr>
          <p:cNvSpPr/>
          <p:nvPr/>
        </p:nvSpPr>
        <p:spPr>
          <a:xfrm>
            <a:off x="6797615" y="3213340"/>
            <a:ext cx="2587925" cy="698739"/>
          </a:xfrm>
          <a:custGeom>
            <a:avLst/>
            <a:gdLst>
              <a:gd name="csX0" fmla="*/ 0 w 2587925"/>
              <a:gd name="csY0" fmla="*/ 690113 h 698739"/>
              <a:gd name="csX1" fmla="*/ 953219 w 2587925"/>
              <a:gd name="csY1" fmla="*/ 690113 h 698739"/>
              <a:gd name="csX2" fmla="*/ 953219 w 2587925"/>
              <a:gd name="csY2" fmla="*/ 0 h 698739"/>
              <a:gd name="csX3" fmla="*/ 2587925 w 2587925"/>
              <a:gd name="csY3" fmla="*/ 0 h 698739"/>
              <a:gd name="csX4" fmla="*/ 2587925 w 2587925"/>
              <a:gd name="csY4" fmla="*/ 698739 h 69873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87925" h="698739">
                <a:moveTo>
                  <a:pt x="0" y="690113"/>
                </a:moveTo>
                <a:lnTo>
                  <a:pt x="953219" y="690113"/>
                </a:lnTo>
                <a:lnTo>
                  <a:pt x="953219" y="0"/>
                </a:lnTo>
                <a:lnTo>
                  <a:pt x="2587925" y="0"/>
                </a:lnTo>
                <a:lnTo>
                  <a:pt x="2587925" y="698739"/>
                </a:lnTo>
              </a:path>
            </a:pathLst>
          </a:custGeom>
          <a:noFill/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994B860D-CDE4-1743-89D8-14F9FC7C78DA}"/>
              </a:ext>
            </a:extLst>
          </p:cNvPr>
          <p:cNvSpPr txBox="1"/>
          <p:nvPr/>
        </p:nvSpPr>
        <p:spPr>
          <a:xfrm>
            <a:off x="7728283" y="6158985"/>
            <a:ext cx="39837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dirty="0">
                <a:solidFill>
                  <a:schemeClr val="bg1"/>
                </a:solidFill>
                <a:latin typeface="Consolas" panose="020B0609020204030204" pitchFamily="49" charset="0"/>
              </a:rPr>
              <a:t>M(GPIOD_INDATA) &amp; 0xF = 0x0000</a:t>
            </a:r>
            <a:endParaRPr lang="LID4096" dirty="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9775564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88FEA9-EA81-0E53-C8E7-6E6BB4C3B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08BDD9-D50F-BC35-927E-83F547BE88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dirty="0" err="1"/>
              <a:t>Keypad</a:t>
            </a:r>
            <a:r>
              <a:rPr lang="sv-SE" dirty="0"/>
              <a:t> – Problem!</a:t>
            </a:r>
            <a:endParaRPr lang="LID4096" dirty="0"/>
          </a:p>
        </p:txBody>
      </p:sp>
      <p:sp>
        <p:nvSpPr>
          <p:cNvPr id="155" name="Content Placeholder 154">
            <a:extLst>
              <a:ext uri="{FF2B5EF4-FFF2-40B4-BE49-F238E27FC236}">
                <a16:creationId xmlns:a16="http://schemas.microsoft.com/office/drawing/2014/main" id="{770C1814-CD2A-122E-EA7C-4FB3E50E54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LID4096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B6926D5-21DA-E386-A0EE-1014712DA0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690688"/>
            <a:ext cx="4746017" cy="5167312"/>
          </a:xfrm>
          <a:prstGeom prst="rect">
            <a:avLst/>
          </a:prstGeom>
        </p:spPr>
      </p:pic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85CE0E11-EECE-E1A3-DB31-B533741E2747}"/>
              </a:ext>
            </a:extLst>
          </p:cNvPr>
          <p:cNvSpPr/>
          <p:nvPr/>
        </p:nvSpPr>
        <p:spPr>
          <a:xfrm>
            <a:off x="8625019" y="3694696"/>
            <a:ext cx="2076275" cy="2122414"/>
          </a:xfrm>
          <a:prstGeom prst="roundRect">
            <a:avLst>
              <a:gd name="adj" fmla="val 10606"/>
            </a:avLst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269AF0E4-A40D-B5F2-53CC-8B41E3569FE0}"/>
              </a:ext>
            </a:extLst>
          </p:cNvPr>
          <p:cNvSpPr/>
          <p:nvPr/>
        </p:nvSpPr>
        <p:spPr>
          <a:xfrm>
            <a:off x="8864105" y="3958949"/>
            <a:ext cx="1371600" cy="1514213"/>
          </a:xfrm>
          <a:custGeom>
            <a:avLst/>
            <a:gdLst>
              <a:gd name="connsiteX0" fmla="*/ 541090 w 1371600"/>
              <a:gd name="connsiteY0" fmla="*/ 0 h 1514213"/>
              <a:gd name="connsiteX1" fmla="*/ 541090 w 1371600"/>
              <a:gd name="connsiteY1" fmla="*/ 130029 h 1514213"/>
              <a:gd name="connsiteX2" fmla="*/ 0 w 1371600"/>
              <a:gd name="connsiteY2" fmla="*/ 130029 h 1514213"/>
              <a:gd name="connsiteX3" fmla="*/ 0 w 1371600"/>
              <a:gd name="connsiteY3" fmla="*/ 1497435 h 1514213"/>
              <a:gd name="connsiteX4" fmla="*/ 1371600 w 1371600"/>
              <a:gd name="connsiteY4" fmla="*/ 1514213 h 15142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71600" h="1514213">
                <a:moveTo>
                  <a:pt x="541090" y="0"/>
                </a:moveTo>
                <a:lnTo>
                  <a:pt x="541090" y="130029"/>
                </a:lnTo>
                <a:lnTo>
                  <a:pt x="0" y="130029"/>
                </a:lnTo>
                <a:lnTo>
                  <a:pt x="0" y="1497435"/>
                </a:lnTo>
                <a:lnTo>
                  <a:pt x="1371600" y="1514213"/>
                </a:lnTo>
              </a:path>
            </a:pathLst>
          </a:custGeom>
          <a:noFill/>
          <a:ln>
            <a:solidFill>
              <a:schemeClr val="bg1"/>
            </a:solidFill>
          </a:ln>
          <a:effectLst>
            <a:glow rad="63500">
              <a:srgbClr val="FFFF00">
                <a:alpha val="4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E1FE683A-E540-0C24-D1DD-E28D1C348C49}"/>
              </a:ext>
            </a:extLst>
          </p:cNvPr>
          <p:cNvSpPr/>
          <p:nvPr/>
        </p:nvSpPr>
        <p:spPr>
          <a:xfrm>
            <a:off x="8939606" y="3963143"/>
            <a:ext cx="1287710" cy="1170264"/>
          </a:xfrm>
          <a:custGeom>
            <a:avLst/>
            <a:gdLst>
              <a:gd name="connsiteX0" fmla="*/ 545284 w 1287710"/>
              <a:gd name="connsiteY0" fmla="*/ 0 h 1170264"/>
              <a:gd name="connsiteX1" fmla="*/ 541090 w 1287710"/>
              <a:gd name="connsiteY1" fmla="*/ 171975 h 1170264"/>
              <a:gd name="connsiteX2" fmla="*/ 0 w 1287710"/>
              <a:gd name="connsiteY2" fmla="*/ 176169 h 1170264"/>
              <a:gd name="connsiteX3" fmla="*/ 0 w 1287710"/>
              <a:gd name="connsiteY3" fmla="*/ 1166070 h 1170264"/>
              <a:gd name="connsiteX4" fmla="*/ 1287710 w 1287710"/>
              <a:gd name="connsiteY4" fmla="*/ 1170264 h 11702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87710" h="1170264">
                <a:moveTo>
                  <a:pt x="545284" y="0"/>
                </a:moveTo>
                <a:lnTo>
                  <a:pt x="541090" y="171975"/>
                </a:lnTo>
                <a:lnTo>
                  <a:pt x="0" y="176169"/>
                </a:lnTo>
                <a:lnTo>
                  <a:pt x="0" y="1166070"/>
                </a:lnTo>
                <a:lnTo>
                  <a:pt x="1287710" y="1170264"/>
                </a:lnTo>
              </a:path>
            </a:pathLst>
          </a:custGeom>
          <a:noFill/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84DF032A-C548-B7F8-C4E3-A397E7ABB2A1}"/>
              </a:ext>
            </a:extLst>
          </p:cNvPr>
          <p:cNvSpPr/>
          <p:nvPr/>
        </p:nvSpPr>
        <p:spPr>
          <a:xfrm>
            <a:off x="9002523" y="3963143"/>
            <a:ext cx="1224793" cy="855677"/>
          </a:xfrm>
          <a:custGeom>
            <a:avLst/>
            <a:gdLst>
              <a:gd name="connsiteX0" fmla="*/ 587230 w 1224793"/>
              <a:gd name="connsiteY0" fmla="*/ 0 h 855677"/>
              <a:gd name="connsiteX1" fmla="*/ 591424 w 1224793"/>
              <a:gd name="connsiteY1" fmla="*/ 205531 h 855677"/>
              <a:gd name="connsiteX2" fmla="*/ 0 w 1224793"/>
              <a:gd name="connsiteY2" fmla="*/ 209725 h 855677"/>
              <a:gd name="connsiteX3" fmla="*/ 0 w 1224793"/>
              <a:gd name="connsiteY3" fmla="*/ 855677 h 855677"/>
              <a:gd name="connsiteX4" fmla="*/ 1224793 w 1224793"/>
              <a:gd name="connsiteY4" fmla="*/ 855677 h 8556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24793" h="855677">
                <a:moveTo>
                  <a:pt x="587230" y="0"/>
                </a:moveTo>
                <a:lnTo>
                  <a:pt x="591424" y="205531"/>
                </a:lnTo>
                <a:lnTo>
                  <a:pt x="0" y="209725"/>
                </a:lnTo>
                <a:lnTo>
                  <a:pt x="0" y="855677"/>
                </a:lnTo>
                <a:lnTo>
                  <a:pt x="1224793" y="855677"/>
                </a:lnTo>
              </a:path>
            </a:pathLst>
          </a:custGeom>
          <a:noFill/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22BE8E75-69B8-FDD1-D883-C1B7EF71846D}"/>
              </a:ext>
            </a:extLst>
          </p:cNvPr>
          <p:cNvSpPr/>
          <p:nvPr/>
        </p:nvSpPr>
        <p:spPr>
          <a:xfrm>
            <a:off x="9073830" y="3963143"/>
            <a:ext cx="1145097" cy="545285"/>
          </a:xfrm>
          <a:custGeom>
            <a:avLst/>
            <a:gdLst>
              <a:gd name="connsiteX0" fmla="*/ 604007 w 1145097"/>
              <a:gd name="connsiteY0" fmla="*/ 0 h 545285"/>
              <a:gd name="connsiteX1" fmla="*/ 608201 w 1145097"/>
              <a:gd name="connsiteY1" fmla="*/ 239087 h 545285"/>
              <a:gd name="connsiteX2" fmla="*/ 0 w 1145097"/>
              <a:gd name="connsiteY2" fmla="*/ 239087 h 545285"/>
              <a:gd name="connsiteX3" fmla="*/ 0 w 1145097"/>
              <a:gd name="connsiteY3" fmla="*/ 536896 h 545285"/>
              <a:gd name="connsiteX4" fmla="*/ 1145097 w 1145097"/>
              <a:gd name="connsiteY4" fmla="*/ 545285 h 5452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45097" h="545285">
                <a:moveTo>
                  <a:pt x="604007" y="0"/>
                </a:moveTo>
                <a:lnTo>
                  <a:pt x="608201" y="239087"/>
                </a:lnTo>
                <a:lnTo>
                  <a:pt x="0" y="239087"/>
                </a:lnTo>
                <a:lnTo>
                  <a:pt x="0" y="536896"/>
                </a:lnTo>
                <a:lnTo>
                  <a:pt x="1145097" y="545285"/>
                </a:lnTo>
              </a:path>
            </a:pathLst>
          </a:custGeom>
          <a:noFill/>
          <a:ln>
            <a:solidFill>
              <a:schemeClr val="bg1"/>
            </a:solidFill>
          </a:ln>
          <a:effectLst>
            <a:glow rad="63500">
              <a:srgbClr val="FFFF00">
                <a:alpha val="4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97130F05-C128-44F1-78F4-FFE323BA534B}"/>
              </a:ext>
            </a:extLst>
          </p:cNvPr>
          <p:cNvSpPr/>
          <p:nvPr/>
        </p:nvSpPr>
        <p:spPr>
          <a:xfrm>
            <a:off x="9862395" y="3963143"/>
            <a:ext cx="29361" cy="1598103"/>
          </a:xfrm>
          <a:custGeom>
            <a:avLst/>
            <a:gdLst>
              <a:gd name="connsiteX0" fmla="*/ 0 w 29361"/>
              <a:gd name="connsiteY0" fmla="*/ 0 h 1598103"/>
              <a:gd name="connsiteX1" fmla="*/ 29361 w 29361"/>
              <a:gd name="connsiteY1" fmla="*/ 1598103 h 15981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9361" h="1598103">
                <a:moveTo>
                  <a:pt x="0" y="0"/>
                </a:moveTo>
                <a:lnTo>
                  <a:pt x="29361" y="1598103"/>
                </a:lnTo>
              </a:path>
            </a:pathLst>
          </a:custGeom>
          <a:noFill/>
          <a:ln>
            <a:solidFill>
              <a:schemeClr val="accent5">
                <a:lumMod val="20000"/>
                <a:lumOff val="80000"/>
              </a:schemeClr>
            </a:solidFill>
          </a:ln>
          <a:effectLst>
            <a:glow rad="63500">
              <a:schemeClr val="accent5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1614C786-71E0-7138-B6CC-517E6483249D}"/>
              </a:ext>
            </a:extLst>
          </p:cNvPr>
          <p:cNvSpPr/>
          <p:nvPr/>
        </p:nvSpPr>
        <p:spPr>
          <a:xfrm>
            <a:off x="9765921" y="3950560"/>
            <a:ext cx="453006" cy="1564547"/>
          </a:xfrm>
          <a:custGeom>
            <a:avLst/>
            <a:gdLst>
              <a:gd name="connsiteX0" fmla="*/ 0 w 453006"/>
              <a:gd name="connsiteY0" fmla="*/ 0 h 1564547"/>
              <a:gd name="connsiteX1" fmla="*/ 0 w 453006"/>
              <a:gd name="connsiteY1" fmla="*/ 167780 h 1564547"/>
              <a:gd name="connsiteX2" fmla="*/ 427839 w 453006"/>
              <a:gd name="connsiteY2" fmla="*/ 306198 h 1564547"/>
              <a:gd name="connsiteX3" fmla="*/ 453006 w 453006"/>
              <a:gd name="connsiteY3" fmla="*/ 1564547 h 15645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53006" h="1564547">
                <a:moveTo>
                  <a:pt x="0" y="0"/>
                </a:moveTo>
                <a:lnTo>
                  <a:pt x="0" y="167780"/>
                </a:lnTo>
                <a:lnTo>
                  <a:pt x="427839" y="306198"/>
                </a:lnTo>
                <a:lnTo>
                  <a:pt x="453006" y="1564547"/>
                </a:lnTo>
              </a:path>
            </a:pathLst>
          </a:custGeom>
          <a:noFill/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FF783723-036D-2DDE-9FC7-E6FA45860A3F}"/>
              </a:ext>
            </a:extLst>
          </p:cNvPr>
          <p:cNvSpPr/>
          <p:nvPr/>
        </p:nvSpPr>
        <p:spPr>
          <a:xfrm>
            <a:off x="9577131" y="3955595"/>
            <a:ext cx="377928" cy="1505824"/>
          </a:xfrm>
          <a:custGeom>
            <a:avLst/>
            <a:gdLst>
              <a:gd name="connsiteX0" fmla="*/ 788566 w 788566"/>
              <a:gd name="connsiteY0" fmla="*/ 0 h 1505824"/>
              <a:gd name="connsiteX1" fmla="*/ 788566 w 788566"/>
              <a:gd name="connsiteY1" fmla="*/ 322976 h 1505824"/>
              <a:gd name="connsiteX2" fmla="*/ 4195 w 788566"/>
              <a:gd name="connsiteY2" fmla="*/ 322976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88566 w 788566"/>
              <a:gd name="connsiteY1" fmla="*/ 322976 h 1505824"/>
              <a:gd name="connsiteX2" fmla="*/ 4195 w 788566"/>
              <a:gd name="connsiteY2" fmla="*/ 222308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70865 w 788566"/>
              <a:gd name="connsiteY1" fmla="*/ 230698 h 1505824"/>
              <a:gd name="connsiteX2" fmla="*/ 4195 w 788566"/>
              <a:gd name="connsiteY2" fmla="*/ 222308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70865 w 788566"/>
              <a:gd name="connsiteY1" fmla="*/ 230698 h 1505824"/>
              <a:gd name="connsiteX2" fmla="*/ 13044 w 788566"/>
              <a:gd name="connsiteY2" fmla="*/ 289419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70865 w 788566"/>
              <a:gd name="connsiteY1" fmla="*/ 285226 h 1505824"/>
              <a:gd name="connsiteX2" fmla="*/ 13044 w 788566"/>
              <a:gd name="connsiteY2" fmla="*/ 289419 h 1505824"/>
              <a:gd name="connsiteX3" fmla="*/ 0 w 788566"/>
              <a:gd name="connsiteY3" fmla="*/ 1505824 h 1505824"/>
              <a:gd name="connsiteX0" fmla="*/ 788566 w 797417"/>
              <a:gd name="connsiteY0" fmla="*/ 0 h 1505824"/>
              <a:gd name="connsiteX1" fmla="*/ 797417 w 797417"/>
              <a:gd name="connsiteY1" fmla="*/ 285226 h 1505824"/>
              <a:gd name="connsiteX2" fmla="*/ 13044 w 797417"/>
              <a:gd name="connsiteY2" fmla="*/ 289419 h 1505824"/>
              <a:gd name="connsiteX3" fmla="*/ 0 w 797417"/>
              <a:gd name="connsiteY3" fmla="*/ 1505824 h 1505824"/>
              <a:gd name="connsiteX0" fmla="*/ 788566 w 797417"/>
              <a:gd name="connsiteY0" fmla="*/ 0 h 1505824"/>
              <a:gd name="connsiteX1" fmla="*/ 797417 w 797417"/>
              <a:gd name="connsiteY1" fmla="*/ 285226 h 1505824"/>
              <a:gd name="connsiteX2" fmla="*/ 13044 w 797417"/>
              <a:gd name="connsiteY2" fmla="*/ 285225 h 1505824"/>
              <a:gd name="connsiteX3" fmla="*/ 0 w 797417"/>
              <a:gd name="connsiteY3" fmla="*/ 1505824 h 15058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97417" h="1505824">
                <a:moveTo>
                  <a:pt x="788566" y="0"/>
                </a:moveTo>
                <a:lnTo>
                  <a:pt x="797417" y="285226"/>
                </a:lnTo>
                <a:lnTo>
                  <a:pt x="13044" y="285225"/>
                </a:lnTo>
                <a:cubicBezTo>
                  <a:pt x="11646" y="679508"/>
                  <a:pt x="1398" y="1111541"/>
                  <a:pt x="0" y="1505824"/>
                </a:cubicBezTo>
              </a:path>
            </a:pathLst>
          </a:custGeom>
          <a:noFill/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966AA2FE-1FA2-6BC7-1627-BFD9B18A2BC2}"/>
              </a:ext>
            </a:extLst>
          </p:cNvPr>
          <p:cNvSpPr/>
          <p:nvPr/>
        </p:nvSpPr>
        <p:spPr>
          <a:xfrm>
            <a:off x="9258387" y="3958949"/>
            <a:ext cx="788566" cy="1505824"/>
          </a:xfrm>
          <a:custGeom>
            <a:avLst/>
            <a:gdLst>
              <a:gd name="connsiteX0" fmla="*/ 788566 w 788566"/>
              <a:gd name="connsiteY0" fmla="*/ 0 h 1505824"/>
              <a:gd name="connsiteX1" fmla="*/ 788566 w 788566"/>
              <a:gd name="connsiteY1" fmla="*/ 322976 h 1505824"/>
              <a:gd name="connsiteX2" fmla="*/ 4195 w 788566"/>
              <a:gd name="connsiteY2" fmla="*/ 322976 h 1505824"/>
              <a:gd name="connsiteX3" fmla="*/ 0 w 788566"/>
              <a:gd name="connsiteY3" fmla="*/ 1505824 h 15058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88566" h="1505824">
                <a:moveTo>
                  <a:pt x="788566" y="0"/>
                </a:moveTo>
                <a:lnTo>
                  <a:pt x="788566" y="322976"/>
                </a:lnTo>
                <a:lnTo>
                  <a:pt x="4195" y="322976"/>
                </a:lnTo>
                <a:cubicBezTo>
                  <a:pt x="2797" y="717259"/>
                  <a:pt x="1398" y="1111541"/>
                  <a:pt x="0" y="1505824"/>
                </a:cubicBezTo>
              </a:path>
            </a:pathLst>
          </a:custGeom>
          <a:noFill/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DE391F48-B280-0EE6-5F77-560D673F68DD}"/>
              </a:ext>
            </a:extLst>
          </p:cNvPr>
          <p:cNvGrpSpPr/>
          <p:nvPr/>
        </p:nvGrpSpPr>
        <p:grpSpPr>
          <a:xfrm>
            <a:off x="9124170" y="4363941"/>
            <a:ext cx="255090" cy="255090"/>
            <a:chOff x="2766747" y="2052494"/>
            <a:chExt cx="255090" cy="255090"/>
          </a:xfrm>
        </p:grpSpPr>
        <p:sp>
          <p:nvSpPr>
            <p:cNvPr id="18" name="Rectangle: Rounded Corners 17">
              <a:extLst>
                <a:ext uri="{FF2B5EF4-FFF2-40B4-BE49-F238E27FC236}">
                  <a16:creationId xmlns:a16="http://schemas.microsoft.com/office/drawing/2014/main" id="{8962C3E3-66DC-635F-7F48-E992AE07AF03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9D60B50A-762D-6D7D-6CD3-6EC370309FE5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96FE9AEF-9915-40E1-93A4-D4F9DDECC0E4}"/>
              </a:ext>
            </a:extLst>
          </p:cNvPr>
          <p:cNvGrpSpPr/>
          <p:nvPr/>
        </p:nvGrpSpPr>
        <p:grpSpPr>
          <a:xfrm>
            <a:off x="9444891" y="4363941"/>
            <a:ext cx="255090" cy="255090"/>
            <a:chOff x="2766747" y="2052494"/>
            <a:chExt cx="255090" cy="255090"/>
          </a:xfrm>
        </p:grpSpPr>
        <p:sp>
          <p:nvSpPr>
            <p:cNvPr id="21" name="Rectangle: Rounded Corners 20">
              <a:extLst>
                <a:ext uri="{FF2B5EF4-FFF2-40B4-BE49-F238E27FC236}">
                  <a16:creationId xmlns:a16="http://schemas.microsoft.com/office/drawing/2014/main" id="{1A14A156-6C09-5854-0990-6A24E1394838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08FDA9B5-9154-3324-22E1-53EF28BCBAC5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56490917-9386-A9C2-AA90-D7CF9841F1A7}"/>
              </a:ext>
            </a:extLst>
          </p:cNvPr>
          <p:cNvGrpSpPr/>
          <p:nvPr/>
        </p:nvGrpSpPr>
        <p:grpSpPr>
          <a:xfrm>
            <a:off x="9765612" y="4363941"/>
            <a:ext cx="255090" cy="255090"/>
            <a:chOff x="2766747" y="2052494"/>
            <a:chExt cx="255090" cy="255090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CC84D31F-EBEF-4638-CA71-62FDC7CBB1C3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ED2C5EE1-ACE5-6BF6-CD73-955F224650BB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16F1721-DC97-44BC-493A-BAD078DE77FE}"/>
              </a:ext>
            </a:extLst>
          </p:cNvPr>
          <p:cNvGrpSpPr/>
          <p:nvPr/>
        </p:nvGrpSpPr>
        <p:grpSpPr>
          <a:xfrm>
            <a:off x="10086333" y="4363941"/>
            <a:ext cx="255090" cy="255090"/>
            <a:chOff x="2766747" y="2052494"/>
            <a:chExt cx="255090" cy="255090"/>
          </a:xfrm>
        </p:grpSpPr>
        <p:sp>
          <p:nvSpPr>
            <p:cNvPr id="27" name="Rectangle: Rounded Corners 26">
              <a:extLst>
                <a:ext uri="{FF2B5EF4-FFF2-40B4-BE49-F238E27FC236}">
                  <a16:creationId xmlns:a16="http://schemas.microsoft.com/office/drawing/2014/main" id="{CC117FB1-D7D2-B0E3-8150-2D7DFDFC512B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3319A22B-6078-C8F7-A8BB-EE2788790C55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5660083D-B1EF-AB19-0A0A-C180624F2D51}"/>
              </a:ext>
            </a:extLst>
          </p:cNvPr>
          <p:cNvGrpSpPr/>
          <p:nvPr/>
        </p:nvGrpSpPr>
        <p:grpSpPr>
          <a:xfrm>
            <a:off x="9124170" y="4684663"/>
            <a:ext cx="255090" cy="255090"/>
            <a:chOff x="2766747" y="2052494"/>
            <a:chExt cx="255090" cy="255090"/>
          </a:xfrm>
        </p:grpSpPr>
        <p:sp>
          <p:nvSpPr>
            <p:cNvPr id="30" name="Rectangle: Rounded Corners 29">
              <a:extLst>
                <a:ext uri="{FF2B5EF4-FFF2-40B4-BE49-F238E27FC236}">
                  <a16:creationId xmlns:a16="http://schemas.microsoft.com/office/drawing/2014/main" id="{FEE7DD24-4EC2-C8E0-F03A-A4BD3DBBDC49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87B36CE0-2B6E-8C0C-A78F-43FA46234650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BF6F0F2E-CDAC-6D80-E53B-1C2154DEF8D4}"/>
              </a:ext>
            </a:extLst>
          </p:cNvPr>
          <p:cNvGrpSpPr/>
          <p:nvPr/>
        </p:nvGrpSpPr>
        <p:grpSpPr>
          <a:xfrm>
            <a:off x="9444891" y="4684663"/>
            <a:ext cx="255090" cy="255090"/>
            <a:chOff x="2766747" y="2052494"/>
            <a:chExt cx="255090" cy="255090"/>
          </a:xfrm>
        </p:grpSpPr>
        <p:sp>
          <p:nvSpPr>
            <p:cNvPr id="33" name="Rectangle: Rounded Corners 32">
              <a:extLst>
                <a:ext uri="{FF2B5EF4-FFF2-40B4-BE49-F238E27FC236}">
                  <a16:creationId xmlns:a16="http://schemas.microsoft.com/office/drawing/2014/main" id="{5492A61E-E108-925E-FCB5-EA58382C1EF1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34" name="Oval 33">
              <a:extLst>
                <a:ext uri="{FF2B5EF4-FFF2-40B4-BE49-F238E27FC236}">
                  <a16:creationId xmlns:a16="http://schemas.microsoft.com/office/drawing/2014/main" id="{0814734D-5D14-7EA5-0FD1-70352F71A05D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7E297C53-612E-56D3-E506-9B1FADFFAEE0}"/>
              </a:ext>
            </a:extLst>
          </p:cNvPr>
          <p:cNvGrpSpPr/>
          <p:nvPr/>
        </p:nvGrpSpPr>
        <p:grpSpPr>
          <a:xfrm>
            <a:off x="9765612" y="4684663"/>
            <a:ext cx="255090" cy="255090"/>
            <a:chOff x="2766747" y="2052494"/>
            <a:chExt cx="255090" cy="255090"/>
          </a:xfrm>
        </p:grpSpPr>
        <p:sp>
          <p:nvSpPr>
            <p:cNvPr id="36" name="Rectangle: Rounded Corners 35">
              <a:extLst>
                <a:ext uri="{FF2B5EF4-FFF2-40B4-BE49-F238E27FC236}">
                  <a16:creationId xmlns:a16="http://schemas.microsoft.com/office/drawing/2014/main" id="{44639C9A-7924-ADEF-055E-3E08292001E8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B28DFD32-7FCB-9108-056F-A9ADF5C95C8D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6D353C4A-F657-901F-7964-22B8B8B2CB05}"/>
              </a:ext>
            </a:extLst>
          </p:cNvPr>
          <p:cNvGrpSpPr/>
          <p:nvPr/>
        </p:nvGrpSpPr>
        <p:grpSpPr>
          <a:xfrm>
            <a:off x="10086333" y="4684663"/>
            <a:ext cx="255090" cy="255090"/>
            <a:chOff x="2766747" y="2052494"/>
            <a:chExt cx="255090" cy="255090"/>
          </a:xfrm>
        </p:grpSpPr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B53743D6-22E9-2EF1-FB54-E9B1CF593FCE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0" name="Oval 39">
              <a:extLst>
                <a:ext uri="{FF2B5EF4-FFF2-40B4-BE49-F238E27FC236}">
                  <a16:creationId xmlns:a16="http://schemas.microsoft.com/office/drawing/2014/main" id="{050BFF32-80FA-79DC-E42B-0B5F6CBECAE7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1DE8FD67-91B5-11F4-F569-34F838C4FD01}"/>
              </a:ext>
            </a:extLst>
          </p:cNvPr>
          <p:cNvGrpSpPr/>
          <p:nvPr/>
        </p:nvGrpSpPr>
        <p:grpSpPr>
          <a:xfrm>
            <a:off x="9124170" y="5005385"/>
            <a:ext cx="255090" cy="255090"/>
            <a:chOff x="2766747" y="2052494"/>
            <a:chExt cx="255090" cy="255090"/>
          </a:xfrm>
        </p:grpSpPr>
        <p:sp>
          <p:nvSpPr>
            <p:cNvPr id="42" name="Rectangle: Rounded Corners 41">
              <a:extLst>
                <a:ext uri="{FF2B5EF4-FFF2-40B4-BE49-F238E27FC236}">
                  <a16:creationId xmlns:a16="http://schemas.microsoft.com/office/drawing/2014/main" id="{3850A214-D12F-4F0F-FAA3-C2E854E901C1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3" name="Oval 42">
              <a:extLst>
                <a:ext uri="{FF2B5EF4-FFF2-40B4-BE49-F238E27FC236}">
                  <a16:creationId xmlns:a16="http://schemas.microsoft.com/office/drawing/2014/main" id="{304E277A-E6A9-FBB9-1FAA-6B43CF1805B8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BCFF9199-C790-47D5-4C09-DE6E3A9AD008}"/>
              </a:ext>
            </a:extLst>
          </p:cNvPr>
          <p:cNvGrpSpPr/>
          <p:nvPr/>
        </p:nvGrpSpPr>
        <p:grpSpPr>
          <a:xfrm>
            <a:off x="9444891" y="5005385"/>
            <a:ext cx="255090" cy="255090"/>
            <a:chOff x="2766747" y="2052494"/>
            <a:chExt cx="255090" cy="255090"/>
          </a:xfrm>
        </p:grpSpPr>
        <p:sp>
          <p:nvSpPr>
            <p:cNvPr id="45" name="Rectangle: Rounded Corners 44">
              <a:extLst>
                <a:ext uri="{FF2B5EF4-FFF2-40B4-BE49-F238E27FC236}">
                  <a16:creationId xmlns:a16="http://schemas.microsoft.com/office/drawing/2014/main" id="{3627DDDE-6644-D22C-A5BA-9139DF48EE63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6" name="Oval 45">
              <a:extLst>
                <a:ext uri="{FF2B5EF4-FFF2-40B4-BE49-F238E27FC236}">
                  <a16:creationId xmlns:a16="http://schemas.microsoft.com/office/drawing/2014/main" id="{DB45ECB4-B645-E33E-51BD-33554ACC5BBA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677283AF-92AC-6DC7-99FB-2312C1ECB083}"/>
              </a:ext>
            </a:extLst>
          </p:cNvPr>
          <p:cNvGrpSpPr/>
          <p:nvPr/>
        </p:nvGrpSpPr>
        <p:grpSpPr>
          <a:xfrm>
            <a:off x="9765612" y="5005385"/>
            <a:ext cx="255090" cy="255090"/>
            <a:chOff x="2766747" y="2052494"/>
            <a:chExt cx="255090" cy="255090"/>
          </a:xfrm>
        </p:grpSpPr>
        <p:sp>
          <p:nvSpPr>
            <p:cNvPr id="48" name="Rectangle: Rounded Corners 47">
              <a:extLst>
                <a:ext uri="{FF2B5EF4-FFF2-40B4-BE49-F238E27FC236}">
                  <a16:creationId xmlns:a16="http://schemas.microsoft.com/office/drawing/2014/main" id="{CCE0F906-A8C1-F07E-87DB-65103535C5C2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F7A985EF-574D-7BE5-0078-832969659524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51D72114-E8AB-6FD5-6E2F-A8CE9453F952}"/>
              </a:ext>
            </a:extLst>
          </p:cNvPr>
          <p:cNvGrpSpPr/>
          <p:nvPr/>
        </p:nvGrpSpPr>
        <p:grpSpPr>
          <a:xfrm>
            <a:off x="10086333" y="5005385"/>
            <a:ext cx="255090" cy="255090"/>
            <a:chOff x="2766747" y="2052494"/>
            <a:chExt cx="255090" cy="255090"/>
          </a:xfrm>
        </p:grpSpPr>
        <p:sp>
          <p:nvSpPr>
            <p:cNvPr id="51" name="Rectangle: Rounded Corners 50">
              <a:extLst>
                <a:ext uri="{FF2B5EF4-FFF2-40B4-BE49-F238E27FC236}">
                  <a16:creationId xmlns:a16="http://schemas.microsoft.com/office/drawing/2014/main" id="{CBE0FAE8-8948-D6AA-0BDF-8A19BB0AB78F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6EDBE24E-60FB-0B7A-C05E-582EDD5D61BC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379734B5-7B0E-1934-8CA8-72E4BF991C30}"/>
              </a:ext>
            </a:extLst>
          </p:cNvPr>
          <p:cNvGrpSpPr/>
          <p:nvPr/>
        </p:nvGrpSpPr>
        <p:grpSpPr>
          <a:xfrm>
            <a:off x="9124170" y="5326107"/>
            <a:ext cx="255090" cy="255090"/>
            <a:chOff x="2766747" y="2052494"/>
            <a:chExt cx="255090" cy="255090"/>
          </a:xfrm>
        </p:grpSpPr>
        <p:sp>
          <p:nvSpPr>
            <p:cNvPr id="54" name="Rectangle: Rounded Corners 53">
              <a:extLst>
                <a:ext uri="{FF2B5EF4-FFF2-40B4-BE49-F238E27FC236}">
                  <a16:creationId xmlns:a16="http://schemas.microsoft.com/office/drawing/2014/main" id="{5FDE109E-01CD-11E7-EDA4-1D2F0EFDACE8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5" name="Oval 54">
              <a:extLst>
                <a:ext uri="{FF2B5EF4-FFF2-40B4-BE49-F238E27FC236}">
                  <a16:creationId xmlns:a16="http://schemas.microsoft.com/office/drawing/2014/main" id="{4BEAECE4-E79B-6091-1634-5E6E2FC03F7C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8D4D18E5-DED1-B7A6-1F94-BA719A352235}"/>
              </a:ext>
            </a:extLst>
          </p:cNvPr>
          <p:cNvGrpSpPr/>
          <p:nvPr/>
        </p:nvGrpSpPr>
        <p:grpSpPr>
          <a:xfrm>
            <a:off x="9444891" y="5326107"/>
            <a:ext cx="255090" cy="255090"/>
            <a:chOff x="2766747" y="2052494"/>
            <a:chExt cx="255090" cy="255090"/>
          </a:xfrm>
        </p:grpSpPr>
        <p:sp>
          <p:nvSpPr>
            <p:cNvPr id="57" name="Rectangle: Rounded Corners 56">
              <a:extLst>
                <a:ext uri="{FF2B5EF4-FFF2-40B4-BE49-F238E27FC236}">
                  <a16:creationId xmlns:a16="http://schemas.microsoft.com/office/drawing/2014/main" id="{46797239-199F-7E06-9806-C3D4A7C4E32E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8" name="Oval 57">
              <a:extLst>
                <a:ext uri="{FF2B5EF4-FFF2-40B4-BE49-F238E27FC236}">
                  <a16:creationId xmlns:a16="http://schemas.microsoft.com/office/drawing/2014/main" id="{A4FF1DAC-9097-9E11-CF5B-758E5D2AF7E7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1ECEEB8B-CC6F-A30F-7F34-FB5570707886}"/>
              </a:ext>
            </a:extLst>
          </p:cNvPr>
          <p:cNvGrpSpPr/>
          <p:nvPr/>
        </p:nvGrpSpPr>
        <p:grpSpPr>
          <a:xfrm>
            <a:off x="9765612" y="5326107"/>
            <a:ext cx="255090" cy="255090"/>
            <a:chOff x="2766747" y="2052494"/>
            <a:chExt cx="255090" cy="255090"/>
          </a:xfrm>
        </p:grpSpPr>
        <p:sp>
          <p:nvSpPr>
            <p:cNvPr id="60" name="Rectangle: Rounded Corners 59">
              <a:extLst>
                <a:ext uri="{FF2B5EF4-FFF2-40B4-BE49-F238E27FC236}">
                  <a16:creationId xmlns:a16="http://schemas.microsoft.com/office/drawing/2014/main" id="{DEA46C94-5E56-36EF-2CE6-C623ACB29D2B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1" name="Oval 60">
              <a:extLst>
                <a:ext uri="{FF2B5EF4-FFF2-40B4-BE49-F238E27FC236}">
                  <a16:creationId xmlns:a16="http://schemas.microsoft.com/office/drawing/2014/main" id="{B5FF779D-FD47-4B82-5939-57279F80D31F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2D6185EB-110E-3914-2D01-65DF30C4D195}"/>
              </a:ext>
            </a:extLst>
          </p:cNvPr>
          <p:cNvGrpSpPr/>
          <p:nvPr/>
        </p:nvGrpSpPr>
        <p:grpSpPr>
          <a:xfrm>
            <a:off x="10086333" y="5326107"/>
            <a:ext cx="255090" cy="255090"/>
            <a:chOff x="2766747" y="2052494"/>
            <a:chExt cx="255090" cy="255090"/>
          </a:xfrm>
        </p:grpSpPr>
        <p:sp>
          <p:nvSpPr>
            <p:cNvPr id="63" name="Rectangle: Rounded Corners 62">
              <a:extLst>
                <a:ext uri="{FF2B5EF4-FFF2-40B4-BE49-F238E27FC236}">
                  <a16:creationId xmlns:a16="http://schemas.microsoft.com/office/drawing/2014/main" id="{69693C66-C092-3698-A52C-ECE4A87D5D82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4" name="Oval 63">
              <a:extLst>
                <a:ext uri="{FF2B5EF4-FFF2-40B4-BE49-F238E27FC236}">
                  <a16:creationId xmlns:a16="http://schemas.microsoft.com/office/drawing/2014/main" id="{62807BB7-CB27-2C38-5712-850E8E4037FC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39D9E2BB-2DDD-5108-11E2-625B268D9908}"/>
              </a:ext>
            </a:extLst>
          </p:cNvPr>
          <p:cNvGrpSpPr/>
          <p:nvPr/>
        </p:nvGrpSpPr>
        <p:grpSpPr>
          <a:xfrm>
            <a:off x="9317030" y="3891836"/>
            <a:ext cx="815362" cy="138419"/>
            <a:chOff x="5146646" y="1950440"/>
            <a:chExt cx="815362" cy="138419"/>
          </a:xfrm>
        </p:grpSpPr>
        <p:sp>
          <p:nvSpPr>
            <p:cNvPr id="66" name="Rectangle: Rounded Corners 65">
              <a:extLst>
                <a:ext uri="{FF2B5EF4-FFF2-40B4-BE49-F238E27FC236}">
                  <a16:creationId xmlns:a16="http://schemas.microsoft.com/office/drawing/2014/main" id="{2E4ABA5A-E2C8-5725-4C91-5F50A62BEE06}"/>
                </a:ext>
              </a:extLst>
            </p:cNvPr>
            <p:cNvSpPr/>
            <p:nvPr/>
          </p:nvSpPr>
          <p:spPr>
            <a:xfrm>
              <a:off x="5146646" y="1950440"/>
              <a:ext cx="815362" cy="138419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5C757776-3358-25E1-C0A0-5A79BFB112D5}"/>
                </a:ext>
              </a:extLst>
            </p:cNvPr>
            <p:cNvSpPr/>
            <p:nvPr/>
          </p:nvSpPr>
          <p:spPr>
            <a:xfrm rot="16200000">
              <a:off x="5201236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8" name="Rectangle 67">
              <a:extLst>
                <a:ext uri="{FF2B5EF4-FFF2-40B4-BE49-F238E27FC236}">
                  <a16:creationId xmlns:a16="http://schemas.microsoft.com/office/drawing/2014/main" id="{BC6796B9-2A66-8E63-236A-5E29150E95E2}"/>
                </a:ext>
              </a:extLst>
            </p:cNvPr>
            <p:cNvSpPr/>
            <p:nvPr/>
          </p:nvSpPr>
          <p:spPr>
            <a:xfrm rot="16200000">
              <a:off x="5294405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2BAE71E8-4FF4-0B43-E940-3936A34AE771}"/>
                </a:ext>
              </a:extLst>
            </p:cNvPr>
            <p:cNvSpPr/>
            <p:nvPr/>
          </p:nvSpPr>
          <p:spPr>
            <a:xfrm rot="16200000">
              <a:off x="5387574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70750249-8549-420C-5761-8D7EFAE44E0F}"/>
                </a:ext>
              </a:extLst>
            </p:cNvPr>
            <p:cNvSpPr/>
            <p:nvPr/>
          </p:nvSpPr>
          <p:spPr>
            <a:xfrm rot="16200000">
              <a:off x="5480743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076CD4AD-CC07-125E-1BE3-CF4EF37AAF5D}"/>
                </a:ext>
              </a:extLst>
            </p:cNvPr>
            <p:cNvSpPr/>
            <p:nvPr/>
          </p:nvSpPr>
          <p:spPr>
            <a:xfrm rot="16200000">
              <a:off x="5573912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CE682F20-202B-798D-9CAB-7B5C29C31F27}"/>
                </a:ext>
              </a:extLst>
            </p:cNvPr>
            <p:cNvSpPr/>
            <p:nvPr/>
          </p:nvSpPr>
          <p:spPr>
            <a:xfrm rot="16200000">
              <a:off x="5667081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15E8053D-2117-81A1-C74A-215713367503}"/>
                </a:ext>
              </a:extLst>
            </p:cNvPr>
            <p:cNvSpPr/>
            <p:nvPr/>
          </p:nvSpPr>
          <p:spPr>
            <a:xfrm rot="16200000">
              <a:off x="5760250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4" name="Rectangle 73">
              <a:extLst>
                <a:ext uri="{FF2B5EF4-FFF2-40B4-BE49-F238E27FC236}">
                  <a16:creationId xmlns:a16="http://schemas.microsoft.com/office/drawing/2014/main" id="{B0EFD802-80C6-02C5-0AF0-330BC90E77E2}"/>
                </a:ext>
              </a:extLst>
            </p:cNvPr>
            <p:cNvSpPr/>
            <p:nvPr/>
          </p:nvSpPr>
          <p:spPr>
            <a:xfrm rot="16200000">
              <a:off x="5853419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sp>
        <p:nvSpPr>
          <p:cNvPr id="75" name="TextBox 74">
            <a:extLst>
              <a:ext uri="{FF2B5EF4-FFF2-40B4-BE49-F238E27FC236}">
                <a16:creationId xmlns:a16="http://schemas.microsoft.com/office/drawing/2014/main" id="{D1F2225F-2A95-6B2A-4346-DA224C77841A}"/>
              </a:ext>
            </a:extLst>
          </p:cNvPr>
          <p:cNvSpPr txBox="1"/>
          <p:nvPr/>
        </p:nvSpPr>
        <p:spPr>
          <a:xfrm>
            <a:off x="9069930" y="3729000"/>
            <a:ext cx="1128835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700">
                <a:solidFill>
                  <a:schemeClr val="bg1"/>
                </a:solidFill>
                <a:latin typeface="Consolas" panose="020B0609020204030204" pitchFamily="49" charset="0"/>
              </a:rPr>
              <a:t>pin 7 6 5 4 3 2 1 0</a:t>
            </a:r>
            <a:endParaRPr lang="LID4096" sz="70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85AAB896-A6CD-1D66-C0A2-EE920197B994}"/>
              </a:ext>
            </a:extLst>
          </p:cNvPr>
          <p:cNvSpPr txBox="1"/>
          <p:nvPr/>
        </p:nvSpPr>
        <p:spPr>
          <a:xfrm>
            <a:off x="9055467" y="4496249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0</a:t>
            </a:r>
            <a:endParaRPr lang="LID4096" sz="500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8E4087AE-43FA-9B98-01C9-CFC51604CC19}"/>
              </a:ext>
            </a:extLst>
          </p:cNvPr>
          <p:cNvSpPr txBox="1"/>
          <p:nvPr/>
        </p:nvSpPr>
        <p:spPr>
          <a:xfrm>
            <a:off x="9377524" y="4497315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</a:t>
            </a:r>
            <a:endParaRPr lang="LID4096" sz="500"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906DFF26-C71E-674C-F700-36C6F50CCB3A}"/>
              </a:ext>
            </a:extLst>
          </p:cNvPr>
          <p:cNvSpPr txBox="1"/>
          <p:nvPr/>
        </p:nvSpPr>
        <p:spPr>
          <a:xfrm>
            <a:off x="9699581" y="4498381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2</a:t>
            </a:r>
            <a:endParaRPr lang="LID4096" sz="500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382C0651-5CFF-7AEC-108D-7163A5625542}"/>
              </a:ext>
            </a:extLst>
          </p:cNvPr>
          <p:cNvSpPr txBox="1"/>
          <p:nvPr/>
        </p:nvSpPr>
        <p:spPr>
          <a:xfrm>
            <a:off x="10021638" y="4499447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3</a:t>
            </a:r>
            <a:endParaRPr lang="LID4096" sz="500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B6C49C41-5B75-8A87-91C4-6E2D602C6E1A}"/>
              </a:ext>
            </a:extLst>
          </p:cNvPr>
          <p:cNvSpPr txBox="1"/>
          <p:nvPr/>
        </p:nvSpPr>
        <p:spPr>
          <a:xfrm>
            <a:off x="9055467" y="4798723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4</a:t>
            </a:r>
            <a:endParaRPr lang="LID4096" sz="500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F2AB160F-3299-D141-EA1F-A4E444433FDA}"/>
              </a:ext>
            </a:extLst>
          </p:cNvPr>
          <p:cNvSpPr txBox="1"/>
          <p:nvPr/>
        </p:nvSpPr>
        <p:spPr>
          <a:xfrm>
            <a:off x="9377524" y="4799789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5</a:t>
            </a:r>
            <a:endParaRPr lang="LID4096" sz="500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0E21FC56-71E9-AD24-EE5E-4D6D4DE10636}"/>
              </a:ext>
            </a:extLst>
          </p:cNvPr>
          <p:cNvSpPr txBox="1"/>
          <p:nvPr/>
        </p:nvSpPr>
        <p:spPr>
          <a:xfrm>
            <a:off x="9699581" y="4800855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6</a:t>
            </a:r>
            <a:endParaRPr lang="LID4096" sz="500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AFF988E7-374F-ACA2-EF32-9937B85C5A6C}"/>
              </a:ext>
            </a:extLst>
          </p:cNvPr>
          <p:cNvSpPr txBox="1"/>
          <p:nvPr/>
        </p:nvSpPr>
        <p:spPr>
          <a:xfrm>
            <a:off x="10021638" y="4801921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7</a:t>
            </a:r>
            <a:endParaRPr lang="LID4096" sz="500"/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AC3E897D-8AC7-E0D7-5AB3-A15B916A7DB0}"/>
              </a:ext>
            </a:extLst>
          </p:cNvPr>
          <p:cNvSpPr txBox="1"/>
          <p:nvPr/>
        </p:nvSpPr>
        <p:spPr>
          <a:xfrm>
            <a:off x="9054531" y="5124319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8</a:t>
            </a:r>
            <a:endParaRPr lang="LID4096" sz="500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22D17AFA-1689-98D2-3110-310B95F88AC4}"/>
              </a:ext>
            </a:extLst>
          </p:cNvPr>
          <p:cNvSpPr txBox="1"/>
          <p:nvPr/>
        </p:nvSpPr>
        <p:spPr>
          <a:xfrm>
            <a:off x="9376588" y="5125385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9</a:t>
            </a:r>
            <a:endParaRPr lang="LID4096" sz="500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68E562C3-3A6B-4074-2FD4-518B39C3F462}"/>
              </a:ext>
            </a:extLst>
          </p:cNvPr>
          <p:cNvSpPr txBox="1"/>
          <p:nvPr/>
        </p:nvSpPr>
        <p:spPr>
          <a:xfrm>
            <a:off x="9698645" y="5126451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10</a:t>
            </a:r>
            <a:endParaRPr lang="LID4096" sz="500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0F5A695B-A289-E7B4-3CD6-BC199CACEF99}"/>
              </a:ext>
            </a:extLst>
          </p:cNvPr>
          <p:cNvSpPr txBox="1"/>
          <p:nvPr/>
        </p:nvSpPr>
        <p:spPr>
          <a:xfrm>
            <a:off x="10020702" y="5127517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11</a:t>
            </a:r>
            <a:endParaRPr lang="LID4096" sz="500"/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90F73919-746E-FC3E-D127-6699458626D0}"/>
              </a:ext>
            </a:extLst>
          </p:cNvPr>
          <p:cNvSpPr txBox="1"/>
          <p:nvPr/>
        </p:nvSpPr>
        <p:spPr>
          <a:xfrm>
            <a:off x="9053595" y="5449915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12</a:t>
            </a:r>
            <a:endParaRPr lang="LID4096" sz="500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713ABB8C-DC6C-EA92-B657-1C667C19D72E}"/>
              </a:ext>
            </a:extLst>
          </p:cNvPr>
          <p:cNvSpPr txBox="1"/>
          <p:nvPr/>
        </p:nvSpPr>
        <p:spPr>
          <a:xfrm>
            <a:off x="9375652" y="5450981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13</a:t>
            </a:r>
            <a:endParaRPr lang="LID4096" sz="500"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0DB788BF-A74E-3676-C338-E1890AC30AD5}"/>
              </a:ext>
            </a:extLst>
          </p:cNvPr>
          <p:cNvSpPr txBox="1"/>
          <p:nvPr/>
        </p:nvSpPr>
        <p:spPr>
          <a:xfrm>
            <a:off x="9697709" y="5452047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14</a:t>
            </a:r>
            <a:endParaRPr lang="LID4096" sz="500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9AE4146F-0C71-981B-8184-8225063556D4}"/>
              </a:ext>
            </a:extLst>
          </p:cNvPr>
          <p:cNvSpPr txBox="1"/>
          <p:nvPr/>
        </p:nvSpPr>
        <p:spPr>
          <a:xfrm>
            <a:off x="10019766" y="5453113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15</a:t>
            </a:r>
            <a:endParaRPr lang="LID4096" sz="500"/>
          </a:p>
        </p:txBody>
      </p:sp>
      <p:pic>
        <p:nvPicPr>
          <p:cNvPr id="93" name="Picture 92">
            <a:extLst>
              <a:ext uri="{FF2B5EF4-FFF2-40B4-BE49-F238E27FC236}">
                <a16:creationId xmlns:a16="http://schemas.microsoft.com/office/drawing/2014/main" id="{9CAAAB1A-C6B1-A1E4-DDE2-1D78B499393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6200000">
            <a:off x="4790492" y="3817567"/>
            <a:ext cx="3095687" cy="1602927"/>
          </a:xfrm>
          <a:prstGeom prst="rect">
            <a:avLst/>
          </a:prstGeom>
        </p:spPr>
      </p:pic>
      <p:sp>
        <p:nvSpPr>
          <p:cNvPr id="94" name="Rectangle 93">
            <a:extLst>
              <a:ext uri="{FF2B5EF4-FFF2-40B4-BE49-F238E27FC236}">
                <a16:creationId xmlns:a16="http://schemas.microsoft.com/office/drawing/2014/main" id="{C188C1EE-0D48-FC2B-6D21-CB418082C841}"/>
              </a:ext>
            </a:extLst>
          </p:cNvPr>
          <p:cNvSpPr/>
          <p:nvPr/>
        </p:nvSpPr>
        <p:spPr>
          <a:xfrm rot="16200000">
            <a:off x="5547725" y="4112390"/>
            <a:ext cx="1955188" cy="810715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dirty="0"/>
          </a:p>
        </p:txBody>
      </p:sp>
      <p:sp>
        <p:nvSpPr>
          <p:cNvPr id="95" name="Freeform: Shape 94">
            <a:extLst>
              <a:ext uri="{FF2B5EF4-FFF2-40B4-BE49-F238E27FC236}">
                <a16:creationId xmlns:a16="http://schemas.microsoft.com/office/drawing/2014/main" id="{62BC0F9E-FED2-E96E-9D10-77DA26DF9637}"/>
              </a:ext>
            </a:extLst>
          </p:cNvPr>
          <p:cNvSpPr/>
          <p:nvPr/>
        </p:nvSpPr>
        <p:spPr>
          <a:xfrm rot="16200000">
            <a:off x="5014315" y="4418631"/>
            <a:ext cx="2189810" cy="149806"/>
          </a:xfrm>
          <a:custGeom>
            <a:avLst/>
            <a:gdLst>
              <a:gd name="connsiteX0" fmla="*/ 3406140 w 3825240"/>
              <a:gd name="connsiteY0" fmla="*/ 0 h 259080"/>
              <a:gd name="connsiteX1" fmla="*/ 0 w 3825240"/>
              <a:gd name="connsiteY1" fmla="*/ 68580 h 259080"/>
              <a:gd name="connsiteX2" fmla="*/ 228600 w 3825240"/>
              <a:gd name="connsiteY2" fmla="*/ 259080 h 259080"/>
              <a:gd name="connsiteX3" fmla="*/ 3825240 w 3825240"/>
              <a:gd name="connsiteY3" fmla="*/ 167640 h 259080"/>
              <a:gd name="connsiteX4" fmla="*/ 3406140 w 3825240"/>
              <a:gd name="connsiteY4" fmla="*/ 0 h 259080"/>
              <a:gd name="connsiteX0" fmla="*/ 3406140 w 3787140"/>
              <a:gd name="connsiteY0" fmla="*/ 0 h 259080"/>
              <a:gd name="connsiteX1" fmla="*/ 0 w 3787140"/>
              <a:gd name="connsiteY1" fmla="*/ 68580 h 259080"/>
              <a:gd name="connsiteX2" fmla="*/ 228600 w 3787140"/>
              <a:gd name="connsiteY2" fmla="*/ 259080 h 259080"/>
              <a:gd name="connsiteX3" fmla="*/ 3787140 w 3787140"/>
              <a:gd name="connsiteY3" fmla="*/ 153353 h 259080"/>
              <a:gd name="connsiteX4" fmla="*/ 3406140 w 3787140"/>
              <a:gd name="connsiteY4" fmla="*/ 0 h 259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787140" h="259080">
                <a:moveTo>
                  <a:pt x="3406140" y="0"/>
                </a:moveTo>
                <a:lnTo>
                  <a:pt x="0" y="68580"/>
                </a:lnTo>
                <a:lnTo>
                  <a:pt x="228600" y="259080"/>
                </a:lnTo>
                <a:lnTo>
                  <a:pt x="3787140" y="153353"/>
                </a:lnTo>
                <a:lnTo>
                  <a:pt x="3406140" y="0"/>
                </a:lnTo>
                <a:close/>
              </a:path>
            </a:pathLst>
          </a:custGeom>
          <a:solidFill>
            <a:schemeClr val="bg2">
              <a:lumMod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6" name="Freeform: Shape 95">
            <a:extLst>
              <a:ext uri="{FF2B5EF4-FFF2-40B4-BE49-F238E27FC236}">
                <a16:creationId xmlns:a16="http://schemas.microsoft.com/office/drawing/2014/main" id="{8A765124-B087-0C99-D1E7-DECBFD7CC48A}"/>
              </a:ext>
            </a:extLst>
          </p:cNvPr>
          <p:cNvSpPr/>
          <p:nvPr/>
        </p:nvSpPr>
        <p:spPr>
          <a:xfrm rot="16200000">
            <a:off x="6514578" y="5020058"/>
            <a:ext cx="118964" cy="991363"/>
          </a:xfrm>
          <a:custGeom>
            <a:avLst/>
            <a:gdLst>
              <a:gd name="connsiteX0" fmla="*/ 0 w 205740"/>
              <a:gd name="connsiteY0" fmla="*/ 0 h 1714500"/>
              <a:gd name="connsiteX1" fmla="*/ 30480 w 205740"/>
              <a:gd name="connsiteY1" fmla="*/ 1539240 h 1714500"/>
              <a:gd name="connsiteX2" fmla="*/ 205740 w 205740"/>
              <a:gd name="connsiteY2" fmla="*/ 1714500 h 1714500"/>
              <a:gd name="connsiteX3" fmla="*/ 198120 w 205740"/>
              <a:gd name="connsiteY3" fmla="*/ 167640 h 1714500"/>
              <a:gd name="connsiteX4" fmla="*/ 0 w 205740"/>
              <a:gd name="connsiteY4" fmla="*/ 0 h 1714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5740" h="1714500">
                <a:moveTo>
                  <a:pt x="0" y="0"/>
                </a:moveTo>
                <a:lnTo>
                  <a:pt x="30480" y="1539240"/>
                </a:lnTo>
                <a:lnTo>
                  <a:pt x="205740" y="1714500"/>
                </a:lnTo>
                <a:lnTo>
                  <a:pt x="198120" y="167640"/>
                </a:lnTo>
                <a:lnTo>
                  <a:pt x="0" y="0"/>
                </a:ln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7" name="Freeform: Shape 96">
            <a:extLst>
              <a:ext uri="{FF2B5EF4-FFF2-40B4-BE49-F238E27FC236}">
                <a16:creationId xmlns:a16="http://schemas.microsoft.com/office/drawing/2014/main" id="{18D283FF-B6DE-AAE4-3581-C0CA77A631C4}"/>
              </a:ext>
            </a:extLst>
          </p:cNvPr>
          <p:cNvSpPr/>
          <p:nvPr/>
        </p:nvSpPr>
        <p:spPr>
          <a:xfrm rot="16200000">
            <a:off x="5560667" y="3942777"/>
            <a:ext cx="2079659" cy="956115"/>
          </a:xfrm>
          <a:custGeom>
            <a:avLst/>
            <a:gdLst>
              <a:gd name="connsiteX0" fmla="*/ 0 w 3680460"/>
              <a:gd name="connsiteY0" fmla="*/ 1653540 h 1653540"/>
              <a:gd name="connsiteX1" fmla="*/ 1463040 w 3680460"/>
              <a:gd name="connsiteY1" fmla="*/ 1592580 h 1653540"/>
              <a:gd name="connsiteX2" fmla="*/ 1463040 w 3680460"/>
              <a:gd name="connsiteY2" fmla="*/ 1417320 h 1653540"/>
              <a:gd name="connsiteX3" fmla="*/ 182880 w 3680460"/>
              <a:gd name="connsiteY3" fmla="*/ 1478280 h 1653540"/>
              <a:gd name="connsiteX4" fmla="*/ 160020 w 3680460"/>
              <a:gd name="connsiteY4" fmla="*/ 266700 h 1653540"/>
              <a:gd name="connsiteX5" fmla="*/ 3474720 w 3680460"/>
              <a:gd name="connsiteY5" fmla="*/ 160020 h 1653540"/>
              <a:gd name="connsiteX6" fmla="*/ 3467100 w 3680460"/>
              <a:gd name="connsiteY6" fmla="*/ 1424940 h 1653540"/>
              <a:gd name="connsiteX7" fmla="*/ 2278380 w 3680460"/>
              <a:gd name="connsiteY7" fmla="*/ 1432560 h 1653540"/>
              <a:gd name="connsiteX8" fmla="*/ 2263140 w 3680460"/>
              <a:gd name="connsiteY8" fmla="*/ 1584960 h 1653540"/>
              <a:gd name="connsiteX9" fmla="*/ 3680460 w 3680460"/>
              <a:gd name="connsiteY9" fmla="*/ 1546860 h 1653540"/>
              <a:gd name="connsiteX10" fmla="*/ 3589020 w 3680460"/>
              <a:gd name="connsiteY10" fmla="*/ 0 h 1653540"/>
              <a:gd name="connsiteX11" fmla="*/ 0 w 3680460"/>
              <a:gd name="connsiteY11" fmla="*/ 91440 h 1653540"/>
              <a:gd name="connsiteX12" fmla="*/ 0 w 3680460"/>
              <a:gd name="connsiteY12" fmla="*/ 1653540 h 1653540"/>
              <a:gd name="connsiteX0" fmla="*/ 0 w 3649980"/>
              <a:gd name="connsiteY0" fmla="*/ 1653540 h 1653540"/>
              <a:gd name="connsiteX1" fmla="*/ 1463040 w 3649980"/>
              <a:gd name="connsiteY1" fmla="*/ 1592580 h 1653540"/>
              <a:gd name="connsiteX2" fmla="*/ 1463040 w 3649980"/>
              <a:gd name="connsiteY2" fmla="*/ 1417320 h 1653540"/>
              <a:gd name="connsiteX3" fmla="*/ 182880 w 3649980"/>
              <a:gd name="connsiteY3" fmla="*/ 1478280 h 1653540"/>
              <a:gd name="connsiteX4" fmla="*/ 160020 w 3649980"/>
              <a:gd name="connsiteY4" fmla="*/ 266700 h 1653540"/>
              <a:gd name="connsiteX5" fmla="*/ 3474720 w 3649980"/>
              <a:gd name="connsiteY5" fmla="*/ 160020 h 1653540"/>
              <a:gd name="connsiteX6" fmla="*/ 3467100 w 3649980"/>
              <a:gd name="connsiteY6" fmla="*/ 1424940 h 1653540"/>
              <a:gd name="connsiteX7" fmla="*/ 2278380 w 3649980"/>
              <a:gd name="connsiteY7" fmla="*/ 1432560 h 1653540"/>
              <a:gd name="connsiteX8" fmla="*/ 2263140 w 3649980"/>
              <a:gd name="connsiteY8" fmla="*/ 1584960 h 1653540"/>
              <a:gd name="connsiteX9" fmla="*/ 3649980 w 3649980"/>
              <a:gd name="connsiteY9" fmla="*/ 1554480 h 1653540"/>
              <a:gd name="connsiteX10" fmla="*/ 3589020 w 3649980"/>
              <a:gd name="connsiteY10" fmla="*/ 0 h 1653540"/>
              <a:gd name="connsiteX11" fmla="*/ 0 w 3649980"/>
              <a:gd name="connsiteY11" fmla="*/ 91440 h 1653540"/>
              <a:gd name="connsiteX12" fmla="*/ 0 w 3649980"/>
              <a:gd name="connsiteY12" fmla="*/ 1653540 h 1653540"/>
              <a:gd name="connsiteX0" fmla="*/ 0 w 3596640"/>
              <a:gd name="connsiteY0" fmla="*/ 1653540 h 1653540"/>
              <a:gd name="connsiteX1" fmla="*/ 1463040 w 3596640"/>
              <a:gd name="connsiteY1" fmla="*/ 1592580 h 1653540"/>
              <a:gd name="connsiteX2" fmla="*/ 1463040 w 3596640"/>
              <a:gd name="connsiteY2" fmla="*/ 1417320 h 1653540"/>
              <a:gd name="connsiteX3" fmla="*/ 182880 w 3596640"/>
              <a:gd name="connsiteY3" fmla="*/ 1478280 h 1653540"/>
              <a:gd name="connsiteX4" fmla="*/ 160020 w 3596640"/>
              <a:gd name="connsiteY4" fmla="*/ 266700 h 1653540"/>
              <a:gd name="connsiteX5" fmla="*/ 3474720 w 3596640"/>
              <a:gd name="connsiteY5" fmla="*/ 160020 h 1653540"/>
              <a:gd name="connsiteX6" fmla="*/ 3467100 w 3596640"/>
              <a:gd name="connsiteY6" fmla="*/ 1424940 h 1653540"/>
              <a:gd name="connsiteX7" fmla="*/ 2278380 w 3596640"/>
              <a:gd name="connsiteY7" fmla="*/ 1432560 h 1653540"/>
              <a:gd name="connsiteX8" fmla="*/ 2263140 w 3596640"/>
              <a:gd name="connsiteY8" fmla="*/ 1584960 h 1653540"/>
              <a:gd name="connsiteX9" fmla="*/ 3596640 w 3596640"/>
              <a:gd name="connsiteY9" fmla="*/ 1546860 h 1653540"/>
              <a:gd name="connsiteX10" fmla="*/ 3589020 w 3596640"/>
              <a:gd name="connsiteY10" fmla="*/ 0 h 1653540"/>
              <a:gd name="connsiteX11" fmla="*/ 0 w 3596640"/>
              <a:gd name="connsiteY11" fmla="*/ 91440 h 1653540"/>
              <a:gd name="connsiteX12" fmla="*/ 0 w 3596640"/>
              <a:gd name="connsiteY12" fmla="*/ 1653540 h 1653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596640" h="1653540">
                <a:moveTo>
                  <a:pt x="0" y="1653540"/>
                </a:moveTo>
                <a:lnTo>
                  <a:pt x="1463040" y="1592580"/>
                </a:lnTo>
                <a:lnTo>
                  <a:pt x="1463040" y="1417320"/>
                </a:lnTo>
                <a:lnTo>
                  <a:pt x="182880" y="1478280"/>
                </a:lnTo>
                <a:lnTo>
                  <a:pt x="160020" y="266700"/>
                </a:lnTo>
                <a:lnTo>
                  <a:pt x="3474720" y="160020"/>
                </a:lnTo>
                <a:lnTo>
                  <a:pt x="3467100" y="1424940"/>
                </a:lnTo>
                <a:lnTo>
                  <a:pt x="2278380" y="1432560"/>
                </a:lnTo>
                <a:lnTo>
                  <a:pt x="2263140" y="1584960"/>
                </a:lnTo>
                <a:lnTo>
                  <a:pt x="3596640" y="1546860"/>
                </a:lnTo>
                <a:lnTo>
                  <a:pt x="3589020" y="0"/>
                </a:lnTo>
                <a:lnTo>
                  <a:pt x="0" y="91440"/>
                </a:lnTo>
                <a:lnTo>
                  <a:pt x="0" y="1653540"/>
                </a:lnTo>
                <a:close/>
              </a:path>
            </a:pathLst>
          </a:cu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8" name="Freeform: Shape 97">
            <a:extLst>
              <a:ext uri="{FF2B5EF4-FFF2-40B4-BE49-F238E27FC236}">
                <a16:creationId xmlns:a16="http://schemas.microsoft.com/office/drawing/2014/main" id="{6A63E467-2340-13A8-DA9E-3A9C2E7696D8}"/>
              </a:ext>
            </a:extLst>
          </p:cNvPr>
          <p:cNvSpPr/>
          <p:nvPr/>
        </p:nvSpPr>
        <p:spPr>
          <a:xfrm rot="16200000">
            <a:off x="5643693" y="4024151"/>
            <a:ext cx="1911127" cy="758668"/>
          </a:xfrm>
          <a:custGeom>
            <a:avLst/>
            <a:gdLst>
              <a:gd name="connsiteX0" fmla="*/ 2943225 w 3305175"/>
              <a:gd name="connsiteY0" fmla="*/ 4762 h 1312068"/>
              <a:gd name="connsiteX1" fmla="*/ 2964657 w 3305175"/>
              <a:gd name="connsiteY1" fmla="*/ 1040606 h 1312068"/>
              <a:gd name="connsiteX2" fmla="*/ 0 w 3305175"/>
              <a:gd name="connsiteY2" fmla="*/ 1133475 h 1312068"/>
              <a:gd name="connsiteX3" fmla="*/ 7144 w 3305175"/>
              <a:gd name="connsiteY3" fmla="*/ 1312068 h 1312068"/>
              <a:gd name="connsiteX4" fmla="*/ 1290638 w 3305175"/>
              <a:gd name="connsiteY4" fmla="*/ 1254918 h 1312068"/>
              <a:gd name="connsiteX5" fmla="*/ 1362075 w 3305175"/>
              <a:gd name="connsiteY5" fmla="*/ 1202531 h 1312068"/>
              <a:gd name="connsiteX6" fmla="*/ 1431132 w 3305175"/>
              <a:gd name="connsiteY6" fmla="*/ 1185862 h 1312068"/>
              <a:gd name="connsiteX7" fmla="*/ 1735932 w 3305175"/>
              <a:gd name="connsiteY7" fmla="*/ 1171575 h 1312068"/>
              <a:gd name="connsiteX8" fmla="*/ 1902619 w 3305175"/>
              <a:gd name="connsiteY8" fmla="*/ 1178718 h 1312068"/>
              <a:gd name="connsiteX9" fmla="*/ 2100263 w 3305175"/>
              <a:gd name="connsiteY9" fmla="*/ 1264443 h 1312068"/>
              <a:gd name="connsiteX10" fmla="*/ 3300413 w 3305175"/>
              <a:gd name="connsiteY10" fmla="*/ 1257300 h 1312068"/>
              <a:gd name="connsiteX11" fmla="*/ 3305175 w 3305175"/>
              <a:gd name="connsiteY11" fmla="*/ 0 h 1312068"/>
              <a:gd name="connsiteX12" fmla="*/ 2943225 w 3305175"/>
              <a:gd name="connsiteY12" fmla="*/ 4762 h 1312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305175" h="1312068">
                <a:moveTo>
                  <a:pt x="2943225" y="4762"/>
                </a:moveTo>
                <a:lnTo>
                  <a:pt x="2964657" y="1040606"/>
                </a:lnTo>
                <a:lnTo>
                  <a:pt x="0" y="1133475"/>
                </a:lnTo>
                <a:lnTo>
                  <a:pt x="7144" y="1312068"/>
                </a:lnTo>
                <a:lnTo>
                  <a:pt x="1290638" y="1254918"/>
                </a:lnTo>
                <a:lnTo>
                  <a:pt x="1362075" y="1202531"/>
                </a:lnTo>
                <a:lnTo>
                  <a:pt x="1431132" y="1185862"/>
                </a:lnTo>
                <a:lnTo>
                  <a:pt x="1735932" y="1171575"/>
                </a:lnTo>
                <a:lnTo>
                  <a:pt x="1902619" y="1178718"/>
                </a:lnTo>
                <a:lnTo>
                  <a:pt x="2100263" y="1264443"/>
                </a:lnTo>
                <a:lnTo>
                  <a:pt x="3300413" y="1257300"/>
                </a:lnTo>
                <a:cubicBezTo>
                  <a:pt x="3302000" y="838200"/>
                  <a:pt x="3303588" y="419100"/>
                  <a:pt x="3305175" y="0"/>
                </a:cubicBezTo>
                <a:lnTo>
                  <a:pt x="2943225" y="4762"/>
                </a:lnTo>
                <a:close/>
              </a:path>
            </a:pathLst>
          </a:cu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9" name="Freeform: Shape 98">
            <a:extLst>
              <a:ext uri="{FF2B5EF4-FFF2-40B4-BE49-F238E27FC236}">
                <a16:creationId xmlns:a16="http://schemas.microsoft.com/office/drawing/2014/main" id="{488CF741-2F45-017A-19C1-A48AF7EDD867}"/>
              </a:ext>
            </a:extLst>
          </p:cNvPr>
          <p:cNvSpPr/>
          <p:nvPr/>
        </p:nvSpPr>
        <p:spPr>
          <a:xfrm rot="16200000">
            <a:off x="6730750" y="4307103"/>
            <a:ext cx="473651" cy="143197"/>
          </a:xfrm>
          <a:custGeom>
            <a:avLst/>
            <a:gdLst>
              <a:gd name="connsiteX0" fmla="*/ 802482 w 819150"/>
              <a:gd name="connsiteY0" fmla="*/ 242888 h 247650"/>
              <a:gd name="connsiteX1" fmla="*/ 588169 w 819150"/>
              <a:gd name="connsiteY1" fmla="*/ 116682 h 247650"/>
              <a:gd name="connsiteX2" fmla="*/ 452438 w 819150"/>
              <a:gd name="connsiteY2" fmla="*/ 95250 h 247650"/>
              <a:gd name="connsiteX3" fmla="*/ 192882 w 819150"/>
              <a:gd name="connsiteY3" fmla="*/ 92869 h 247650"/>
              <a:gd name="connsiteX4" fmla="*/ 76200 w 819150"/>
              <a:gd name="connsiteY4" fmla="*/ 140494 h 247650"/>
              <a:gd name="connsiteX5" fmla="*/ 11907 w 819150"/>
              <a:gd name="connsiteY5" fmla="*/ 247650 h 247650"/>
              <a:gd name="connsiteX6" fmla="*/ 0 w 819150"/>
              <a:gd name="connsiteY6" fmla="*/ 85725 h 247650"/>
              <a:gd name="connsiteX7" fmla="*/ 76200 w 819150"/>
              <a:gd name="connsiteY7" fmla="*/ 33338 h 247650"/>
              <a:gd name="connsiteX8" fmla="*/ 173832 w 819150"/>
              <a:gd name="connsiteY8" fmla="*/ 14288 h 247650"/>
              <a:gd name="connsiteX9" fmla="*/ 469107 w 819150"/>
              <a:gd name="connsiteY9" fmla="*/ 0 h 247650"/>
              <a:gd name="connsiteX10" fmla="*/ 616744 w 819150"/>
              <a:gd name="connsiteY10" fmla="*/ 14288 h 247650"/>
              <a:gd name="connsiteX11" fmla="*/ 819150 w 819150"/>
              <a:gd name="connsiteY11" fmla="*/ 95250 h 247650"/>
              <a:gd name="connsiteX12" fmla="*/ 802482 w 819150"/>
              <a:gd name="connsiteY12" fmla="*/ 242888 h 247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819150" h="247650">
                <a:moveTo>
                  <a:pt x="802482" y="242888"/>
                </a:moveTo>
                <a:lnTo>
                  <a:pt x="588169" y="116682"/>
                </a:lnTo>
                <a:lnTo>
                  <a:pt x="452438" y="95250"/>
                </a:lnTo>
                <a:lnTo>
                  <a:pt x="192882" y="92869"/>
                </a:lnTo>
                <a:lnTo>
                  <a:pt x="76200" y="140494"/>
                </a:lnTo>
                <a:lnTo>
                  <a:pt x="11907" y="247650"/>
                </a:lnTo>
                <a:lnTo>
                  <a:pt x="0" y="85725"/>
                </a:lnTo>
                <a:lnTo>
                  <a:pt x="76200" y="33338"/>
                </a:lnTo>
                <a:lnTo>
                  <a:pt x="173832" y="14288"/>
                </a:lnTo>
                <a:lnTo>
                  <a:pt x="469107" y="0"/>
                </a:lnTo>
                <a:lnTo>
                  <a:pt x="616744" y="14288"/>
                </a:lnTo>
                <a:lnTo>
                  <a:pt x="819150" y="95250"/>
                </a:lnTo>
                <a:lnTo>
                  <a:pt x="802482" y="242888"/>
                </a:lnTo>
                <a:close/>
              </a:path>
            </a:pathLst>
          </a:cu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100" name="Group 99">
            <a:extLst>
              <a:ext uri="{FF2B5EF4-FFF2-40B4-BE49-F238E27FC236}">
                <a16:creationId xmlns:a16="http://schemas.microsoft.com/office/drawing/2014/main" id="{9C538AF7-8237-79A8-6A6F-3CD708BC138E}"/>
              </a:ext>
            </a:extLst>
          </p:cNvPr>
          <p:cNvGrpSpPr/>
          <p:nvPr/>
        </p:nvGrpSpPr>
        <p:grpSpPr>
          <a:xfrm rot="16200000">
            <a:off x="6374135" y="3859612"/>
            <a:ext cx="121167" cy="90875"/>
            <a:chOff x="6669881" y="4393406"/>
            <a:chExt cx="209550" cy="157163"/>
          </a:xfrm>
        </p:grpSpPr>
        <p:sp>
          <p:nvSpPr>
            <p:cNvPr id="148" name="Rectangle 147">
              <a:extLst>
                <a:ext uri="{FF2B5EF4-FFF2-40B4-BE49-F238E27FC236}">
                  <a16:creationId xmlns:a16="http://schemas.microsoft.com/office/drawing/2014/main" id="{D64B4C52-925F-FFFC-FF9F-0392728D8D43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49" name="Freeform: Shape 148">
              <a:extLst>
                <a:ext uri="{FF2B5EF4-FFF2-40B4-BE49-F238E27FC236}">
                  <a16:creationId xmlns:a16="http://schemas.microsoft.com/office/drawing/2014/main" id="{2AD2FC26-577A-B91B-D0C4-F96E498FABA0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1" name="Group 100">
            <a:extLst>
              <a:ext uri="{FF2B5EF4-FFF2-40B4-BE49-F238E27FC236}">
                <a16:creationId xmlns:a16="http://schemas.microsoft.com/office/drawing/2014/main" id="{8D4B8250-E417-7F5E-1944-9341A10DE989}"/>
              </a:ext>
            </a:extLst>
          </p:cNvPr>
          <p:cNvGrpSpPr/>
          <p:nvPr/>
        </p:nvGrpSpPr>
        <p:grpSpPr>
          <a:xfrm rot="16200000">
            <a:off x="6392034" y="4117092"/>
            <a:ext cx="121167" cy="90875"/>
            <a:chOff x="6669881" y="4393406"/>
            <a:chExt cx="209550" cy="157163"/>
          </a:xfrm>
        </p:grpSpPr>
        <p:sp>
          <p:nvSpPr>
            <p:cNvPr id="146" name="Rectangle 145">
              <a:extLst>
                <a:ext uri="{FF2B5EF4-FFF2-40B4-BE49-F238E27FC236}">
                  <a16:creationId xmlns:a16="http://schemas.microsoft.com/office/drawing/2014/main" id="{0C607D0F-C510-D93D-F114-536B02ACC6D3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47" name="Freeform: Shape 146">
              <a:extLst>
                <a:ext uri="{FF2B5EF4-FFF2-40B4-BE49-F238E27FC236}">
                  <a16:creationId xmlns:a16="http://schemas.microsoft.com/office/drawing/2014/main" id="{925382A5-84C8-99DA-B172-C618700B9D78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2" name="Group 101">
            <a:extLst>
              <a:ext uri="{FF2B5EF4-FFF2-40B4-BE49-F238E27FC236}">
                <a16:creationId xmlns:a16="http://schemas.microsoft.com/office/drawing/2014/main" id="{B849B09C-DA59-A763-873D-905C540F11BE}"/>
              </a:ext>
            </a:extLst>
          </p:cNvPr>
          <p:cNvGrpSpPr/>
          <p:nvPr/>
        </p:nvGrpSpPr>
        <p:grpSpPr>
          <a:xfrm rot="16200000">
            <a:off x="6409934" y="4374571"/>
            <a:ext cx="121167" cy="90875"/>
            <a:chOff x="6669881" y="4393406"/>
            <a:chExt cx="209550" cy="157163"/>
          </a:xfrm>
        </p:grpSpPr>
        <p:sp>
          <p:nvSpPr>
            <p:cNvPr id="144" name="Rectangle 143">
              <a:extLst>
                <a:ext uri="{FF2B5EF4-FFF2-40B4-BE49-F238E27FC236}">
                  <a16:creationId xmlns:a16="http://schemas.microsoft.com/office/drawing/2014/main" id="{3E214AB3-E8B8-1B86-A9F7-598AFA4B9FEF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45" name="Freeform: Shape 144">
              <a:extLst>
                <a:ext uri="{FF2B5EF4-FFF2-40B4-BE49-F238E27FC236}">
                  <a16:creationId xmlns:a16="http://schemas.microsoft.com/office/drawing/2014/main" id="{0E8A471F-06CB-89D5-ED27-66734FCBD887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3" name="Group 102">
            <a:extLst>
              <a:ext uri="{FF2B5EF4-FFF2-40B4-BE49-F238E27FC236}">
                <a16:creationId xmlns:a16="http://schemas.microsoft.com/office/drawing/2014/main" id="{CE26FC13-5A76-3311-3424-CE3DD5D42141}"/>
              </a:ext>
            </a:extLst>
          </p:cNvPr>
          <p:cNvGrpSpPr/>
          <p:nvPr/>
        </p:nvGrpSpPr>
        <p:grpSpPr>
          <a:xfrm rot="16200000">
            <a:off x="6416818" y="4664408"/>
            <a:ext cx="121167" cy="90875"/>
            <a:chOff x="6669881" y="4393406"/>
            <a:chExt cx="209550" cy="157163"/>
          </a:xfrm>
        </p:grpSpPr>
        <p:sp>
          <p:nvSpPr>
            <p:cNvPr id="142" name="Rectangle 141">
              <a:extLst>
                <a:ext uri="{FF2B5EF4-FFF2-40B4-BE49-F238E27FC236}">
                  <a16:creationId xmlns:a16="http://schemas.microsoft.com/office/drawing/2014/main" id="{E4ADDECE-E58A-D2BD-882A-2AAE9C1A3541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43" name="Freeform: Shape 142">
              <a:extLst>
                <a:ext uri="{FF2B5EF4-FFF2-40B4-BE49-F238E27FC236}">
                  <a16:creationId xmlns:a16="http://schemas.microsoft.com/office/drawing/2014/main" id="{4EECCABC-583D-D1F4-6E92-3A7028840ECC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21F34271-DBB4-DBA7-8682-65FE54A55B9D}"/>
              </a:ext>
            </a:extLst>
          </p:cNvPr>
          <p:cNvGrpSpPr/>
          <p:nvPr/>
        </p:nvGrpSpPr>
        <p:grpSpPr>
          <a:xfrm rot="16200000">
            <a:off x="6428222" y="4957132"/>
            <a:ext cx="121167" cy="90875"/>
            <a:chOff x="6669881" y="4393406"/>
            <a:chExt cx="209550" cy="157163"/>
          </a:xfrm>
        </p:grpSpPr>
        <p:sp>
          <p:nvSpPr>
            <p:cNvPr id="140" name="Rectangle 139">
              <a:extLst>
                <a:ext uri="{FF2B5EF4-FFF2-40B4-BE49-F238E27FC236}">
                  <a16:creationId xmlns:a16="http://schemas.microsoft.com/office/drawing/2014/main" id="{714BA69F-4A95-CB10-2133-1C051E667DB3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41" name="Freeform: Shape 140">
              <a:extLst>
                <a:ext uri="{FF2B5EF4-FFF2-40B4-BE49-F238E27FC236}">
                  <a16:creationId xmlns:a16="http://schemas.microsoft.com/office/drawing/2014/main" id="{DD58F421-A6C3-772D-471A-C684BF24D244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5" name="Group 104">
            <a:extLst>
              <a:ext uri="{FF2B5EF4-FFF2-40B4-BE49-F238E27FC236}">
                <a16:creationId xmlns:a16="http://schemas.microsoft.com/office/drawing/2014/main" id="{0C6D7AEF-51F9-467A-C6F7-06E090FF56E5}"/>
              </a:ext>
            </a:extLst>
          </p:cNvPr>
          <p:cNvGrpSpPr/>
          <p:nvPr/>
        </p:nvGrpSpPr>
        <p:grpSpPr>
          <a:xfrm rot="16200000">
            <a:off x="6663670" y="4964017"/>
            <a:ext cx="121167" cy="90875"/>
            <a:chOff x="6669881" y="4393406"/>
            <a:chExt cx="209550" cy="157163"/>
          </a:xfrm>
        </p:grpSpPr>
        <p:sp>
          <p:nvSpPr>
            <p:cNvPr id="138" name="Rectangle 137">
              <a:extLst>
                <a:ext uri="{FF2B5EF4-FFF2-40B4-BE49-F238E27FC236}">
                  <a16:creationId xmlns:a16="http://schemas.microsoft.com/office/drawing/2014/main" id="{9F3D770D-1491-FC56-FD50-1ED5B7E12C40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9" name="Freeform: Shape 138">
              <a:extLst>
                <a:ext uri="{FF2B5EF4-FFF2-40B4-BE49-F238E27FC236}">
                  <a16:creationId xmlns:a16="http://schemas.microsoft.com/office/drawing/2014/main" id="{B724DA89-F911-73A2-0611-87290AA53398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B92E3B4D-58A3-F348-85D9-85B2BB33FE75}"/>
              </a:ext>
            </a:extLst>
          </p:cNvPr>
          <p:cNvGrpSpPr/>
          <p:nvPr/>
        </p:nvGrpSpPr>
        <p:grpSpPr>
          <a:xfrm rot="16200000">
            <a:off x="6655408" y="4665786"/>
            <a:ext cx="121167" cy="90875"/>
            <a:chOff x="6669881" y="4393406"/>
            <a:chExt cx="209550" cy="157163"/>
          </a:xfrm>
        </p:grpSpPr>
        <p:sp>
          <p:nvSpPr>
            <p:cNvPr id="136" name="Rectangle 135">
              <a:extLst>
                <a:ext uri="{FF2B5EF4-FFF2-40B4-BE49-F238E27FC236}">
                  <a16:creationId xmlns:a16="http://schemas.microsoft.com/office/drawing/2014/main" id="{578268D7-449D-BE27-9099-07E1A72BA2F2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7" name="Freeform: Shape 136">
              <a:extLst>
                <a:ext uri="{FF2B5EF4-FFF2-40B4-BE49-F238E27FC236}">
                  <a16:creationId xmlns:a16="http://schemas.microsoft.com/office/drawing/2014/main" id="{5D40D00C-FFDE-BFEC-32F5-F083947F11DE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48EC7465-4353-B84D-F029-45D20F49F7A8}"/>
              </a:ext>
            </a:extLst>
          </p:cNvPr>
          <p:cNvGrpSpPr/>
          <p:nvPr/>
        </p:nvGrpSpPr>
        <p:grpSpPr>
          <a:xfrm rot="16200000">
            <a:off x="6651667" y="4370442"/>
            <a:ext cx="121167" cy="90875"/>
            <a:chOff x="6669881" y="4393406"/>
            <a:chExt cx="209550" cy="157163"/>
          </a:xfrm>
        </p:grpSpPr>
        <p:sp>
          <p:nvSpPr>
            <p:cNvPr id="134" name="Rectangle 133">
              <a:extLst>
                <a:ext uri="{FF2B5EF4-FFF2-40B4-BE49-F238E27FC236}">
                  <a16:creationId xmlns:a16="http://schemas.microsoft.com/office/drawing/2014/main" id="{C72BD635-CDE6-02AF-4292-55DA0D581CF3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5" name="Freeform: Shape 134">
              <a:extLst>
                <a:ext uri="{FF2B5EF4-FFF2-40B4-BE49-F238E27FC236}">
                  <a16:creationId xmlns:a16="http://schemas.microsoft.com/office/drawing/2014/main" id="{D9F7AB46-E8FB-F644-1AEA-6CA6AD238090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8" name="Group 107">
            <a:extLst>
              <a:ext uri="{FF2B5EF4-FFF2-40B4-BE49-F238E27FC236}">
                <a16:creationId xmlns:a16="http://schemas.microsoft.com/office/drawing/2014/main" id="{53096860-DA85-CB18-1A77-0086C15A0379}"/>
              </a:ext>
            </a:extLst>
          </p:cNvPr>
          <p:cNvGrpSpPr/>
          <p:nvPr/>
        </p:nvGrpSpPr>
        <p:grpSpPr>
          <a:xfrm rot="16200000">
            <a:off x="6654990" y="4099194"/>
            <a:ext cx="121167" cy="90875"/>
            <a:chOff x="6669881" y="4393406"/>
            <a:chExt cx="209550" cy="157163"/>
          </a:xfrm>
        </p:grpSpPr>
        <p:sp>
          <p:nvSpPr>
            <p:cNvPr id="132" name="Rectangle 131">
              <a:extLst>
                <a:ext uri="{FF2B5EF4-FFF2-40B4-BE49-F238E27FC236}">
                  <a16:creationId xmlns:a16="http://schemas.microsoft.com/office/drawing/2014/main" id="{B30DE842-2B44-BF68-7D5D-E7469F6F9E19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3" name="Freeform: Shape 132">
              <a:extLst>
                <a:ext uri="{FF2B5EF4-FFF2-40B4-BE49-F238E27FC236}">
                  <a16:creationId xmlns:a16="http://schemas.microsoft.com/office/drawing/2014/main" id="{8A043C8B-D658-10AE-E1F2-23E6B9E9982E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9" name="Group 108">
            <a:extLst>
              <a:ext uri="{FF2B5EF4-FFF2-40B4-BE49-F238E27FC236}">
                <a16:creationId xmlns:a16="http://schemas.microsoft.com/office/drawing/2014/main" id="{7895BD42-1062-CFB4-ACBC-7296B57EEEDB}"/>
              </a:ext>
            </a:extLst>
          </p:cNvPr>
          <p:cNvGrpSpPr/>
          <p:nvPr/>
        </p:nvGrpSpPr>
        <p:grpSpPr>
          <a:xfrm rot="16200000">
            <a:off x="6648913" y="3843094"/>
            <a:ext cx="121167" cy="90875"/>
            <a:chOff x="6669881" y="4393406"/>
            <a:chExt cx="209550" cy="157163"/>
          </a:xfrm>
        </p:grpSpPr>
        <p:sp>
          <p:nvSpPr>
            <p:cNvPr id="130" name="Rectangle 129">
              <a:extLst>
                <a:ext uri="{FF2B5EF4-FFF2-40B4-BE49-F238E27FC236}">
                  <a16:creationId xmlns:a16="http://schemas.microsoft.com/office/drawing/2014/main" id="{84D6F4CE-21B4-392F-67C0-C99FF3EEC4AE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1" name="Freeform: Shape 130">
              <a:extLst>
                <a:ext uri="{FF2B5EF4-FFF2-40B4-BE49-F238E27FC236}">
                  <a16:creationId xmlns:a16="http://schemas.microsoft.com/office/drawing/2014/main" id="{6031C136-5A3F-94AC-19DC-05EC63FAC170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sp>
        <p:nvSpPr>
          <p:cNvPr id="111" name="TextBox 110">
            <a:extLst>
              <a:ext uri="{FF2B5EF4-FFF2-40B4-BE49-F238E27FC236}">
                <a16:creationId xmlns:a16="http://schemas.microsoft.com/office/drawing/2014/main" id="{B55955A2-FBDD-3B09-7253-EAFB0934DC7D}"/>
              </a:ext>
            </a:extLst>
          </p:cNvPr>
          <p:cNvSpPr txBox="1"/>
          <p:nvPr/>
        </p:nvSpPr>
        <p:spPr>
          <a:xfrm>
            <a:off x="7189421" y="4831228"/>
            <a:ext cx="46038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GND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FA0787EF-0BE9-F79B-4314-2351F274936E}"/>
              </a:ext>
            </a:extLst>
          </p:cNvPr>
          <p:cNvSpPr txBox="1"/>
          <p:nvPr/>
        </p:nvSpPr>
        <p:spPr>
          <a:xfrm>
            <a:off x="5183730" y="3690889"/>
            <a:ext cx="43954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3.3V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cxnSp>
        <p:nvCxnSpPr>
          <p:cNvPr id="114" name="Straight Connector 113">
            <a:extLst>
              <a:ext uri="{FF2B5EF4-FFF2-40B4-BE49-F238E27FC236}">
                <a16:creationId xmlns:a16="http://schemas.microsoft.com/office/drawing/2014/main" id="{7982C80F-7D9C-7D0B-EA23-A8C4CF0F0322}"/>
              </a:ext>
            </a:extLst>
          </p:cNvPr>
          <p:cNvCxnSpPr>
            <a:cxnSpLocks/>
          </p:cNvCxnSpPr>
          <p:nvPr/>
        </p:nvCxnSpPr>
        <p:spPr>
          <a:xfrm rot="16200000">
            <a:off x="5870388" y="4585169"/>
            <a:ext cx="0" cy="893411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TextBox 114">
            <a:extLst>
              <a:ext uri="{FF2B5EF4-FFF2-40B4-BE49-F238E27FC236}">
                <a16:creationId xmlns:a16="http://schemas.microsoft.com/office/drawing/2014/main" id="{2AF1D2B9-CD46-29CC-45F4-DBE73215EA4E}"/>
              </a:ext>
            </a:extLst>
          </p:cNvPr>
          <p:cNvSpPr txBox="1"/>
          <p:nvPr/>
        </p:nvSpPr>
        <p:spPr>
          <a:xfrm>
            <a:off x="5179544" y="4842093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pin0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EDDD437B-C531-4C83-80AA-5997A38108CF}"/>
              </a:ext>
            </a:extLst>
          </p:cNvPr>
          <p:cNvSpPr txBox="1"/>
          <p:nvPr/>
        </p:nvSpPr>
        <p:spPr>
          <a:xfrm>
            <a:off x="5179544" y="4494051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pin2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A65D0360-8E7F-FEF7-7195-84716A43B86B}"/>
              </a:ext>
            </a:extLst>
          </p:cNvPr>
          <p:cNvSpPr txBox="1"/>
          <p:nvPr/>
        </p:nvSpPr>
        <p:spPr>
          <a:xfrm>
            <a:off x="5179544" y="4233996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pin4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D9985CCE-5E88-B377-198F-9938F70FF39F}"/>
              </a:ext>
            </a:extLst>
          </p:cNvPr>
          <p:cNvSpPr txBox="1"/>
          <p:nvPr/>
        </p:nvSpPr>
        <p:spPr>
          <a:xfrm>
            <a:off x="5179543" y="3973150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pin6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CE502D53-3779-B1F5-9692-9CA699DFAB09}"/>
              </a:ext>
            </a:extLst>
          </p:cNvPr>
          <p:cNvSpPr txBox="1"/>
          <p:nvPr/>
        </p:nvSpPr>
        <p:spPr>
          <a:xfrm>
            <a:off x="7219646" y="4540109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pin1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1456D8B0-808F-D102-CC91-32FA55B905AE}"/>
              </a:ext>
            </a:extLst>
          </p:cNvPr>
          <p:cNvSpPr txBox="1"/>
          <p:nvPr/>
        </p:nvSpPr>
        <p:spPr>
          <a:xfrm>
            <a:off x="7218474" y="4241711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pin3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728C0186-DDA8-E908-10E7-8F9695426C87}"/>
              </a:ext>
            </a:extLst>
          </p:cNvPr>
          <p:cNvSpPr txBox="1"/>
          <p:nvPr/>
        </p:nvSpPr>
        <p:spPr>
          <a:xfrm>
            <a:off x="7219062" y="3962749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pin5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EF0EFE00-AED7-1C29-16A2-EB8C02DC506C}"/>
              </a:ext>
            </a:extLst>
          </p:cNvPr>
          <p:cNvSpPr txBox="1"/>
          <p:nvPr/>
        </p:nvSpPr>
        <p:spPr>
          <a:xfrm>
            <a:off x="7218475" y="3700725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pin7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50" name="Freeform: Shape 149">
            <a:extLst>
              <a:ext uri="{FF2B5EF4-FFF2-40B4-BE49-F238E27FC236}">
                <a16:creationId xmlns:a16="http://schemas.microsoft.com/office/drawing/2014/main" id="{75716BCD-28D6-922B-5739-5E2EFE32C7FB}"/>
              </a:ext>
            </a:extLst>
          </p:cNvPr>
          <p:cNvSpPr/>
          <p:nvPr/>
        </p:nvSpPr>
        <p:spPr>
          <a:xfrm>
            <a:off x="5000625" y="2609850"/>
            <a:ext cx="5043488" cy="2424113"/>
          </a:xfrm>
          <a:custGeom>
            <a:avLst/>
            <a:gdLst>
              <a:gd name="csX0" fmla="*/ 1304925 w 5043488"/>
              <a:gd name="csY0" fmla="*/ 2424113 h 2424113"/>
              <a:gd name="csX1" fmla="*/ 0 w 5043488"/>
              <a:gd name="csY1" fmla="*/ 2424113 h 2424113"/>
              <a:gd name="csX2" fmla="*/ 0 w 5043488"/>
              <a:gd name="csY2" fmla="*/ 0 h 2424113"/>
              <a:gd name="csX3" fmla="*/ 5043488 w 5043488"/>
              <a:gd name="csY3" fmla="*/ 0 h 2424113"/>
              <a:gd name="csX4" fmla="*/ 5043488 w 5043488"/>
              <a:gd name="csY4" fmla="*/ 1290638 h 24241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5043488" h="2424113">
                <a:moveTo>
                  <a:pt x="1304925" y="2424113"/>
                </a:moveTo>
                <a:lnTo>
                  <a:pt x="0" y="2424113"/>
                </a:lnTo>
                <a:lnTo>
                  <a:pt x="0" y="0"/>
                </a:lnTo>
                <a:lnTo>
                  <a:pt x="5043488" y="0"/>
                </a:lnTo>
                <a:lnTo>
                  <a:pt x="5043488" y="1290638"/>
                </a:lnTo>
              </a:path>
            </a:pathLst>
          </a:cu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1" name="Freeform: Shape 150">
            <a:extLst>
              <a:ext uri="{FF2B5EF4-FFF2-40B4-BE49-F238E27FC236}">
                <a16:creationId xmlns:a16="http://schemas.microsoft.com/office/drawing/2014/main" id="{B0831CB6-9E7B-3A6B-30B9-57DB452EF6D2}"/>
              </a:ext>
            </a:extLst>
          </p:cNvPr>
          <p:cNvSpPr/>
          <p:nvPr/>
        </p:nvSpPr>
        <p:spPr>
          <a:xfrm>
            <a:off x="6829425" y="2671763"/>
            <a:ext cx="3139382" cy="2057400"/>
          </a:xfrm>
          <a:custGeom>
            <a:avLst/>
            <a:gdLst>
              <a:gd name="csX0" fmla="*/ 0 w 3109913"/>
              <a:gd name="csY0" fmla="*/ 2057400 h 2057400"/>
              <a:gd name="csX1" fmla="*/ 1090613 w 3109913"/>
              <a:gd name="csY1" fmla="*/ 2057400 h 2057400"/>
              <a:gd name="csX2" fmla="*/ 1090613 w 3109913"/>
              <a:gd name="csY2" fmla="*/ 0 h 2057400"/>
              <a:gd name="csX3" fmla="*/ 3109913 w 3109913"/>
              <a:gd name="csY3" fmla="*/ 0 h 2057400"/>
              <a:gd name="csX4" fmla="*/ 3109913 w 3109913"/>
              <a:gd name="csY4" fmla="*/ 1228725 h 20574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3109913" h="2057400">
                <a:moveTo>
                  <a:pt x="0" y="2057400"/>
                </a:moveTo>
                <a:lnTo>
                  <a:pt x="1090613" y="2057400"/>
                </a:lnTo>
                <a:lnTo>
                  <a:pt x="1090613" y="0"/>
                </a:lnTo>
                <a:lnTo>
                  <a:pt x="3109913" y="0"/>
                </a:lnTo>
                <a:lnTo>
                  <a:pt x="3109913" y="1228725"/>
                </a:lnTo>
              </a:path>
            </a:pathLst>
          </a:custGeom>
          <a:noFill/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2" name="Freeform: Shape 151">
            <a:extLst>
              <a:ext uri="{FF2B5EF4-FFF2-40B4-BE49-F238E27FC236}">
                <a16:creationId xmlns:a16="http://schemas.microsoft.com/office/drawing/2014/main" id="{4334767A-7754-0414-6F30-117646FDB61F}"/>
              </a:ext>
            </a:extLst>
          </p:cNvPr>
          <p:cNvSpPr/>
          <p:nvPr/>
        </p:nvSpPr>
        <p:spPr>
          <a:xfrm>
            <a:off x="5110163" y="2776538"/>
            <a:ext cx="4757737" cy="1947862"/>
          </a:xfrm>
          <a:custGeom>
            <a:avLst/>
            <a:gdLst>
              <a:gd name="csX0" fmla="*/ 1362075 w 4757737"/>
              <a:gd name="csY0" fmla="*/ 1947862 h 1947862"/>
              <a:gd name="csX1" fmla="*/ 0 w 4757737"/>
              <a:gd name="csY1" fmla="*/ 1947862 h 1947862"/>
              <a:gd name="csX2" fmla="*/ 0 w 4757737"/>
              <a:gd name="csY2" fmla="*/ 0 h 1947862"/>
              <a:gd name="csX3" fmla="*/ 4757737 w 4757737"/>
              <a:gd name="csY3" fmla="*/ 0 h 1947862"/>
              <a:gd name="csX4" fmla="*/ 4757737 w 4757737"/>
              <a:gd name="csY4" fmla="*/ 1138237 h 19478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757737" h="1947862">
                <a:moveTo>
                  <a:pt x="1362075" y="1947862"/>
                </a:moveTo>
                <a:lnTo>
                  <a:pt x="0" y="1947862"/>
                </a:lnTo>
                <a:lnTo>
                  <a:pt x="0" y="0"/>
                </a:lnTo>
                <a:lnTo>
                  <a:pt x="4757737" y="0"/>
                </a:lnTo>
                <a:lnTo>
                  <a:pt x="4757737" y="1138237"/>
                </a:lnTo>
              </a:path>
            </a:pathLst>
          </a:custGeom>
          <a:noFill/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3" name="Freeform: Shape 152">
            <a:extLst>
              <a:ext uri="{FF2B5EF4-FFF2-40B4-BE49-F238E27FC236}">
                <a16:creationId xmlns:a16="http://schemas.microsoft.com/office/drawing/2014/main" id="{735D8565-1692-5A71-0E04-D6CBE26CDF8C}"/>
              </a:ext>
            </a:extLst>
          </p:cNvPr>
          <p:cNvSpPr/>
          <p:nvPr/>
        </p:nvSpPr>
        <p:spPr>
          <a:xfrm>
            <a:off x="6810374" y="2862263"/>
            <a:ext cx="2955547" cy="1581150"/>
          </a:xfrm>
          <a:custGeom>
            <a:avLst/>
            <a:gdLst>
              <a:gd name="csX0" fmla="*/ 0 w 2857500"/>
              <a:gd name="csY0" fmla="*/ 1581150 h 1581150"/>
              <a:gd name="csX1" fmla="*/ 1209675 w 2857500"/>
              <a:gd name="csY1" fmla="*/ 1581150 h 1581150"/>
              <a:gd name="csX2" fmla="*/ 1209675 w 2857500"/>
              <a:gd name="csY2" fmla="*/ 0 h 1581150"/>
              <a:gd name="csX3" fmla="*/ 2857500 w 2857500"/>
              <a:gd name="csY3" fmla="*/ 0 h 1581150"/>
              <a:gd name="csX4" fmla="*/ 2857500 w 2857500"/>
              <a:gd name="csY4" fmla="*/ 1066800 h 1581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857500" h="1581150">
                <a:moveTo>
                  <a:pt x="0" y="1581150"/>
                </a:moveTo>
                <a:lnTo>
                  <a:pt x="1209675" y="1581150"/>
                </a:lnTo>
                <a:lnTo>
                  <a:pt x="1209675" y="0"/>
                </a:lnTo>
                <a:lnTo>
                  <a:pt x="2857500" y="0"/>
                </a:lnTo>
                <a:lnTo>
                  <a:pt x="2857500" y="1066800"/>
                </a:lnTo>
              </a:path>
            </a:pathLst>
          </a:custGeom>
          <a:noFill/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36449687-C6D9-F839-00BC-68F120FFB799}"/>
              </a:ext>
            </a:extLst>
          </p:cNvPr>
          <p:cNvSpPr/>
          <p:nvPr/>
        </p:nvSpPr>
        <p:spPr>
          <a:xfrm>
            <a:off x="5223294" y="2932981"/>
            <a:ext cx="4455544" cy="1500996"/>
          </a:xfrm>
          <a:custGeom>
            <a:avLst/>
            <a:gdLst>
              <a:gd name="csX0" fmla="*/ 1199072 w 4455544"/>
              <a:gd name="csY0" fmla="*/ 1500996 h 1500996"/>
              <a:gd name="csX1" fmla="*/ 0 w 4455544"/>
              <a:gd name="csY1" fmla="*/ 1500996 h 1500996"/>
              <a:gd name="csX2" fmla="*/ 0 w 4455544"/>
              <a:gd name="csY2" fmla="*/ 0 h 1500996"/>
              <a:gd name="csX3" fmla="*/ 4455544 w 4455544"/>
              <a:gd name="csY3" fmla="*/ 0 h 1500996"/>
              <a:gd name="csX4" fmla="*/ 4455544 w 4455544"/>
              <a:gd name="csY4" fmla="*/ 979098 h 150099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455544" h="1500996">
                <a:moveTo>
                  <a:pt x="1199072" y="1500996"/>
                </a:moveTo>
                <a:lnTo>
                  <a:pt x="0" y="1500996"/>
                </a:lnTo>
                <a:lnTo>
                  <a:pt x="0" y="0"/>
                </a:lnTo>
                <a:lnTo>
                  <a:pt x="4455544" y="0"/>
                </a:lnTo>
                <a:lnTo>
                  <a:pt x="4455544" y="979098"/>
                </a:lnTo>
              </a:path>
            </a:pathLst>
          </a:custGeom>
          <a:noFill/>
          <a:ln>
            <a:solidFill>
              <a:schemeClr val="bg1"/>
            </a:solidFill>
          </a:ln>
          <a:effectLst>
            <a:glow rad="63500">
              <a:srgbClr val="FFFF00">
                <a:alpha val="4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FF7057A1-9E5B-3323-16BC-97B76BA170AD}"/>
              </a:ext>
            </a:extLst>
          </p:cNvPr>
          <p:cNvSpPr/>
          <p:nvPr/>
        </p:nvSpPr>
        <p:spPr>
          <a:xfrm>
            <a:off x="6788989" y="3023558"/>
            <a:ext cx="2794958" cy="1143000"/>
          </a:xfrm>
          <a:custGeom>
            <a:avLst/>
            <a:gdLst>
              <a:gd name="csX0" fmla="*/ 0 w 2794958"/>
              <a:gd name="csY0" fmla="*/ 1143000 h 1143000"/>
              <a:gd name="csX1" fmla="*/ 1039483 w 2794958"/>
              <a:gd name="csY1" fmla="*/ 1143000 h 1143000"/>
              <a:gd name="csX2" fmla="*/ 1039483 w 2794958"/>
              <a:gd name="csY2" fmla="*/ 0 h 1143000"/>
              <a:gd name="csX3" fmla="*/ 2794958 w 2794958"/>
              <a:gd name="csY3" fmla="*/ 0 h 1143000"/>
              <a:gd name="csX4" fmla="*/ 2794958 w 2794958"/>
              <a:gd name="csY4" fmla="*/ 875582 h 1143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794958" h="1143000">
                <a:moveTo>
                  <a:pt x="0" y="1143000"/>
                </a:moveTo>
                <a:lnTo>
                  <a:pt x="1039483" y="1143000"/>
                </a:lnTo>
                <a:lnTo>
                  <a:pt x="1039483" y="0"/>
                </a:lnTo>
                <a:lnTo>
                  <a:pt x="2794958" y="0"/>
                </a:lnTo>
                <a:lnTo>
                  <a:pt x="2794958" y="875582"/>
                </a:lnTo>
              </a:path>
            </a:pathLst>
          </a:cu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7AC54791-E1DC-BDC8-F566-0D32415A9F05}"/>
              </a:ext>
            </a:extLst>
          </p:cNvPr>
          <p:cNvSpPr/>
          <p:nvPr/>
        </p:nvSpPr>
        <p:spPr>
          <a:xfrm>
            <a:off x="5633049" y="3122762"/>
            <a:ext cx="3847381" cy="1061049"/>
          </a:xfrm>
          <a:custGeom>
            <a:avLst/>
            <a:gdLst>
              <a:gd name="csX0" fmla="*/ 741872 w 3847381"/>
              <a:gd name="csY0" fmla="*/ 1061049 h 1061049"/>
              <a:gd name="csX1" fmla="*/ 0 w 3847381"/>
              <a:gd name="csY1" fmla="*/ 1061049 h 1061049"/>
              <a:gd name="csX2" fmla="*/ 0 w 3847381"/>
              <a:gd name="csY2" fmla="*/ 0 h 1061049"/>
              <a:gd name="csX3" fmla="*/ 3847381 w 3847381"/>
              <a:gd name="csY3" fmla="*/ 0 h 1061049"/>
              <a:gd name="csX4" fmla="*/ 3847381 w 3847381"/>
              <a:gd name="csY4" fmla="*/ 793630 h 106104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3847381" h="1061049">
                <a:moveTo>
                  <a:pt x="741872" y="1061049"/>
                </a:moveTo>
                <a:lnTo>
                  <a:pt x="0" y="1061049"/>
                </a:lnTo>
                <a:lnTo>
                  <a:pt x="0" y="0"/>
                </a:lnTo>
                <a:lnTo>
                  <a:pt x="3847381" y="0"/>
                </a:lnTo>
                <a:lnTo>
                  <a:pt x="3847381" y="793630"/>
                </a:lnTo>
              </a:path>
            </a:pathLst>
          </a:custGeom>
          <a:noFill/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6" name="Freeform: Shape 155">
            <a:extLst>
              <a:ext uri="{FF2B5EF4-FFF2-40B4-BE49-F238E27FC236}">
                <a16:creationId xmlns:a16="http://schemas.microsoft.com/office/drawing/2014/main" id="{A0BF29D2-62F6-0333-BDFB-EBFBD3218151}"/>
              </a:ext>
            </a:extLst>
          </p:cNvPr>
          <p:cNvSpPr/>
          <p:nvPr/>
        </p:nvSpPr>
        <p:spPr>
          <a:xfrm>
            <a:off x="6797615" y="3213340"/>
            <a:ext cx="2587925" cy="698739"/>
          </a:xfrm>
          <a:custGeom>
            <a:avLst/>
            <a:gdLst>
              <a:gd name="csX0" fmla="*/ 0 w 2587925"/>
              <a:gd name="csY0" fmla="*/ 690113 h 698739"/>
              <a:gd name="csX1" fmla="*/ 953219 w 2587925"/>
              <a:gd name="csY1" fmla="*/ 690113 h 698739"/>
              <a:gd name="csX2" fmla="*/ 953219 w 2587925"/>
              <a:gd name="csY2" fmla="*/ 0 h 698739"/>
              <a:gd name="csX3" fmla="*/ 2587925 w 2587925"/>
              <a:gd name="csY3" fmla="*/ 0 h 698739"/>
              <a:gd name="csX4" fmla="*/ 2587925 w 2587925"/>
              <a:gd name="csY4" fmla="*/ 698739 h 69873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87925" h="698739">
                <a:moveTo>
                  <a:pt x="0" y="690113"/>
                </a:moveTo>
                <a:lnTo>
                  <a:pt x="953219" y="690113"/>
                </a:lnTo>
                <a:lnTo>
                  <a:pt x="953219" y="0"/>
                </a:lnTo>
                <a:lnTo>
                  <a:pt x="2587925" y="0"/>
                </a:lnTo>
                <a:lnTo>
                  <a:pt x="2587925" y="698739"/>
                </a:lnTo>
              </a:path>
            </a:pathLst>
          </a:custGeom>
          <a:noFill/>
          <a:ln>
            <a:solidFill>
              <a:schemeClr val="bg1"/>
            </a:solidFill>
          </a:ln>
          <a:effectLst>
            <a:glow rad="63500">
              <a:schemeClr val="accent2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A6825D33-BFBD-A4BC-3839-65A92C6B04D4}"/>
              </a:ext>
            </a:extLst>
          </p:cNvPr>
          <p:cNvSpPr txBox="1"/>
          <p:nvPr/>
        </p:nvSpPr>
        <p:spPr>
          <a:xfrm>
            <a:off x="7728283" y="6158985"/>
            <a:ext cx="39837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dirty="0">
                <a:solidFill>
                  <a:schemeClr val="bg1"/>
                </a:solidFill>
                <a:latin typeface="Consolas" panose="020B0609020204030204" pitchFamily="49" charset="0"/>
              </a:rPr>
              <a:t>M(GPIOD_INDATA) &amp; 0xF = 0x0000</a:t>
            </a:r>
            <a:endParaRPr lang="LID4096" dirty="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B93E827-8153-7DCA-6324-DFDF4432085D}"/>
              </a:ext>
            </a:extLst>
          </p:cNvPr>
          <p:cNvSpPr txBox="1"/>
          <p:nvPr/>
        </p:nvSpPr>
        <p:spPr>
          <a:xfrm>
            <a:off x="6737328" y="3683241"/>
            <a:ext cx="4507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>
                <a:solidFill>
                  <a:srgbClr val="FF0000"/>
                </a:solidFill>
              </a:rPr>
              <a:t>0V</a:t>
            </a:r>
            <a:endParaRPr lang="LID4096" b="1" dirty="0">
              <a:solidFill>
                <a:srgbClr val="FF0000"/>
              </a:solidFill>
            </a:endParaRP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FF5A1637-525D-F92D-61A6-FF48D6025A99}"/>
              </a:ext>
            </a:extLst>
          </p:cNvPr>
          <p:cNvSpPr txBox="1"/>
          <p:nvPr/>
        </p:nvSpPr>
        <p:spPr>
          <a:xfrm>
            <a:off x="5749013" y="4240248"/>
            <a:ext cx="6431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>
                <a:solidFill>
                  <a:srgbClr val="FF0000"/>
                </a:solidFill>
              </a:rPr>
              <a:t>3.3V</a:t>
            </a:r>
            <a:endParaRPr lang="LID4096" b="1" dirty="0">
              <a:solidFill>
                <a:srgbClr val="FF0000"/>
              </a:solidFill>
            </a:endParaRPr>
          </a:p>
        </p:txBody>
      </p:sp>
      <p:pic>
        <p:nvPicPr>
          <p:cNvPr id="110" name="Picture 109">
            <a:extLst>
              <a:ext uri="{FF2B5EF4-FFF2-40B4-BE49-F238E27FC236}">
                <a16:creationId xmlns:a16="http://schemas.microsoft.com/office/drawing/2014/main" id="{EDBFE8F5-CBE8-2FA5-D737-FC68245BA48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73685" y="1859406"/>
            <a:ext cx="2991044" cy="29910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68603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500"/>
                            </p:stCondLst>
                            <p:childTnLst>
                              <p:par>
                                <p:cTn id="12" presetID="26" presetClass="emph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" dur="500" tmFilter="0, 0; .2, .5; .8, .5; 1, 0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4" dur="250" autoRev="1" fill="hold"/>
                                        <p:tgtEl>
                                          <p:spTgt spid="92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5" presetID="26" presetClass="emph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" dur="500" tmFilter="0, 0; .2, .5; .8, .5; 1, 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7" dur="250" autoRev="1" fill="hold"/>
                                        <p:tgtEl>
                                          <p:spTgt spid="5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5" grpId="1"/>
      <p:bldP spid="92" grpId="0"/>
      <p:bldP spid="92" grpId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F65236-DB58-4608-2529-9BB5B9E42F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B6F907-E2FE-234A-0C1E-F791A29167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dirty="0" err="1"/>
              <a:t>Keypad</a:t>
            </a:r>
            <a:r>
              <a:rPr lang="sv-SE" dirty="0"/>
              <a:t> – Lösning</a:t>
            </a:r>
            <a:endParaRPr lang="LID4096" dirty="0"/>
          </a:p>
        </p:txBody>
      </p:sp>
      <p:sp>
        <p:nvSpPr>
          <p:cNvPr id="155" name="Content Placeholder 154">
            <a:extLst>
              <a:ext uri="{FF2B5EF4-FFF2-40B4-BE49-F238E27FC236}">
                <a16:creationId xmlns:a16="http://schemas.microsoft.com/office/drawing/2014/main" id="{5215366D-9D8C-62D5-B0A3-0E8DF691D0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LID4096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33169F1-60A3-2453-694F-63CD406C27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690688"/>
            <a:ext cx="4746017" cy="5167312"/>
          </a:xfrm>
          <a:prstGeom prst="rect">
            <a:avLst/>
          </a:prstGeom>
        </p:spPr>
      </p:pic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20B04C50-479A-6369-535D-64EEF57D3105}"/>
              </a:ext>
            </a:extLst>
          </p:cNvPr>
          <p:cNvSpPr/>
          <p:nvPr/>
        </p:nvSpPr>
        <p:spPr>
          <a:xfrm>
            <a:off x="8625019" y="3694696"/>
            <a:ext cx="2076275" cy="2122414"/>
          </a:xfrm>
          <a:prstGeom prst="roundRect">
            <a:avLst>
              <a:gd name="adj" fmla="val 10606"/>
            </a:avLst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EF249D8A-2C19-FDF1-4F54-4DBA79C131BB}"/>
              </a:ext>
            </a:extLst>
          </p:cNvPr>
          <p:cNvSpPr/>
          <p:nvPr/>
        </p:nvSpPr>
        <p:spPr>
          <a:xfrm>
            <a:off x="8864105" y="3958949"/>
            <a:ext cx="1371600" cy="1514213"/>
          </a:xfrm>
          <a:custGeom>
            <a:avLst/>
            <a:gdLst>
              <a:gd name="connsiteX0" fmla="*/ 541090 w 1371600"/>
              <a:gd name="connsiteY0" fmla="*/ 0 h 1514213"/>
              <a:gd name="connsiteX1" fmla="*/ 541090 w 1371600"/>
              <a:gd name="connsiteY1" fmla="*/ 130029 h 1514213"/>
              <a:gd name="connsiteX2" fmla="*/ 0 w 1371600"/>
              <a:gd name="connsiteY2" fmla="*/ 130029 h 1514213"/>
              <a:gd name="connsiteX3" fmla="*/ 0 w 1371600"/>
              <a:gd name="connsiteY3" fmla="*/ 1497435 h 1514213"/>
              <a:gd name="connsiteX4" fmla="*/ 1371600 w 1371600"/>
              <a:gd name="connsiteY4" fmla="*/ 1514213 h 15142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71600" h="1514213">
                <a:moveTo>
                  <a:pt x="541090" y="0"/>
                </a:moveTo>
                <a:lnTo>
                  <a:pt x="541090" y="130029"/>
                </a:lnTo>
                <a:lnTo>
                  <a:pt x="0" y="130029"/>
                </a:lnTo>
                <a:lnTo>
                  <a:pt x="0" y="1497435"/>
                </a:lnTo>
                <a:lnTo>
                  <a:pt x="1371600" y="1514213"/>
                </a:lnTo>
              </a:path>
            </a:pathLst>
          </a:custGeom>
          <a:noFill/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55573BF7-AF71-0CA5-82CE-B8EBE638C0CF}"/>
              </a:ext>
            </a:extLst>
          </p:cNvPr>
          <p:cNvSpPr/>
          <p:nvPr/>
        </p:nvSpPr>
        <p:spPr>
          <a:xfrm>
            <a:off x="8939606" y="3963143"/>
            <a:ext cx="1287710" cy="1170264"/>
          </a:xfrm>
          <a:custGeom>
            <a:avLst/>
            <a:gdLst>
              <a:gd name="connsiteX0" fmla="*/ 545284 w 1287710"/>
              <a:gd name="connsiteY0" fmla="*/ 0 h 1170264"/>
              <a:gd name="connsiteX1" fmla="*/ 541090 w 1287710"/>
              <a:gd name="connsiteY1" fmla="*/ 171975 h 1170264"/>
              <a:gd name="connsiteX2" fmla="*/ 0 w 1287710"/>
              <a:gd name="connsiteY2" fmla="*/ 176169 h 1170264"/>
              <a:gd name="connsiteX3" fmla="*/ 0 w 1287710"/>
              <a:gd name="connsiteY3" fmla="*/ 1166070 h 1170264"/>
              <a:gd name="connsiteX4" fmla="*/ 1287710 w 1287710"/>
              <a:gd name="connsiteY4" fmla="*/ 1170264 h 11702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87710" h="1170264">
                <a:moveTo>
                  <a:pt x="545284" y="0"/>
                </a:moveTo>
                <a:lnTo>
                  <a:pt x="541090" y="171975"/>
                </a:lnTo>
                <a:lnTo>
                  <a:pt x="0" y="176169"/>
                </a:lnTo>
                <a:lnTo>
                  <a:pt x="0" y="1166070"/>
                </a:lnTo>
                <a:lnTo>
                  <a:pt x="1287710" y="1170264"/>
                </a:lnTo>
              </a:path>
            </a:pathLst>
          </a:custGeom>
          <a:noFill/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D9E60EAE-DB05-90B9-C638-0E88BD80B8D2}"/>
              </a:ext>
            </a:extLst>
          </p:cNvPr>
          <p:cNvSpPr/>
          <p:nvPr/>
        </p:nvSpPr>
        <p:spPr>
          <a:xfrm>
            <a:off x="9002523" y="3963143"/>
            <a:ext cx="1224793" cy="855677"/>
          </a:xfrm>
          <a:custGeom>
            <a:avLst/>
            <a:gdLst>
              <a:gd name="connsiteX0" fmla="*/ 587230 w 1224793"/>
              <a:gd name="connsiteY0" fmla="*/ 0 h 855677"/>
              <a:gd name="connsiteX1" fmla="*/ 591424 w 1224793"/>
              <a:gd name="connsiteY1" fmla="*/ 205531 h 855677"/>
              <a:gd name="connsiteX2" fmla="*/ 0 w 1224793"/>
              <a:gd name="connsiteY2" fmla="*/ 209725 h 855677"/>
              <a:gd name="connsiteX3" fmla="*/ 0 w 1224793"/>
              <a:gd name="connsiteY3" fmla="*/ 855677 h 855677"/>
              <a:gd name="connsiteX4" fmla="*/ 1224793 w 1224793"/>
              <a:gd name="connsiteY4" fmla="*/ 855677 h 8556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24793" h="855677">
                <a:moveTo>
                  <a:pt x="587230" y="0"/>
                </a:moveTo>
                <a:lnTo>
                  <a:pt x="591424" y="205531"/>
                </a:lnTo>
                <a:lnTo>
                  <a:pt x="0" y="209725"/>
                </a:lnTo>
                <a:lnTo>
                  <a:pt x="0" y="855677"/>
                </a:lnTo>
                <a:lnTo>
                  <a:pt x="1224793" y="855677"/>
                </a:lnTo>
              </a:path>
            </a:pathLst>
          </a:custGeom>
          <a:noFill/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0E3AD3E7-7F1D-A5BF-75E7-88C6EBA68E56}"/>
              </a:ext>
            </a:extLst>
          </p:cNvPr>
          <p:cNvSpPr/>
          <p:nvPr/>
        </p:nvSpPr>
        <p:spPr>
          <a:xfrm>
            <a:off x="9073830" y="3963143"/>
            <a:ext cx="1145097" cy="545285"/>
          </a:xfrm>
          <a:custGeom>
            <a:avLst/>
            <a:gdLst>
              <a:gd name="connsiteX0" fmla="*/ 604007 w 1145097"/>
              <a:gd name="connsiteY0" fmla="*/ 0 h 545285"/>
              <a:gd name="connsiteX1" fmla="*/ 608201 w 1145097"/>
              <a:gd name="connsiteY1" fmla="*/ 239087 h 545285"/>
              <a:gd name="connsiteX2" fmla="*/ 0 w 1145097"/>
              <a:gd name="connsiteY2" fmla="*/ 239087 h 545285"/>
              <a:gd name="connsiteX3" fmla="*/ 0 w 1145097"/>
              <a:gd name="connsiteY3" fmla="*/ 536896 h 545285"/>
              <a:gd name="connsiteX4" fmla="*/ 1145097 w 1145097"/>
              <a:gd name="connsiteY4" fmla="*/ 545285 h 5452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45097" h="545285">
                <a:moveTo>
                  <a:pt x="604007" y="0"/>
                </a:moveTo>
                <a:lnTo>
                  <a:pt x="608201" y="239087"/>
                </a:lnTo>
                <a:lnTo>
                  <a:pt x="0" y="239087"/>
                </a:lnTo>
                <a:lnTo>
                  <a:pt x="0" y="536896"/>
                </a:lnTo>
                <a:lnTo>
                  <a:pt x="1145097" y="545285"/>
                </a:lnTo>
              </a:path>
            </a:pathLst>
          </a:custGeom>
          <a:noFill/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1E76789B-CE73-31BE-D97D-B0CFF2BB12E1}"/>
              </a:ext>
            </a:extLst>
          </p:cNvPr>
          <p:cNvSpPr/>
          <p:nvPr/>
        </p:nvSpPr>
        <p:spPr>
          <a:xfrm>
            <a:off x="9862395" y="3963143"/>
            <a:ext cx="29361" cy="1598103"/>
          </a:xfrm>
          <a:custGeom>
            <a:avLst/>
            <a:gdLst>
              <a:gd name="connsiteX0" fmla="*/ 0 w 29361"/>
              <a:gd name="connsiteY0" fmla="*/ 0 h 1598103"/>
              <a:gd name="connsiteX1" fmla="*/ 29361 w 29361"/>
              <a:gd name="connsiteY1" fmla="*/ 1598103 h 15981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9361" h="1598103">
                <a:moveTo>
                  <a:pt x="0" y="0"/>
                </a:moveTo>
                <a:lnTo>
                  <a:pt x="29361" y="1598103"/>
                </a:lnTo>
              </a:path>
            </a:pathLst>
          </a:custGeom>
          <a:noFill/>
          <a:ln>
            <a:solidFill>
              <a:schemeClr val="accent5">
                <a:lumMod val="60000"/>
                <a:lumOff val="40000"/>
              </a:schemeClr>
            </a:solidFill>
          </a:ln>
          <a:effectLst>
            <a:glow rad="63500">
              <a:schemeClr val="accent2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478DED39-3FBA-2C3D-6E02-C39DB9A56554}"/>
              </a:ext>
            </a:extLst>
          </p:cNvPr>
          <p:cNvSpPr/>
          <p:nvPr/>
        </p:nvSpPr>
        <p:spPr>
          <a:xfrm>
            <a:off x="9765921" y="3950560"/>
            <a:ext cx="453006" cy="1564547"/>
          </a:xfrm>
          <a:custGeom>
            <a:avLst/>
            <a:gdLst>
              <a:gd name="connsiteX0" fmla="*/ 0 w 453006"/>
              <a:gd name="connsiteY0" fmla="*/ 0 h 1564547"/>
              <a:gd name="connsiteX1" fmla="*/ 0 w 453006"/>
              <a:gd name="connsiteY1" fmla="*/ 167780 h 1564547"/>
              <a:gd name="connsiteX2" fmla="*/ 427839 w 453006"/>
              <a:gd name="connsiteY2" fmla="*/ 306198 h 1564547"/>
              <a:gd name="connsiteX3" fmla="*/ 453006 w 453006"/>
              <a:gd name="connsiteY3" fmla="*/ 1564547 h 15645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53006" h="1564547">
                <a:moveTo>
                  <a:pt x="0" y="0"/>
                </a:moveTo>
                <a:lnTo>
                  <a:pt x="0" y="167780"/>
                </a:lnTo>
                <a:lnTo>
                  <a:pt x="427839" y="306198"/>
                </a:lnTo>
                <a:lnTo>
                  <a:pt x="453006" y="1564547"/>
                </a:lnTo>
              </a:path>
            </a:pathLst>
          </a:custGeom>
          <a:noFill/>
          <a:ln>
            <a:solidFill>
              <a:schemeClr val="accent4">
                <a:lumMod val="60000"/>
                <a:lumOff val="40000"/>
              </a:schemeClr>
            </a:solidFill>
          </a:ln>
          <a:effectLst>
            <a:glow rad="63500">
              <a:schemeClr val="accent2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59F095C0-03AF-EF8A-B64C-8F902C69B98C}"/>
              </a:ext>
            </a:extLst>
          </p:cNvPr>
          <p:cNvSpPr/>
          <p:nvPr/>
        </p:nvSpPr>
        <p:spPr>
          <a:xfrm>
            <a:off x="9577131" y="3955595"/>
            <a:ext cx="377928" cy="1505824"/>
          </a:xfrm>
          <a:custGeom>
            <a:avLst/>
            <a:gdLst>
              <a:gd name="connsiteX0" fmla="*/ 788566 w 788566"/>
              <a:gd name="connsiteY0" fmla="*/ 0 h 1505824"/>
              <a:gd name="connsiteX1" fmla="*/ 788566 w 788566"/>
              <a:gd name="connsiteY1" fmla="*/ 322976 h 1505824"/>
              <a:gd name="connsiteX2" fmla="*/ 4195 w 788566"/>
              <a:gd name="connsiteY2" fmla="*/ 322976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88566 w 788566"/>
              <a:gd name="connsiteY1" fmla="*/ 322976 h 1505824"/>
              <a:gd name="connsiteX2" fmla="*/ 4195 w 788566"/>
              <a:gd name="connsiteY2" fmla="*/ 222308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70865 w 788566"/>
              <a:gd name="connsiteY1" fmla="*/ 230698 h 1505824"/>
              <a:gd name="connsiteX2" fmla="*/ 4195 w 788566"/>
              <a:gd name="connsiteY2" fmla="*/ 222308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70865 w 788566"/>
              <a:gd name="connsiteY1" fmla="*/ 230698 h 1505824"/>
              <a:gd name="connsiteX2" fmla="*/ 13044 w 788566"/>
              <a:gd name="connsiteY2" fmla="*/ 289419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70865 w 788566"/>
              <a:gd name="connsiteY1" fmla="*/ 285226 h 1505824"/>
              <a:gd name="connsiteX2" fmla="*/ 13044 w 788566"/>
              <a:gd name="connsiteY2" fmla="*/ 289419 h 1505824"/>
              <a:gd name="connsiteX3" fmla="*/ 0 w 788566"/>
              <a:gd name="connsiteY3" fmla="*/ 1505824 h 1505824"/>
              <a:gd name="connsiteX0" fmla="*/ 788566 w 797417"/>
              <a:gd name="connsiteY0" fmla="*/ 0 h 1505824"/>
              <a:gd name="connsiteX1" fmla="*/ 797417 w 797417"/>
              <a:gd name="connsiteY1" fmla="*/ 285226 h 1505824"/>
              <a:gd name="connsiteX2" fmla="*/ 13044 w 797417"/>
              <a:gd name="connsiteY2" fmla="*/ 289419 h 1505824"/>
              <a:gd name="connsiteX3" fmla="*/ 0 w 797417"/>
              <a:gd name="connsiteY3" fmla="*/ 1505824 h 1505824"/>
              <a:gd name="connsiteX0" fmla="*/ 788566 w 797417"/>
              <a:gd name="connsiteY0" fmla="*/ 0 h 1505824"/>
              <a:gd name="connsiteX1" fmla="*/ 797417 w 797417"/>
              <a:gd name="connsiteY1" fmla="*/ 285226 h 1505824"/>
              <a:gd name="connsiteX2" fmla="*/ 13044 w 797417"/>
              <a:gd name="connsiteY2" fmla="*/ 285225 h 1505824"/>
              <a:gd name="connsiteX3" fmla="*/ 0 w 797417"/>
              <a:gd name="connsiteY3" fmla="*/ 1505824 h 15058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97417" h="1505824">
                <a:moveTo>
                  <a:pt x="788566" y="0"/>
                </a:moveTo>
                <a:lnTo>
                  <a:pt x="797417" y="285226"/>
                </a:lnTo>
                <a:lnTo>
                  <a:pt x="13044" y="285225"/>
                </a:lnTo>
                <a:cubicBezTo>
                  <a:pt x="11646" y="679508"/>
                  <a:pt x="1398" y="1111541"/>
                  <a:pt x="0" y="1505824"/>
                </a:cubicBezTo>
              </a:path>
            </a:pathLst>
          </a:custGeom>
          <a:noFill/>
          <a:ln>
            <a:solidFill>
              <a:schemeClr val="accent6">
                <a:lumMod val="60000"/>
                <a:lumOff val="40000"/>
              </a:schemeClr>
            </a:solidFill>
          </a:ln>
          <a:effectLst>
            <a:glow rad="63500">
              <a:schemeClr val="accent2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D0079283-44E0-CB9D-E024-DF4C64375F1E}"/>
              </a:ext>
            </a:extLst>
          </p:cNvPr>
          <p:cNvSpPr/>
          <p:nvPr/>
        </p:nvSpPr>
        <p:spPr>
          <a:xfrm>
            <a:off x="9258387" y="3958949"/>
            <a:ext cx="788566" cy="1505824"/>
          </a:xfrm>
          <a:custGeom>
            <a:avLst/>
            <a:gdLst>
              <a:gd name="connsiteX0" fmla="*/ 788566 w 788566"/>
              <a:gd name="connsiteY0" fmla="*/ 0 h 1505824"/>
              <a:gd name="connsiteX1" fmla="*/ 788566 w 788566"/>
              <a:gd name="connsiteY1" fmla="*/ 322976 h 1505824"/>
              <a:gd name="connsiteX2" fmla="*/ 4195 w 788566"/>
              <a:gd name="connsiteY2" fmla="*/ 322976 h 1505824"/>
              <a:gd name="connsiteX3" fmla="*/ 0 w 788566"/>
              <a:gd name="connsiteY3" fmla="*/ 1505824 h 15058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88566" h="1505824">
                <a:moveTo>
                  <a:pt x="788566" y="0"/>
                </a:moveTo>
                <a:lnTo>
                  <a:pt x="788566" y="322976"/>
                </a:lnTo>
                <a:lnTo>
                  <a:pt x="4195" y="322976"/>
                </a:lnTo>
                <a:cubicBezTo>
                  <a:pt x="2797" y="717259"/>
                  <a:pt x="1398" y="1111541"/>
                  <a:pt x="0" y="1505824"/>
                </a:cubicBezTo>
              </a:path>
            </a:pathLst>
          </a:custGeom>
          <a:noFill/>
          <a:ln>
            <a:solidFill>
              <a:schemeClr val="accent2">
                <a:lumMod val="60000"/>
                <a:lumOff val="40000"/>
              </a:schemeClr>
            </a:solidFill>
          </a:ln>
          <a:effectLst>
            <a:glow rad="63500">
              <a:schemeClr val="accent2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20C13016-BF04-C0E1-E2A7-1C6BB2C9B685}"/>
              </a:ext>
            </a:extLst>
          </p:cNvPr>
          <p:cNvGrpSpPr/>
          <p:nvPr/>
        </p:nvGrpSpPr>
        <p:grpSpPr>
          <a:xfrm>
            <a:off x="9124170" y="4363941"/>
            <a:ext cx="255090" cy="255090"/>
            <a:chOff x="2766747" y="2052494"/>
            <a:chExt cx="255090" cy="255090"/>
          </a:xfrm>
        </p:grpSpPr>
        <p:sp>
          <p:nvSpPr>
            <p:cNvPr id="18" name="Rectangle: Rounded Corners 17">
              <a:extLst>
                <a:ext uri="{FF2B5EF4-FFF2-40B4-BE49-F238E27FC236}">
                  <a16:creationId xmlns:a16="http://schemas.microsoft.com/office/drawing/2014/main" id="{3BE36252-54B4-E1E1-D607-3F2D6B4EA61C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3B3B713F-779B-4A4A-5B35-EF7BFD1A1825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C1DDCF03-FEEB-EFD0-295D-A5B467DC8AFE}"/>
              </a:ext>
            </a:extLst>
          </p:cNvPr>
          <p:cNvGrpSpPr/>
          <p:nvPr/>
        </p:nvGrpSpPr>
        <p:grpSpPr>
          <a:xfrm>
            <a:off x="9444891" y="4363941"/>
            <a:ext cx="255090" cy="255090"/>
            <a:chOff x="2766747" y="2052494"/>
            <a:chExt cx="255090" cy="255090"/>
          </a:xfrm>
        </p:grpSpPr>
        <p:sp>
          <p:nvSpPr>
            <p:cNvPr id="21" name="Rectangle: Rounded Corners 20">
              <a:extLst>
                <a:ext uri="{FF2B5EF4-FFF2-40B4-BE49-F238E27FC236}">
                  <a16:creationId xmlns:a16="http://schemas.microsoft.com/office/drawing/2014/main" id="{DF7EB609-7C00-60C5-1008-35D7C8B255E8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9FFD1518-271F-DB1F-D615-449469A34D7D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3F51C2DB-ED01-8B68-4942-97914D30FBAA}"/>
              </a:ext>
            </a:extLst>
          </p:cNvPr>
          <p:cNvGrpSpPr/>
          <p:nvPr/>
        </p:nvGrpSpPr>
        <p:grpSpPr>
          <a:xfrm>
            <a:off x="9765612" y="4363941"/>
            <a:ext cx="255090" cy="255090"/>
            <a:chOff x="2766747" y="2052494"/>
            <a:chExt cx="255090" cy="255090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9440A752-4B59-5014-AF66-9294D6212CFC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D275087C-23E9-C078-0EDA-686D66C64DE8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C2EC66DD-0E8D-1BA0-9360-DFCA97EA0702}"/>
              </a:ext>
            </a:extLst>
          </p:cNvPr>
          <p:cNvGrpSpPr/>
          <p:nvPr/>
        </p:nvGrpSpPr>
        <p:grpSpPr>
          <a:xfrm>
            <a:off x="10086333" y="4363941"/>
            <a:ext cx="255090" cy="255090"/>
            <a:chOff x="2766747" y="2052494"/>
            <a:chExt cx="255090" cy="255090"/>
          </a:xfrm>
        </p:grpSpPr>
        <p:sp>
          <p:nvSpPr>
            <p:cNvPr id="27" name="Rectangle: Rounded Corners 26">
              <a:extLst>
                <a:ext uri="{FF2B5EF4-FFF2-40B4-BE49-F238E27FC236}">
                  <a16:creationId xmlns:a16="http://schemas.microsoft.com/office/drawing/2014/main" id="{F5654DD2-60B6-D6F5-25A1-AEC4C4342017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EDF905AA-A296-6CE7-60D3-D15993E482C8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641C4DA6-1FCB-6F72-66C3-1734D5D02C60}"/>
              </a:ext>
            </a:extLst>
          </p:cNvPr>
          <p:cNvGrpSpPr/>
          <p:nvPr/>
        </p:nvGrpSpPr>
        <p:grpSpPr>
          <a:xfrm>
            <a:off x="9124170" y="4684663"/>
            <a:ext cx="255090" cy="255090"/>
            <a:chOff x="2766747" y="2052494"/>
            <a:chExt cx="255090" cy="255090"/>
          </a:xfrm>
        </p:grpSpPr>
        <p:sp>
          <p:nvSpPr>
            <p:cNvPr id="30" name="Rectangle: Rounded Corners 29">
              <a:extLst>
                <a:ext uri="{FF2B5EF4-FFF2-40B4-BE49-F238E27FC236}">
                  <a16:creationId xmlns:a16="http://schemas.microsoft.com/office/drawing/2014/main" id="{09EF65B9-0303-AEF9-2E4A-9A39B4FBCDAA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60650DF3-A4DA-A42B-F443-429352A1DDD2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81C975C2-8082-D23B-E73B-4757040A0B03}"/>
              </a:ext>
            </a:extLst>
          </p:cNvPr>
          <p:cNvGrpSpPr/>
          <p:nvPr/>
        </p:nvGrpSpPr>
        <p:grpSpPr>
          <a:xfrm>
            <a:off x="9444891" y="4684663"/>
            <a:ext cx="255090" cy="255090"/>
            <a:chOff x="2766747" y="2052494"/>
            <a:chExt cx="255090" cy="255090"/>
          </a:xfrm>
        </p:grpSpPr>
        <p:sp>
          <p:nvSpPr>
            <p:cNvPr id="33" name="Rectangle: Rounded Corners 32">
              <a:extLst>
                <a:ext uri="{FF2B5EF4-FFF2-40B4-BE49-F238E27FC236}">
                  <a16:creationId xmlns:a16="http://schemas.microsoft.com/office/drawing/2014/main" id="{BCEC514C-C912-E43E-A01F-3D9FAAADFB44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34" name="Oval 33">
              <a:extLst>
                <a:ext uri="{FF2B5EF4-FFF2-40B4-BE49-F238E27FC236}">
                  <a16:creationId xmlns:a16="http://schemas.microsoft.com/office/drawing/2014/main" id="{D474C327-2DE0-197B-B4BD-C9B97642B1EA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5E4E3CA1-59F3-D95A-1894-0BE626811DEC}"/>
              </a:ext>
            </a:extLst>
          </p:cNvPr>
          <p:cNvGrpSpPr/>
          <p:nvPr/>
        </p:nvGrpSpPr>
        <p:grpSpPr>
          <a:xfrm>
            <a:off x="9765612" y="4684663"/>
            <a:ext cx="255090" cy="255090"/>
            <a:chOff x="2766747" y="2052494"/>
            <a:chExt cx="255090" cy="255090"/>
          </a:xfrm>
        </p:grpSpPr>
        <p:sp>
          <p:nvSpPr>
            <p:cNvPr id="36" name="Rectangle: Rounded Corners 35">
              <a:extLst>
                <a:ext uri="{FF2B5EF4-FFF2-40B4-BE49-F238E27FC236}">
                  <a16:creationId xmlns:a16="http://schemas.microsoft.com/office/drawing/2014/main" id="{71E701E2-3F43-8B9B-20AF-1C1E26606081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C7F84A6E-BDCF-A006-1427-7312733599F4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996B97B8-6F72-2633-3B95-B26592930C7D}"/>
              </a:ext>
            </a:extLst>
          </p:cNvPr>
          <p:cNvGrpSpPr/>
          <p:nvPr/>
        </p:nvGrpSpPr>
        <p:grpSpPr>
          <a:xfrm>
            <a:off x="10086333" y="4684663"/>
            <a:ext cx="255090" cy="255090"/>
            <a:chOff x="2766747" y="2052494"/>
            <a:chExt cx="255090" cy="255090"/>
          </a:xfrm>
        </p:grpSpPr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B8A681CB-C36E-AF32-6B0C-1031C080445F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0" name="Oval 39">
              <a:extLst>
                <a:ext uri="{FF2B5EF4-FFF2-40B4-BE49-F238E27FC236}">
                  <a16:creationId xmlns:a16="http://schemas.microsoft.com/office/drawing/2014/main" id="{DFEEFD75-6031-6E0A-4A26-1F90270006C0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9F03C26B-FBA2-E321-A7AF-B546ACA4DCEE}"/>
              </a:ext>
            </a:extLst>
          </p:cNvPr>
          <p:cNvGrpSpPr/>
          <p:nvPr/>
        </p:nvGrpSpPr>
        <p:grpSpPr>
          <a:xfrm>
            <a:off x="9124170" y="5005385"/>
            <a:ext cx="255090" cy="255090"/>
            <a:chOff x="2766747" y="2052494"/>
            <a:chExt cx="255090" cy="255090"/>
          </a:xfrm>
        </p:grpSpPr>
        <p:sp>
          <p:nvSpPr>
            <p:cNvPr id="42" name="Rectangle: Rounded Corners 41">
              <a:extLst>
                <a:ext uri="{FF2B5EF4-FFF2-40B4-BE49-F238E27FC236}">
                  <a16:creationId xmlns:a16="http://schemas.microsoft.com/office/drawing/2014/main" id="{BB6D0D35-5ADC-F808-73BE-112C7B2847F2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3" name="Oval 42">
              <a:extLst>
                <a:ext uri="{FF2B5EF4-FFF2-40B4-BE49-F238E27FC236}">
                  <a16:creationId xmlns:a16="http://schemas.microsoft.com/office/drawing/2014/main" id="{7F468898-0246-E921-FE78-3D32A8591752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4DD6341B-CDB0-9F8C-B7B3-43FFA0D7B836}"/>
              </a:ext>
            </a:extLst>
          </p:cNvPr>
          <p:cNvGrpSpPr/>
          <p:nvPr/>
        </p:nvGrpSpPr>
        <p:grpSpPr>
          <a:xfrm>
            <a:off x="9444891" y="5005385"/>
            <a:ext cx="255090" cy="255090"/>
            <a:chOff x="2766747" y="2052494"/>
            <a:chExt cx="255090" cy="255090"/>
          </a:xfrm>
        </p:grpSpPr>
        <p:sp>
          <p:nvSpPr>
            <p:cNvPr id="45" name="Rectangle: Rounded Corners 44">
              <a:extLst>
                <a:ext uri="{FF2B5EF4-FFF2-40B4-BE49-F238E27FC236}">
                  <a16:creationId xmlns:a16="http://schemas.microsoft.com/office/drawing/2014/main" id="{E98BC437-3CA4-2C17-65DA-C55DB6BE22DE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6" name="Oval 45">
              <a:extLst>
                <a:ext uri="{FF2B5EF4-FFF2-40B4-BE49-F238E27FC236}">
                  <a16:creationId xmlns:a16="http://schemas.microsoft.com/office/drawing/2014/main" id="{F8413321-521D-F953-CB9A-1D0B35D754C8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A7C0AF56-750C-BAE5-8D44-02494FC6799F}"/>
              </a:ext>
            </a:extLst>
          </p:cNvPr>
          <p:cNvGrpSpPr/>
          <p:nvPr/>
        </p:nvGrpSpPr>
        <p:grpSpPr>
          <a:xfrm>
            <a:off x="9765612" y="5005385"/>
            <a:ext cx="255090" cy="255090"/>
            <a:chOff x="2766747" y="2052494"/>
            <a:chExt cx="255090" cy="255090"/>
          </a:xfrm>
        </p:grpSpPr>
        <p:sp>
          <p:nvSpPr>
            <p:cNvPr id="48" name="Rectangle: Rounded Corners 47">
              <a:extLst>
                <a:ext uri="{FF2B5EF4-FFF2-40B4-BE49-F238E27FC236}">
                  <a16:creationId xmlns:a16="http://schemas.microsoft.com/office/drawing/2014/main" id="{5952ECAE-2046-B9CA-C238-71A1A2B91EBB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17970D19-70CB-E08F-DCD6-1B72B2EBF272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7BCE7E64-2B78-0943-4260-80AAB7215D62}"/>
              </a:ext>
            </a:extLst>
          </p:cNvPr>
          <p:cNvGrpSpPr/>
          <p:nvPr/>
        </p:nvGrpSpPr>
        <p:grpSpPr>
          <a:xfrm>
            <a:off x="10086333" y="5005385"/>
            <a:ext cx="255090" cy="255090"/>
            <a:chOff x="2766747" y="2052494"/>
            <a:chExt cx="255090" cy="255090"/>
          </a:xfrm>
        </p:grpSpPr>
        <p:sp>
          <p:nvSpPr>
            <p:cNvPr id="51" name="Rectangle: Rounded Corners 50">
              <a:extLst>
                <a:ext uri="{FF2B5EF4-FFF2-40B4-BE49-F238E27FC236}">
                  <a16:creationId xmlns:a16="http://schemas.microsoft.com/office/drawing/2014/main" id="{2D694D0F-D38E-340C-1EED-E9204EA5B37D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766C4CE6-3B1F-BB50-33E4-4438DD145CD0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73026CBB-DF98-0128-07CD-A52BAA30ECFE}"/>
              </a:ext>
            </a:extLst>
          </p:cNvPr>
          <p:cNvGrpSpPr/>
          <p:nvPr/>
        </p:nvGrpSpPr>
        <p:grpSpPr>
          <a:xfrm>
            <a:off x="9124170" y="5326107"/>
            <a:ext cx="255090" cy="255090"/>
            <a:chOff x="2766747" y="2052494"/>
            <a:chExt cx="255090" cy="255090"/>
          </a:xfrm>
        </p:grpSpPr>
        <p:sp>
          <p:nvSpPr>
            <p:cNvPr id="54" name="Rectangle: Rounded Corners 53">
              <a:extLst>
                <a:ext uri="{FF2B5EF4-FFF2-40B4-BE49-F238E27FC236}">
                  <a16:creationId xmlns:a16="http://schemas.microsoft.com/office/drawing/2014/main" id="{1949B41F-B029-662A-5E05-58E4C898C5B0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5" name="Oval 54">
              <a:extLst>
                <a:ext uri="{FF2B5EF4-FFF2-40B4-BE49-F238E27FC236}">
                  <a16:creationId xmlns:a16="http://schemas.microsoft.com/office/drawing/2014/main" id="{4ADDBA9F-53CE-48C1-726F-3184C2327283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FD4F104F-4743-D021-0019-F6E7A95CA3F2}"/>
              </a:ext>
            </a:extLst>
          </p:cNvPr>
          <p:cNvGrpSpPr/>
          <p:nvPr/>
        </p:nvGrpSpPr>
        <p:grpSpPr>
          <a:xfrm>
            <a:off x="9444891" y="5326107"/>
            <a:ext cx="255090" cy="255090"/>
            <a:chOff x="2766747" y="2052494"/>
            <a:chExt cx="255090" cy="255090"/>
          </a:xfrm>
        </p:grpSpPr>
        <p:sp>
          <p:nvSpPr>
            <p:cNvPr id="57" name="Rectangle: Rounded Corners 56">
              <a:extLst>
                <a:ext uri="{FF2B5EF4-FFF2-40B4-BE49-F238E27FC236}">
                  <a16:creationId xmlns:a16="http://schemas.microsoft.com/office/drawing/2014/main" id="{7DCD044E-130B-C368-3ED1-6F6C1A5A4931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8" name="Oval 57">
              <a:extLst>
                <a:ext uri="{FF2B5EF4-FFF2-40B4-BE49-F238E27FC236}">
                  <a16:creationId xmlns:a16="http://schemas.microsoft.com/office/drawing/2014/main" id="{933CBF21-CD17-9923-9578-6E46FB53FA38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4327EAB6-5011-F7FB-9352-AA5FA48FCD6D}"/>
              </a:ext>
            </a:extLst>
          </p:cNvPr>
          <p:cNvGrpSpPr/>
          <p:nvPr/>
        </p:nvGrpSpPr>
        <p:grpSpPr>
          <a:xfrm>
            <a:off x="9765612" y="5326107"/>
            <a:ext cx="255090" cy="255090"/>
            <a:chOff x="2766747" y="2052494"/>
            <a:chExt cx="255090" cy="255090"/>
          </a:xfrm>
        </p:grpSpPr>
        <p:sp>
          <p:nvSpPr>
            <p:cNvPr id="60" name="Rectangle: Rounded Corners 59">
              <a:extLst>
                <a:ext uri="{FF2B5EF4-FFF2-40B4-BE49-F238E27FC236}">
                  <a16:creationId xmlns:a16="http://schemas.microsoft.com/office/drawing/2014/main" id="{9E93E47E-EAAD-211F-1840-30BAFF37DB70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1" name="Oval 60">
              <a:extLst>
                <a:ext uri="{FF2B5EF4-FFF2-40B4-BE49-F238E27FC236}">
                  <a16:creationId xmlns:a16="http://schemas.microsoft.com/office/drawing/2014/main" id="{060478B3-2006-43BC-2703-8129B58247B2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5FBE9CDD-D0BF-6460-DC86-5021B71E08C2}"/>
              </a:ext>
            </a:extLst>
          </p:cNvPr>
          <p:cNvGrpSpPr/>
          <p:nvPr/>
        </p:nvGrpSpPr>
        <p:grpSpPr>
          <a:xfrm>
            <a:off x="10086333" y="5326107"/>
            <a:ext cx="255090" cy="255090"/>
            <a:chOff x="2766747" y="2052494"/>
            <a:chExt cx="255090" cy="255090"/>
          </a:xfrm>
        </p:grpSpPr>
        <p:sp>
          <p:nvSpPr>
            <p:cNvPr id="63" name="Rectangle: Rounded Corners 62">
              <a:extLst>
                <a:ext uri="{FF2B5EF4-FFF2-40B4-BE49-F238E27FC236}">
                  <a16:creationId xmlns:a16="http://schemas.microsoft.com/office/drawing/2014/main" id="{616CD6E1-C1B3-E53C-3C05-6342C6AFCF13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4" name="Oval 63">
              <a:extLst>
                <a:ext uri="{FF2B5EF4-FFF2-40B4-BE49-F238E27FC236}">
                  <a16:creationId xmlns:a16="http://schemas.microsoft.com/office/drawing/2014/main" id="{82EC4E93-C577-FCC1-4346-169AA9F5E80B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17E60A9A-305F-A4A3-D6D6-3B0F341B08AD}"/>
              </a:ext>
            </a:extLst>
          </p:cNvPr>
          <p:cNvGrpSpPr/>
          <p:nvPr/>
        </p:nvGrpSpPr>
        <p:grpSpPr>
          <a:xfrm>
            <a:off x="9317030" y="3891836"/>
            <a:ext cx="815362" cy="138419"/>
            <a:chOff x="5146646" y="1950440"/>
            <a:chExt cx="815362" cy="138419"/>
          </a:xfrm>
        </p:grpSpPr>
        <p:sp>
          <p:nvSpPr>
            <p:cNvPr id="66" name="Rectangle: Rounded Corners 65">
              <a:extLst>
                <a:ext uri="{FF2B5EF4-FFF2-40B4-BE49-F238E27FC236}">
                  <a16:creationId xmlns:a16="http://schemas.microsoft.com/office/drawing/2014/main" id="{C834915E-3442-EC80-6909-EF9943626DA4}"/>
                </a:ext>
              </a:extLst>
            </p:cNvPr>
            <p:cNvSpPr/>
            <p:nvPr/>
          </p:nvSpPr>
          <p:spPr>
            <a:xfrm>
              <a:off x="5146646" y="1950440"/>
              <a:ext cx="815362" cy="138419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ACA7F662-A371-BEF5-81C6-EED2FDAF7039}"/>
                </a:ext>
              </a:extLst>
            </p:cNvPr>
            <p:cNvSpPr/>
            <p:nvPr/>
          </p:nvSpPr>
          <p:spPr>
            <a:xfrm rot="16200000">
              <a:off x="5201236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8" name="Rectangle 67">
              <a:extLst>
                <a:ext uri="{FF2B5EF4-FFF2-40B4-BE49-F238E27FC236}">
                  <a16:creationId xmlns:a16="http://schemas.microsoft.com/office/drawing/2014/main" id="{36BB74FF-496D-C7F7-725B-0DD2D609B76C}"/>
                </a:ext>
              </a:extLst>
            </p:cNvPr>
            <p:cNvSpPr/>
            <p:nvPr/>
          </p:nvSpPr>
          <p:spPr>
            <a:xfrm rot="16200000">
              <a:off x="5294405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7583425C-9893-5746-843E-8C20EC730926}"/>
                </a:ext>
              </a:extLst>
            </p:cNvPr>
            <p:cNvSpPr/>
            <p:nvPr/>
          </p:nvSpPr>
          <p:spPr>
            <a:xfrm rot="16200000">
              <a:off x="5387574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46EF9EDE-2CD3-5FBC-AAB0-1AA4B30CCD7C}"/>
                </a:ext>
              </a:extLst>
            </p:cNvPr>
            <p:cNvSpPr/>
            <p:nvPr/>
          </p:nvSpPr>
          <p:spPr>
            <a:xfrm rot="16200000">
              <a:off x="5480743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342CC7F4-B929-2668-66AD-2CA2CBD2E6E5}"/>
                </a:ext>
              </a:extLst>
            </p:cNvPr>
            <p:cNvSpPr/>
            <p:nvPr/>
          </p:nvSpPr>
          <p:spPr>
            <a:xfrm rot="16200000">
              <a:off x="5573912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4A6E0C4E-880A-B0BC-E97D-CDFF19B9670F}"/>
                </a:ext>
              </a:extLst>
            </p:cNvPr>
            <p:cNvSpPr/>
            <p:nvPr/>
          </p:nvSpPr>
          <p:spPr>
            <a:xfrm rot="16200000">
              <a:off x="5667081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8299530E-BFFF-7A5F-7D2F-107F2B5C8356}"/>
                </a:ext>
              </a:extLst>
            </p:cNvPr>
            <p:cNvSpPr/>
            <p:nvPr/>
          </p:nvSpPr>
          <p:spPr>
            <a:xfrm rot="16200000">
              <a:off x="5760250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4" name="Rectangle 73">
              <a:extLst>
                <a:ext uri="{FF2B5EF4-FFF2-40B4-BE49-F238E27FC236}">
                  <a16:creationId xmlns:a16="http://schemas.microsoft.com/office/drawing/2014/main" id="{E34DD3CE-C593-B0FE-52EE-27B44396ED1B}"/>
                </a:ext>
              </a:extLst>
            </p:cNvPr>
            <p:cNvSpPr/>
            <p:nvPr/>
          </p:nvSpPr>
          <p:spPr>
            <a:xfrm rot="16200000">
              <a:off x="5853419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sp>
        <p:nvSpPr>
          <p:cNvPr id="75" name="TextBox 74">
            <a:extLst>
              <a:ext uri="{FF2B5EF4-FFF2-40B4-BE49-F238E27FC236}">
                <a16:creationId xmlns:a16="http://schemas.microsoft.com/office/drawing/2014/main" id="{CF443952-B70B-E35F-89CF-9C2D40F1B359}"/>
              </a:ext>
            </a:extLst>
          </p:cNvPr>
          <p:cNvSpPr txBox="1"/>
          <p:nvPr/>
        </p:nvSpPr>
        <p:spPr>
          <a:xfrm>
            <a:off x="9069930" y="3729000"/>
            <a:ext cx="1128835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700">
                <a:solidFill>
                  <a:schemeClr val="bg1"/>
                </a:solidFill>
                <a:latin typeface="Consolas" panose="020B0609020204030204" pitchFamily="49" charset="0"/>
              </a:rPr>
              <a:t>pin 7 6 5 4 3 2 1 0</a:t>
            </a:r>
            <a:endParaRPr lang="LID4096" sz="70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DC64E475-7371-C77B-EB0E-ADECC7E57ECD}"/>
              </a:ext>
            </a:extLst>
          </p:cNvPr>
          <p:cNvSpPr txBox="1"/>
          <p:nvPr/>
        </p:nvSpPr>
        <p:spPr>
          <a:xfrm>
            <a:off x="9055467" y="4496249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0</a:t>
            </a:r>
            <a:endParaRPr lang="LID4096" sz="500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68F4E41F-06A0-8742-181D-E6BD2E1ADC93}"/>
              </a:ext>
            </a:extLst>
          </p:cNvPr>
          <p:cNvSpPr txBox="1"/>
          <p:nvPr/>
        </p:nvSpPr>
        <p:spPr>
          <a:xfrm>
            <a:off x="9377524" y="4497315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</a:t>
            </a:r>
            <a:endParaRPr lang="LID4096" sz="500"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BA0F208D-8D1E-E422-C9E0-E70E799CDF74}"/>
              </a:ext>
            </a:extLst>
          </p:cNvPr>
          <p:cNvSpPr txBox="1"/>
          <p:nvPr/>
        </p:nvSpPr>
        <p:spPr>
          <a:xfrm>
            <a:off x="9699581" y="4498381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2</a:t>
            </a:r>
            <a:endParaRPr lang="LID4096" sz="500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B2AF3C36-D064-1D20-1442-7DDE6B07E86A}"/>
              </a:ext>
            </a:extLst>
          </p:cNvPr>
          <p:cNvSpPr txBox="1"/>
          <p:nvPr/>
        </p:nvSpPr>
        <p:spPr>
          <a:xfrm>
            <a:off x="10021638" y="4499447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3</a:t>
            </a:r>
            <a:endParaRPr lang="LID4096" sz="500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C17267E6-39A7-7AB6-6408-CA08813C46ED}"/>
              </a:ext>
            </a:extLst>
          </p:cNvPr>
          <p:cNvSpPr txBox="1"/>
          <p:nvPr/>
        </p:nvSpPr>
        <p:spPr>
          <a:xfrm>
            <a:off x="9055467" y="4798723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4</a:t>
            </a:r>
            <a:endParaRPr lang="LID4096" sz="500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9EAEFA18-4E6D-4BAD-5486-E2C2F8D2B5A3}"/>
              </a:ext>
            </a:extLst>
          </p:cNvPr>
          <p:cNvSpPr txBox="1"/>
          <p:nvPr/>
        </p:nvSpPr>
        <p:spPr>
          <a:xfrm>
            <a:off x="9377524" y="4799789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5</a:t>
            </a:r>
            <a:endParaRPr lang="LID4096" sz="500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A341637C-88E0-78A8-6594-C5D10047625A}"/>
              </a:ext>
            </a:extLst>
          </p:cNvPr>
          <p:cNvSpPr txBox="1"/>
          <p:nvPr/>
        </p:nvSpPr>
        <p:spPr>
          <a:xfrm>
            <a:off x="9699581" y="4800855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6</a:t>
            </a:r>
            <a:endParaRPr lang="LID4096" sz="500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B778C0FF-C6B1-3389-AF95-DB807E8288DD}"/>
              </a:ext>
            </a:extLst>
          </p:cNvPr>
          <p:cNvSpPr txBox="1"/>
          <p:nvPr/>
        </p:nvSpPr>
        <p:spPr>
          <a:xfrm>
            <a:off x="10021638" y="4801921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7</a:t>
            </a:r>
            <a:endParaRPr lang="LID4096" sz="500"/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527FD789-3B55-49B5-BAF0-C6B9979BF813}"/>
              </a:ext>
            </a:extLst>
          </p:cNvPr>
          <p:cNvSpPr txBox="1"/>
          <p:nvPr/>
        </p:nvSpPr>
        <p:spPr>
          <a:xfrm>
            <a:off x="9054531" y="5124319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8</a:t>
            </a:r>
            <a:endParaRPr lang="LID4096" sz="500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D4147D14-4BB0-E029-7B59-A2BF9368D073}"/>
              </a:ext>
            </a:extLst>
          </p:cNvPr>
          <p:cNvSpPr txBox="1"/>
          <p:nvPr/>
        </p:nvSpPr>
        <p:spPr>
          <a:xfrm>
            <a:off x="9376588" y="5125385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9</a:t>
            </a:r>
            <a:endParaRPr lang="LID4096" sz="500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AE923F26-A0BC-3E5C-4D76-00A8A8AB73E2}"/>
              </a:ext>
            </a:extLst>
          </p:cNvPr>
          <p:cNvSpPr txBox="1"/>
          <p:nvPr/>
        </p:nvSpPr>
        <p:spPr>
          <a:xfrm>
            <a:off x="9698645" y="5126451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10</a:t>
            </a:r>
            <a:endParaRPr lang="LID4096" sz="500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6C7E1B0F-C0F2-5029-7541-BF0E4387F7EA}"/>
              </a:ext>
            </a:extLst>
          </p:cNvPr>
          <p:cNvSpPr txBox="1"/>
          <p:nvPr/>
        </p:nvSpPr>
        <p:spPr>
          <a:xfrm>
            <a:off x="10020702" y="5127517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11</a:t>
            </a:r>
            <a:endParaRPr lang="LID4096" sz="500"/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D96C770C-A044-C36D-BB73-7AE353C53206}"/>
              </a:ext>
            </a:extLst>
          </p:cNvPr>
          <p:cNvSpPr txBox="1"/>
          <p:nvPr/>
        </p:nvSpPr>
        <p:spPr>
          <a:xfrm>
            <a:off x="9053595" y="5449915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12</a:t>
            </a:r>
            <a:endParaRPr lang="LID4096" sz="500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35683A9A-9096-C173-AB21-F4911EFE95CC}"/>
              </a:ext>
            </a:extLst>
          </p:cNvPr>
          <p:cNvSpPr txBox="1"/>
          <p:nvPr/>
        </p:nvSpPr>
        <p:spPr>
          <a:xfrm>
            <a:off x="9375652" y="5450981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13</a:t>
            </a:r>
            <a:endParaRPr lang="LID4096" sz="500"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7A4735AC-1567-1B11-53DF-53CFABDB8CC2}"/>
              </a:ext>
            </a:extLst>
          </p:cNvPr>
          <p:cNvSpPr txBox="1"/>
          <p:nvPr/>
        </p:nvSpPr>
        <p:spPr>
          <a:xfrm>
            <a:off x="9697709" y="5452047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14</a:t>
            </a:r>
            <a:endParaRPr lang="LID4096" sz="500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7D9E5DCB-6D1A-360E-7290-384AD0F47448}"/>
              </a:ext>
            </a:extLst>
          </p:cNvPr>
          <p:cNvSpPr txBox="1"/>
          <p:nvPr/>
        </p:nvSpPr>
        <p:spPr>
          <a:xfrm>
            <a:off x="10019766" y="5453113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15</a:t>
            </a:r>
            <a:endParaRPr lang="LID4096" sz="500"/>
          </a:p>
        </p:txBody>
      </p:sp>
      <p:pic>
        <p:nvPicPr>
          <p:cNvPr id="93" name="Picture 92">
            <a:extLst>
              <a:ext uri="{FF2B5EF4-FFF2-40B4-BE49-F238E27FC236}">
                <a16:creationId xmlns:a16="http://schemas.microsoft.com/office/drawing/2014/main" id="{0A69D3B3-4094-E10E-16E2-FC489F6083B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6200000">
            <a:off x="4790492" y="3817567"/>
            <a:ext cx="3095687" cy="1602927"/>
          </a:xfrm>
          <a:prstGeom prst="rect">
            <a:avLst/>
          </a:prstGeom>
        </p:spPr>
      </p:pic>
      <p:sp>
        <p:nvSpPr>
          <p:cNvPr id="94" name="Rectangle 93">
            <a:extLst>
              <a:ext uri="{FF2B5EF4-FFF2-40B4-BE49-F238E27FC236}">
                <a16:creationId xmlns:a16="http://schemas.microsoft.com/office/drawing/2014/main" id="{585B4E8C-BE78-2948-1487-1D36A269D3B5}"/>
              </a:ext>
            </a:extLst>
          </p:cNvPr>
          <p:cNvSpPr/>
          <p:nvPr/>
        </p:nvSpPr>
        <p:spPr>
          <a:xfrm rot="16200000">
            <a:off x="5547725" y="4112390"/>
            <a:ext cx="1955188" cy="810715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5" name="Freeform: Shape 94">
            <a:extLst>
              <a:ext uri="{FF2B5EF4-FFF2-40B4-BE49-F238E27FC236}">
                <a16:creationId xmlns:a16="http://schemas.microsoft.com/office/drawing/2014/main" id="{76B52D43-551C-9CB0-2C13-A4DCA3781B4A}"/>
              </a:ext>
            </a:extLst>
          </p:cNvPr>
          <p:cNvSpPr/>
          <p:nvPr/>
        </p:nvSpPr>
        <p:spPr>
          <a:xfrm rot="16200000">
            <a:off x="5014315" y="4418631"/>
            <a:ext cx="2189810" cy="149806"/>
          </a:xfrm>
          <a:custGeom>
            <a:avLst/>
            <a:gdLst>
              <a:gd name="connsiteX0" fmla="*/ 3406140 w 3825240"/>
              <a:gd name="connsiteY0" fmla="*/ 0 h 259080"/>
              <a:gd name="connsiteX1" fmla="*/ 0 w 3825240"/>
              <a:gd name="connsiteY1" fmla="*/ 68580 h 259080"/>
              <a:gd name="connsiteX2" fmla="*/ 228600 w 3825240"/>
              <a:gd name="connsiteY2" fmla="*/ 259080 h 259080"/>
              <a:gd name="connsiteX3" fmla="*/ 3825240 w 3825240"/>
              <a:gd name="connsiteY3" fmla="*/ 167640 h 259080"/>
              <a:gd name="connsiteX4" fmla="*/ 3406140 w 3825240"/>
              <a:gd name="connsiteY4" fmla="*/ 0 h 259080"/>
              <a:gd name="connsiteX0" fmla="*/ 3406140 w 3787140"/>
              <a:gd name="connsiteY0" fmla="*/ 0 h 259080"/>
              <a:gd name="connsiteX1" fmla="*/ 0 w 3787140"/>
              <a:gd name="connsiteY1" fmla="*/ 68580 h 259080"/>
              <a:gd name="connsiteX2" fmla="*/ 228600 w 3787140"/>
              <a:gd name="connsiteY2" fmla="*/ 259080 h 259080"/>
              <a:gd name="connsiteX3" fmla="*/ 3787140 w 3787140"/>
              <a:gd name="connsiteY3" fmla="*/ 153353 h 259080"/>
              <a:gd name="connsiteX4" fmla="*/ 3406140 w 3787140"/>
              <a:gd name="connsiteY4" fmla="*/ 0 h 259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787140" h="259080">
                <a:moveTo>
                  <a:pt x="3406140" y="0"/>
                </a:moveTo>
                <a:lnTo>
                  <a:pt x="0" y="68580"/>
                </a:lnTo>
                <a:lnTo>
                  <a:pt x="228600" y="259080"/>
                </a:lnTo>
                <a:lnTo>
                  <a:pt x="3787140" y="153353"/>
                </a:lnTo>
                <a:lnTo>
                  <a:pt x="3406140" y="0"/>
                </a:lnTo>
                <a:close/>
              </a:path>
            </a:pathLst>
          </a:custGeom>
          <a:solidFill>
            <a:schemeClr val="bg2">
              <a:lumMod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6" name="Freeform: Shape 95">
            <a:extLst>
              <a:ext uri="{FF2B5EF4-FFF2-40B4-BE49-F238E27FC236}">
                <a16:creationId xmlns:a16="http://schemas.microsoft.com/office/drawing/2014/main" id="{4B3031DD-E80D-B41B-5409-CB8B9D7F37A4}"/>
              </a:ext>
            </a:extLst>
          </p:cNvPr>
          <p:cNvSpPr/>
          <p:nvPr/>
        </p:nvSpPr>
        <p:spPr>
          <a:xfrm rot="16200000">
            <a:off x="6514578" y="5020058"/>
            <a:ext cx="118964" cy="991363"/>
          </a:xfrm>
          <a:custGeom>
            <a:avLst/>
            <a:gdLst>
              <a:gd name="connsiteX0" fmla="*/ 0 w 205740"/>
              <a:gd name="connsiteY0" fmla="*/ 0 h 1714500"/>
              <a:gd name="connsiteX1" fmla="*/ 30480 w 205740"/>
              <a:gd name="connsiteY1" fmla="*/ 1539240 h 1714500"/>
              <a:gd name="connsiteX2" fmla="*/ 205740 w 205740"/>
              <a:gd name="connsiteY2" fmla="*/ 1714500 h 1714500"/>
              <a:gd name="connsiteX3" fmla="*/ 198120 w 205740"/>
              <a:gd name="connsiteY3" fmla="*/ 167640 h 1714500"/>
              <a:gd name="connsiteX4" fmla="*/ 0 w 205740"/>
              <a:gd name="connsiteY4" fmla="*/ 0 h 1714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5740" h="1714500">
                <a:moveTo>
                  <a:pt x="0" y="0"/>
                </a:moveTo>
                <a:lnTo>
                  <a:pt x="30480" y="1539240"/>
                </a:lnTo>
                <a:lnTo>
                  <a:pt x="205740" y="1714500"/>
                </a:lnTo>
                <a:lnTo>
                  <a:pt x="198120" y="167640"/>
                </a:lnTo>
                <a:lnTo>
                  <a:pt x="0" y="0"/>
                </a:ln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7" name="Freeform: Shape 96">
            <a:extLst>
              <a:ext uri="{FF2B5EF4-FFF2-40B4-BE49-F238E27FC236}">
                <a16:creationId xmlns:a16="http://schemas.microsoft.com/office/drawing/2014/main" id="{BEA04892-DF63-A5CA-F567-1B8101AF53F2}"/>
              </a:ext>
            </a:extLst>
          </p:cNvPr>
          <p:cNvSpPr/>
          <p:nvPr/>
        </p:nvSpPr>
        <p:spPr>
          <a:xfrm rot="16200000">
            <a:off x="5560667" y="3942777"/>
            <a:ext cx="2079659" cy="956115"/>
          </a:xfrm>
          <a:custGeom>
            <a:avLst/>
            <a:gdLst>
              <a:gd name="connsiteX0" fmla="*/ 0 w 3680460"/>
              <a:gd name="connsiteY0" fmla="*/ 1653540 h 1653540"/>
              <a:gd name="connsiteX1" fmla="*/ 1463040 w 3680460"/>
              <a:gd name="connsiteY1" fmla="*/ 1592580 h 1653540"/>
              <a:gd name="connsiteX2" fmla="*/ 1463040 w 3680460"/>
              <a:gd name="connsiteY2" fmla="*/ 1417320 h 1653540"/>
              <a:gd name="connsiteX3" fmla="*/ 182880 w 3680460"/>
              <a:gd name="connsiteY3" fmla="*/ 1478280 h 1653540"/>
              <a:gd name="connsiteX4" fmla="*/ 160020 w 3680460"/>
              <a:gd name="connsiteY4" fmla="*/ 266700 h 1653540"/>
              <a:gd name="connsiteX5" fmla="*/ 3474720 w 3680460"/>
              <a:gd name="connsiteY5" fmla="*/ 160020 h 1653540"/>
              <a:gd name="connsiteX6" fmla="*/ 3467100 w 3680460"/>
              <a:gd name="connsiteY6" fmla="*/ 1424940 h 1653540"/>
              <a:gd name="connsiteX7" fmla="*/ 2278380 w 3680460"/>
              <a:gd name="connsiteY7" fmla="*/ 1432560 h 1653540"/>
              <a:gd name="connsiteX8" fmla="*/ 2263140 w 3680460"/>
              <a:gd name="connsiteY8" fmla="*/ 1584960 h 1653540"/>
              <a:gd name="connsiteX9" fmla="*/ 3680460 w 3680460"/>
              <a:gd name="connsiteY9" fmla="*/ 1546860 h 1653540"/>
              <a:gd name="connsiteX10" fmla="*/ 3589020 w 3680460"/>
              <a:gd name="connsiteY10" fmla="*/ 0 h 1653540"/>
              <a:gd name="connsiteX11" fmla="*/ 0 w 3680460"/>
              <a:gd name="connsiteY11" fmla="*/ 91440 h 1653540"/>
              <a:gd name="connsiteX12" fmla="*/ 0 w 3680460"/>
              <a:gd name="connsiteY12" fmla="*/ 1653540 h 1653540"/>
              <a:gd name="connsiteX0" fmla="*/ 0 w 3649980"/>
              <a:gd name="connsiteY0" fmla="*/ 1653540 h 1653540"/>
              <a:gd name="connsiteX1" fmla="*/ 1463040 w 3649980"/>
              <a:gd name="connsiteY1" fmla="*/ 1592580 h 1653540"/>
              <a:gd name="connsiteX2" fmla="*/ 1463040 w 3649980"/>
              <a:gd name="connsiteY2" fmla="*/ 1417320 h 1653540"/>
              <a:gd name="connsiteX3" fmla="*/ 182880 w 3649980"/>
              <a:gd name="connsiteY3" fmla="*/ 1478280 h 1653540"/>
              <a:gd name="connsiteX4" fmla="*/ 160020 w 3649980"/>
              <a:gd name="connsiteY4" fmla="*/ 266700 h 1653540"/>
              <a:gd name="connsiteX5" fmla="*/ 3474720 w 3649980"/>
              <a:gd name="connsiteY5" fmla="*/ 160020 h 1653540"/>
              <a:gd name="connsiteX6" fmla="*/ 3467100 w 3649980"/>
              <a:gd name="connsiteY6" fmla="*/ 1424940 h 1653540"/>
              <a:gd name="connsiteX7" fmla="*/ 2278380 w 3649980"/>
              <a:gd name="connsiteY7" fmla="*/ 1432560 h 1653540"/>
              <a:gd name="connsiteX8" fmla="*/ 2263140 w 3649980"/>
              <a:gd name="connsiteY8" fmla="*/ 1584960 h 1653540"/>
              <a:gd name="connsiteX9" fmla="*/ 3649980 w 3649980"/>
              <a:gd name="connsiteY9" fmla="*/ 1554480 h 1653540"/>
              <a:gd name="connsiteX10" fmla="*/ 3589020 w 3649980"/>
              <a:gd name="connsiteY10" fmla="*/ 0 h 1653540"/>
              <a:gd name="connsiteX11" fmla="*/ 0 w 3649980"/>
              <a:gd name="connsiteY11" fmla="*/ 91440 h 1653540"/>
              <a:gd name="connsiteX12" fmla="*/ 0 w 3649980"/>
              <a:gd name="connsiteY12" fmla="*/ 1653540 h 1653540"/>
              <a:gd name="connsiteX0" fmla="*/ 0 w 3596640"/>
              <a:gd name="connsiteY0" fmla="*/ 1653540 h 1653540"/>
              <a:gd name="connsiteX1" fmla="*/ 1463040 w 3596640"/>
              <a:gd name="connsiteY1" fmla="*/ 1592580 h 1653540"/>
              <a:gd name="connsiteX2" fmla="*/ 1463040 w 3596640"/>
              <a:gd name="connsiteY2" fmla="*/ 1417320 h 1653540"/>
              <a:gd name="connsiteX3" fmla="*/ 182880 w 3596640"/>
              <a:gd name="connsiteY3" fmla="*/ 1478280 h 1653540"/>
              <a:gd name="connsiteX4" fmla="*/ 160020 w 3596640"/>
              <a:gd name="connsiteY4" fmla="*/ 266700 h 1653540"/>
              <a:gd name="connsiteX5" fmla="*/ 3474720 w 3596640"/>
              <a:gd name="connsiteY5" fmla="*/ 160020 h 1653540"/>
              <a:gd name="connsiteX6" fmla="*/ 3467100 w 3596640"/>
              <a:gd name="connsiteY6" fmla="*/ 1424940 h 1653540"/>
              <a:gd name="connsiteX7" fmla="*/ 2278380 w 3596640"/>
              <a:gd name="connsiteY7" fmla="*/ 1432560 h 1653540"/>
              <a:gd name="connsiteX8" fmla="*/ 2263140 w 3596640"/>
              <a:gd name="connsiteY8" fmla="*/ 1584960 h 1653540"/>
              <a:gd name="connsiteX9" fmla="*/ 3596640 w 3596640"/>
              <a:gd name="connsiteY9" fmla="*/ 1546860 h 1653540"/>
              <a:gd name="connsiteX10" fmla="*/ 3589020 w 3596640"/>
              <a:gd name="connsiteY10" fmla="*/ 0 h 1653540"/>
              <a:gd name="connsiteX11" fmla="*/ 0 w 3596640"/>
              <a:gd name="connsiteY11" fmla="*/ 91440 h 1653540"/>
              <a:gd name="connsiteX12" fmla="*/ 0 w 3596640"/>
              <a:gd name="connsiteY12" fmla="*/ 1653540 h 1653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596640" h="1653540">
                <a:moveTo>
                  <a:pt x="0" y="1653540"/>
                </a:moveTo>
                <a:lnTo>
                  <a:pt x="1463040" y="1592580"/>
                </a:lnTo>
                <a:lnTo>
                  <a:pt x="1463040" y="1417320"/>
                </a:lnTo>
                <a:lnTo>
                  <a:pt x="182880" y="1478280"/>
                </a:lnTo>
                <a:lnTo>
                  <a:pt x="160020" y="266700"/>
                </a:lnTo>
                <a:lnTo>
                  <a:pt x="3474720" y="160020"/>
                </a:lnTo>
                <a:lnTo>
                  <a:pt x="3467100" y="1424940"/>
                </a:lnTo>
                <a:lnTo>
                  <a:pt x="2278380" y="1432560"/>
                </a:lnTo>
                <a:lnTo>
                  <a:pt x="2263140" y="1584960"/>
                </a:lnTo>
                <a:lnTo>
                  <a:pt x="3596640" y="1546860"/>
                </a:lnTo>
                <a:lnTo>
                  <a:pt x="3589020" y="0"/>
                </a:lnTo>
                <a:lnTo>
                  <a:pt x="0" y="91440"/>
                </a:lnTo>
                <a:lnTo>
                  <a:pt x="0" y="1653540"/>
                </a:lnTo>
                <a:close/>
              </a:path>
            </a:pathLst>
          </a:cu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8" name="Freeform: Shape 97">
            <a:extLst>
              <a:ext uri="{FF2B5EF4-FFF2-40B4-BE49-F238E27FC236}">
                <a16:creationId xmlns:a16="http://schemas.microsoft.com/office/drawing/2014/main" id="{A807A09D-65DD-6701-CEC0-EF22918CD7FE}"/>
              </a:ext>
            </a:extLst>
          </p:cNvPr>
          <p:cNvSpPr/>
          <p:nvPr/>
        </p:nvSpPr>
        <p:spPr>
          <a:xfrm rot="16200000">
            <a:off x="5643693" y="4024151"/>
            <a:ext cx="1911127" cy="758668"/>
          </a:xfrm>
          <a:custGeom>
            <a:avLst/>
            <a:gdLst>
              <a:gd name="connsiteX0" fmla="*/ 2943225 w 3305175"/>
              <a:gd name="connsiteY0" fmla="*/ 4762 h 1312068"/>
              <a:gd name="connsiteX1" fmla="*/ 2964657 w 3305175"/>
              <a:gd name="connsiteY1" fmla="*/ 1040606 h 1312068"/>
              <a:gd name="connsiteX2" fmla="*/ 0 w 3305175"/>
              <a:gd name="connsiteY2" fmla="*/ 1133475 h 1312068"/>
              <a:gd name="connsiteX3" fmla="*/ 7144 w 3305175"/>
              <a:gd name="connsiteY3" fmla="*/ 1312068 h 1312068"/>
              <a:gd name="connsiteX4" fmla="*/ 1290638 w 3305175"/>
              <a:gd name="connsiteY4" fmla="*/ 1254918 h 1312068"/>
              <a:gd name="connsiteX5" fmla="*/ 1362075 w 3305175"/>
              <a:gd name="connsiteY5" fmla="*/ 1202531 h 1312068"/>
              <a:gd name="connsiteX6" fmla="*/ 1431132 w 3305175"/>
              <a:gd name="connsiteY6" fmla="*/ 1185862 h 1312068"/>
              <a:gd name="connsiteX7" fmla="*/ 1735932 w 3305175"/>
              <a:gd name="connsiteY7" fmla="*/ 1171575 h 1312068"/>
              <a:gd name="connsiteX8" fmla="*/ 1902619 w 3305175"/>
              <a:gd name="connsiteY8" fmla="*/ 1178718 h 1312068"/>
              <a:gd name="connsiteX9" fmla="*/ 2100263 w 3305175"/>
              <a:gd name="connsiteY9" fmla="*/ 1264443 h 1312068"/>
              <a:gd name="connsiteX10" fmla="*/ 3300413 w 3305175"/>
              <a:gd name="connsiteY10" fmla="*/ 1257300 h 1312068"/>
              <a:gd name="connsiteX11" fmla="*/ 3305175 w 3305175"/>
              <a:gd name="connsiteY11" fmla="*/ 0 h 1312068"/>
              <a:gd name="connsiteX12" fmla="*/ 2943225 w 3305175"/>
              <a:gd name="connsiteY12" fmla="*/ 4762 h 1312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305175" h="1312068">
                <a:moveTo>
                  <a:pt x="2943225" y="4762"/>
                </a:moveTo>
                <a:lnTo>
                  <a:pt x="2964657" y="1040606"/>
                </a:lnTo>
                <a:lnTo>
                  <a:pt x="0" y="1133475"/>
                </a:lnTo>
                <a:lnTo>
                  <a:pt x="7144" y="1312068"/>
                </a:lnTo>
                <a:lnTo>
                  <a:pt x="1290638" y="1254918"/>
                </a:lnTo>
                <a:lnTo>
                  <a:pt x="1362075" y="1202531"/>
                </a:lnTo>
                <a:lnTo>
                  <a:pt x="1431132" y="1185862"/>
                </a:lnTo>
                <a:lnTo>
                  <a:pt x="1735932" y="1171575"/>
                </a:lnTo>
                <a:lnTo>
                  <a:pt x="1902619" y="1178718"/>
                </a:lnTo>
                <a:lnTo>
                  <a:pt x="2100263" y="1264443"/>
                </a:lnTo>
                <a:lnTo>
                  <a:pt x="3300413" y="1257300"/>
                </a:lnTo>
                <a:cubicBezTo>
                  <a:pt x="3302000" y="838200"/>
                  <a:pt x="3303588" y="419100"/>
                  <a:pt x="3305175" y="0"/>
                </a:cubicBezTo>
                <a:lnTo>
                  <a:pt x="2943225" y="4762"/>
                </a:lnTo>
                <a:close/>
              </a:path>
            </a:pathLst>
          </a:cu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9" name="Freeform: Shape 98">
            <a:extLst>
              <a:ext uri="{FF2B5EF4-FFF2-40B4-BE49-F238E27FC236}">
                <a16:creationId xmlns:a16="http://schemas.microsoft.com/office/drawing/2014/main" id="{DFC1AEA3-302B-F6A2-BA51-67C05AD366B7}"/>
              </a:ext>
            </a:extLst>
          </p:cNvPr>
          <p:cNvSpPr/>
          <p:nvPr/>
        </p:nvSpPr>
        <p:spPr>
          <a:xfrm rot="16200000">
            <a:off x="6730750" y="4307103"/>
            <a:ext cx="473651" cy="143197"/>
          </a:xfrm>
          <a:custGeom>
            <a:avLst/>
            <a:gdLst>
              <a:gd name="connsiteX0" fmla="*/ 802482 w 819150"/>
              <a:gd name="connsiteY0" fmla="*/ 242888 h 247650"/>
              <a:gd name="connsiteX1" fmla="*/ 588169 w 819150"/>
              <a:gd name="connsiteY1" fmla="*/ 116682 h 247650"/>
              <a:gd name="connsiteX2" fmla="*/ 452438 w 819150"/>
              <a:gd name="connsiteY2" fmla="*/ 95250 h 247650"/>
              <a:gd name="connsiteX3" fmla="*/ 192882 w 819150"/>
              <a:gd name="connsiteY3" fmla="*/ 92869 h 247650"/>
              <a:gd name="connsiteX4" fmla="*/ 76200 w 819150"/>
              <a:gd name="connsiteY4" fmla="*/ 140494 h 247650"/>
              <a:gd name="connsiteX5" fmla="*/ 11907 w 819150"/>
              <a:gd name="connsiteY5" fmla="*/ 247650 h 247650"/>
              <a:gd name="connsiteX6" fmla="*/ 0 w 819150"/>
              <a:gd name="connsiteY6" fmla="*/ 85725 h 247650"/>
              <a:gd name="connsiteX7" fmla="*/ 76200 w 819150"/>
              <a:gd name="connsiteY7" fmla="*/ 33338 h 247650"/>
              <a:gd name="connsiteX8" fmla="*/ 173832 w 819150"/>
              <a:gd name="connsiteY8" fmla="*/ 14288 h 247650"/>
              <a:gd name="connsiteX9" fmla="*/ 469107 w 819150"/>
              <a:gd name="connsiteY9" fmla="*/ 0 h 247650"/>
              <a:gd name="connsiteX10" fmla="*/ 616744 w 819150"/>
              <a:gd name="connsiteY10" fmla="*/ 14288 h 247650"/>
              <a:gd name="connsiteX11" fmla="*/ 819150 w 819150"/>
              <a:gd name="connsiteY11" fmla="*/ 95250 h 247650"/>
              <a:gd name="connsiteX12" fmla="*/ 802482 w 819150"/>
              <a:gd name="connsiteY12" fmla="*/ 242888 h 247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819150" h="247650">
                <a:moveTo>
                  <a:pt x="802482" y="242888"/>
                </a:moveTo>
                <a:lnTo>
                  <a:pt x="588169" y="116682"/>
                </a:lnTo>
                <a:lnTo>
                  <a:pt x="452438" y="95250"/>
                </a:lnTo>
                <a:lnTo>
                  <a:pt x="192882" y="92869"/>
                </a:lnTo>
                <a:lnTo>
                  <a:pt x="76200" y="140494"/>
                </a:lnTo>
                <a:lnTo>
                  <a:pt x="11907" y="247650"/>
                </a:lnTo>
                <a:lnTo>
                  <a:pt x="0" y="85725"/>
                </a:lnTo>
                <a:lnTo>
                  <a:pt x="76200" y="33338"/>
                </a:lnTo>
                <a:lnTo>
                  <a:pt x="173832" y="14288"/>
                </a:lnTo>
                <a:lnTo>
                  <a:pt x="469107" y="0"/>
                </a:lnTo>
                <a:lnTo>
                  <a:pt x="616744" y="14288"/>
                </a:lnTo>
                <a:lnTo>
                  <a:pt x="819150" y="95250"/>
                </a:lnTo>
                <a:lnTo>
                  <a:pt x="802482" y="242888"/>
                </a:lnTo>
                <a:close/>
              </a:path>
            </a:pathLst>
          </a:cu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100" name="Group 99">
            <a:extLst>
              <a:ext uri="{FF2B5EF4-FFF2-40B4-BE49-F238E27FC236}">
                <a16:creationId xmlns:a16="http://schemas.microsoft.com/office/drawing/2014/main" id="{589B503E-3D35-270C-10BA-5C49B9DFEE45}"/>
              </a:ext>
            </a:extLst>
          </p:cNvPr>
          <p:cNvGrpSpPr/>
          <p:nvPr/>
        </p:nvGrpSpPr>
        <p:grpSpPr>
          <a:xfrm rot="16200000">
            <a:off x="6374135" y="3859612"/>
            <a:ext cx="121167" cy="90875"/>
            <a:chOff x="6669881" y="4393406"/>
            <a:chExt cx="209550" cy="157163"/>
          </a:xfrm>
        </p:grpSpPr>
        <p:sp>
          <p:nvSpPr>
            <p:cNvPr id="148" name="Rectangle 147">
              <a:extLst>
                <a:ext uri="{FF2B5EF4-FFF2-40B4-BE49-F238E27FC236}">
                  <a16:creationId xmlns:a16="http://schemas.microsoft.com/office/drawing/2014/main" id="{97110ACA-A7D4-97DE-39A3-5B316EC01227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49" name="Freeform: Shape 148">
              <a:extLst>
                <a:ext uri="{FF2B5EF4-FFF2-40B4-BE49-F238E27FC236}">
                  <a16:creationId xmlns:a16="http://schemas.microsoft.com/office/drawing/2014/main" id="{2C48324F-D25E-B202-D151-BE1411740549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1" name="Group 100">
            <a:extLst>
              <a:ext uri="{FF2B5EF4-FFF2-40B4-BE49-F238E27FC236}">
                <a16:creationId xmlns:a16="http://schemas.microsoft.com/office/drawing/2014/main" id="{4FD3375C-78F1-6E14-103B-274AB765AC45}"/>
              </a:ext>
            </a:extLst>
          </p:cNvPr>
          <p:cNvGrpSpPr/>
          <p:nvPr/>
        </p:nvGrpSpPr>
        <p:grpSpPr>
          <a:xfrm rot="16200000">
            <a:off x="6392034" y="4117092"/>
            <a:ext cx="121167" cy="90875"/>
            <a:chOff x="6669881" y="4393406"/>
            <a:chExt cx="209550" cy="157163"/>
          </a:xfrm>
        </p:grpSpPr>
        <p:sp>
          <p:nvSpPr>
            <p:cNvPr id="146" name="Rectangle 145">
              <a:extLst>
                <a:ext uri="{FF2B5EF4-FFF2-40B4-BE49-F238E27FC236}">
                  <a16:creationId xmlns:a16="http://schemas.microsoft.com/office/drawing/2014/main" id="{7D416DCE-86FE-09DD-FD16-BD0BF50F0D51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47" name="Freeform: Shape 146">
              <a:extLst>
                <a:ext uri="{FF2B5EF4-FFF2-40B4-BE49-F238E27FC236}">
                  <a16:creationId xmlns:a16="http://schemas.microsoft.com/office/drawing/2014/main" id="{613DD80F-CE9B-AD5A-E8BB-C5F1B55762EE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2" name="Group 101">
            <a:extLst>
              <a:ext uri="{FF2B5EF4-FFF2-40B4-BE49-F238E27FC236}">
                <a16:creationId xmlns:a16="http://schemas.microsoft.com/office/drawing/2014/main" id="{AF09B19A-4F58-3F78-C21E-59BC57BB0C93}"/>
              </a:ext>
            </a:extLst>
          </p:cNvPr>
          <p:cNvGrpSpPr/>
          <p:nvPr/>
        </p:nvGrpSpPr>
        <p:grpSpPr>
          <a:xfrm rot="16200000">
            <a:off x="6409934" y="4374571"/>
            <a:ext cx="121167" cy="90875"/>
            <a:chOff x="6669881" y="4393406"/>
            <a:chExt cx="209550" cy="157163"/>
          </a:xfrm>
        </p:grpSpPr>
        <p:sp>
          <p:nvSpPr>
            <p:cNvPr id="144" name="Rectangle 143">
              <a:extLst>
                <a:ext uri="{FF2B5EF4-FFF2-40B4-BE49-F238E27FC236}">
                  <a16:creationId xmlns:a16="http://schemas.microsoft.com/office/drawing/2014/main" id="{0A57FF6A-56F1-ECB9-107F-226113CD60FD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45" name="Freeform: Shape 144">
              <a:extLst>
                <a:ext uri="{FF2B5EF4-FFF2-40B4-BE49-F238E27FC236}">
                  <a16:creationId xmlns:a16="http://schemas.microsoft.com/office/drawing/2014/main" id="{E3EC4CD7-2D0E-829B-4EE6-47FA3AF8C50D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3" name="Group 102">
            <a:extLst>
              <a:ext uri="{FF2B5EF4-FFF2-40B4-BE49-F238E27FC236}">
                <a16:creationId xmlns:a16="http://schemas.microsoft.com/office/drawing/2014/main" id="{95704C81-F19A-C160-97CC-D7F369E11B4D}"/>
              </a:ext>
            </a:extLst>
          </p:cNvPr>
          <p:cNvGrpSpPr/>
          <p:nvPr/>
        </p:nvGrpSpPr>
        <p:grpSpPr>
          <a:xfrm rot="16200000">
            <a:off x="6416818" y="4664408"/>
            <a:ext cx="121167" cy="90875"/>
            <a:chOff x="6669881" y="4393406"/>
            <a:chExt cx="209550" cy="157163"/>
          </a:xfrm>
        </p:grpSpPr>
        <p:sp>
          <p:nvSpPr>
            <p:cNvPr id="142" name="Rectangle 141">
              <a:extLst>
                <a:ext uri="{FF2B5EF4-FFF2-40B4-BE49-F238E27FC236}">
                  <a16:creationId xmlns:a16="http://schemas.microsoft.com/office/drawing/2014/main" id="{DBB908CF-1D9C-5723-9585-07BEA0A278FF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43" name="Freeform: Shape 142">
              <a:extLst>
                <a:ext uri="{FF2B5EF4-FFF2-40B4-BE49-F238E27FC236}">
                  <a16:creationId xmlns:a16="http://schemas.microsoft.com/office/drawing/2014/main" id="{50F6E439-EBEC-F747-6787-8610B8BE6AAC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39987E79-474C-DB3A-E395-A4100AB7D2F5}"/>
              </a:ext>
            </a:extLst>
          </p:cNvPr>
          <p:cNvGrpSpPr/>
          <p:nvPr/>
        </p:nvGrpSpPr>
        <p:grpSpPr>
          <a:xfrm rot="16200000">
            <a:off x="6428222" y="4957132"/>
            <a:ext cx="121167" cy="90875"/>
            <a:chOff x="6669881" y="4393406"/>
            <a:chExt cx="209550" cy="157163"/>
          </a:xfrm>
        </p:grpSpPr>
        <p:sp>
          <p:nvSpPr>
            <p:cNvPr id="140" name="Rectangle 139">
              <a:extLst>
                <a:ext uri="{FF2B5EF4-FFF2-40B4-BE49-F238E27FC236}">
                  <a16:creationId xmlns:a16="http://schemas.microsoft.com/office/drawing/2014/main" id="{40523DEC-B7D7-6961-3ADD-40C638998FE9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41" name="Freeform: Shape 140">
              <a:extLst>
                <a:ext uri="{FF2B5EF4-FFF2-40B4-BE49-F238E27FC236}">
                  <a16:creationId xmlns:a16="http://schemas.microsoft.com/office/drawing/2014/main" id="{46B96661-C138-B371-B895-5EA821214ADB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5" name="Group 104">
            <a:extLst>
              <a:ext uri="{FF2B5EF4-FFF2-40B4-BE49-F238E27FC236}">
                <a16:creationId xmlns:a16="http://schemas.microsoft.com/office/drawing/2014/main" id="{C76EA5F4-6280-175E-8C79-B463F279C5F7}"/>
              </a:ext>
            </a:extLst>
          </p:cNvPr>
          <p:cNvGrpSpPr/>
          <p:nvPr/>
        </p:nvGrpSpPr>
        <p:grpSpPr>
          <a:xfrm rot="16200000">
            <a:off x="6663670" y="4964017"/>
            <a:ext cx="121167" cy="90875"/>
            <a:chOff x="6669881" y="4393406"/>
            <a:chExt cx="209550" cy="157163"/>
          </a:xfrm>
        </p:grpSpPr>
        <p:sp>
          <p:nvSpPr>
            <p:cNvPr id="138" name="Rectangle 137">
              <a:extLst>
                <a:ext uri="{FF2B5EF4-FFF2-40B4-BE49-F238E27FC236}">
                  <a16:creationId xmlns:a16="http://schemas.microsoft.com/office/drawing/2014/main" id="{FF946B49-C006-8EA3-5B86-581E3273597E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9" name="Freeform: Shape 138">
              <a:extLst>
                <a:ext uri="{FF2B5EF4-FFF2-40B4-BE49-F238E27FC236}">
                  <a16:creationId xmlns:a16="http://schemas.microsoft.com/office/drawing/2014/main" id="{37EF78F2-9D9C-4C20-5CBD-71157EEC1DFC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75FE37CA-6E6A-D8D8-0578-6240F82A0914}"/>
              </a:ext>
            </a:extLst>
          </p:cNvPr>
          <p:cNvGrpSpPr/>
          <p:nvPr/>
        </p:nvGrpSpPr>
        <p:grpSpPr>
          <a:xfrm rot="16200000">
            <a:off x="6655408" y="4665786"/>
            <a:ext cx="121167" cy="90875"/>
            <a:chOff x="6669881" y="4393406"/>
            <a:chExt cx="209550" cy="157163"/>
          </a:xfrm>
        </p:grpSpPr>
        <p:sp>
          <p:nvSpPr>
            <p:cNvPr id="136" name="Rectangle 135">
              <a:extLst>
                <a:ext uri="{FF2B5EF4-FFF2-40B4-BE49-F238E27FC236}">
                  <a16:creationId xmlns:a16="http://schemas.microsoft.com/office/drawing/2014/main" id="{947A8072-1BB1-16FE-9DF5-699F745FD33F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7" name="Freeform: Shape 136">
              <a:extLst>
                <a:ext uri="{FF2B5EF4-FFF2-40B4-BE49-F238E27FC236}">
                  <a16:creationId xmlns:a16="http://schemas.microsoft.com/office/drawing/2014/main" id="{3A95783F-1618-C641-612C-A561B25DE4D2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8BBA3AF7-13E7-52C8-A755-FACE8B0F19AC}"/>
              </a:ext>
            </a:extLst>
          </p:cNvPr>
          <p:cNvGrpSpPr/>
          <p:nvPr/>
        </p:nvGrpSpPr>
        <p:grpSpPr>
          <a:xfrm rot="16200000">
            <a:off x="6651667" y="4370442"/>
            <a:ext cx="121167" cy="90875"/>
            <a:chOff x="6669881" y="4393406"/>
            <a:chExt cx="209550" cy="157163"/>
          </a:xfrm>
        </p:grpSpPr>
        <p:sp>
          <p:nvSpPr>
            <p:cNvPr id="134" name="Rectangle 133">
              <a:extLst>
                <a:ext uri="{FF2B5EF4-FFF2-40B4-BE49-F238E27FC236}">
                  <a16:creationId xmlns:a16="http://schemas.microsoft.com/office/drawing/2014/main" id="{842D128A-C0D9-7A7B-213E-AEE33069E820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5" name="Freeform: Shape 134">
              <a:extLst>
                <a:ext uri="{FF2B5EF4-FFF2-40B4-BE49-F238E27FC236}">
                  <a16:creationId xmlns:a16="http://schemas.microsoft.com/office/drawing/2014/main" id="{0F873F83-4B2A-D5CF-5159-A07E15DEB1ED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8" name="Group 107">
            <a:extLst>
              <a:ext uri="{FF2B5EF4-FFF2-40B4-BE49-F238E27FC236}">
                <a16:creationId xmlns:a16="http://schemas.microsoft.com/office/drawing/2014/main" id="{C853C8E1-88E5-BD7C-0549-A4AAEABCCC9F}"/>
              </a:ext>
            </a:extLst>
          </p:cNvPr>
          <p:cNvGrpSpPr/>
          <p:nvPr/>
        </p:nvGrpSpPr>
        <p:grpSpPr>
          <a:xfrm rot="16200000">
            <a:off x="6654990" y="4099194"/>
            <a:ext cx="121167" cy="90875"/>
            <a:chOff x="6669881" y="4393406"/>
            <a:chExt cx="209550" cy="157163"/>
          </a:xfrm>
        </p:grpSpPr>
        <p:sp>
          <p:nvSpPr>
            <p:cNvPr id="132" name="Rectangle 131">
              <a:extLst>
                <a:ext uri="{FF2B5EF4-FFF2-40B4-BE49-F238E27FC236}">
                  <a16:creationId xmlns:a16="http://schemas.microsoft.com/office/drawing/2014/main" id="{6041BE4F-7099-6B22-A5E3-FC15BB3FCF08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3" name="Freeform: Shape 132">
              <a:extLst>
                <a:ext uri="{FF2B5EF4-FFF2-40B4-BE49-F238E27FC236}">
                  <a16:creationId xmlns:a16="http://schemas.microsoft.com/office/drawing/2014/main" id="{C174C633-45A6-96C8-3BD7-FACDE841C4E9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9" name="Group 108">
            <a:extLst>
              <a:ext uri="{FF2B5EF4-FFF2-40B4-BE49-F238E27FC236}">
                <a16:creationId xmlns:a16="http://schemas.microsoft.com/office/drawing/2014/main" id="{BF43D740-27E2-7C67-F33E-C115EDE28F39}"/>
              </a:ext>
            </a:extLst>
          </p:cNvPr>
          <p:cNvGrpSpPr/>
          <p:nvPr/>
        </p:nvGrpSpPr>
        <p:grpSpPr>
          <a:xfrm rot="16200000">
            <a:off x="6648913" y="3843094"/>
            <a:ext cx="121167" cy="90875"/>
            <a:chOff x="6669881" y="4393406"/>
            <a:chExt cx="209550" cy="157163"/>
          </a:xfrm>
        </p:grpSpPr>
        <p:sp>
          <p:nvSpPr>
            <p:cNvPr id="130" name="Rectangle 129">
              <a:extLst>
                <a:ext uri="{FF2B5EF4-FFF2-40B4-BE49-F238E27FC236}">
                  <a16:creationId xmlns:a16="http://schemas.microsoft.com/office/drawing/2014/main" id="{A29BCBDF-3D58-959E-C6CA-1DB586C6EB8A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1" name="Freeform: Shape 130">
              <a:extLst>
                <a:ext uri="{FF2B5EF4-FFF2-40B4-BE49-F238E27FC236}">
                  <a16:creationId xmlns:a16="http://schemas.microsoft.com/office/drawing/2014/main" id="{80E1EDA2-BE1B-4401-DFA4-7D1046EDD57A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sp>
        <p:nvSpPr>
          <p:cNvPr id="111" name="TextBox 110">
            <a:extLst>
              <a:ext uri="{FF2B5EF4-FFF2-40B4-BE49-F238E27FC236}">
                <a16:creationId xmlns:a16="http://schemas.microsoft.com/office/drawing/2014/main" id="{606EA079-828E-C15B-08C8-1F55B4C7BB20}"/>
              </a:ext>
            </a:extLst>
          </p:cNvPr>
          <p:cNvSpPr txBox="1"/>
          <p:nvPr/>
        </p:nvSpPr>
        <p:spPr>
          <a:xfrm>
            <a:off x="7189421" y="4831228"/>
            <a:ext cx="46038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GND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97890C9D-04E2-99DD-546F-03AF59882F8C}"/>
              </a:ext>
            </a:extLst>
          </p:cNvPr>
          <p:cNvSpPr txBox="1"/>
          <p:nvPr/>
        </p:nvSpPr>
        <p:spPr>
          <a:xfrm>
            <a:off x="5183730" y="3690889"/>
            <a:ext cx="43954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3.3V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cxnSp>
        <p:nvCxnSpPr>
          <p:cNvPr id="114" name="Straight Connector 113">
            <a:extLst>
              <a:ext uri="{FF2B5EF4-FFF2-40B4-BE49-F238E27FC236}">
                <a16:creationId xmlns:a16="http://schemas.microsoft.com/office/drawing/2014/main" id="{011B32C2-9593-8561-1A7A-BA55131DAD8F}"/>
              </a:ext>
            </a:extLst>
          </p:cNvPr>
          <p:cNvCxnSpPr>
            <a:cxnSpLocks/>
          </p:cNvCxnSpPr>
          <p:nvPr/>
        </p:nvCxnSpPr>
        <p:spPr>
          <a:xfrm rot="16200000">
            <a:off x="5870388" y="4585169"/>
            <a:ext cx="0" cy="893411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TextBox 114">
            <a:extLst>
              <a:ext uri="{FF2B5EF4-FFF2-40B4-BE49-F238E27FC236}">
                <a16:creationId xmlns:a16="http://schemas.microsoft.com/office/drawing/2014/main" id="{0B1CAC13-94ED-FF79-C38D-C9089B35FFA1}"/>
              </a:ext>
            </a:extLst>
          </p:cNvPr>
          <p:cNvSpPr txBox="1"/>
          <p:nvPr/>
        </p:nvSpPr>
        <p:spPr>
          <a:xfrm>
            <a:off x="5179544" y="4842093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pin0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A7B900CE-1F33-9B9D-EC8B-E06A066DCB1C}"/>
              </a:ext>
            </a:extLst>
          </p:cNvPr>
          <p:cNvSpPr txBox="1"/>
          <p:nvPr/>
        </p:nvSpPr>
        <p:spPr>
          <a:xfrm>
            <a:off x="5179544" y="4494051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pin2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A8FBB83C-8006-ACCB-ACB1-D89F567A058A}"/>
              </a:ext>
            </a:extLst>
          </p:cNvPr>
          <p:cNvSpPr txBox="1"/>
          <p:nvPr/>
        </p:nvSpPr>
        <p:spPr>
          <a:xfrm>
            <a:off x="5179544" y="4233996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pin4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A5EF763E-8E8D-5299-99BA-E3A81D1A2B42}"/>
              </a:ext>
            </a:extLst>
          </p:cNvPr>
          <p:cNvSpPr txBox="1"/>
          <p:nvPr/>
        </p:nvSpPr>
        <p:spPr>
          <a:xfrm>
            <a:off x="5179543" y="3973150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pin6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DA4D63FC-33B4-C014-C328-7DDC6510E27A}"/>
              </a:ext>
            </a:extLst>
          </p:cNvPr>
          <p:cNvSpPr txBox="1"/>
          <p:nvPr/>
        </p:nvSpPr>
        <p:spPr>
          <a:xfrm>
            <a:off x="7219646" y="4540109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pin1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9BFCC160-0D8F-4803-E4A0-AB23E67B739D}"/>
              </a:ext>
            </a:extLst>
          </p:cNvPr>
          <p:cNvSpPr txBox="1"/>
          <p:nvPr/>
        </p:nvSpPr>
        <p:spPr>
          <a:xfrm>
            <a:off x="7218474" y="4241711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pin3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DBBEA2F5-1C83-276F-B8FB-C534469D5D81}"/>
              </a:ext>
            </a:extLst>
          </p:cNvPr>
          <p:cNvSpPr txBox="1"/>
          <p:nvPr/>
        </p:nvSpPr>
        <p:spPr>
          <a:xfrm>
            <a:off x="7219062" y="3962749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pin5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4C02358A-1E1D-738E-9C61-03796B896EEC}"/>
              </a:ext>
            </a:extLst>
          </p:cNvPr>
          <p:cNvSpPr txBox="1"/>
          <p:nvPr/>
        </p:nvSpPr>
        <p:spPr>
          <a:xfrm>
            <a:off x="7218475" y="3700725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pin7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50" name="Freeform: Shape 149">
            <a:extLst>
              <a:ext uri="{FF2B5EF4-FFF2-40B4-BE49-F238E27FC236}">
                <a16:creationId xmlns:a16="http://schemas.microsoft.com/office/drawing/2014/main" id="{4991F9B0-C611-2F59-A9E6-776830AA1139}"/>
              </a:ext>
            </a:extLst>
          </p:cNvPr>
          <p:cNvSpPr/>
          <p:nvPr/>
        </p:nvSpPr>
        <p:spPr>
          <a:xfrm>
            <a:off x="5000625" y="2609850"/>
            <a:ext cx="5043488" cy="2424113"/>
          </a:xfrm>
          <a:custGeom>
            <a:avLst/>
            <a:gdLst>
              <a:gd name="csX0" fmla="*/ 1304925 w 5043488"/>
              <a:gd name="csY0" fmla="*/ 2424113 h 2424113"/>
              <a:gd name="csX1" fmla="*/ 0 w 5043488"/>
              <a:gd name="csY1" fmla="*/ 2424113 h 2424113"/>
              <a:gd name="csX2" fmla="*/ 0 w 5043488"/>
              <a:gd name="csY2" fmla="*/ 0 h 2424113"/>
              <a:gd name="csX3" fmla="*/ 5043488 w 5043488"/>
              <a:gd name="csY3" fmla="*/ 0 h 2424113"/>
              <a:gd name="csX4" fmla="*/ 5043488 w 5043488"/>
              <a:gd name="csY4" fmla="*/ 1290638 h 24241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5043488" h="2424113">
                <a:moveTo>
                  <a:pt x="1304925" y="2424113"/>
                </a:moveTo>
                <a:lnTo>
                  <a:pt x="0" y="2424113"/>
                </a:lnTo>
                <a:lnTo>
                  <a:pt x="0" y="0"/>
                </a:lnTo>
                <a:lnTo>
                  <a:pt x="5043488" y="0"/>
                </a:lnTo>
                <a:lnTo>
                  <a:pt x="5043488" y="1290638"/>
                </a:lnTo>
              </a:path>
            </a:pathLst>
          </a:custGeom>
          <a:noFill/>
          <a:ln>
            <a:solidFill>
              <a:srgbClr val="FFC000"/>
            </a:solidFill>
          </a:ln>
          <a:effectLst>
            <a:glow rad="63500">
              <a:schemeClr val="accent2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1" name="Freeform: Shape 150">
            <a:extLst>
              <a:ext uri="{FF2B5EF4-FFF2-40B4-BE49-F238E27FC236}">
                <a16:creationId xmlns:a16="http://schemas.microsoft.com/office/drawing/2014/main" id="{68B98E96-6E7D-0F96-0C0E-B5F36078EA78}"/>
              </a:ext>
            </a:extLst>
          </p:cNvPr>
          <p:cNvSpPr/>
          <p:nvPr/>
        </p:nvSpPr>
        <p:spPr>
          <a:xfrm>
            <a:off x="6829425" y="2671763"/>
            <a:ext cx="3139382" cy="2057400"/>
          </a:xfrm>
          <a:custGeom>
            <a:avLst/>
            <a:gdLst>
              <a:gd name="csX0" fmla="*/ 0 w 3109913"/>
              <a:gd name="csY0" fmla="*/ 2057400 h 2057400"/>
              <a:gd name="csX1" fmla="*/ 1090613 w 3109913"/>
              <a:gd name="csY1" fmla="*/ 2057400 h 2057400"/>
              <a:gd name="csX2" fmla="*/ 1090613 w 3109913"/>
              <a:gd name="csY2" fmla="*/ 0 h 2057400"/>
              <a:gd name="csX3" fmla="*/ 3109913 w 3109913"/>
              <a:gd name="csY3" fmla="*/ 0 h 2057400"/>
              <a:gd name="csX4" fmla="*/ 3109913 w 3109913"/>
              <a:gd name="csY4" fmla="*/ 1228725 h 20574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3109913" h="2057400">
                <a:moveTo>
                  <a:pt x="0" y="2057400"/>
                </a:moveTo>
                <a:lnTo>
                  <a:pt x="1090613" y="2057400"/>
                </a:lnTo>
                <a:lnTo>
                  <a:pt x="1090613" y="0"/>
                </a:lnTo>
                <a:lnTo>
                  <a:pt x="3109913" y="0"/>
                </a:lnTo>
                <a:lnTo>
                  <a:pt x="3109913" y="1228725"/>
                </a:lnTo>
              </a:path>
            </a:pathLst>
          </a:custGeom>
          <a:noFill/>
          <a:ln>
            <a:solidFill>
              <a:schemeClr val="accent6">
                <a:lumMod val="60000"/>
                <a:lumOff val="40000"/>
              </a:schemeClr>
            </a:solidFill>
          </a:ln>
          <a:effectLst>
            <a:glow rad="63500">
              <a:schemeClr val="accent2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2" name="Freeform: Shape 151">
            <a:extLst>
              <a:ext uri="{FF2B5EF4-FFF2-40B4-BE49-F238E27FC236}">
                <a16:creationId xmlns:a16="http://schemas.microsoft.com/office/drawing/2014/main" id="{6BEFF8CF-8B13-7BA4-7CA4-7D7A3860F832}"/>
              </a:ext>
            </a:extLst>
          </p:cNvPr>
          <p:cNvSpPr/>
          <p:nvPr/>
        </p:nvSpPr>
        <p:spPr>
          <a:xfrm>
            <a:off x="5110163" y="2776538"/>
            <a:ext cx="4757737" cy="1947862"/>
          </a:xfrm>
          <a:custGeom>
            <a:avLst/>
            <a:gdLst>
              <a:gd name="csX0" fmla="*/ 1362075 w 4757737"/>
              <a:gd name="csY0" fmla="*/ 1947862 h 1947862"/>
              <a:gd name="csX1" fmla="*/ 0 w 4757737"/>
              <a:gd name="csY1" fmla="*/ 1947862 h 1947862"/>
              <a:gd name="csX2" fmla="*/ 0 w 4757737"/>
              <a:gd name="csY2" fmla="*/ 0 h 1947862"/>
              <a:gd name="csX3" fmla="*/ 4757737 w 4757737"/>
              <a:gd name="csY3" fmla="*/ 0 h 1947862"/>
              <a:gd name="csX4" fmla="*/ 4757737 w 4757737"/>
              <a:gd name="csY4" fmla="*/ 1138237 h 19478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757737" h="1947862">
                <a:moveTo>
                  <a:pt x="1362075" y="1947862"/>
                </a:moveTo>
                <a:lnTo>
                  <a:pt x="0" y="1947862"/>
                </a:lnTo>
                <a:lnTo>
                  <a:pt x="0" y="0"/>
                </a:lnTo>
                <a:lnTo>
                  <a:pt x="4757737" y="0"/>
                </a:lnTo>
                <a:lnTo>
                  <a:pt x="4757737" y="1138237"/>
                </a:lnTo>
              </a:path>
            </a:pathLst>
          </a:custGeom>
          <a:noFill/>
          <a:ln>
            <a:solidFill>
              <a:schemeClr val="accent5">
                <a:lumMod val="60000"/>
                <a:lumOff val="40000"/>
              </a:schemeClr>
            </a:solidFill>
          </a:ln>
          <a:effectLst>
            <a:glow rad="63500">
              <a:schemeClr val="accent2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3" name="Freeform: Shape 152">
            <a:extLst>
              <a:ext uri="{FF2B5EF4-FFF2-40B4-BE49-F238E27FC236}">
                <a16:creationId xmlns:a16="http://schemas.microsoft.com/office/drawing/2014/main" id="{8549DAC5-09AB-5E5A-EB17-96AD28A3B2C1}"/>
              </a:ext>
            </a:extLst>
          </p:cNvPr>
          <p:cNvSpPr/>
          <p:nvPr/>
        </p:nvSpPr>
        <p:spPr>
          <a:xfrm>
            <a:off x="6810374" y="2862263"/>
            <a:ext cx="2955547" cy="1581150"/>
          </a:xfrm>
          <a:custGeom>
            <a:avLst/>
            <a:gdLst>
              <a:gd name="csX0" fmla="*/ 0 w 2857500"/>
              <a:gd name="csY0" fmla="*/ 1581150 h 1581150"/>
              <a:gd name="csX1" fmla="*/ 1209675 w 2857500"/>
              <a:gd name="csY1" fmla="*/ 1581150 h 1581150"/>
              <a:gd name="csX2" fmla="*/ 1209675 w 2857500"/>
              <a:gd name="csY2" fmla="*/ 0 h 1581150"/>
              <a:gd name="csX3" fmla="*/ 2857500 w 2857500"/>
              <a:gd name="csY3" fmla="*/ 0 h 1581150"/>
              <a:gd name="csX4" fmla="*/ 2857500 w 2857500"/>
              <a:gd name="csY4" fmla="*/ 1066800 h 1581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857500" h="1581150">
                <a:moveTo>
                  <a:pt x="0" y="1581150"/>
                </a:moveTo>
                <a:lnTo>
                  <a:pt x="1209675" y="1581150"/>
                </a:lnTo>
                <a:lnTo>
                  <a:pt x="1209675" y="0"/>
                </a:lnTo>
                <a:lnTo>
                  <a:pt x="2857500" y="0"/>
                </a:lnTo>
                <a:lnTo>
                  <a:pt x="2857500" y="1066800"/>
                </a:lnTo>
              </a:path>
            </a:pathLst>
          </a:custGeom>
          <a:noFill/>
          <a:ln>
            <a:solidFill>
              <a:schemeClr val="accent4">
                <a:lumMod val="60000"/>
                <a:lumOff val="40000"/>
              </a:schemeClr>
            </a:solidFill>
          </a:ln>
          <a:effectLst>
            <a:glow rad="63500">
              <a:schemeClr val="accent2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32260535-6ECA-A879-350A-2E681141C820}"/>
              </a:ext>
            </a:extLst>
          </p:cNvPr>
          <p:cNvSpPr/>
          <p:nvPr/>
        </p:nvSpPr>
        <p:spPr>
          <a:xfrm>
            <a:off x="5223294" y="2932981"/>
            <a:ext cx="4455544" cy="1500996"/>
          </a:xfrm>
          <a:custGeom>
            <a:avLst/>
            <a:gdLst>
              <a:gd name="csX0" fmla="*/ 1199072 w 4455544"/>
              <a:gd name="csY0" fmla="*/ 1500996 h 1500996"/>
              <a:gd name="csX1" fmla="*/ 0 w 4455544"/>
              <a:gd name="csY1" fmla="*/ 1500996 h 1500996"/>
              <a:gd name="csX2" fmla="*/ 0 w 4455544"/>
              <a:gd name="csY2" fmla="*/ 0 h 1500996"/>
              <a:gd name="csX3" fmla="*/ 4455544 w 4455544"/>
              <a:gd name="csY3" fmla="*/ 0 h 1500996"/>
              <a:gd name="csX4" fmla="*/ 4455544 w 4455544"/>
              <a:gd name="csY4" fmla="*/ 979098 h 150099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455544" h="1500996">
                <a:moveTo>
                  <a:pt x="1199072" y="1500996"/>
                </a:moveTo>
                <a:lnTo>
                  <a:pt x="0" y="1500996"/>
                </a:lnTo>
                <a:lnTo>
                  <a:pt x="0" y="0"/>
                </a:lnTo>
                <a:lnTo>
                  <a:pt x="4455544" y="0"/>
                </a:lnTo>
                <a:lnTo>
                  <a:pt x="4455544" y="979098"/>
                </a:lnTo>
              </a:path>
            </a:pathLst>
          </a:custGeom>
          <a:noFill/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F9955CB2-97E2-6BE0-2172-16578B5261E5}"/>
              </a:ext>
            </a:extLst>
          </p:cNvPr>
          <p:cNvSpPr/>
          <p:nvPr/>
        </p:nvSpPr>
        <p:spPr>
          <a:xfrm>
            <a:off x="6788989" y="3023558"/>
            <a:ext cx="2794958" cy="1143000"/>
          </a:xfrm>
          <a:custGeom>
            <a:avLst/>
            <a:gdLst>
              <a:gd name="csX0" fmla="*/ 0 w 2794958"/>
              <a:gd name="csY0" fmla="*/ 1143000 h 1143000"/>
              <a:gd name="csX1" fmla="*/ 1039483 w 2794958"/>
              <a:gd name="csY1" fmla="*/ 1143000 h 1143000"/>
              <a:gd name="csX2" fmla="*/ 1039483 w 2794958"/>
              <a:gd name="csY2" fmla="*/ 0 h 1143000"/>
              <a:gd name="csX3" fmla="*/ 2794958 w 2794958"/>
              <a:gd name="csY3" fmla="*/ 0 h 1143000"/>
              <a:gd name="csX4" fmla="*/ 2794958 w 2794958"/>
              <a:gd name="csY4" fmla="*/ 875582 h 1143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794958" h="1143000">
                <a:moveTo>
                  <a:pt x="0" y="1143000"/>
                </a:moveTo>
                <a:lnTo>
                  <a:pt x="1039483" y="1143000"/>
                </a:lnTo>
                <a:lnTo>
                  <a:pt x="1039483" y="0"/>
                </a:lnTo>
                <a:lnTo>
                  <a:pt x="2794958" y="0"/>
                </a:lnTo>
                <a:lnTo>
                  <a:pt x="2794958" y="875582"/>
                </a:lnTo>
              </a:path>
            </a:pathLst>
          </a:cu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21C5AB1A-D950-91C8-A953-E895F3491E4E}"/>
              </a:ext>
            </a:extLst>
          </p:cNvPr>
          <p:cNvSpPr/>
          <p:nvPr/>
        </p:nvSpPr>
        <p:spPr>
          <a:xfrm>
            <a:off x="5633049" y="3122762"/>
            <a:ext cx="3847381" cy="1061049"/>
          </a:xfrm>
          <a:custGeom>
            <a:avLst/>
            <a:gdLst>
              <a:gd name="csX0" fmla="*/ 741872 w 3847381"/>
              <a:gd name="csY0" fmla="*/ 1061049 h 1061049"/>
              <a:gd name="csX1" fmla="*/ 0 w 3847381"/>
              <a:gd name="csY1" fmla="*/ 1061049 h 1061049"/>
              <a:gd name="csX2" fmla="*/ 0 w 3847381"/>
              <a:gd name="csY2" fmla="*/ 0 h 1061049"/>
              <a:gd name="csX3" fmla="*/ 3847381 w 3847381"/>
              <a:gd name="csY3" fmla="*/ 0 h 1061049"/>
              <a:gd name="csX4" fmla="*/ 3847381 w 3847381"/>
              <a:gd name="csY4" fmla="*/ 793630 h 106104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3847381" h="1061049">
                <a:moveTo>
                  <a:pt x="741872" y="1061049"/>
                </a:moveTo>
                <a:lnTo>
                  <a:pt x="0" y="1061049"/>
                </a:lnTo>
                <a:lnTo>
                  <a:pt x="0" y="0"/>
                </a:lnTo>
                <a:lnTo>
                  <a:pt x="3847381" y="0"/>
                </a:lnTo>
                <a:lnTo>
                  <a:pt x="3847381" y="793630"/>
                </a:lnTo>
              </a:path>
            </a:pathLst>
          </a:custGeom>
          <a:noFill/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6" name="Freeform: Shape 155">
            <a:extLst>
              <a:ext uri="{FF2B5EF4-FFF2-40B4-BE49-F238E27FC236}">
                <a16:creationId xmlns:a16="http://schemas.microsoft.com/office/drawing/2014/main" id="{89BDC410-D220-2A5B-912E-A5039A327B24}"/>
              </a:ext>
            </a:extLst>
          </p:cNvPr>
          <p:cNvSpPr/>
          <p:nvPr/>
        </p:nvSpPr>
        <p:spPr>
          <a:xfrm>
            <a:off x="6797615" y="3213340"/>
            <a:ext cx="2587925" cy="698739"/>
          </a:xfrm>
          <a:custGeom>
            <a:avLst/>
            <a:gdLst>
              <a:gd name="csX0" fmla="*/ 0 w 2587925"/>
              <a:gd name="csY0" fmla="*/ 690113 h 698739"/>
              <a:gd name="csX1" fmla="*/ 953219 w 2587925"/>
              <a:gd name="csY1" fmla="*/ 690113 h 698739"/>
              <a:gd name="csX2" fmla="*/ 953219 w 2587925"/>
              <a:gd name="csY2" fmla="*/ 0 h 698739"/>
              <a:gd name="csX3" fmla="*/ 2587925 w 2587925"/>
              <a:gd name="csY3" fmla="*/ 0 h 698739"/>
              <a:gd name="csX4" fmla="*/ 2587925 w 2587925"/>
              <a:gd name="csY4" fmla="*/ 698739 h 69873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87925" h="698739">
                <a:moveTo>
                  <a:pt x="0" y="690113"/>
                </a:moveTo>
                <a:lnTo>
                  <a:pt x="953219" y="690113"/>
                </a:lnTo>
                <a:lnTo>
                  <a:pt x="953219" y="0"/>
                </a:lnTo>
                <a:lnTo>
                  <a:pt x="2587925" y="0"/>
                </a:lnTo>
                <a:lnTo>
                  <a:pt x="2587925" y="698739"/>
                </a:lnTo>
              </a:path>
            </a:pathLst>
          </a:custGeom>
          <a:noFill/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DAF24A49-6E38-E1C7-BAAD-061BFB55240A}"/>
              </a:ext>
            </a:extLst>
          </p:cNvPr>
          <p:cNvGrpSpPr/>
          <p:nvPr/>
        </p:nvGrpSpPr>
        <p:grpSpPr>
          <a:xfrm>
            <a:off x="6188599" y="4250364"/>
            <a:ext cx="675185" cy="1196508"/>
            <a:chOff x="6188599" y="4250364"/>
            <a:chExt cx="675185" cy="1196508"/>
          </a:xfrm>
        </p:grpSpPr>
        <p:sp>
          <p:nvSpPr>
            <p:cNvPr id="92" name="Freeform: Shape 91">
              <a:extLst>
                <a:ext uri="{FF2B5EF4-FFF2-40B4-BE49-F238E27FC236}">
                  <a16:creationId xmlns:a16="http://schemas.microsoft.com/office/drawing/2014/main" id="{C17EBEBC-4D13-68C6-7340-EA8B1D5AFA9E}"/>
                </a:ext>
              </a:extLst>
            </p:cNvPr>
            <p:cNvSpPr/>
            <p:nvPr/>
          </p:nvSpPr>
          <p:spPr>
            <a:xfrm>
              <a:off x="6353510" y="4250364"/>
              <a:ext cx="489469" cy="1006840"/>
            </a:xfrm>
            <a:custGeom>
              <a:avLst/>
              <a:gdLst>
                <a:gd name="csX0" fmla="*/ 55916 w 489469"/>
                <a:gd name="csY0" fmla="*/ 1003123 h 1006840"/>
                <a:gd name="csX1" fmla="*/ 202565 w 489469"/>
                <a:gd name="csY1" fmla="*/ 929798 h 1006840"/>
                <a:gd name="csX2" fmla="*/ 254324 w 489469"/>
                <a:gd name="csY2" fmla="*/ 675319 h 1006840"/>
                <a:gd name="csX3" fmla="*/ 465671 w 489469"/>
                <a:gd name="csY3" fmla="*/ 532983 h 1006840"/>
                <a:gd name="csX4" fmla="*/ 465671 w 489469"/>
                <a:gd name="csY4" fmla="*/ 58530 h 1006840"/>
                <a:gd name="csX5" fmla="*/ 297456 w 489469"/>
                <a:gd name="csY5" fmla="*/ 32651 h 1006840"/>
                <a:gd name="csX6" fmla="*/ 237071 w 489469"/>
                <a:gd name="csY6" fmla="*/ 287130 h 1006840"/>
                <a:gd name="csX7" fmla="*/ 12784 w 489469"/>
                <a:gd name="csY7" fmla="*/ 399274 h 1006840"/>
                <a:gd name="csX8" fmla="*/ 34350 w 489469"/>
                <a:gd name="csY8" fmla="*/ 934111 h 1006840"/>
                <a:gd name="csX9" fmla="*/ 55916 w 489469"/>
                <a:gd name="csY9" fmla="*/ 1003123 h 100684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489469" h="1006840">
                  <a:moveTo>
                    <a:pt x="55916" y="1003123"/>
                  </a:moveTo>
                  <a:cubicBezTo>
                    <a:pt x="83952" y="1002404"/>
                    <a:pt x="169497" y="984432"/>
                    <a:pt x="202565" y="929798"/>
                  </a:cubicBezTo>
                  <a:cubicBezTo>
                    <a:pt x="235633" y="875164"/>
                    <a:pt x="210473" y="741455"/>
                    <a:pt x="254324" y="675319"/>
                  </a:cubicBezTo>
                  <a:cubicBezTo>
                    <a:pt x="298175" y="609183"/>
                    <a:pt x="430446" y="635781"/>
                    <a:pt x="465671" y="532983"/>
                  </a:cubicBezTo>
                  <a:cubicBezTo>
                    <a:pt x="500896" y="430185"/>
                    <a:pt x="493707" y="141919"/>
                    <a:pt x="465671" y="58530"/>
                  </a:cubicBezTo>
                  <a:cubicBezTo>
                    <a:pt x="437635" y="-24859"/>
                    <a:pt x="335556" y="-5449"/>
                    <a:pt x="297456" y="32651"/>
                  </a:cubicBezTo>
                  <a:cubicBezTo>
                    <a:pt x="259356" y="70751"/>
                    <a:pt x="284516" y="226026"/>
                    <a:pt x="237071" y="287130"/>
                  </a:cubicBezTo>
                  <a:cubicBezTo>
                    <a:pt x="189626" y="348234"/>
                    <a:pt x="46571" y="291444"/>
                    <a:pt x="12784" y="399274"/>
                  </a:cubicBezTo>
                  <a:cubicBezTo>
                    <a:pt x="-21003" y="507104"/>
                    <a:pt x="21410" y="838502"/>
                    <a:pt x="34350" y="934111"/>
                  </a:cubicBezTo>
                  <a:cubicBezTo>
                    <a:pt x="47290" y="1029720"/>
                    <a:pt x="27880" y="1003842"/>
                    <a:pt x="55916" y="1003123"/>
                  </a:cubicBezTo>
                  <a:close/>
                </a:path>
              </a:pathLst>
            </a:custGeom>
            <a:noFill/>
            <a:ln w="38100">
              <a:solidFill>
                <a:schemeClr val="accent6">
                  <a:lumMod val="60000"/>
                  <a:lumOff val="40000"/>
                </a:schemeClr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 dirty="0"/>
            </a:p>
          </p:txBody>
        </p:sp>
        <p:sp>
          <p:nvSpPr>
            <p:cNvPr id="110" name="TextBox 109">
              <a:extLst>
                <a:ext uri="{FF2B5EF4-FFF2-40B4-BE49-F238E27FC236}">
                  <a16:creationId xmlns:a16="http://schemas.microsoft.com/office/drawing/2014/main" id="{580BB4EA-4508-87D9-8860-D89BAFD8D8B9}"/>
                </a:ext>
              </a:extLst>
            </p:cNvPr>
            <p:cNvSpPr txBox="1"/>
            <p:nvPr/>
          </p:nvSpPr>
          <p:spPr>
            <a:xfrm>
              <a:off x="6188599" y="5200651"/>
              <a:ext cx="675185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rgbClr val="92D050"/>
                  </a:solidFill>
                </a:rPr>
                <a:t>PULL UP</a:t>
              </a:r>
              <a:endParaRPr lang="LID4096" sz="1000" b="1" dirty="0">
                <a:solidFill>
                  <a:srgbClr val="92D05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824024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ADB49F-A1C9-6004-2015-F5B2424572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ECD7DF-168A-ABDC-F1E2-AB1D56431A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dirty="0" err="1"/>
              <a:t>Keypad</a:t>
            </a:r>
            <a:r>
              <a:rPr lang="sv-SE" dirty="0"/>
              <a:t> – Lösning</a:t>
            </a:r>
            <a:endParaRPr lang="LID4096" dirty="0"/>
          </a:p>
        </p:txBody>
      </p:sp>
      <p:sp>
        <p:nvSpPr>
          <p:cNvPr id="155" name="Content Placeholder 154">
            <a:extLst>
              <a:ext uri="{FF2B5EF4-FFF2-40B4-BE49-F238E27FC236}">
                <a16:creationId xmlns:a16="http://schemas.microsoft.com/office/drawing/2014/main" id="{6D114062-574E-E9C9-33F2-59EDB226F7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LID4096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231A7C6-F4C6-604F-EEEC-186B80B91C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690688"/>
            <a:ext cx="4746017" cy="5167312"/>
          </a:xfrm>
          <a:prstGeom prst="rect">
            <a:avLst/>
          </a:prstGeom>
        </p:spPr>
      </p:pic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E907B236-E818-298E-9107-E95857873362}"/>
              </a:ext>
            </a:extLst>
          </p:cNvPr>
          <p:cNvSpPr/>
          <p:nvPr/>
        </p:nvSpPr>
        <p:spPr>
          <a:xfrm>
            <a:off x="8625019" y="3694696"/>
            <a:ext cx="2076275" cy="2122414"/>
          </a:xfrm>
          <a:prstGeom prst="roundRect">
            <a:avLst>
              <a:gd name="adj" fmla="val 10606"/>
            </a:avLst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20DB480A-AAC4-5529-539A-FB191357E703}"/>
              </a:ext>
            </a:extLst>
          </p:cNvPr>
          <p:cNvSpPr/>
          <p:nvPr/>
        </p:nvSpPr>
        <p:spPr>
          <a:xfrm>
            <a:off x="8864105" y="3958949"/>
            <a:ext cx="1371600" cy="1514213"/>
          </a:xfrm>
          <a:custGeom>
            <a:avLst/>
            <a:gdLst>
              <a:gd name="connsiteX0" fmla="*/ 541090 w 1371600"/>
              <a:gd name="connsiteY0" fmla="*/ 0 h 1514213"/>
              <a:gd name="connsiteX1" fmla="*/ 541090 w 1371600"/>
              <a:gd name="connsiteY1" fmla="*/ 130029 h 1514213"/>
              <a:gd name="connsiteX2" fmla="*/ 0 w 1371600"/>
              <a:gd name="connsiteY2" fmla="*/ 130029 h 1514213"/>
              <a:gd name="connsiteX3" fmla="*/ 0 w 1371600"/>
              <a:gd name="connsiteY3" fmla="*/ 1497435 h 1514213"/>
              <a:gd name="connsiteX4" fmla="*/ 1371600 w 1371600"/>
              <a:gd name="connsiteY4" fmla="*/ 1514213 h 15142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71600" h="1514213">
                <a:moveTo>
                  <a:pt x="541090" y="0"/>
                </a:moveTo>
                <a:lnTo>
                  <a:pt x="541090" y="130029"/>
                </a:lnTo>
                <a:lnTo>
                  <a:pt x="0" y="130029"/>
                </a:lnTo>
                <a:lnTo>
                  <a:pt x="0" y="1497435"/>
                </a:lnTo>
                <a:lnTo>
                  <a:pt x="1371600" y="1514213"/>
                </a:lnTo>
              </a:path>
            </a:pathLst>
          </a:custGeom>
          <a:noFill/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C3CDABA6-EE16-0784-6F29-5B219E05A9B3}"/>
              </a:ext>
            </a:extLst>
          </p:cNvPr>
          <p:cNvSpPr/>
          <p:nvPr/>
        </p:nvSpPr>
        <p:spPr>
          <a:xfrm>
            <a:off x="8939606" y="3963143"/>
            <a:ext cx="1287710" cy="1170264"/>
          </a:xfrm>
          <a:custGeom>
            <a:avLst/>
            <a:gdLst>
              <a:gd name="connsiteX0" fmla="*/ 545284 w 1287710"/>
              <a:gd name="connsiteY0" fmla="*/ 0 h 1170264"/>
              <a:gd name="connsiteX1" fmla="*/ 541090 w 1287710"/>
              <a:gd name="connsiteY1" fmla="*/ 171975 h 1170264"/>
              <a:gd name="connsiteX2" fmla="*/ 0 w 1287710"/>
              <a:gd name="connsiteY2" fmla="*/ 176169 h 1170264"/>
              <a:gd name="connsiteX3" fmla="*/ 0 w 1287710"/>
              <a:gd name="connsiteY3" fmla="*/ 1166070 h 1170264"/>
              <a:gd name="connsiteX4" fmla="*/ 1287710 w 1287710"/>
              <a:gd name="connsiteY4" fmla="*/ 1170264 h 11702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87710" h="1170264">
                <a:moveTo>
                  <a:pt x="545284" y="0"/>
                </a:moveTo>
                <a:lnTo>
                  <a:pt x="541090" y="171975"/>
                </a:lnTo>
                <a:lnTo>
                  <a:pt x="0" y="176169"/>
                </a:lnTo>
                <a:lnTo>
                  <a:pt x="0" y="1166070"/>
                </a:lnTo>
                <a:lnTo>
                  <a:pt x="1287710" y="1170264"/>
                </a:lnTo>
              </a:path>
            </a:pathLst>
          </a:custGeom>
          <a:noFill/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D4056446-26FC-7DBF-DBD0-BCDAF092A5FA}"/>
              </a:ext>
            </a:extLst>
          </p:cNvPr>
          <p:cNvSpPr/>
          <p:nvPr/>
        </p:nvSpPr>
        <p:spPr>
          <a:xfrm>
            <a:off x="9002523" y="3963143"/>
            <a:ext cx="1224793" cy="855677"/>
          </a:xfrm>
          <a:custGeom>
            <a:avLst/>
            <a:gdLst>
              <a:gd name="connsiteX0" fmla="*/ 587230 w 1224793"/>
              <a:gd name="connsiteY0" fmla="*/ 0 h 855677"/>
              <a:gd name="connsiteX1" fmla="*/ 591424 w 1224793"/>
              <a:gd name="connsiteY1" fmla="*/ 205531 h 855677"/>
              <a:gd name="connsiteX2" fmla="*/ 0 w 1224793"/>
              <a:gd name="connsiteY2" fmla="*/ 209725 h 855677"/>
              <a:gd name="connsiteX3" fmla="*/ 0 w 1224793"/>
              <a:gd name="connsiteY3" fmla="*/ 855677 h 855677"/>
              <a:gd name="connsiteX4" fmla="*/ 1224793 w 1224793"/>
              <a:gd name="connsiteY4" fmla="*/ 855677 h 8556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24793" h="855677">
                <a:moveTo>
                  <a:pt x="587230" y="0"/>
                </a:moveTo>
                <a:lnTo>
                  <a:pt x="591424" y="205531"/>
                </a:lnTo>
                <a:lnTo>
                  <a:pt x="0" y="209725"/>
                </a:lnTo>
                <a:lnTo>
                  <a:pt x="0" y="855677"/>
                </a:lnTo>
                <a:lnTo>
                  <a:pt x="1224793" y="855677"/>
                </a:lnTo>
              </a:path>
            </a:pathLst>
          </a:custGeom>
          <a:noFill/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3A658582-9054-E3F1-E2D9-4EF68A9F4119}"/>
              </a:ext>
            </a:extLst>
          </p:cNvPr>
          <p:cNvSpPr/>
          <p:nvPr/>
        </p:nvSpPr>
        <p:spPr>
          <a:xfrm>
            <a:off x="9073830" y="3963143"/>
            <a:ext cx="1145097" cy="545285"/>
          </a:xfrm>
          <a:custGeom>
            <a:avLst/>
            <a:gdLst>
              <a:gd name="connsiteX0" fmla="*/ 604007 w 1145097"/>
              <a:gd name="connsiteY0" fmla="*/ 0 h 545285"/>
              <a:gd name="connsiteX1" fmla="*/ 608201 w 1145097"/>
              <a:gd name="connsiteY1" fmla="*/ 239087 h 545285"/>
              <a:gd name="connsiteX2" fmla="*/ 0 w 1145097"/>
              <a:gd name="connsiteY2" fmla="*/ 239087 h 545285"/>
              <a:gd name="connsiteX3" fmla="*/ 0 w 1145097"/>
              <a:gd name="connsiteY3" fmla="*/ 536896 h 545285"/>
              <a:gd name="connsiteX4" fmla="*/ 1145097 w 1145097"/>
              <a:gd name="connsiteY4" fmla="*/ 545285 h 5452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45097" h="545285">
                <a:moveTo>
                  <a:pt x="604007" y="0"/>
                </a:moveTo>
                <a:lnTo>
                  <a:pt x="608201" y="239087"/>
                </a:lnTo>
                <a:lnTo>
                  <a:pt x="0" y="239087"/>
                </a:lnTo>
                <a:lnTo>
                  <a:pt x="0" y="536896"/>
                </a:lnTo>
                <a:lnTo>
                  <a:pt x="1145097" y="545285"/>
                </a:lnTo>
              </a:path>
            </a:pathLst>
          </a:custGeom>
          <a:noFill/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6A661DBA-4418-C964-74AB-6C9722078351}"/>
              </a:ext>
            </a:extLst>
          </p:cNvPr>
          <p:cNvSpPr/>
          <p:nvPr/>
        </p:nvSpPr>
        <p:spPr>
          <a:xfrm>
            <a:off x="9862395" y="3963143"/>
            <a:ext cx="29361" cy="1598103"/>
          </a:xfrm>
          <a:custGeom>
            <a:avLst/>
            <a:gdLst>
              <a:gd name="connsiteX0" fmla="*/ 0 w 29361"/>
              <a:gd name="connsiteY0" fmla="*/ 0 h 1598103"/>
              <a:gd name="connsiteX1" fmla="*/ 29361 w 29361"/>
              <a:gd name="connsiteY1" fmla="*/ 1598103 h 15981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9361" h="1598103">
                <a:moveTo>
                  <a:pt x="0" y="0"/>
                </a:moveTo>
                <a:lnTo>
                  <a:pt x="29361" y="1598103"/>
                </a:lnTo>
              </a:path>
            </a:pathLst>
          </a:custGeom>
          <a:noFill/>
          <a:ln>
            <a:solidFill>
              <a:schemeClr val="accent5">
                <a:lumMod val="60000"/>
                <a:lumOff val="40000"/>
              </a:schemeClr>
            </a:solidFill>
          </a:ln>
          <a:effectLst>
            <a:glow rad="63500">
              <a:schemeClr val="accent2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0FEADDA6-6808-012A-DDDF-5ADC30D39B85}"/>
              </a:ext>
            </a:extLst>
          </p:cNvPr>
          <p:cNvSpPr/>
          <p:nvPr/>
        </p:nvSpPr>
        <p:spPr>
          <a:xfrm>
            <a:off x="9765921" y="3950560"/>
            <a:ext cx="453006" cy="1564547"/>
          </a:xfrm>
          <a:custGeom>
            <a:avLst/>
            <a:gdLst>
              <a:gd name="connsiteX0" fmla="*/ 0 w 453006"/>
              <a:gd name="connsiteY0" fmla="*/ 0 h 1564547"/>
              <a:gd name="connsiteX1" fmla="*/ 0 w 453006"/>
              <a:gd name="connsiteY1" fmla="*/ 167780 h 1564547"/>
              <a:gd name="connsiteX2" fmla="*/ 427839 w 453006"/>
              <a:gd name="connsiteY2" fmla="*/ 306198 h 1564547"/>
              <a:gd name="connsiteX3" fmla="*/ 453006 w 453006"/>
              <a:gd name="connsiteY3" fmla="*/ 1564547 h 15645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53006" h="1564547">
                <a:moveTo>
                  <a:pt x="0" y="0"/>
                </a:moveTo>
                <a:lnTo>
                  <a:pt x="0" y="167780"/>
                </a:lnTo>
                <a:lnTo>
                  <a:pt x="427839" y="306198"/>
                </a:lnTo>
                <a:lnTo>
                  <a:pt x="453006" y="1564547"/>
                </a:lnTo>
              </a:path>
            </a:pathLst>
          </a:custGeom>
          <a:noFill/>
          <a:ln>
            <a:solidFill>
              <a:schemeClr val="accent4">
                <a:lumMod val="60000"/>
                <a:lumOff val="40000"/>
              </a:schemeClr>
            </a:solidFill>
          </a:ln>
          <a:effectLst>
            <a:glow rad="63500">
              <a:schemeClr val="accent2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28693B6C-7FCB-970B-489E-7A6D964278F8}"/>
              </a:ext>
            </a:extLst>
          </p:cNvPr>
          <p:cNvSpPr/>
          <p:nvPr/>
        </p:nvSpPr>
        <p:spPr>
          <a:xfrm>
            <a:off x="9577131" y="3955595"/>
            <a:ext cx="377928" cy="1505824"/>
          </a:xfrm>
          <a:custGeom>
            <a:avLst/>
            <a:gdLst>
              <a:gd name="connsiteX0" fmla="*/ 788566 w 788566"/>
              <a:gd name="connsiteY0" fmla="*/ 0 h 1505824"/>
              <a:gd name="connsiteX1" fmla="*/ 788566 w 788566"/>
              <a:gd name="connsiteY1" fmla="*/ 322976 h 1505824"/>
              <a:gd name="connsiteX2" fmla="*/ 4195 w 788566"/>
              <a:gd name="connsiteY2" fmla="*/ 322976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88566 w 788566"/>
              <a:gd name="connsiteY1" fmla="*/ 322976 h 1505824"/>
              <a:gd name="connsiteX2" fmla="*/ 4195 w 788566"/>
              <a:gd name="connsiteY2" fmla="*/ 222308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70865 w 788566"/>
              <a:gd name="connsiteY1" fmla="*/ 230698 h 1505824"/>
              <a:gd name="connsiteX2" fmla="*/ 4195 w 788566"/>
              <a:gd name="connsiteY2" fmla="*/ 222308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70865 w 788566"/>
              <a:gd name="connsiteY1" fmla="*/ 230698 h 1505824"/>
              <a:gd name="connsiteX2" fmla="*/ 13044 w 788566"/>
              <a:gd name="connsiteY2" fmla="*/ 289419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70865 w 788566"/>
              <a:gd name="connsiteY1" fmla="*/ 285226 h 1505824"/>
              <a:gd name="connsiteX2" fmla="*/ 13044 w 788566"/>
              <a:gd name="connsiteY2" fmla="*/ 289419 h 1505824"/>
              <a:gd name="connsiteX3" fmla="*/ 0 w 788566"/>
              <a:gd name="connsiteY3" fmla="*/ 1505824 h 1505824"/>
              <a:gd name="connsiteX0" fmla="*/ 788566 w 797417"/>
              <a:gd name="connsiteY0" fmla="*/ 0 h 1505824"/>
              <a:gd name="connsiteX1" fmla="*/ 797417 w 797417"/>
              <a:gd name="connsiteY1" fmla="*/ 285226 h 1505824"/>
              <a:gd name="connsiteX2" fmla="*/ 13044 w 797417"/>
              <a:gd name="connsiteY2" fmla="*/ 289419 h 1505824"/>
              <a:gd name="connsiteX3" fmla="*/ 0 w 797417"/>
              <a:gd name="connsiteY3" fmla="*/ 1505824 h 1505824"/>
              <a:gd name="connsiteX0" fmla="*/ 788566 w 797417"/>
              <a:gd name="connsiteY0" fmla="*/ 0 h 1505824"/>
              <a:gd name="connsiteX1" fmla="*/ 797417 w 797417"/>
              <a:gd name="connsiteY1" fmla="*/ 285226 h 1505824"/>
              <a:gd name="connsiteX2" fmla="*/ 13044 w 797417"/>
              <a:gd name="connsiteY2" fmla="*/ 285225 h 1505824"/>
              <a:gd name="connsiteX3" fmla="*/ 0 w 797417"/>
              <a:gd name="connsiteY3" fmla="*/ 1505824 h 15058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97417" h="1505824">
                <a:moveTo>
                  <a:pt x="788566" y="0"/>
                </a:moveTo>
                <a:lnTo>
                  <a:pt x="797417" y="285226"/>
                </a:lnTo>
                <a:lnTo>
                  <a:pt x="13044" y="285225"/>
                </a:lnTo>
                <a:cubicBezTo>
                  <a:pt x="11646" y="679508"/>
                  <a:pt x="1398" y="1111541"/>
                  <a:pt x="0" y="1505824"/>
                </a:cubicBezTo>
              </a:path>
            </a:pathLst>
          </a:custGeom>
          <a:noFill/>
          <a:ln>
            <a:solidFill>
              <a:schemeClr val="accent6">
                <a:lumMod val="60000"/>
                <a:lumOff val="40000"/>
              </a:schemeClr>
            </a:solidFill>
          </a:ln>
          <a:effectLst>
            <a:glow rad="63500">
              <a:schemeClr val="accent2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AD10C57A-FF88-883F-97C5-E55CEE74445D}"/>
              </a:ext>
            </a:extLst>
          </p:cNvPr>
          <p:cNvSpPr/>
          <p:nvPr/>
        </p:nvSpPr>
        <p:spPr>
          <a:xfrm>
            <a:off x="9258387" y="3958949"/>
            <a:ext cx="788566" cy="1505824"/>
          </a:xfrm>
          <a:custGeom>
            <a:avLst/>
            <a:gdLst>
              <a:gd name="connsiteX0" fmla="*/ 788566 w 788566"/>
              <a:gd name="connsiteY0" fmla="*/ 0 h 1505824"/>
              <a:gd name="connsiteX1" fmla="*/ 788566 w 788566"/>
              <a:gd name="connsiteY1" fmla="*/ 322976 h 1505824"/>
              <a:gd name="connsiteX2" fmla="*/ 4195 w 788566"/>
              <a:gd name="connsiteY2" fmla="*/ 322976 h 1505824"/>
              <a:gd name="connsiteX3" fmla="*/ 0 w 788566"/>
              <a:gd name="connsiteY3" fmla="*/ 1505824 h 15058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88566" h="1505824">
                <a:moveTo>
                  <a:pt x="788566" y="0"/>
                </a:moveTo>
                <a:lnTo>
                  <a:pt x="788566" y="322976"/>
                </a:lnTo>
                <a:lnTo>
                  <a:pt x="4195" y="322976"/>
                </a:lnTo>
                <a:cubicBezTo>
                  <a:pt x="2797" y="717259"/>
                  <a:pt x="1398" y="1111541"/>
                  <a:pt x="0" y="1505824"/>
                </a:cubicBezTo>
              </a:path>
            </a:pathLst>
          </a:custGeom>
          <a:noFill/>
          <a:ln>
            <a:solidFill>
              <a:schemeClr val="accent2">
                <a:lumMod val="60000"/>
                <a:lumOff val="40000"/>
              </a:schemeClr>
            </a:solidFill>
          </a:ln>
          <a:effectLst>
            <a:glow rad="63500">
              <a:schemeClr val="accent2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DF6AABB9-B15F-4FB1-51D1-59C6E91CD759}"/>
              </a:ext>
            </a:extLst>
          </p:cNvPr>
          <p:cNvGrpSpPr/>
          <p:nvPr/>
        </p:nvGrpSpPr>
        <p:grpSpPr>
          <a:xfrm>
            <a:off x="9124170" y="4363941"/>
            <a:ext cx="255090" cy="255090"/>
            <a:chOff x="2766747" y="2052494"/>
            <a:chExt cx="255090" cy="255090"/>
          </a:xfrm>
        </p:grpSpPr>
        <p:sp>
          <p:nvSpPr>
            <p:cNvPr id="18" name="Rectangle: Rounded Corners 17">
              <a:extLst>
                <a:ext uri="{FF2B5EF4-FFF2-40B4-BE49-F238E27FC236}">
                  <a16:creationId xmlns:a16="http://schemas.microsoft.com/office/drawing/2014/main" id="{45A3E911-6966-27FB-30B9-51C317C57EC8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FAF7893D-D904-015B-F90E-499EF688DA93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2C688C9E-D340-6EEA-0319-8D2BF52D446C}"/>
              </a:ext>
            </a:extLst>
          </p:cNvPr>
          <p:cNvGrpSpPr/>
          <p:nvPr/>
        </p:nvGrpSpPr>
        <p:grpSpPr>
          <a:xfrm>
            <a:off x="9444891" y="4363941"/>
            <a:ext cx="255090" cy="255090"/>
            <a:chOff x="2766747" y="2052494"/>
            <a:chExt cx="255090" cy="255090"/>
          </a:xfrm>
        </p:grpSpPr>
        <p:sp>
          <p:nvSpPr>
            <p:cNvPr id="21" name="Rectangle: Rounded Corners 20">
              <a:extLst>
                <a:ext uri="{FF2B5EF4-FFF2-40B4-BE49-F238E27FC236}">
                  <a16:creationId xmlns:a16="http://schemas.microsoft.com/office/drawing/2014/main" id="{D6B9FE34-8C7E-936B-9803-1E48A39D2668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7B374CFA-14EF-695F-AD86-6C6CFEABA956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6D752CA8-9F60-0042-D960-CE1C9D99D165}"/>
              </a:ext>
            </a:extLst>
          </p:cNvPr>
          <p:cNvGrpSpPr/>
          <p:nvPr/>
        </p:nvGrpSpPr>
        <p:grpSpPr>
          <a:xfrm>
            <a:off x="9765612" y="4363941"/>
            <a:ext cx="255090" cy="255090"/>
            <a:chOff x="2766747" y="2052494"/>
            <a:chExt cx="255090" cy="255090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749D1503-9596-186D-4216-14C6415B1B98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AC755647-0B1E-2040-4E22-C94A59A93147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5126AFD7-0DE2-3AFC-106E-75D1051A69F2}"/>
              </a:ext>
            </a:extLst>
          </p:cNvPr>
          <p:cNvGrpSpPr/>
          <p:nvPr/>
        </p:nvGrpSpPr>
        <p:grpSpPr>
          <a:xfrm>
            <a:off x="10086333" y="4363941"/>
            <a:ext cx="255090" cy="255090"/>
            <a:chOff x="2766747" y="2052494"/>
            <a:chExt cx="255090" cy="255090"/>
          </a:xfrm>
        </p:grpSpPr>
        <p:sp>
          <p:nvSpPr>
            <p:cNvPr id="27" name="Rectangle: Rounded Corners 26">
              <a:extLst>
                <a:ext uri="{FF2B5EF4-FFF2-40B4-BE49-F238E27FC236}">
                  <a16:creationId xmlns:a16="http://schemas.microsoft.com/office/drawing/2014/main" id="{D1987F30-1837-9AA0-69B8-5C1AA56C2895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B960A455-4D47-81F5-BAD6-6520048C3ABB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CB0ABB6C-1B26-0B20-C54B-915C65B71D34}"/>
              </a:ext>
            </a:extLst>
          </p:cNvPr>
          <p:cNvGrpSpPr/>
          <p:nvPr/>
        </p:nvGrpSpPr>
        <p:grpSpPr>
          <a:xfrm>
            <a:off x="9124170" y="4684663"/>
            <a:ext cx="255090" cy="255090"/>
            <a:chOff x="2766747" y="2052494"/>
            <a:chExt cx="255090" cy="255090"/>
          </a:xfrm>
        </p:grpSpPr>
        <p:sp>
          <p:nvSpPr>
            <p:cNvPr id="30" name="Rectangle: Rounded Corners 29">
              <a:extLst>
                <a:ext uri="{FF2B5EF4-FFF2-40B4-BE49-F238E27FC236}">
                  <a16:creationId xmlns:a16="http://schemas.microsoft.com/office/drawing/2014/main" id="{ED251BB5-79B0-9629-2278-24D23B6FEAFF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DFCCD55A-AEAF-7903-EC35-D192D76354F1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485F7C2A-7625-E8C3-59F6-D3298D1DCBA0}"/>
              </a:ext>
            </a:extLst>
          </p:cNvPr>
          <p:cNvGrpSpPr/>
          <p:nvPr/>
        </p:nvGrpSpPr>
        <p:grpSpPr>
          <a:xfrm>
            <a:off x="9444891" y="4684663"/>
            <a:ext cx="255090" cy="255090"/>
            <a:chOff x="2766747" y="2052494"/>
            <a:chExt cx="255090" cy="255090"/>
          </a:xfrm>
        </p:grpSpPr>
        <p:sp>
          <p:nvSpPr>
            <p:cNvPr id="33" name="Rectangle: Rounded Corners 32">
              <a:extLst>
                <a:ext uri="{FF2B5EF4-FFF2-40B4-BE49-F238E27FC236}">
                  <a16:creationId xmlns:a16="http://schemas.microsoft.com/office/drawing/2014/main" id="{5B40CB88-D99D-6D6E-C75E-6595F3FE9A58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34" name="Oval 33">
              <a:extLst>
                <a:ext uri="{FF2B5EF4-FFF2-40B4-BE49-F238E27FC236}">
                  <a16:creationId xmlns:a16="http://schemas.microsoft.com/office/drawing/2014/main" id="{24B29AD5-7F90-18B5-8EED-981A4A8ABF3F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6C4064FF-CFF2-6ECB-4820-485AA8EFF146}"/>
              </a:ext>
            </a:extLst>
          </p:cNvPr>
          <p:cNvGrpSpPr/>
          <p:nvPr/>
        </p:nvGrpSpPr>
        <p:grpSpPr>
          <a:xfrm>
            <a:off x="9765612" y="4684663"/>
            <a:ext cx="255090" cy="255090"/>
            <a:chOff x="2766747" y="2052494"/>
            <a:chExt cx="255090" cy="255090"/>
          </a:xfrm>
        </p:grpSpPr>
        <p:sp>
          <p:nvSpPr>
            <p:cNvPr id="36" name="Rectangle: Rounded Corners 35">
              <a:extLst>
                <a:ext uri="{FF2B5EF4-FFF2-40B4-BE49-F238E27FC236}">
                  <a16:creationId xmlns:a16="http://schemas.microsoft.com/office/drawing/2014/main" id="{893242A5-E93C-A525-B23B-6CB9D26A6A02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0418DA68-800E-BDE0-488D-A250A2D2B099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E2F19767-06D1-2426-B2C4-03773514E715}"/>
              </a:ext>
            </a:extLst>
          </p:cNvPr>
          <p:cNvGrpSpPr/>
          <p:nvPr/>
        </p:nvGrpSpPr>
        <p:grpSpPr>
          <a:xfrm>
            <a:off x="10086333" y="4684663"/>
            <a:ext cx="255090" cy="255090"/>
            <a:chOff x="2766747" y="2052494"/>
            <a:chExt cx="255090" cy="255090"/>
          </a:xfrm>
        </p:grpSpPr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D1F5E914-5B39-046D-3246-371A9D6F568B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0" name="Oval 39">
              <a:extLst>
                <a:ext uri="{FF2B5EF4-FFF2-40B4-BE49-F238E27FC236}">
                  <a16:creationId xmlns:a16="http://schemas.microsoft.com/office/drawing/2014/main" id="{AD8AAEA1-6234-40FF-C9E4-0A7B3E508717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9D2F9394-D649-0655-A75F-3BA8684B0AC9}"/>
              </a:ext>
            </a:extLst>
          </p:cNvPr>
          <p:cNvGrpSpPr/>
          <p:nvPr/>
        </p:nvGrpSpPr>
        <p:grpSpPr>
          <a:xfrm>
            <a:off x="9124170" y="5005385"/>
            <a:ext cx="255090" cy="255090"/>
            <a:chOff x="2766747" y="2052494"/>
            <a:chExt cx="255090" cy="255090"/>
          </a:xfrm>
        </p:grpSpPr>
        <p:sp>
          <p:nvSpPr>
            <p:cNvPr id="42" name="Rectangle: Rounded Corners 41">
              <a:extLst>
                <a:ext uri="{FF2B5EF4-FFF2-40B4-BE49-F238E27FC236}">
                  <a16:creationId xmlns:a16="http://schemas.microsoft.com/office/drawing/2014/main" id="{F5428C5E-1704-2C8E-C2C5-C0DA262BCAE2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3" name="Oval 42">
              <a:extLst>
                <a:ext uri="{FF2B5EF4-FFF2-40B4-BE49-F238E27FC236}">
                  <a16:creationId xmlns:a16="http://schemas.microsoft.com/office/drawing/2014/main" id="{F19D0D41-EA0D-314F-3CFA-978AB7C114E9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BDF8662F-48C2-9A5D-BAF6-D32074EB9217}"/>
              </a:ext>
            </a:extLst>
          </p:cNvPr>
          <p:cNvGrpSpPr/>
          <p:nvPr/>
        </p:nvGrpSpPr>
        <p:grpSpPr>
          <a:xfrm>
            <a:off x="9444891" y="5005385"/>
            <a:ext cx="255090" cy="255090"/>
            <a:chOff x="2766747" y="2052494"/>
            <a:chExt cx="255090" cy="255090"/>
          </a:xfrm>
        </p:grpSpPr>
        <p:sp>
          <p:nvSpPr>
            <p:cNvPr id="45" name="Rectangle: Rounded Corners 44">
              <a:extLst>
                <a:ext uri="{FF2B5EF4-FFF2-40B4-BE49-F238E27FC236}">
                  <a16:creationId xmlns:a16="http://schemas.microsoft.com/office/drawing/2014/main" id="{5072FFBD-0455-DCB0-3C65-FEC8CDBF6163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6" name="Oval 45">
              <a:extLst>
                <a:ext uri="{FF2B5EF4-FFF2-40B4-BE49-F238E27FC236}">
                  <a16:creationId xmlns:a16="http://schemas.microsoft.com/office/drawing/2014/main" id="{C415A7CD-94B4-F882-56DF-3E9AE715A164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75AAF257-3517-F08A-458B-9EE3853715F2}"/>
              </a:ext>
            </a:extLst>
          </p:cNvPr>
          <p:cNvGrpSpPr/>
          <p:nvPr/>
        </p:nvGrpSpPr>
        <p:grpSpPr>
          <a:xfrm>
            <a:off x="9765612" y="5005385"/>
            <a:ext cx="255090" cy="255090"/>
            <a:chOff x="2766747" y="2052494"/>
            <a:chExt cx="255090" cy="255090"/>
          </a:xfrm>
        </p:grpSpPr>
        <p:sp>
          <p:nvSpPr>
            <p:cNvPr id="48" name="Rectangle: Rounded Corners 47">
              <a:extLst>
                <a:ext uri="{FF2B5EF4-FFF2-40B4-BE49-F238E27FC236}">
                  <a16:creationId xmlns:a16="http://schemas.microsoft.com/office/drawing/2014/main" id="{DD3989CA-A1ED-0FBE-5623-2A88670C9BD0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6A5A61D0-B2DC-5E61-9C95-BBCD327B6B9A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4E2FDEFC-41EA-9C21-3A1C-025B4D398E26}"/>
              </a:ext>
            </a:extLst>
          </p:cNvPr>
          <p:cNvGrpSpPr/>
          <p:nvPr/>
        </p:nvGrpSpPr>
        <p:grpSpPr>
          <a:xfrm>
            <a:off x="10086333" y="5005385"/>
            <a:ext cx="255090" cy="255090"/>
            <a:chOff x="2766747" y="2052494"/>
            <a:chExt cx="255090" cy="255090"/>
          </a:xfrm>
        </p:grpSpPr>
        <p:sp>
          <p:nvSpPr>
            <p:cNvPr id="51" name="Rectangle: Rounded Corners 50">
              <a:extLst>
                <a:ext uri="{FF2B5EF4-FFF2-40B4-BE49-F238E27FC236}">
                  <a16:creationId xmlns:a16="http://schemas.microsoft.com/office/drawing/2014/main" id="{062D18DE-F95F-9A07-8CE2-A68558C7273C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0559F16A-EEC5-1CE2-B9DB-4B7EBE74FAC4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1763D202-3E1C-D008-E760-0EAF1BC20233}"/>
              </a:ext>
            </a:extLst>
          </p:cNvPr>
          <p:cNvGrpSpPr/>
          <p:nvPr/>
        </p:nvGrpSpPr>
        <p:grpSpPr>
          <a:xfrm>
            <a:off x="9124170" y="5326107"/>
            <a:ext cx="255090" cy="255090"/>
            <a:chOff x="2766747" y="2052494"/>
            <a:chExt cx="255090" cy="255090"/>
          </a:xfrm>
        </p:grpSpPr>
        <p:sp>
          <p:nvSpPr>
            <p:cNvPr id="54" name="Rectangle: Rounded Corners 53">
              <a:extLst>
                <a:ext uri="{FF2B5EF4-FFF2-40B4-BE49-F238E27FC236}">
                  <a16:creationId xmlns:a16="http://schemas.microsoft.com/office/drawing/2014/main" id="{3FC7AF8E-68A3-5DB5-90C0-906EF8E543C5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5" name="Oval 54">
              <a:extLst>
                <a:ext uri="{FF2B5EF4-FFF2-40B4-BE49-F238E27FC236}">
                  <a16:creationId xmlns:a16="http://schemas.microsoft.com/office/drawing/2014/main" id="{C0BA3122-373C-B88E-426D-754BC3701908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E837E3C8-379E-E8FE-D6CB-DA8AC688462F}"/>
              </a:ext>
            </a:extLst>
          </p:cNvPr>
          <p:cNvGrpSpPr/>
          <p:nvPr/>
        </p:nvGrpSpPr>
        <p:grpSpPr>
          <a:xfrm>
            <a:off x="9444891" y="5326107"/>
            <a:ext cx="255090" cy="255090"/>
            <a:chOff x="2766747" y="2052494"/>
            <a:chExt cx="255090" cy="255090"/>
          </a:xfrm>
        </p:grpSpPr>
        <p:sp>
          <p:nvSpPr>
            <p:cNvPr id="57" name="Rectangle: Rounded Corners 56">
              <a:extLst>
                <a:ext uri="{FF2B5EF4-FFF2-40B4-BE49-F238E27FC236}">
                  <a16:creationId xmlns:a16="http://schemas.microsoft.com/office/drawing/2014/main" id="{17D7EA61-B2DD-AD49-ED02-314376829F5C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8" name="Oval 57">
              <a:extLst>
                <a:ext uri="{FF2B5EF4-FFF2-40B4-BE49-F238E27FC236}">
                  <a16:creationId xmlns:a16="http://schemas.microsoft.com/office/drawing/2014/main" id="{7187FBA8-73C2-7923-5663-0ABB92B8824A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62D37926-62E0-8EC1-D2AE-DBAFDE9CD0EC}"/>
              </a:ext>
            </a:extLst>
          </p:cNvPr>
          <p:cNvGrpSpPr/>
          <p:nvPr/>
        </p:nvGrpSpPr>
        <p:grpSpPr>
          <a:xfrm>
            <a:off x="9765612" y="5326107"/>
            <a:ext cx="255090" cy="255090"/>
            <a:chOff x="2766747" y="2052494"/>
            <a:chExt cx="255090" cy="255090"/>
          </a:xfrm>
        </p:grpSpPr>
        <p:sp>
          <p:nvSpPr>
            <p:cNvPr id="60" name="Rectangle: Rounded Corners 59">
              <a:extLst>
                <a:ext uri="{FF2B5EF4-FFF2-40B4-BE49-F238E27FC236}">
                  <a16:creationId xmlns:a16="http://schemas.microsoft.com/office/drawing/2014/main" id="{B3188814-2549-09A9-4F39-D947641EE797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1" name="Oval 60">
              <a:extLst>
                <a:ext uri="{FF2B5EF4-FFF2-40B4-BE49-F238E27FC236}">
                  <a16:creationId xmlns:a16="http://schemas.microsoft.com/office/drawing/2014/main" id="{B9B2DAF7-614E-0EF7-9C2B-555EE4937945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64CE0D3D-EC56-5B36-8188-4896F5CDF485}"/>
              </a:ext>
            </a:extLst>
          </p:cNvPr>
          <p:cNvGrpSpPr/>
          <p:nvPr/>
        </p:nvGrpSpPr>
        <p:grpSpPr>
          <a:xfrm>
            <a:off x="10086333" y="5326107"/>
            <a:ext cx="255090" cy="255090"/>
            <a:chOff x="2766747" y="2052494"/>
            <a:chExt cx="255090" cy="255090"/>
          </a:xfrm>
        </p:grpSpPr>
        <p:sp>
          <p:nvSpPr>
            <p:cNvPr id="63" name="Rectangle: Rounded Corners 62">
              <a:extLst>
                <a:ext uri="{FF2B5EF4-FFF2-40B4-BE49-F238E27FC236}">
                  <a16:creationId xmlns:a16="http://schemas.microsoft.com/office/drawing/2014/main" id="{56D1D490-5764-7843-F74A-B1A968EFB8BD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4" name="Oval 63">
              <a:extLst>
                <a:ext uri="{FF2B5EF4-FFF2-40B4-BE49-F238E27FC236}">
                  <a16:creationId xmlns:a16="http://schemas.microsoft.com/office/drawing/2014/main" id="{71998C53-AAF2-741B-8593-16432A6F4EE3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1080E9D3-598A-8206-1A7F-23315658FE5A}"/>
              </a:ext>
            </a:extLst>
          </p:cNvPr>
          <p:cNvGrpSpPr/>
          <p:nvPr/>
        </p:nvGrpSpPr>
        <p:grpSpPr>
          <a:xfrm>
            <a:off x="9317030" y="3891836"/>
            <a:ext cx="815362" cy="138419"/>
            <a:chOff x="5146646" y="1950440"/>
            <a:chExt cx="815362" cy="138419"/>
          </a:xfrm>
        </p:grpSpPr>
        <p:sp>
          <p:nvSpPr>
            <p:cNvPr id="66" name="Rectangle: Rounded Corners 65">
              <a:extLst>
                <a:ext uri="{FF2B5EF4-FFF2-40B4-BE49-F238E27FC236}">
                  <a16:creationId xmlns:a16="http://schemas.microsoft.com/office/drawing/2014/main" id="{5475E95F-5FA4-5DFF-4F23-97314C0409FB}"/>
                </a:ext>
              </a:extLst>
            </p:cNvPr>
            <p:cNvSpPr/>
            <p:nvPr/>
          </p:nvSpPr>
          <p:spPr>
            <a:xfrm>
              <a:off x="5146646" y="1950440"/>
              <a:ext cx="815362" cy="138419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36A23078-5AAC-37A6-0CA4-74E18C8D5BFF}"/>
                </a:ext>
              </a:extLst>
            </p:cNvPr>
            <p:cNvSpPr/>
            <p:nvPr/>
          </p:nvSpPr>
          <p:spPr>
            <a:xfrm rot="16200000">
              <a:off x="5201236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8" name="Rectangle 67">
              <a:extLst>
                <a:ext uri="{FF2B5EF4-FFF2-40B4-BE49-F238E27FC236}">
                  <a16:creationId xmlns:a16="http://schemas.microsoft.com/office/drawing/2014/main" id="{D27BB108-F819-797B-99F1-CDDC43C66AB2}"/>
                </a:ext>
              </a:extLst>
            </p:cNvPr>
            <p:cNvSpPr/>
            <p:nvPr/>
          </p:nvSpPr>
          <p:spPr>
            <a:xfrm rot="16200000">
              <a:off x="5294405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23C6BCEF-EAA6-1894-517F-E7C6E6B945DA}"/>
                </a:ext>
              </a:extLst>
            </p:cNvPr>
            <p:cNvSpPr/>
            <p:nvPr/>
          </p:nvSpPr>
          <p:spPr>
            <a:xfrm rot="16200000">
              <a:off x="5387574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81E6C706-3D66-BD8A-1C3A-D8910AB4836A}"/>
                </a:ext>
              </a:extLst>
            </p:cNvPr>
            <p:cNvSpPr/>
            <p:nvPr/>
          </p:nvSpPr>
          <p:spPr>
            <a:xfrm rot="16200000">
              <a:off x="5480743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2D2D5C05-53C4-A009-894E-AE886ED094C0}"/>
                </a:ext>
              </a:extLst>
            </p:cNvPr>
            <p:cNvSpPr/>
            <p:nvPr/>
          </p:nvSpPr>
          <p:spPr>
            <a:xfrm rot="16200000">
              <a:off x="5573912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60299FB0-0798-D879-583C-9FFC16FEA45F}"/>
                </a:ext>
              </a:extLst>
            </p:cNvPr>
            <p:cNvSpPr/>
            <p:nvPr/>
          </p:nvSpPr>
          <p:spPr>
            <a:xfrm rot="16200000">
              <a:off x="5667081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66F0820D-1136-5124-2CD4-3812FEB1FFD9}"/>
                </a:ext>
              </a:extLst>
            </p:cNvPr>
            <p:cNvSpPr/>
            <p:nvPr/>
          </p:nvSpPr>
          <p:spPr>
            <a:xfrm rot="16200000">
              <a:off x="5760250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4" name="Rectangle 73">
              <a:extLst>
                <a:ext uri="{FF2B5EF4-FFF2-40B4-BE49-F238E27FC236}">
                  <a16:creationId xmlns:a16="http://schemas.microsoft.com/office/drawing/2014/main" id="{A64B071E-80EA-21F5-0642-75175DB0126D}"/>
                </a:ext>
              </a:extLst>
            </p:cNvPr>
            <p:cNvSpPr/>
            <p:nvPr/>
          </p:nvSpPr>
          <p:spPr>
            <a:xfrm rot="16200000">
              <a:off x="5853419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sp>
        <p:nvSpPr>
          <p:cNvPr id="75" name="TextBox 74">
            <a:extLst>
              <a:ext uri="{FF2B5EF4-FFF2-40B4-BE49-F238E27FC236}">
                <a16:creationId xmlns:a16="http://schemas.microsoft.com/office/drawing/2014/main" id="{F15D5572-85E9-E78A-D3DE-9E025C37E788}"/>
              </a:ext>
            </a:extLst>
          </p:cNvPr>
          <p:cNvSpPr txBox="1"/>
          <p:nvPr/>
        </p:nvSpPr>
        <p:spPr>
          <a:xfrm>
            <a:off x="9069930" y="3729000"/>
            <a:ext cx="1128835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700">
                <a:solidFill>
                  <a:schemeClr val="bg1"/>
                </a:solidFill>
                <a:latin typeface="Consolas" panose="020B0609020204030204" pitchFamily="49" charset="0"/>
              </a:rPr>
              <a:t>pin 7 6 5 4 3 2 1 0</a:t>
            </a:r>
            <a:endParaRPr lang="LID4096" sz="70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D8304689-4620-D2CF-E0CB-BE3A95D65D1E}"/>
              </a:ext>
            </a:extLst>
          </p:cNvPr>
          <p:cNvSpPr txBox="1"/>
          <p:nvPr/>
        </p:nvSpPr>
        <p:spPr>
          <a:xfrm>
            <a:off x="9055467" y="4496249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0</a:t>
            </a:r>
            <a:endParaRPr lang="LID4096" sz="500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59964055-73B4-BDE7-E3EF-93DC1D35ACE6}"/>
              </a:ext>
            </a:extLst>
          </p:cNvPr>
          <p:cNvSpPr txBox="1"/>
          <p:nvPr/>
        </p:nvSpPr>
        <p:spPr>
          <a:xfrm>
            <a:off x="9377524" y="4497315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</a:t>
            </a:r>
            <a:endParaRPr lang="LID4096" sz="500"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74360EC5-4226-7DF1-87F6-5102197296C1}"/>
              </a:ext>
            </a:extLst>
          </p:cNvPr>
          <p:cNvSpPr txBox="1"/>
          <p:nvPr/>
        </p:nvSpPr>
        <p:spPr>
          <a:xfrm>
            <a:off x="9699581" y="4498381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2</a:t>
            </a:r>
            <a:endParaRPr lang="LID4096" sz="500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30DCB378-318F-2C75-397C-D2A463DBB765}"/>
              </a:ext>
            </a:extLst>
          </p:cNvPr>
          <p:cNvSpPr txBox="1"/>
          <p:nvPr/>
        </p:nvSpPr>
        <p:spPr>
          <a:xfrm>
            <a:off x="10021638" y="4499447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3</a:t>
            </a:r>
            <a:endParaRPr lang="LID4096" sz="500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8A6DF732-C148-C673-13E7-ED7FEAECBA79}"/>
              </a:ext>
            </a:extLst>
          </p:cNvPr>
          <p:cNvSpPr txBox="1"/>
          <p:nvPr/>
        </p:nvSpPr>
        <p:spPr>
          <a:xfrm>
            <a:off x="9055467" y="4798723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4</a:t>
            </a:r>
            <a:endParaRPr lang="LID4096" sz="500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805E6284-5FD6-E8F8-42F4-400EFF23BE1F}"/>
              </a:ext>
            </a:extLst>
          </p:cNvPr>
          <p:cNvSpPr txBox="1"/>
          <p:nvPr/>
        </p:nvSpPr>
        <p:spPr>
          <a:xfrm>
            <a:off x="9377524" y="4799789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5</a:t>
            </a:r>
            <a:endParaRPr lang="LID4096" sz="500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C727113D-B372-2F8B-3D2B-DE6801D238A8}"/>
              </a:ext>
            </a:extLst>
          </p:cNvPr>
          <p:cNvSpPr txBox="1"/>
          <p:nvPr/>
        </p:nvSpPr>
        <p:spPr>
          <a:xfrm>
            <a:off x="9699581" y="4800855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6</a:t>
            </a:r>
            <a:endParaRPr lang="LID4096" sz="500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2151E421-349B-7311-B9F9-19E89AD24391}"/>
              </a:ext>
            </a:extLst>
          </p:cNvPr>
          <p:cNvSpPr txBox="1"/>
          <p:nvPr/>
        </p:nvSpPr>
        <p:spPr>
          <a:xfrm>
            <a:off x="10021638" y="4801921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7</a:t>
            </a:r>
            <a:endParaRPr lang="LID4096" sz="500"/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DC6D6CCA-E619-C548-D6A6-FBF315C98BF9}"/>
              </a:ext>
            </a:extLst>
          </p:cNvPr>
          <p:cNvSpPr txBox="1"/>
          <p:nvPr/>
        </p:nvSpPr>
        <p:spPr>
          <a:xfrm>
            <a:off x="9054531" y="5124319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8</a:t>
            </a:r>
            <a:endParaRPr lang="LID4096" sz="500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CC2282C0-1128-65A9-8BA4-B3B3C1AED223}"/>
              </a:ext>
            </a:extLst>
          </p:cNvPr>
          <p:cNvSpPr txBox="1"/>
          <p:nvPr/>
        </p:nvSpPr>
        <p:spPr>
          <a:xfrm>
            <a:off x="9376588" y="5125385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9</a:t>
            </a:r>
            <a:endParaRPr lang="LID4096" sz="500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80AC1F27-9DEB-8667-D02A-05DD0EF121D9}"/>
              </a:ext>
            </a:extLst>
          </p:cNvPr>
          <p:cNvSpPr txBox="1"/>
          <p:nvPr/>
        </p:nvSpPr>
        <p:spPr>
          <a:xfrm>
            <a:off x="9698645" y="5126451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10</a:t>
            </a:r>
            <a:endParaRPr lang="LID4096" sz="500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AAFCAECA-9B27-B6DA-BD7E-FEE6E85F3EA2}"/>
              </a:ext>
            </a:extLst>
          </p:cNvPr>
          <p:cNvSpPr txBox="1"/>
          <p:nvPr/>
        </p:nvSpPr>
        <p:spPr>
          <a:xfrm>
            <a:off x="10020702" y="5127517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11</a:t>
            </a:r>
            <a:endParaRPr lang="LID4096" sz="500"/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89AADA2F-00CA-1A4A-8F9A-33B37E7E8484}"/>
              </a:ext>
            </a:extLst>
          </p:cNvPr>
          <p:cNvSpPr txBox="1"/>
          <p:nvPr/>
        </p:nvSpPr>
        <p:spPr>
          <a:xfrm>
            <a:off x="9053595" y="5449915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12</a:t>
            </a:r>
            <a:endParaRPr lang="LID4096" sz="500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A42E1DFF-8BA6-FBF0-3412-0A7B6F064F5E}"/>
              </a:ext>
            </a:extLst>
          </p:cNvPr>
          <p:cNvSpPr txBox="1"/>
          <p:nvPr/>
        </p:nvSpPr>
        <p:spPr>
          <a:xfrm>
            <a:off x="9375652" y="5450981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13</a:t>
            </a:r>
            <a:endParaRPr lang="LID4096" sz="500"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8299935A-7327-CE70-8419-03DE8BCDE734}"/>
              </a:ext>
            </a:extLst>
          </p:cNvPr>
          <p:cNvSpPr txBox="1"/>
          <p:nvPr/>
        </p:nvSpPr>
        <p:spPr>
          <a:xfrm>
            <a:off x="9697709" y="5452047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14</a:t>
            </a:r>
            <a:endParaRPr lang="LID4096" sz="500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B458220A-15C6-57D4-4E77-5305AD3E560A}"/>
              </a:ext>
            </a:extLst>
          </p:cNvPr>
          <p:cNvSpPr txBox="1"/>
          <p:nvPr/>
        </p:nvSpPr>
        <p:spPr>
          <a:xfrm>
            <a:off x="10019766" y="5453113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15</a:t>
            </a:r>
            <a:endParaRPr lang="LID4096" sz="500"/>
          </a:p>
        </p:txBody>
      </p:sp>
      <p:pic>
        <p:nvPicPr>
          <p:cNvPr id="93" name="Picture 92">
            <a:extLst>
              <a:ext uri="{FF2B5EF4-FFF2-40B4-BE49-F238E27FC236}">
                <a16:creationId xmlns:a16="http://schemas.microsoft.com/office/drawing/2014/main" id="{21AA54CA-D211-AD8E-DF3D-C161EACB23F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6200000">
            <a:off x="4790492" y="3817567"/>
            <a:ext cx="3095687" cy="1602927"/>
          </a:xfrm>
          <a:prstGeom prst="rect">
            <a:avLst/>
          </a:prstGeom>
        </p:spPr>
      </p:pic>
      <p:sp>
        <p:nvSpPr>
          <p:cNvPr id="94" name="Rectangle 93">
            <a:extLst>
              <a:ext uri="{FF2B5EF4-FFF2-40B4-BE49-F238E27FC236}">
                <a16:creationId xmlns:a16="http://schemas.microsoft.com/office/drawing/2014/main" id="{842F3BE6-7AB7-AB96-C84A-6937018BD4A8}"/>
              </a:ext>
            </a:extLst>
          </p:cNvPr>
          <p:cNvSpPr/>
          <p:nvPr/>
        </p:nvSpPr>
        <p:spPr>
          <a:xfrm rot="16200000">
            <a:off x="5547725" y="4112390"/>
            <a:ext cx="1955188" cy="810715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5" name="Freeform: Shape 94">
            <a:extLst>
              <a:ext uri="{FF2B5EF4-FFF2-40B4-BE49-F238E27FC236}">
                <a16:creationId xmlns:a16="http://schemas.microsoft.com/office/drawing/2014/main" id="{2FA1A573-9D51-3928-475C-F35D75CE06E5}"/>
              </a:ext>
            </a:extLst>
          </p:cNvPr>
          <p:cNvSpPr/>
          <p:nvPr/>
        </p:nvSpPr>
        <p:spPr>
          <a:xfrm rot="16200000">
            <a:off x="5014315" y="4418631"/>
            <a:ext cx="2189810" cy="149806"/>
          </a:xfrm>
          <a:custGeom>
            <a:avLst/>
            <a:gdLst>
              <a:gd name="connsiteX0" fmla="*/ 3406140 w 3825240"/>
              <a:gd name="connsiteY0" fmla="*/ 0 h 259080"/>
              <a:gd name="connsiteX1" fmla="*/ 0 w 3825240"/>
              <a:gd name="connsiteY1" fmla="*/ 68580 h 259080"/>
              <a:gd name="connsiteX2" fmla="*/ 228600 w 3825240"/>
              <a:gd name="connsiteY2" fmla="*/ 259080 h 259080"/>
              <a:gd name="connsiteX3" fmla="*/ 3825240 w 3825240"/>
              <a:gd name="connsiteY3" fmla="*/ 167640 h 259080"/>
              <a:gd name="connsiteX4" fmla="*/ 3406140 w 3825240"/>
              <a:gd name="connsiteY4" fmla="*/ 0 h 259080"/>
              <a:gd name="connsiteX0" fmla="*/ 3406140 w 3787140"/>
              <a:gd name="connsiteY0" fmla="*/ 0 h 259080"/>
              <a:gd name="connsiteX1" fmla="*/ 0 w 3787140"/>
              <a:gd name="connsiteY1" fmla="*/ 68580 h 259080"/>
              <a:gd name="connsiteX2" fmla="*/ 228600 w 3787140"/>
              <a:gd name="connsiteY2" fmla="*/ 259080 h 259080"/>
              <a:gd name="connsiteX3" fmla="*/ 3787140 w 3787140"/>
              <a:gd name="connsiteY3" fmla="*/ 153353 h 259080"/>
              <a:gd name="connsiteX4" fmla="*/ 3406140 w 3787140"/>
              <a:gd name="connsiteY4" fmla="*/ 0 h 259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787140" h="259080">
                <a:moveTo>
                  <a:pt x="3406140" y="0"/>
                </a:moveTo>
                <a:lnTo>
                  <a:pt x="0" y="68580"/>
                </a:lnTo>
                <a:lnTo>
                  <a:pt x="228600" y="259080"/>
                </a:lnTo>
                <a:lnTo>
                  <a:pt x="3787140" y="153353"/>
                </a:lnTo>
                <a:lnTo>
                  <a:pt x="3406140" y="0"/>
                </a:lnTo>
                <a:close/>
              </a:path>
            </a:pathLst>
          </a:custGeom>
          <a:solidFill>
            <a:schemeClr val="bg2">
              <a:lumMod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6" name="Freeform: Shape 95">
            <a:extLst>
              <a:ext uri="{FF2B5EF4-FFF2-40B4-BE49-F238E27FC236}">
                <a16:creationId xmlns:a16="http://schemas.microsoft.com/office/drawing/2014/main" id="{1B4D32C7-D817-CDED-D482-D9BAF3830793}"/>
              </a:ext>
            </a:extLst>
          </p:cNvPr>
          <p:cNvSpPr/>
          <p:nvPr/>
        </p:nvSpPr>
        <p:spPr>
          <a:xfrm rot="16200000">
            <a:off x="6514578" y="5020058"/>
            <a:ext cx="118964" cy="991363"/>
          </a:xfrm>
          <a:custGeom>
            <a:avLst/>
            <a:gdLst>
              <a:gd name="connsiteX0" fmla="*/ 0 w 205740"/>
              <a:gd name="connsiteY0" fmla="*/ 0 h 1714500"/>
              <a:gd name="connsiteX1" fmla="*/ 30480 w 205740"/>
              <a:gd name="connsiteY1" fmla="*/ 1539240 h 1714500"/>
              <a:gd name="connsiteX2" fmla="*/ 205740 w 205740"/>
              <a:gd name="connsiteY2" fmla="*/ 1714500 h 1714500"/>
              <a:gd name="connsiteX3" fmla="*/ 198120 w 205740"/>
              <a:gd name="connsiteY3" fmla="*/ 167640 h 1714500"/>
              <a:gd name="connsiteX4" fmla="*/ 0 w 205740"/>
              <a:gd name="connsiteY4" fmla="*/ 0 h 1714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5740" h="1714500">
                <a:moveTo>
                  <a:pt x="0" y="0"/>
                </a:moveTo>
                <a:lnTo>
                  <a:pt x="30480" y="1539240"/>
                </a:lnTo>
                <a:lnTo>
                  <a:pt x="205740" y="1714500"/>
                </a:lnTo>
                <a:lnTo>
                  <a:pt x="198120" y="167640"/>
                </a:lnTo>
                <a:lnTo>
                  <a:pt x="0" y="0"/>
                </a:ln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7" name="Freeform: Shape 96">
            <a:extLst>
              <a:ext uri="{FF2B5EF4-FFF2-40B4-BE49-F238E27FC236}">
                <a16:creationId xmlns:a16="http://schemas.microsoft.com/office/drawing/2014/main" id="{1951FBD7-2A80-E4A8-A483-D71E7CDAEED2}"/>
              </a:ext>
            </a:extLst>
          </p:cNvPr>
          <p:cNvSpPr/>
          <p:nvPr/>
        </p:nvSpPr>
        <p:spPr>
          <a:xfrm rot="16200000">
            <a:off x="5560667" y="3942777"/>
            <a:ext cx="2079659" cy="956115"/>
          </a:xfrm>
          <a:custGeom>
            <a:avLst/>
            <a:gdLst>
              <a:gd name="connsiteX0" fmla="*/ 0 w 3680460"/>
              <a:gd name="connsiteY0" fmla="*/ 1653540 h 1653540"/>
              <a:gd name="connsiteX1" fmla="*/ 1463040 w 3680460"/>
              <a:gd name="connsiteY1" fmla="*/ 1592580 h 1653540"/>
              <a:gd name="connsiteX2" fmla="*/ 1463040 w 3680460"/>
              <a:gd name="connsiteY2" fmla="*/ 1417320 h 1653540"/>
              <a:gd name="connsiteX3" fmla="*/ 182880 w 3680460"/>
              <a:gd name="connsiteY3" fmla="*/ 1478280 h 1653540"/>
              <a:gd name="connsiteX4" fmla="*/ 160020 w 3680460"/>
              <a:gd name="connsiteY4" fmla="*/ 266700 h 1653540"/>
              <a:gd name="connsiteX5" fmla="*/ 3474720 w 3680460"/>
              <a:gd name="connsiteY5" fmla="*/ 160020 h 1653540"/>
              <a:gd name="connsiteX6" fmla="*/ 3467100 w 3680460"/>
              <a:gd name="connsiteY6" fmla="*/ 1424940 h 1653540"/>
              <a:gd name="connsiteX7" fmla="*/ 2278380 w 3680460"/>
              <a:gd name="connsiteY7" fmla="*/ 1432560 h 1653540"/>
              <a:gd name="connsiteX8" fmla="*/ 2263140 w 3680460"/>
              <a:gd name="connsiteY8" fmla="*/ 1584960 h 1653540"/>
              <a:gd name="connsiteX9" fmla="*/ 3680460 w 3680460"/>
              <a:gd name="connsiteY9" fmla="*/ 1546860 h 1653540"/>
              <a:gd name="connsiteX10" fmla="*/ 3589020 w 3680460"/>
              <a:gd name="connsiteY10" fmla="*/ 0 h 1653540"/>
              <a:gd name="connsiteX11" fmla="*/ 0 w 3680460"/>
              <a:gd name="connsiteY11" fmla="*/ 91440 h 1653540"/>
              <a:gd name="connsiteX12" fmla="*/ 0 w 3680460"/>
              <a:gd name="connsiteY12" fmla="*/ 1653540 h 1653540"/>
              <a:gd name="connsiteX0" fmla="*/ 0 w 3649980"/>
              <a:gd name="connsiteY0" fmla="*/ 1653540 h 1653540"/>
              <a:gd name="connsiteX1" fmla="*/ 1463040 w 3649980"/>
              <a:gd name="connsiteY1" fmla="*/ 1592580 h 1653540"/>
              <a:gd name="connsiteX2" fmla="*/ 1463040 w 3649980"/>
              <a:gd name="connsiteY2" fmla="*/ 1417320 h 1653540"/>
              <a:gd name="connsiteX3" fmla="*/ 182880 w 3649980"/>
              <a:gd name="connsiteY3" fmla="*/ 1478280 h 1653540"/>
              <a:gd name="connsiteX4" fmla="*/ 160020 w 3649980"/>
              <a:gd name="connsiteY4" fmla="*/ 266700 h 1653540"/>
              <a:gd name="connsiteX5" fmla="*/ 3474720 w 3649980"/>
              <a:gd name="connsiteY5" fmla="*/ 160020 h 1653540"/>
              <a:gd name="connsiteX6" fmla="*/ 3467100 w 3649980"/>
              <a:gd name="connsiteY6" fmla="*/ 1424940 h 1653540"/>
              <a:gd name="connsiteX7" fmla="*/ 2278380 w 3649980"/>
              <a:gd name="connsiteY7" fmla="*/ 1432560 h 1653540"/>
              <a:gd name="connsiteX8" fmla="*/ 2263140 w 3649980"/>
              <a:gd name="connsiteY8" fmla="*/ 1584960 h 1653540"/>
              <a:gd name="connsiteX9" fmla="*/ 3649980 w 3649980"/>
              <a:gd name="connsiteY9" fmla="*/ 1554480 h 1653540"/>
              <a:gd name="connsiteX10" fmla="*/ 3589020 w 3649980"/>
              <a:gd name="connsiteY10" fmla="*/ 0 h 1653540"/>
              <a:gd name="connsiteX11" fmla="*/ 0 w 3649980"/>
              <a:gd name="connsiteY11" fmla="*/ 91440 h 1653540"/>
              <a:gd name="connsiteX12" fmla="*/ 0 w 3649980"/>
              <a:gd name="connsiteY12" fmla="*/ 1653540 h 1653540"/>
              <a:gd name="connsiteX0" fmla="*/ 0 w 3596640"/>
              <a:gd name="connsiteY0" fmla="*/ 1653540 h 1653540"/>
              <a:gd name="connsiteX1" fmla="*/ 1463040 w 3596640"/>
              <a:gd name="connsiteY1" fmla="*/ 1592580 h 1653540"/>
              <a:gd name="connsiteX2" fmla="*/ 1463040 w 3596640"/>
              <a:gd name="connsiteY2" fmla="*/ 1417320 h 1653540"/>
              <a:gd name="connsiteX3" fmla="*/ 182880 w 3596640"/>
              <a:gd name="connsiteY3" fmla="*/ 1478280 h 1653540"/>
              <a:gd name="connsiteX4" fmla="*/ 160020 w 3596640"/>
              <a:gd name="connsiteY4" fmla="*/ 266700 h 1653540"/>
              <a:gd name="connsiteX5" fmla="*/ 3474720 w 3596640"/>
              <a:gd name="connsiteY5" fmla="*/ 160020 h 1653540"/>
              <a:gd name="connsiteX6" fmla="*/ 3467100 w 3596640"/>
              <a:gd name="connsiteY6" fmla="*/ 1424940 h 1653540"/>
              <a:gd name="connsiteX7" fmla="*/ 2278380 w 3596640"/>
              <a:gd name="connsiteY7" fmla="*/ 1432560 h 1653540"/>
              <a:gd name="connsiteX8" fmla="*/ 2263140 w 3596640"/>
              <a:gd name="connsiteY8" fmla="*/ 1584960 h 1653540"/>
              <a:gd name="connsiteX9" fmla="*/ 3596640 w 3596640"/>
              <a:gd name="connsiteY9" fmla="*/ 1546860 h 1653540"/>
              <a:gd name="connsiteX10" fmla="*/ 3589020 w 3596640"/>
              <a:gd name="connsiteY10" fmla="*/ 0 h 1653540"/>
              <a:gd name="connsiteX11" fmla="*/ 0 w 3596640"/>
              <a:gd name="connsiteY11" fmla="*/ 91440 h 1653540"/>
              <a:gd name="connsiteX12" fmla="*/ 0 w 3596640"/>
              <a:gd name="connsiteY12" fmla="*/ 1653540 h 1653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596640" h="1653540">
                <a:moveTo>
                  <a:pt x="0" y="1653540"/>
                </a:moveTo>
                <a:lnTo>
                  <a:pt x="1463040" y="1592580"/>
                </a:lnTo>
                <a:lnTo>
                  <a:pt x="1463040" y="1417320"/>
                </a:lnTo>
                <a:lnTo>
                  <a:pt x="182880" y="1478280"/>
                </a:lnTo>
                <a:lnTo>
                  <a:pt x="160020" y="266700"/>
                </a:lnTo>
                <a:lnTo>
                  <a:pt x="3474720" y="160020"/>
                </a:lnTo>
                <a:lnTo>
                  <a:pt x="3467100" y="1424940"/>
                </a:lnTo>
                <a:lnTo>
                  <a:pt x="2278380" y="1432560"/>
                </a:lnTo>
                <a:lnTo>
                  <a:pt x="2263140" y="1584960"/>
                </a:lnTo>
                <a:lnTo>
                  <a:pt x="3596640" y="1546860"/>
                </a:lnTo>
                <a:lnTo>
                  <a:pt x="3589020" y="0"/>
                </a:lnTo>
                <a:lnTo>
                  <a:pt x="0" y="91440"/>
                </a:lnTo>
                <a:lnTo>
                  <a:pt x="0" y="1653540"/>
                </a:lnTo>
                <a:close/>
              </a:path>
            </a:pathLst>
          </a:cu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8" name="Freeform: Shape 97">
            <a:extLst>
              <a:ext uri="{FF2B5EF4-FFF2-40B4-BE49-F238E27FC236}">
                <a16:creationId xmlns:a16="http://schemas.microsoft.com/office/drawing/2014/main" id="{9E2951F9-1FA4-538D-0E84-5D4A12F30677}"/>
              </a:ext>
            </a:extLst>
          </p:cNvPr>
          <p:cNvSpPr/>
          <p:nvPr/>
        </p:nvSpPr>
        <p:spPr>
          <a:xfrm rot="16200000">
            <a:off x="5643693" y="4024151"/>
            <a:ext cx="1911127" cy="758668"/>
          </a:xfrm>
          <a:custGeom>
            <a:avLst/>
            <a:gdLst>
              <a:gd name="connsiteX0" fmla="*/ 2943225 w 3305175"/>
              <a:gd name="connsiteY0" fmla="*/ 4762 h 1312068"/>
              <a:gd name="connsiteX1" fmla="*/ 2964657 w 3305175"/>
              <a:gd name="connsiteY1" fmla="*/ 1040606 h 1312068"/>
              <a:gd name="connsiteX2" fmla="*/ 0 w 3305175"/>
              <a:gd name="connsiteY2" fmla="*/ 1133475 h 1312068"/>
              <a:gd name="connsiteX3" fmla="*/ 7144 w 3305175"/>
              <a:gd name="connsiteY3" fmla="*/ 1312068 h 1312068"/>
              <a:gd name="connsiteX4" fmla="*/ 1290638 w 3305175"/>
              <a:gd name="connsiteY4" fmla="*/ 1254918 h 1312068"/>
              <a:gd name="connsiteX5" fmla="*/ 1362075 w 3305175"/>
              <a:gd name="connsiteY5" fmla="*/ 1202531 h 1312068"/>
              <a:gd name="connsiteX6" fmla="*/ 1431132 w 3305175"/>
              <a:gd name="connsiteY6" fmla="*/ 1185862 h 1312068"/>
              <a:gd name="connsiteX7" fmla="*/ 1735932 w 3305175"/>
              <a:gd name="connsiteY7" fmla="*/ 1171575 h 1312068"/>
              <a:gd name="connsiteX8" fmla="*/ 1902619 w 3305175"/>
              <a:gd name="connsiteY8" fmla="*/ 1178718 h 1312068"/>
              <a:gd name="connsiteX9" fmla="*/ 2100263 w 3305175"/>
              <a:gd name="connsiteY9" fmla="*/ 1264443 h 1312068"/>
              <a:gd name="connsiteX10" fmla="*/ 3300413 w 3305175"/>
              <a:gd name="connsiteY10" fmla="*/ 1257300 h 1312068"/>
              <a:gd name="connsiteX11" fmla="*/ 3305175 w 3305175"/>
              <a:gd name="connsiteY11" fmla="*/ 0 h 1312068"/>
              <a:gd name="connsiteX12" fmla="*/ 2943225 w 3305175"/>
              <a:gd name="connsiteY12" fmla="*/ 4762 h 1312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305175" h="1312068">
                <a:moveTo>
                  <a:pt x="2943225" y="4762"/>
                </a:moveTo>
                <a:lnTo>
                  <a:pt x="2964657" y="1040606"/>
                </a:lnTo>
                <a:lnTo>
                  <a:pt x="0" y="1133475"/>
                </a:lnTo>
                <a:lnTo>
                  <a:pt x="7144" y="1312068"/>
                </a:lnTo>
                <a:lnTo>
                  <a:pt x="1290638" y="1254918"/>
                </a:lnTo>
                <a:lnTo>
                  <a:pt x="1362075" y="1202531"/>
                </a:lnTo>
                <a:lnTo>
                  <a:pt x="1431132" y="1185862"/>
                </a:lnTo>
                <a:lnTo>
                  <a:pt x="1735932" y="1171575"/>
                </a:lnTo>
                <a:lnTo>
                  <a:pt x="1902619" y="1178718"/>
                </a:lnTo>
                <a:lnTo>
                  <a:pt x="2100263" y="1264443"/>
                </a:lnTo>
                <a:lnTo>
                  <a:pt x="3300413" y="1257300"/>
                </a:lnTo>
                <a:cubicBezTo>
                  <a:pt x="3302000" y="838200"/>
                  <a:pt x="3303588" y="419100"/>
                  <a:pt x="3305175" y="0"/>
                </a:cubicBezTo>
                <a:lnTo>
                  <a:pt x="2943225" y="4762"/>
                </a:lnTo>
                <a:close/>
              </a:path>
            </a:pathLst>
          </a:cu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9" name="Freeform: Shape 98">
            <a:extLst>
              <a:ext uri="{FF2B5EF4-FFF2-40B4-BE49-F238E27FC236}">
                <a16:creationId xmlns:a16="http://schemas.microsoft.com/office/drawing/2014/main" id="{75629F3C-C06A-973C-DB9C-E5D4B2812DB5}"/>
              </a:ext>
            </a:extLst>
          </p:cNvPr>
          <p:cNvSpPr/>
          <p:nvPr/>
        </p:nvSpPr>
        <p:spPr>
          <a:xfrm rot="16200000">
            <a:off x="6730750" y="4307103"/>
            <a:ext cx="473651" cy="143197"/>
          </a:xfrm>
          <a:custGeom>
            <a:avLst/>
            <a:gdLst>
              <a:gd name="connsiteX0" fmla="*/ 802482 w 819150"/>
              <a:gd name="connsiteY0" fmla="*/ 242888 h 247650"/>
              <a:gd name="connsiteX1" fmla="*/ 588169 w 819150"/>
              <a:gd name="connsiteY1" fmla="*/ 116682 h 247650"/>
              <a:gd name="connsiteX2" fmla="*/ 452438 w 819150"/>
              <a:gd name="connsiteY2" fmla="*/ 95250 h 247650"/>
              <a:gd name="connsiteX3" fmla="*/ 192882 w 819150"/>
              <a:gd name="connsiteY3" fmla="*/ 92869 h 247650"/>
              <a:gd name="connsiteX4" fmla="*/ 76200 w 819150"/>
              <a:gd name="connsiteY4" fmla="*/ 140494 h 247650"/>
              <a:gd name="connsiteX5" fmla="*/ 11907 w 819150"/>
              <a:gd name="connsiteY5" fmla="*/ 247650 h 247650"/>
              <a:gd name="connsiteX6" fmla="*/ 0 w 819150"/>
              <a:gd name="connsiteY6" fmla="*/ 85725 h 247650"/>
              <a:gd name="connsiteX7" fmla="*/ 76200 w 819150"/>
              <a:gd name="connsiteY7" fmla="*/ 33338 h 247650"/>
              <a:gd name="connsiteX8" fmla="*/ 173832 w 819150"/>
              <a:gd name="connsiteY8" fmla="*/ 14288 h 247650"/>
              <a:gd name="connsiteX9" fmla="*/ 469107 w 819150"/>
              <a:gd name="connsiteY9" fmla="*/ 0 h 247650"/>
              <a:gd name="connsiteX10" fmla="*/ 616744 w 819150"/>
              <a:gd name="connsiteY10" fmla="*/ 14288 h 247650"/>
              <a:gd name="connsiteX11" fmla="*/ 819150 w 819150"/>
              <a:gd name="connsiteY11" fmla="*/ 95250 h 247650"/>
              <a:gd name="connsiteX12" fmla="*/ 802482 w 819150"/>
              <a:gd name="connsiteY12" fmla="*/ 242888 h 247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819150" h="247650">
                <a:moveTo>
                  <a:pt x="802482" y="242888"/>
                </a:moveTo>
                <a:lnTo>
                  <a:pt x="588169" y="116682"/>
                </a:lnTo>
                <a:lnTo>
                  <a:pt x="452438" y="95250"/>
                </a:lnTo>
                <a:lnTo>
                  <a:pt x="192882" y="92869"/>
                </a:lnTo>
                <a:lnTo>
                  <a:pt x="76200" y="140494"/>
                </a:lnTo>
                <a:lnTo>
                  <a:pt x="11907" y="247650"/>
                </a:lnTo>
                <a:lnTo>
                  <a:pt x="0" y="85725"/>
                </a:lnTo>
                <a:lnTo>
                  <a:pt x="76200" y="33338"/>
                </a:lnTo>
                <a:lnTo>
                  <a:pt x="173832" y="14288"/>
                </a:lnTo>
                <a:lnTo>
                  <a:pt x="469107" y="0"/>
                </a:lnTo>
                <a:lnTo>
                  <a:pt x="616744" y="14288"/>
                </a:lnTo>
                <a:lnTo>
                  <a:pt x="819150" y="95250"/>
                </a:lnTo>
                <a:lnTo>
                  <a:pt x="802482" y="242888"/>
                </a:lnTo>
                <a:close/>
              </a:path>
            </a:pathLst>
          </a:cu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100" name="Group 99">
            <a:extLst>
              <a:ext uri="{FF2B5EF4-FFF2-40B4-BE49-F238E27FC236}">
                <a16:creationId xmlns:a16="http://schemas.microsoft.com/office/drawing/2014/main" id="{31922721-FC17-8C6A-4C65-53A73A92639E}"/>
              </a:ext>
            </a:extLst>
          </p:cNvPr>
          <p:cNvGrpSpPr/>
          <p:nvPr/>
        </p:nvGrpSpPr>
        <p:grpSpPr>
          <a:xfrm rot="16200000">
            <a:off x="6374135" y="3859612"/>
            <a:ext cx="121167" cy="90875"/>
            <a:chOff x="6669881" y="4393406"/>
            <a:chExt cx="209550" cy="157163"/>
          </a:xfrm>
        </p:grpSpPr>
        <p:sp>
          <p:nvSpPr>
            <p:cNvPr id="148" name="Rectangle 147">
              <a:extLst>
                <a:ext uri="{FF2B5EF4-FFF2-40B4-BE49-F238E27FC236}">
                  <a16:creationId xmlns:a16="http://schemas.microsoft.com/office/drawing/2014/main" id="{745E012C-1C74-55AF-919C-A8960F2D3C9D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49" name="Freeform: Shape 148">
              <a:extLst>
                <a:ext uri="{FF2B5EF4-FFF2-40B4-BE49-F238E27FC236}">
                  <a16:creationId xmlns:a16="http://schemas.microsoft.com/office/drawing/2014/main" id="{E6B4220C-5EB5-EA94-309D-9CCF26C393B8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1" name="Group 100">
            <a:extLst>
              <a:ext uri="{FF2B5EF4-FFF2-40B4-BE49-F238E27FC236}">
                <a16:creationId xmlns:a16="http://schemas.microsoft.com/office/drawing/2014/main" id="{269D1189-316B-5B16-0560-7AE63BDBEEFC}"/>
              </a:ext>
            </a:extLst>
          </p:cNvPr>
          <p:cNvGrpSpPr/>
          <p:nvPr/>
        </p:nvGrpSpPr>
        <p:grpSpPr>
          <a:xfrm rot="16200000">
            <a:off x="6392034" y="4117092"/>
            <a:ext cx="121167" cy="90875"/>
            <a:chOff x="6669881" y="4393406"/>
            <a:chExt cx="209550" cy="157163"/>
          </a:xfrm>
        </p:grpSpPr>
        <p:sp>
          <p:nvSpPr>
            <p:cNvPr id="146" name="Rectangle 145">
              <a:extLst>
                <a:ext uri="{FF2B5EF4-FFF2-40B4-BE49-F238E27FC236}">
                  <a16:creationId xmlns:a16="http://schemas.microsoft.com/office/drawing/2014/main" id="{ECBF0402-6E39-06EA-6945-DEE9FF4824A7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47" name="Freeform: Shape 146">
              <a:extLst>
                <a:ext uri="{FF2B5EF4-FFF2-40B4-BE49-F238E27FC236}">
                  <a16:creationId xmlns:a16="http://schemas.microsoft.com/office/drawing/2014/main" id="{9A4BE7EA-84CD-F999-EC99-420DB50A1EC2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2" name="Group 101">
            <a:extLst>
              <a:ext uri="{FF2B5EF4-FFF2-40B4-BE49-F238E27FC236}">
                <a16:creationId xmlns:a16="http://schemas.microsoft.com/office/drawing/2014/main" id="{B16FD3F0-BCEE-44BC-1E30-ED63864025D9}"/>
              </a:ext>
            </a:extLst>
          </p:cNvPr>
          <p:cNvGrpSpPr/>
          <p:nvPr/>
        </p:nvGrpSpPr>
        <p:grpSpPr>
          <a:xfrm rot="16200000">
            <a:off x="6409934" y="4374571"/>
            <a:ext cx="121167" cy="90875"/>
            <a:chOff x="6669881" y="4393406"/>
            <a:chExt cx="209550" cy="157163"/>
          </a:xfrm>
        </p:grpSpPr>
        <p:sp>
          <p:nvSpPr>
            <p:cNvPr id="144" name="Rectangle 143">
              <a:extLst>
                <a:ext uri="{FF2B5EF4-FFF2-40B4-BE49-F238E27FC236}">
                  <a16:creationId xmlns:a16="http://schemas.microsoft.com/office/drawing/2014/main" id="{23052533-044E-8F79-5E87-15AE1D900137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45" name="Freeform: Shape 144">
              <a:extLst>
                <a:ext uri="{FF2B5EF4-FFF2-40B4-BE49-F238E27FC236}">
                  <a16:creationId xmlns:a16="http://schemas.microsoft.com/office/drawing/2014/main" id="{EA4030DE-429C-2FB0-71AE-87E2C0CF3CB2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3" name="Group 102">
            <a:extLst>
              <a:ext uri="{FF2B5EF4-FFF2-40B4-BE49-F238E27FC236}">
                <a16:creationId xmlns:a16="http://schemas.microsoft.com/office/drawing/2014/main" id="{1EF44308-774B-2E8A-CE50-22D214258F6C}"/>
              </a:ext>
            </a:extLst>
          </p:cNvPr>
          <p:cNvGrpSpPr/>
          <p:nvPr/>
        </p:nvGrpSpPr>
        <p:grpSpPr>
          <a:xfrm rot="16200000">
            <a:off x="6416818" y="4664408"/>
            <a:ext cx="121167" cy="90875"/>
            <a:chOff x="6669881" y="4393406"/>
            <a:chExt cx="209550" cy="157163"/>
          </a:xfrm>
        </p:grpSpPr>
        <p:sp>
          <p:nvSpPr>
            <p:cNvPr id="142" name="Rectangle 141">
              <a:extLst>
                <a:ext uri="{FF2B5EF4-FFF2-40B4-BE49-F238E27FC236}">
                  <a16:creationId xmlns:a16="http://schemas.microsoft.com/office/drawing/2014/main" id="{9839E6EB-B580-B312-3577-A9CBE92B8CC6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43" name="Freeform: Shape 142">
              <a:extLst>
                <a:ext uri="{FF2B5EF4-FFF2-40B4-BE49-F238E27FC236}">
                  <a16:creationId xmlns:a16="http://schemas.microsoft.com/office/drawing/2014/main" id="{5B7C3D8D-7DF6-B574-0A78-045E562CF2AC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C0080F5E-353D-3141-2BB1-8BDFFED48757}"/>
              </a:ext>
            </a:extLst>
          </p:cNvPr>
          <p:cNvGrpSpPr/>
          <p:nvPr/>
        </p:nvGrpSpPr>
        <p:grpSpPr>
          <a:xfrm rot="16200000">
            <a:off x="6428222" y="4957132"/>
            <a:ext cx="121167" cy="90875"/>
            <a:chOff x="6669881" y="4393406"/>
            <a:chExt cx="209550" cy="157163"/>
          </a:xfrm>
        </p:grpSpPr>
        <p:sp>
          <p:nvSpPr>
            <p:cNvPr id="140" name="Rectangle 139">
              <a:extLst>
                <a:ext uri="{FF2B5EF4-FFF2-40B4-BE49-F238E27FC236}">
                  <a16:creationId xmlns:a16="http://schemas.microsoft.com/office/drawing/2014/main" id="{95715098-FE50-DFFD-163E-E31BAFEF44FB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41" name="Freeform: Shape 140">
              <a:extLst>
                <a:ext uri="{FF2B5EF4-FFF2-40B4-BE49-F238E27FC236}">
                  <a16:creationId xmlns:a16="http://schemas.microsoft.com/office/drawing/2014/main" id="{95904851-4A19-0CDD-44AA-0EB4688E35CF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5" name="Group 104">
            <a:extLst>
              <a:ext uri="{FF2B5EF4-FFF2-40B4-BE49-F238E27FC236}">
                <a16:creationId xmlns:a16="http://schemas.microsoft.com/office/drawing/2014/main" id="{B4AFA158-0A68-54A0-D9B1-FEBAE91D043F}"/>
              </a:ext>
            </a:extLst>
          </p:cNvPr>
          <p:cNvGrpSpPr/>
          <p:nvPr/>
        </p:nvGrpSpPr>
        <p:grpSpPr>
          <a:xfrm rot="16200000">
            <a:off x="6663670" y="4964017"/>
            <a:ext cx="121167" cy="90875"/>
            <a:chOff x="6669881" y="4393406"/>
            <a:chExt cx="209550" cy="157163"/>
          </a:xfrm>
        </p:grpSpPr>
        <p:sp>
          <p:nvSpPr>
            <p:cNvPr id="138" name="Rectangle 137">
              <a:extLst>
                <a:ext uri="{FF2B5EF4-FFF2-40B4-BE49-F238E27FC236}">
                  <a16:creationId xmlns:a16="http://schemas.microsoft.com/office/drawing/2014/main" id="{BE2F838B-30D1-D0CA-7341-8515B92E08E7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9" name="Freeform: Shape 138">
              <a:extLst>
                <a:ext uri="{FF2B5EF4-FFF2-40B4-BE49-F238E27FC236}">
                  <a16:creationId xmlns:a16="http://schemas.microsoft.com/office/drawing/2014/main" id="{240D7004-22F5-9081-2C17-9A6FE942877F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0B896AB9-6391-BC58-594A-644997C3058F}"/>
              </a:ext>
            </a:extLst>
          </p:cNvPr>
          <p:cNvGrpSpPr/>
          <p:nvPr/>
        </p:nvGrpSpPr>
        <p:grpSpPr>
          <a:xfrm rot="16200000">
            <a:off x="6655408" y="4665786"/>
            <a:ext cx="121167" cy="90875"/>
            <a:chOff x="6669881" y="4393406"/>
            <a:chExt cx="209550" cy="157163"/>
          </a:xfrm>
        </p:grpSpPr>
        <p:sp>
          <p:nvSpPr>
            <p:cNvPr id="136" name="Rectangle 135">
              <a:extLst>
                <a:ext uri="{FF2B5EF4-FFF2-40B4-BE49-F238E27FC236}">
                  <a16:creationId xmlns:a16="http://schemas.microsoft.com/office/drawing/2014/main" id="{5D925F8A-2441-6DD5-B7EA-3EEC03872F73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7" name="Freeform: Shape 136">
              <a:extLst>
                <a:ext uri="{FF2B5EF4-FFF2-40B4-BE49-F238E27FC236}">
                  <a16:creationId xmlns:a16="http://schemas.microsoft.com/office/drawing/2014/main" id="{E439C382-0DA6-FEFB-17AB-0EC74E9461DA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4DA4CAA0-2135-1553-6B3A-67C333D929F3}"/>
              </a:ext>
            </a:extLst>
          </p:cNvPr>
          <p:cNvGrpSpPr/>
          <p:nvPr/>
        </p:nvGrpSpPr>
        <p:grpSpPr>
          <a:xfrm rot="16200000">
            <a:off x="6651667" y="4370442"/>
            <a:ext cx="121167" cy="90875"/>
            <a:chOff x="6669881" y="4393406"/>
            <a:chExt cx="209550" cy="157163"/>
          </a:xfrm>
        </p:grpSpPr>
        <p:sp>
          <p:nvSpPr>
            <p:cNvPr id="134" name="Rectangle 133">
              <a:extLst>
                <a:ext uri="{FF2B5EF4-FFF2-40B4-BE49-F238E27FC236}">
                  <a16:creationId xmlns:a16="http://schemas.microsoft.com/office/drawing/2014/main" id="{EA111235-38FA-2052-2811-0591CC2DD82B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5" name="Freeform: Shape 134">
              <a:extLst>
                <a:ext uri="{FF2B5EF4-FFF2-40B4-BE49-F238E27FC236}">
                  <a16:creationId xmlns:a16="http://schemas.microsoft.com/office/drawing/2014/main" id="{2B3C6897-6360-965F-FCD6-EEECAEEB7828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8" name="Group 107">
            <a:extLst>
              <a:ext uri="{FF2B5EF4-FFF2-40B4-BE49-F238E27FC236}">
                <a16:creationId xmlns:a16="http://schemas.microsoft.com/office/drawing/2014/main" id="{49F704B3-23CE-84CE-7E6A-D2D26B6A6816}"/>
              </a:ext>
            </a:extLst>
          </p:cNvPr>
          <p:cNvGrpSpPr/>
          <p:nvPr/>
        </p:nvGrpSpPr>
        <p:grpSpPr>
          <a:xfrm rot="16200000">
            <a:off x="6654990" y="4099194"/>
            <a:ext cx="121167" cy="90875"/>
            <a:chOff x="6669881" y="4393406"/>
            <a:chExt cx="209550" cy="157163"/>
          </a:xfrm>
        </p:grpSpPr>
        <p:sp>
          <p:nvSpPr>
            <p:cNvPr id="132" name="Rectangle 131">
              <a:extLst>
                <a:ext uri="{FF2B5EF4-FFF2-40B4-BE49-F238E27FC236}">
                  <a16:creationId xmlns:a16="http://schemas.microsoft.com/office/drawing/2014/main" id="{66C47830-9C5B-5650-3C99-9764F101CA98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3" name="Freeform: Shape 132">
              <a:extLst>
                <a:ext uri="{FF2B5EF4-FFF2-40B4-BE49-F238E27FC236}">
                  <a16:creationId xmlns:a16="http://schemas.microsoft.com/office/drawing/2014/main" id="{CA2289BB-7CF2-328E-6164-7D3BF809830B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9" name="Group 108">
            <a:extLst>
              <a:ext uri="{FF2B5EF4-FFF2-40B4-BE49-F238E27FC236}">
                <a16:creationId xmlns:a16="http://schemas.microsoft.com/office/drawing/2014/main" id="{D3CBE480-795F-908A-A63D-4ED351A912E8}"/>
              </a:ext>
            </a:extLst>
          </p:cNvPr>
          <p:cNvGrpSpPr/>
          <p:nvPr/>
        </p:nvGrpSpPr>
        <p:grpSpPr>
          <a:xfrm rot="16200000">
            <a:off x="6648913" y="3843094"/>
            <a:ext cx="121167" cy="90875"/>
            <a:chOff x="6669881" y="4393406"/>
            <a:chExt cx="209550" cy="157163"/>
          </a:xfrm>
        </p:grpSpPr>
        <p:sp>
          <p:nvSpPr>
            <p:cNvPr id="130" name="Rectangle 129">
              <a:extLst>
                <a:ext uri="{FF2B5EF4-FFF2-40B4-BE49-F238E27FC236}">
                  <a16:creationId xmlns:a16="http://schemas.microsoft.com/office/drawing/2014/main" id="{76A8932B-B626-2CFD-EBE5-49A9162F02CB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1" name="Freeform: Shape 130">
              <a:extLst>
                <a:ext uri="{FF2B5EF4-FFF2-40B4-BE49-F238E27FC236}">
                  <a16:creationId xmlns:a16="http://schemas.microsoft.com/office/drawing/2014/main" id="{4BFBF2E6-F0EB-DDB0-B113-E7773ED13E9E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sp>
        <p:nvSpPr>
          <p:cNvPr id="111" name="TextBox 110">
            <a:extLst>
              <a:ext uri="{FF2B5EF4-FFF2-40B4-BE49-F238E27FC236}">
                <a16:creationId xmlns:a16="http://schemas.microsoft.com/office/drawing/2014/main" id="{727FEEDA-C81B-00DA-DAE4-898335D950F5}"/>
              </a:ext>
            </a:extLst>
          </p:cNvPr>
          <p:cNvSpPr txBox="1"/>
          <p:nvPr/>
        </p:nvSpPr>
        <p:spPr>
          <a:xfrm>
            <a:off x="7189421" y="4831228"/>
            <a:ext cx="46038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GND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7226B264-9029-B386-50CC-EA0988320CF3}"/>
              </a:ext>
            </a:extLst>
          </p:cNvPr>
          <p:cNvSpPr txBox="1"/>
          <p:nvPr/>
        </p:nvSpPr>
        <p:spPr>
          <a:xfrm>
            <a:off x="5183730" y="3690889"/>
            <a:ext cx="43954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3.3V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cxnSp>
        <p:nvCxnSpPr>
          <p:cNvPr id="114" name="Straight Connector 113">
            <a:extLst>
              <a:ext uri="{FF2B5EF4-FFF2-40B4-BE49-F238E27FC236}">
                <a16:creationId xmlns:a16="http://schemas.microsoft.com/office/drawing/2014/main" id="{61FF4051-58E3-CA73-00CB-F76599BF5201}"/>
              </a:ext>
            </a:extLst>
          </p:cNvPr>
          <p:cNvCxnSpPr>
            <a:cxnSpLocks/>
          </p:cNvCxnSpPr>
          <p:nvPr/>
        </p:nvCxnSpPr>
        <p:spPr>
          <a:xfrm rot="16200000">
            <a:off x="5870388" y="4585169"/>
            <a:ext cx="0" cy="893411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TextBox 114">
            <a:extLst>
              <a:ext uri="{FF2B5EF4-FFF2-40B4-BE49-F238E27FC236}">
                <a16:creationId xmlns:a16="http://schemas.microsoft.com/office/drawing/2014/main" id="{A61C18DD-A946-0CDE-6B91-C5DC62461EEE}"/>
              </a:ext>
            </a:extLst>
          </p:cNvPr>
          <p:cNvSpPr txBox="1"/>
          <p:nvPr/>
        </p:nvSpPr>
        <p:spPr>
          <a:xfrm>
            <a:off x="5179544" y="4842093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pin0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311C7315-209D-070A-7D0A-1A4DE2C3186D}"/>
              </a:ext>
            </a:extLst>
          </p:cNvPr>
          <p:cNvSpPr txBox="1"/>
          <p:nvPr/>
        </p:nvSpPr>
        <p:spPr>
          <a:xfrm>
            <a:off x="5179544" y="4494051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pin2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74C17F6D-7BD3-4113-07A0-77FC09131FE3}"/>
              </a:ext>
            </a:extLst>
          </p:cNvPr>
          <p:cNvSpPr txBox="1"/>
          <p:nvPr/>
        </p:nvSpPr>
        <p:spPr>
          <a:xfrm>
            <a:off x="5179544" y="4233996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pin4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83B382FF-CA9E-86A4-85B1-091E77A6DF82}"/>
              </a:ext>
            </a:extLst>
          </p:cNvPr>
          <p:cNvSpPr txBox="1"/>
          <p:nvPr/>
        </p:nvSpPr>
        <p:spPr>
          <a:xfrm>
            <a:off x="5179543" y="3973150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pin6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7D906002-1DAE-A47C-E893-ED606BB1984A}"/>
              </a:ext>
            </a:extLst>
          </p:cNvPr>
          <p:cNvSpPr txBox="1"/>
          <p:nvPr/>
        </p:nvSpPr>
        <p:spPr>
          <a:xfrm>
            <a:off x="7219646" y="4540109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pin1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4A225567-2C74-102D-C3A8-2C4D257CB9EF}"/>
              </a:ext>
            </a:extLst>
          </p:cNvPr>
          <p:cNvSpPr txBox="1"/>
          <p:nvPr/>
        </p:nvSpPr>
        <p:spPr>
          <a:xfrm>
            <a:off x="7218474" y="4241711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pin3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0FAEBDCA-1CC3-A0FF-FD65-FF8D42C05795}"/>
              </a:ext>
            </a:extLst>
          </p:cNvPr>
          <p:cNvSpPr txBox="1"/>
          <p:nvPr/>
        </p:nvSpPr>
        <p:spPr>
          <a:xfrm>
            <a:off x="7219062" y="3962749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pin5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E6CC4E53-2E5F-8EF0-DF69-EF9C9388183A}"/>
              </a:ext>
            </a:extLst>
          </p:cNvPr>
          <p:cNvSpPr txBox="1"/>
          <p:nvPr/>
        </p:nvSpPr>
        <p:spPr>
          <a:xfrm>
            <a:off x="7218475" y="3700725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pin7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50" name="Freeform: Shape 149">
            <a:extLst>
              <a:ext uri="{FF2B5EF4-FFF2-40B4-BE49-F238E27FC236}">
                <a16:creationId xmlns:a16="http://schemas.microsoft.com/office/drawing/2014/main" id="{524FD99C-054A-3E34-8C91-26A3472F236B}"/>
              </a:ext>
            </a:extLst>
          </p:cNvPr>
          <p:cNvSpPr/>
          <p:nvPr/>
        </p:nvSpPr>
        <p:spPr>
          <a:xfrm>
            <a:off x="5000625" y="2609850"/>
            <a:ext cx="5043488" cy="2424113"/>
          </a:xfrm>
          <a:custGeom>
            <a:avLst/>
            <a:gdLst>
              <a:gd name="csX0" fmla="*/ 1304925 w 5043488"/>
              <a:gd name="csY0" fmla="*/ 2424113 h 2424113"/>
              <a:gd name="csX1" fmla="*/ 0 w 5043488"/>
              <a:gd name="csY1" fmla="*/ 2424113 h 2424113"/>
              <a:gd name="csX2" fmla="*/ 0 w 5043488"/>
              <a:gd name="csY2" fmla="*/ 0 h 2424113"/>
              <a:gd name="csX3" fmla="*/ 5043488 w 5043488"/>
              <a:gd name="csY3" fmla="*/ 0 h 2424113"/>
              <a:gd name="csX4" fmla="*/ 5043488 w 5043488"/>
              <a:gd name="csY4" fmla="*/ 1290638 h 24241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5043488" h="2424113">
                <a:moveTo>
                  <a:pt x="1304925" y="2424113"/>
                </a:moveTo>
                <a:lnTo>
                  <a:pt x="0" y="2424113"/>
                </a:lnTo>
                <a:lnTo>
                  <a:pt x="0" y="0"/>
                </a:lnTo>
                <a:lnTo>
                  <a:pt x="5043488" y="0"/>
                </a:lnTo>
                <a:lnTo>
                  <a:pt x="5043488" y="1290638"/>
                </a:lnTo>
              </a:path>
            </a:pathLst>
          </a:custGeom>
          <a:noFill/>
          <a:ln>
            <a:solidFill>
              <a:srgbClr val="FFC000"/>
            </a:solidFill>
          </a:ln>
          <a:effectLst>
            <a:glow rad="63500">
              <a:schemeClr val="accent2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1" name="Freeform: Shape 150">
            <a:extLst>
              <a:ext uri="{FF2B5EF4-FFF2-40B4-BE49-F238E27FC236}">
                <a16:creationId xmlns:a16="http://schemas.microsoft.com/office/drawing/2014/main" id="{843B9D2E-17C5-918C-13F0-3849A466ECE2}"/>
              </a:ext>
            </a:extLst>
          </p:cNvPr>
          <p:cNvSpPr/>
          <p:nvPr/>
        </p:nvSpPr>
        <p:spPr>
          <a:xfrm>
            <a:off x="6829425" y="2671763"/>
            <a:ext cx="3139382" cy="2057400"/>
          </a:xfrm>
          <a:custGeom>
            <a:avLst/>
            <a:gdLst>
              <a:gd name="csX0" fmla="*/ 0 w 3109913"/>
              <a:gd name="csY0" fmla="*/ 2057400 h 2057400"/>
              <a:gd name="csX1" fmla="*/ 1090613 w 3109913"/>
              <a:gd name="csY1" fmla="*/ 2057400 h 2057400"/>
              <a:gd name="csX2" fmla="*/ 1090613 w 3109913"/>
              <a:gd name="csY2" fmla="*/ 0 h 2057400"/>
              <a:gd name="csX3" fmla="*/ 3109913 w 3109913"/>
              <a:gd name="csY3" fmla="*/ 0 h 2057400"/>
              <a:gd name="csX4" fmla="*/ 3109913 w 3109913"/>
              <a:gd name="csY4" fmla="*/ 1228725 h 20574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3109913" h="2057400">
                <a:moveTo>
                  <a:pt x="0" y="2057400"/>
                </a:moveTo>
                <a:lnTo>
                  <a:pt x="1090613" y="2057400"/>
                </a:lnTo>
                <a:lnTo>
                  <a:pt x="1090613" y="0"/>
                </a:lnTo>
                <a:lnTo>
                  <a:pt x="3109913" y="0"/>
                </a:lnTo>
                <a:lnTo>
                  <a:pt x="3109913" y="1228725"/>
                </a:lnTo>
              </a:path>
            </a:pathLst>
          </a:custGeom>
          <a:noFill/>
          <a:ln>
            <a:solidFill>
              <a:schemeClr val="accent6">
                <a:lumMod val="60000"/>
                <a:lumOff val="40000"/>
              </a:schemeClr>
            </a:solidFill>
          </a:ln>
          <a:effectLst>
            <a:glow rad="63500">
              <a:schemeClr val="accent2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2" name="Freeform: Shape 151">
            <a:extLst>
              <a:ext uri="{FF2B5EF4-FFF2-40B4-BE49-F238E27FC236}">
                <a16:creationId xmlns:a16="http://schemas.microsoft.com/office/drawing/2014/main" id="{A66124B3-2845-DDF7-BD43-169ED7F4B645}"/>
              </a:ext>
            </a:extLst>
          </p:cNvPr>
          <p:cNvSpPr/>
          <p:nvPr/>
        </p:nvSpPr>
        <p:spPr>
          <a:xfrm>
            <a:off x="5110163" y="2776538"/>
            <a:ext cx="4757737" cy="1947862"/>
          </a:xfrm>
          <a:custGeom>
            <a:avLst/>
            <a:gdLst>
              <a:gd name="csX0" fmla="*/ 1362075 w 4757737"/>
              <a:gd name="csY0" fmla="*/ 1947862 h 1947862"/>
              <a:gd name="csX1" fmla="*/ 0 w 4757737"/>
              <a:gd name="csY1" fmla="*/ 1947862 h 1947862"/>
              <a:gd name="csX2" fmla="*/ 0 w 4757737"/>
              <a:gd name="csY2" fmla="*/ 0 h 1947862"/>
              <a:gd name="csX3" fmla="*/ 4757737 w 4757737"/>
              <a:gd name="csY3" fmla="*/ 0 h 1947862"/>
              <a:gd name="csX4" fmla="*/ 4757737 w 4757737"/>
              <a:gd name="csY4" fmla="*/ 1138237 h 19478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757737" h="1947862">
                <a:moveTo>
                  <a:pt x="1362075" y="1947862"/>
                </a:moveTo>
                <a:lnTo>
                  <a:pt x="0" y="1947862"/>
                </a:lnTo>
                <a:lnTo>
                  <a:pt x="0" y="0"/>
                </a:lnTo>
                <a:lnTo>
                  <a:pt x="4757737" y="0"/>
                </a:lnTo>
                <a:lnTo>
                  <a:pt x="4757737" y="1138237"/>
                </a:lnTo>
              </a:path>
            </a:pathLst>
          </a:custGeom>
          <a:noFill/>
          <a:ln>
            <a:solidFill>
              <a:schemeClr val="accent5">
                <a:lumMod val="60000"/>
                <a:lumOff val="40000"/>
              </a:schemeClr>
            </a:solidFill>
          </a:ln>
          <a:effectLst>
            <a:glow rad="63500">
              <a:schemeClr val="accent2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3" name="Freeform: Shape 152">
            <a:extLst>
              <a:ext uri="{FF2B5EF4-FFF2-40B4-BE49-F238E27FC236}">
                <a16:creationId xmlns:a16="http://schemas.microsoft.com/office/drawing/2014/main" id="{DD0D8FAC-2541-CD4A-44DB-AD6EAEB8DF60}"/>
              </a:ext>
            </a:extLst>
          </p:cNvPr>
          <p:cNvSpPr/>
          <p:nvPr/>
        </p:nvSpPr>
        <p:spPr>
          <a:xfrm>
            <a:off x="6810374" y="2862263"/>
            <a:ext cx="2955547" cy="1581150"/>
          </a:xfrm>
          <a:custGeom>
            <a:avLst/>
            <a:gdLst>
              <a:gd name="csX0" fmla="*/ 0 w 2857500"/>
              <a:gd name="csY0" fmla="*/ 1581150 h 1581150"/>
              <a:gd name="csX1" fmla="*/ 1209675 w 2857500"/>
              <a:gd name="csY1" fmla="*/ 1581150 h 1581150"/>
              <a:gd name="csX2" fmla="*/ 1209675 w 2857500"/>
              <a:gd name="csY2" fmla="*/ 0 h 1581150"/>
              <a:gd name="csX3" fmla="*/ 2857500 w 2857500"/>
              <a:gd name="csY3" fmla="*/ 0 h 1581150"/>
              <a:gd name="csX4" fmla="*/ 2857500 w 2857500"/>
              <a:gd name="csY4" fmla="*/ 1066800 h 1581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857500" h="1581150">
                <a:moveTo>
                  <a:pt x="0" y="1581150"/>
                </a:moveTo>
                <a:lnTo>
                  <a:pt x="1209675" y="1581150"/>
                </a:lnTo>
                <a:lnTo>
                  <a:pt x="1209675" y="0"/>
                </a:lnTo>
                <a:lnTo>
                  <a:pt x="2857500" y="0"/>
                </a:lnTo>
                <a:lnTo>
                  <a:pt x="2857500" y="1066800"/>
                </a:lnTo>
              </a:path>
            </a:pathLst>
          </a:custGeom>
          <a:noFill/>
          <a:ln>
            <a:solidFill>
              <a:schemeClr val="accent4">
                <a:lumMod val="60000"/>
                <a:lumOff val="40000"/>
              </a:schemeClr>
            </a:solidFill>
          </a:ln>
          <a:effectLst>
            <a:glow rad="63500">
              <a:schemeClr val="accent2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4C23D6B-94FA-5CAC-F7EF-FA25354D4D82}"/>
              </a:ext>
            </a:extLst>
          </p:cNvPr>
          <p:cNvSpPr/>
          <p:nvPr/>
        </p:nvSpPr>
        <p:spPr>
          <a:xfrm>
            <a:off x="5223294" y="2932981"/>
            <a:ext cx="4455544" cy="1500996"/>
          </a:xfrm>
          <a:custGeom>
            <a:avLst/>
            <a:gdLst>
              <a:gd name="csX0" fmla="*/ 1199072 w 4455544"/>
              <a:gd name="csY0" fmla="*/ 1500996 h 1500996"/>
              <a:gd name="csX1" fmla="*/ 0 w 4455544"/>
              <a:gd name="csY1" fmla="*/ 1500996 h 1500996"/>
              <a:gd name="csX2" fmla="*/ 0 w 4455544"/>
              <a:gd name="csY2" fmla="*/ 0 h 1500996"/>
              <a:gd name="csX3" fmla="*/ 4455544 w 4455544"/>
              <a:gd name="csY3" fmla="*/ 0 h 1500996"/>
              <a:gd name="csX4" fmla="*/ 4455544 w 4455544"/>
              <a:gd name="csY4" fmla="*/ 979098 h 150099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455544" h="1500996">
                <a:moveTo>
                  <a:pt x="1199072" y="1500996"/>
                </a:moveTo>
                <a:lnTo>
                  <a:pt x="0" y="1500996"/>
                </a:lnTo>
                <a:lnTo>
                  <a:pt x="0" y="0"/>
                </a:lnTo>
                <a:lnTo>
                  <a:pt x="4455544" y="0"/>
                </a:lnTo>
                <a:lnTo>
                  <a:pt x="4455544" y="979098"/>
                </a:lnTo>
              </a:path>
            </a:pathLst>
          </a:custGeom>
          <a:noFill/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CB3E74C-6048-4D57-219B-2BFC43BF43C4}"/>
              </a:ext>
            </a:extLst>
          </p:cNvPr>
          <p:cNvSpPr/>
          <p:nvPr/>
        </p:nvSpPr>
        <p:spPr>
          <a:xfrm>
            <a:off x="6788989" y="3023558"/>
            <a:ext cx="2794958" cy="1143000"/>
          </a:xfrm>
          <a:custGeom>
            <a:avLst/>
            <a:gdLst>
              <a:gd name="csX0" fmla="*/ 0 w 2794958"/>
              <a:gd name="csY0" fmla="*/ 1143000 h 1143000"/>
              <a:gd name="csX1" fmla="*/ 1039483 w 2794958"/>
              <a:gd name="csY1" fmla="*/ 1143000 h 1143000"/>
              <a:gd name="csX2" fmla="*/ 1039483 w 2794958"/>
              <a:gd name="csY2" fmla="*/ 0 h 1143000"/>
              <a:gd name="csX3" fmla="*/ 2794958 w 2794958"/>
              <a:gd name="csY3" fmla="*/ 0 h 1143000"/>
              <a:gd name="csX4" fmla="*/ 2794958 w 2794958"/>
              <a:gd name="csY4" fmla="*/ 875582 h 1143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794958" h="1143000">
                <a:moveTo>
                  <a:pt x="0" y="1143000"/>
                </a:moveTo>
                <a:lnTo>
                  <a:pt x="1039483" y="1143000"/>
                </a:lnTo>
                <a:lnTo>
                  <a:pt x="1039483" y="0"/>
                </a:lnTo>
                <a:lnTo>
                  <a:pt x="2794958" y="0"/>
                </a:lnTo>
                <a:lnTo>
                  <a:pt x="2794958" y="875582"/>
                </a:lnTo>
              </a:path>
            </a:pathLst>
          </a:cu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AFFA78D8-7169-FAA9-9CBF-1CA30931270D}"/>
              </a:ext>
            </a:extLst>
          </p:cNvPr>
          <p:cNvSpPr/>
          <p:nvPr/>
        </p:nvSpPr>
        <p:spPr>
          <a:xfrm>
            <a:off x="5633049" y="3122762"/>
            <a:ext cx="3847381" cy="1061049"/>
          </a:xfrm>
          <a:custGeom>
            <a:avLst/>
            <a:gdLst>
              <a:gd name="csX0" fmla="*/ 741872 w 3847381"/>
              <a:gd name="csY0" fmla="*/ 1061049 h 1061049"/>
              <a:gd name="csX1" fmla="*/ 0 w 3847381"/>
              <a:gd name="csY1" fmla="*/ 1061049 h 1061049"/>
              <a:gd name="csX2" fmla="*/ 0 w 3847381"/>
              <a:gd name="csY2" fmla="*/ 0 h 1061049"/>
              <a:gd name="csX3" fmla="*/ 3847381 w 3847381"/>
              <a:gd name="csY3" fmla="*/ 0 h 1061049"/>
              <a:gd name="csX4" fmla="*/ 3847381 w 3847381"/>
              <a:gd name="csY4" fmla="*/ 793630 h 106104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3847381" h="1061049">
                <a:moveTo>
                  <a:pt x="741872" y="1061049"/>
                </a:moveTo>
                <a:lnTo>
                  <a:pt x="0" y="1061049"/>
                </a:lnTo>
                <a:lnTo>
                  <a:pt x="0" y="0"/>
                </a:lnTo>
                <a:lnTo>
                  <a:pt x="3847381" y="0"/>
                </a:lnTo>
                <a:lnTo>
                  <a:pt x="3847381" y="793630"/>
                </a:lnTo>
              </a:path>
            </a:pathLst>
          </a:custGeom>
          <a:noFill/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6" name="Freeform: Shape 155">
            <a:extLst>
              <a:ext uri="{FF2B5EF4-FFF2-40B4-BE49-F238E27FC236}">
                <a16:creationId xmlns:a16="http://schemas.microsoft.com/office/drawing/2014/main" id="{1B5F716F-BB51-5C57-28EC-840B64779EF5}"/>
              </a:ext>
            </a:extLst>
          </p:cNvPr>
          <p:cNvSpPr/>
          <p:nvPr/>
        </p:nvSpPr>
        <p:spPr>
          <a:xfrm>
            <a:off x="6797615" y="3213340"/>
            <a:ext cx="2587925" cy="698739"/>
          </a:xfrm>
          <a:custGeom>
            <a:avLst/>
            <a:gdLst>
              <a:gd name="csX0" fmla="*/ 0 w 2587925"/>
              <a:gd name="csY0" fmla="*/ 690113 h 698739"/>
              <a:gd name="csX1" fmla="*/ 953219 w 2587925"/>
              <a:gd name="csY1" fmla="*/ 690113 h 698739"/>
              <a:gd name="csX2" fmla="*/ 953219 w 2587925"/>
              <a:gd name="csY2" fmla="*/ 0 h 698739"/>
              <a:gd name="csX3" fmla="*/ 2587925 w 2587925"/>
              <a:gd name="csY3" fmla="*/ 0 h 698739"/>
              <a:gd name="csX4" fmla="*/ 2587925 w 2587925"/>
              <a:gd name="csY4" fmla="*/ 698739 h 69873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87925" h="698739">
                <a:moveTo>
                  <a:pt x="0" y="690113"/>
                </a:moveTo>
                <a:lnTo>
                  <a:pt x="953219" y="690113"/>
                </a:lnTo>
                <a:lnTo>
                  <a:pt x="953219" y="0"/>
                </a:lnTo>
                <a:lnTo>
                  <a:pt x="2587925" y="0"/>
                </a:lnTo>
                <a:lnTo>
                  <a:pt x="2587925" y="698739"/>
                </a:lnTo>
              </a:path>
            </a:pathLst>
          </a:custGeom>
          <a:noFill/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4FE14909-D8F8-2382-A90A-BEDF649EE010}"/>
              </a:ext>
            </a:extLst>
          </p:cNvPr>
          <p:cNvGrpSpPr/>
          <p:nvPr/>
        </p:nvGrpSpPr>
        <p:grpSpPr>
          <a:xfrm>
            <a:off x="6188599" y="4250364"/>
            <a:ext cx="675185" cy="1196508"/>
            <a:chOff x="6188599" y="4250364"/>
            <a:chExt cx="675185" cy="1196508"/>
          </a:xfrm>
        </p:grpSpPr>
        <p:sp>
          <p:nvSpPr>
            <p:cNvPr id="92" name="Freeform: Shape 91">
              <a:extLst>
                <a:ext uri="{FF2B5EF4-FFF2-40B4-BE49-F238E27FC236}">
                  <a16:creationId xmlns:a16="http://schemas.microsoft.com/office/drawing/2014/main" id="{A87A8008-E66A-7085-F245-EB2ECEEC1BC7}"/>
                </a:ext>
              </a:extLst>
            </p:cNvPr>
            <p:cNvSpPr/>
            <p:nvPr/>
          </p:nvSpPr>
          <p:spPr>
            <a:xfrm>
              <a:off x="6353510" y="4250364"/>
              <a:ext cx="489469" cy="1006840"/>
            </a:xfrm>
            <a:custGeom>
              <a:avLst/>
              <a:gdLst>
                <a:gd name="csX0" fmla="*/ 55916 w 489469"/>
                <a:gd name="csY0" fmla="*/ 1003123 h 1006840"/>
                <a:gd name="csX1" fmla="*/ 202565 w 489469"/>
                <a:gd name="csY1" fmla="*/ 929798 h 1006840"/>
                <a:gd name="csX2" fmla="*/ 254324 w 489469"/>
                <a:gd name="csY2" fmla="*/ 675319 h 1006840"/>
                <a:gd name="csX3" fmla="*/ 465671 w 489469"/>
                <a:gd name="csY3" fmla="*/ 532983 h 1006840"/>
                <a:gd name="csX4" fmla="*/ 465671 w 489469"/>
                <a:gd name="csY4" fmla="*/ 58530 h 1006840"/>
                <a:gd name="csX5" fmla="*/ 297456 w 489469"/>
                <a:gd name="csY5" fmla="*/ 32651 h 1006840"/>
                <a:gd name="csX6" fmla="*/ 237071 w 489469"/>
                <a:gd name="csY6" fmla="*/ 287130 h 1006840"/>
                <a:gd name="csX7" fmla="*/ 12784 w 489469"/>
                <a:gd name="csY7" fmla="*/ 399274 h 1006840"/>
                <a:gd name="csX8" fmla="*/ 34350 w 489469"/>
                <a:gd name="csY8" fmla="*/ 934111 h 1006840"/>
                <a:gd name="csX9" fmla="*/ 55916 w 489469"/>
                <a:gd name="csY9" fmla="*/ 1003123 h 100684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489469" h="1006840">
                  <a:moveTo>
                    <a:pt x="55916" y="1003123"/>
                  </a:moveTo>
                  <a:cubicBezTo>
                    <a:pt x="83952" y="1002404"/>
                    <a:pt x="169497" y="984432"/>
                    <a:pt x="202565" y="929798"/>
                  </a:cubicBezTo>
                  <a:cubicBezTo>
                    <a:pt x="235633" y="875164"/>
                    <a:pt x="210473" y="741455"/>
                    <a:pt x="254324" y="675319"/>
                  </a:cubicBezTo>
                  <a:cubicBezTo>
                    <a:pt x="298175" y="609183"/>
                    <a:pt x="430446" y="635781"/>
                    <a:pt x="465671" y="532983"/>
                  </a:cubicBezTo>
                  <a:cubicBezTo>
                    <a:pt x="500896" y="430185"/>
                    <a:pt x="493707" y="141919"/>
                    <a:pt x="465671" y="58530"/>
                  </a:cubicBezTo>
                  <a:cubicBezTo>
                    <a:pt x="437635" y="-24859"/>
                    <a:pt x="335556" y="-5449"/>
                    <a:pt x="297456" y="32651"/>
                  </a:cubicBezTo>
                  <a:cubicBezTo>
                    <a:pt x="259356" y="70751"/>
                    <a:pt x="284516" y="226026"/>
                    <a:pt x="237071" y="287130"/>
                  </a:cubicBezTo>
                  <a:cubicBezTo>
                    <a:pt x="189626" y="348234"/>
                    <a:pt x="46571" y="291444"/>
                    <a:pt x="12784" y="399274"/>
                  </a:cubicBezTo>
                  <a:cubicBezTo>
                    <a:pt x="-21003" y="507104"/>
                    <a:pt x="21410" y="838502"/>
                    <a:pt x="34350" y="934111"/>
                  </a:cubicBezTo>
                  <a:cubicBezTo>
                    <a:pt x="47290" y="1029720"/>
                    <a:pt x="27880" y="1003842"/>
                    <a:pt x="55916" y="1003123"/>
                  </a:cubicBezTo>
                  <a:close/>
                </a:path>
              </a:pathLst>
            </a:custGeom>
            <a:noFill/>
            <a:ln w="38100">
              <a:solidFill>
                <a:schemeClr val="accent6">
                  <a:lumMod val="60000"/>
                  <a:lumOff val="40000"/>
                </a:schemeClr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 dirty="0"/>
            </a:p>
          </p:txBody>
        </p:sp>
        <p:sp>
          <p:nvSpPr>
            <p:cNvPr id="110" name="TextBox 109">
              <a:extLst>
                <a:ext uri="{FF2B5EF4-FFF2-40B4-BE49-F238E27FC236}">
                  <a16:creationId xmlns:a16="http://schemas.microsoft.com/office/drawing/2014/main" id="{4CB95A73-84F4-ACDF-BA5F-C95819EB862B}"/>
                </a:ext>
              </a:extLst>
            </p:cNvPr>
            <p:cNvSpPr txBox="1"/>
            <p:nvPr/>
          </p:nvSpPr>
          <p:spPr>
            <a:xfrm>
              <a:off x="6188599" y="5200651"/>
              <a:ext cx="675185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rgbClr val="92D050"/>
                  </a:solidFill>
                </a:rPr>
                <a:t>PULL UP</a:t>
              </a:r>
              <a:endParaRPr lang="LID4096" sz="1000" b="1" dirty="0">
                <a:solidFill>
                  <a:srgbClr val="92D050"/>
                </a:solidFill>
              </a:endParaRPr>
            </a:p>
          </p:txBody>
        </p:sp>
      </p:grpSp>
      <p:grpSp>
        <p:nvGrpSpPr>
          <p:cNvPr id="112" name="Group 111">
            <a:extLst>
              <a:ext uri="{FF2B5EF4-FFF2-40B4-BE49-F238E27FC236}">
                <a16:creationId xmlns:a16="http://schemas.microsoft.com/office/drawing/2014/main" id="{D60C0380-7C97-BA8B-62C1-888D6D1DD856}"/>
              </a:ext>
            </a:extLst>
          </p:cNvPr>
          <p:cNvGrpSpPr/>
          <p:nvPr/>
        </p:nvGrpSpPr>
        <p:grpSpPr>
          <a:xfrm>
            <a:off x="6184123" y="3406953"/>
            <a:ext cx="933269" cy="1238785"/>
            <a:chOff x="6200281" y="4018419"/>
            <a:chExt cx="933269" cy="1238785"/>
          </a:xfrm>
        </p:grpSpPr>
        <p:sp>
          <p:nvSpPr>
            <p:cNvPr id="116" name="Freeform: Shape 115">
              <a:extLst>
                <a:ext uri="{FF2B5EF4-FFF2-40B4-BE49-F238E27FC236}">
                  <a16:creationId xmlns:a16="http://schemas.microsoft.com/office/drawing/2014/main" id="{1EC3EE7A-ED9F-CDC5-C71A-D6448CCD00E8}"/>
                </a:ext>
              </a:extLst>
            </p:cNvPr>
            <p:cNvSpPr/>
            <p:nvPr/>
          </p:nvSpPr>
          <p:spPr>
            <a:xfrm>
              <a:off x="6353510" y="4250364"/>
              <a:ext cx="489469" cy="1006840"/>
            </a:xfrm>
            <a:custGeom>
              <a:avLst/>
              <a:gdLst>
                <a:gd name="csX0" fmla="*/ 55916 w 489469"/>
                <a:gd name="csY0" fmla="*/ 1003123 h 1006840"/>
                <a:gd name="csX1" fmla="*/ 202565 w 489469"/>
                <a:gd name="csY1" fmla="*/ 929798 h 1006840"/>
                <a:gd name="csX2" fmla="*/ 254324 w 489469"/>
                <a:gd name="csY2" fmla="*/ 675319 h 1006840"/>
                <a:gd name="csX3" fmla="*/ 465671 w 489469"/>
                <a:gd name="csY3" fmla="*/ 532983 h 1006840"/>
                <a:gd name="csX4" fmla="*/ 465671 w 489469"/>
                <a:gd name="csY4" fmla="*/ 58530 h 1006840"/>
                <a:gd name="csX5" fmla="*/ 297456 w 489469"/>
                <a:gd name="csY5" fmla="*/ 32651 h 1006840"/>
                <a:gd name="csX6" fmla="*/ 237071 w 489469"/>
                <a:gd name="csY6" fmla="*/ 287130 h 1006840"/>
                <a:gd name="csX7" fmla="*/ 12784 w 489469"/>
                <a:gd name="csY7" fmla="*/ 399274 h 1006840"/>
                <a:gd name="csX8" fmla="*/ 34350 w 489469"/>
                <a:gd name="csY8" fmla="*/ 934111 h 1006840"/>
                <a:gd name="csX9" fmla="*/ 55916 w 489469"/>
                <a:gd name="csY9" fmla="*/ 1003123 h 100684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489469" h="1006840">
                  <a:moveTo>
                    <a:pt x="55916" y="1003123"/>
                  </a:moveTo>
                  <a:cubicBezTo>
                    <a:pt x="83952" y="1002404"/>
                    <a:pt x="169497" y="984432"/>
                    <a:pt x="202565" y="929798"/>
                  </a:cubicBezTo>
                  <a:cubicBezTo>
                    <a:pt x="235633" y="875164"/>
                    <a:pt x="210473" y="741455"/>
                    <a:pt x="254324" y="675319"/>
                  </a:cubicBezTo>
                  <a:cubicBezTo>
                    <a:pt x="298175" y="609183"/>
                    <a:pt x="430446" y="635781"/>
                    <a:pt x="465671" y="532983"/>
                  </a:cubicBezTo>
                  <a:cubicBezTo>
                    <a:pt x="500896" y="430185"/>
                    <a:pt x="493707" y="141919"/>
                    <a:pt x="465671" y="58530"/>
                  </a:cubicBezTo>
                  <a:cubicBezTo>
                    <a:pt x="437635" y="-24859"/>
                    <a:pt x="335556" y="-5449"/>
                    <a:pt x="297456" y="32651"/>
                  </a:cubicBezTo>
                  <a:cubicBezTo>
                    <a:pt x="259356" y="70751"/>
                    <a:pt x="284516" y="226026"/>
                    <a:pt x="237071" y="287130"/>
                  </a:cubicBezTo>
                  <a:cubicBezTo>
                    <a:pt x="189626" y="348234"/>
                    <a:pt x="46571" y="291444"/>
                    <a:pt x="12784" y="399274"/>
                  </a:cubicBezTo>
                  <a:cubicBezTo>
                    <a:pt x="-21003" y="507104"/>
                    <a:pt x="21410" y="838502"/>
                    <a:pt x="34350" y="934111"/>
                  </a:cubicBezTo>
                  <a:cubicBezTo>
                    <a:pt x="47290" y="1029720"/>
                    <a:pt x="27880" y="1003842"/>
                    <a:pt x="55916" y="1003123"/>
                  </a:cubicBezTo>
                  <a:close/>
                </a:path>
              </a:pathLst>
            </a:custGeom>
            <a:noFill/>
            <a:ln w="38100">
              <a:solidFill>
                <a:srgbClr val="FFC000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 dirty="0"/>
            </a:p>
          </p:txBody>
        </p:sp>
        <p:sp>
          <p:nvSpPr>
            <p:cNvPr id="118" name="TextBox 117">
              <a:extLst>
                <a:ext uri="{FF2B5EF4-FFF2-40B4-BE49-F238E27FC236}">
                  <a16:creationId xmlns:a16="http://schemas.microsoft.com/office/drawing/2014/main" id="{75E33FCE-54C2-F301-60C3-E06648882EDB}"/>
                </a:ext>
              </a:extLst>
            </p:cNvPr>
            <p:cNvSpPr txBox="1"/>
            <p:nvPr/>
          </p:nvSpPr>
          <p:spPr>
            <a:xfrm>
              <a:off x="6200281" y="4018419"/>
              <a:ext cx="933269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rgbClr val="FFC000"/>
                  </a:solidFill>
                </a:rPr>
                <a:t>OPEN DRAIN</a:t>
              </a:r>
              <a:endParaRPr lang="LID4096" sz="1000" b="1" dirty="0">
                <a:solidFill>
                  <a:srgbClr val="FFC00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1393539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E94FF9-67E7-82EE-609E-1C42B745DB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EA59BE-39EF-D397-86D5-F713E944EE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dirty="0" err="1"/>
              <a:t>Keypad</a:t>
            </a:r>
            <a:r>
              <a:rPr lang="sv-SE" dirty="0"/>
              <a:t> – Lösning</a:t>
            </a:r>
            <a:endParaRPr lang="LID4096" dirty="0"/>
          </a:p>
        </p:txBody>
      </p:sp>
      <p:sp>
        <p:nvSpPr>
          <p:cNvPr id="155" name="Content Placeholder 154">
            <a:extLst>
              <a:ext uri="{FF2B5EF4-FFF2-40B4-BE49-F238E27FC236}">
                <a16:creationId xmlns:a16="http://schemas.microsoft.com/office/drawing/2014/main" id="{A5205558-A950-FA89-63A2-DB3C22FFD9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LID4096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043F7F6-A290-0564-E3D4-66FDDCDE4A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690688"/>
            <a:ext cx="4746017" cy="5167312"/>
          </a:xfrm>
          <a:prstGeom prst="rect">
            <a:avLst/>
          </a:prstGeom>
        </p:spPr>
      </p:pic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A9A6A669-8BD1-2F55-47EE-34F690C7DD7D}"/>
              </a:ext>
            </a:extLst>
          </p:cNvPr>
          <p:cNvSpPr/>
          <p:nvPr/>
        </p:nvSpPr>
        <p:spPr>
          <a:xfrm>
            <a:off x="8625019" y="3694696"/>
            <a:ext cx="2076275" cy="2122414"/>
          </a:xfrm>
          <a:prstGeom prst="roundRect">
            <a:avLst>
              <a:gd name="adj" fmla="val 10606"/>
            </a:avLst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924AC855-5D1E-C6B9-4F0F-BCDB86AC1DD1}"/>
              </a:ext>
            </a:extLst>
          </p:cNvPr>
          <p:cNvSpPr/>
          <p:nvPr/>
        </p:nvSpPr>
        <p:spPr>
          <a:xfrm>
            <a:off x="8864105" y="3958949"/>
            <a:ext cx="1371600" cy="1514213"/>
          </a:xfrm>
          <a:custGeom>
            <a:avLst/>
            <a:gdLst>
              <a:gd name="connsiteX0" fmla="*/ 541090 w 1371600"/>
              <a:gd name="connsiteY0" fmla="*/ 0 h 1514213"/>
              <a:gd name="connsiteX1" fmla="*/ 541090 w 1371600"/>
              <a:gd name="connsiteY1" fmla="*/ 130029 h 1514213"/>
              <a:gd name="connsiteX2" fmla="*/ 0 w 1371600"/>
              <a:gd name="connsiteY2" fmla="*/ 130029 h 1514213"/>
              <a:gd name="connsiteX3" fmla="*/ 0 w 1371600"/>
              <a:gd name="connsiteY3" fmla="*/ 1497435 h 1514213"/>
              <a:gd name="connsiteX4" fmla="*/ 1371600 w 1371600"/>
              <a:gd name="connsiteY4" fmla="*/ 1514213 h 15142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71600" h="1514213">
                <a:moveTo>
                  <a:pt x="541090" y="0"/>
                </a:moveTo>
                <a:lnTo>
                  <a:pt x="541090" y="130029"/>
                </a:lnTo>
                <a:lnTo>
                  <a:pt x="0" y="130029"/>
                </a:lnTo>
                <a:lnTo>
                  <a:pt x="0" y="1497435"/>
                </a:lnTo>
                <a:lnTo>
                  <a:pt x="1371600" y="1514213"/>
                </a:lnTo>
              </a:path>
            </a:pathLst>
          </a:custGeom>
          <a:noFill/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8D3C6104-FE99-5C86-BEE8-EBAE5B0F683A}"/>
              </a:ext>
            </a:extLst>
          </p:cNvPr>
          <p:cNvSpPr/>
          <p:nvPr/>
        </p:nvSpPr>
        <p:spPr>
          <a:xfrm>
            <a:off x="8939606" y="3963143"/>
            <a:ext cx="1287710" cy="1170264"/>
          </a:xfrm>
          <a:custGeom>
            <a:avLst/>
            <a:gdLst>
              <a:gd name="connsiteX0" fmla="*/ 545284 w 1287710"/>
              <a:gd name="connsiteY0" fmla="*/ 0 h 1170264"/>
              <a:gd name="connsiteX1" fmla="*/ 541090 w 1287710"/>
              <a:gd name="connsiteY1" fmla="*/ 171975 h 1170264"/>
              <a:gd name="connsiteX2" fmla="*/ 0 w 1287710"/>
              <a:gd name="connsiteY2" fmla="*/ 176169 h 1170264"/>
              <a:gd name="connsiteX3" fmla="*/ 0 w 1287710"/>
              <a:gd name="connsiteY3" fmla="*/ 1166070 h 1170264"/>
              <a:gd name="connsiteX4" fmla="*/ 1287710 w 1287710"/>
              <a:gd name="connsiteY4" fmla="*/ 1170264 h 11702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87710" h="1170264">
                <a:moveTo>
                  <a:pt x="545284" y="0"/>
                </a:moveTo>
                <a:lnTo>
                  <a:pt x="541090" y="171975"/>
                </a:lnTo>
                <a:lnTo>
                  <a:pt x="0" y="176169"/>
                </a:lnTo>
                <a:lnTo>
                  <a:pt x="0" y="1166070"/>
                </a:lnTo>
                <a:lnTo>
                  <a:pt x="1287710" y="1170264"/>
                </a:lnTo>
              </a:path>
            </a:pathLst>
          </a:custGeom>
          <a:noFill/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09C1FC2A-CFB6-D810-8395-930595FF5ACC}"/>
              </a:ext>
            </a:extLst>
          </p:cNvPr>
          <p:cNvSpPr/>
          <p:nvPr/>
        </p:nvSpPr>
        <p:spPr>
          <a:xfrm>
            <a:off x="9002523" y="3963143"/>
            <a:ext cx="1224793" cy="855677"/>
          </a:xfrm>
          <a:custGeom>
            <a:avLst/>
            <a:gdLst>
              <a:gd name="connsiteX0" fmla="*/ 587230 w 1224793"/>
              <a:gd name="connsiteY0" fmla="*/ 0 h 855677"/>
              <a:gd name="connsiteX1" fmla="*/ 591424 w 1224793"/>
              <a:gd name="connsiteY1" fmla="*/ 205531 h 855677"/>
              <a:gd name="connsiteX2" fmla="*/ 0 w 1224793"/>
              <a:gd name="connsiteY2" fmla="*/ 209725 h 855677"/>
              <a:gd name="connsiteX3" fmla="*/ 0 w 1224793"/>
              <a:gd name="connsiteY3" fmla="*/ 855677 h 855677"/>
              <a:gd name="connsiteX4" fmla="*/ 1224793 w 1224793"/>
              <a:gd name="connsiteY4" fmla="*/ 855677 h 8556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24793" h="855677">
                <a:moveTo>
                  <a:pt x="587230" y="0"/>
                </a:moveTo>
                <a:lnTo>
                  <a:pt x="591424" y="205531"/>
                </a:lnTo>
                <a:lnTo>
                  <a:pt x="0" y="209725"/>
                </a:lnTo>
                <a:lnTo>
                  <a:pt x="0" y="855677"/>
                </a:lnTo>
                <a:lnTo>
                  <a:pt x="1224793" y="855677"/>
                </a:lnTo>
              </a:path>
            </a:pathLst>
          </a:custGeom>
          <a:noFill/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3117AE5E-1539-2261-451C-6FD225A19490}"/>
              </a:ext>
            </a:extLst>
          </p:cNvPr>
          <p:cNvSpPr/>
          <p:nvPr/>
        </p:nvSpPr>
        <p:spPr>
          <a:xfrm>
            <a:off x="9073830" y="3963143"/>
            <a:ext cx="1145097" cy="545285"/>
          </a:xfrm>
          <a:custGeom>
            <a:avLst/>
            <a:gdLst>
              <a:gd name="connsiteX0" fmla="*/ 604007 w 1145097"/>
              <a:gd name="connsiteY0" fmla="*/ 0 h 545285"/>
              <a:gd name="connsiteX1" fmla="*/ 608201 w 1145097"/>
              <a:gd name="connsiteY1" fmla="*/ 239087 h 545285"/>
              <a:gd name="connsiteX2" fmla="*/ 0 w 1145097"/>
              <a:gd name="connsiteY2" fmla="*/ 239087 h 545285"/>
              <a:gd name="connsiteX3" fmla="*/ 0 w 1145097"/>
              <a:gd name="connsiteY3" fmla="*/ 536896 h 545285"/>
              <a:gd name="connsiteX4" fmla="*/ 1145097 w 1145097"/>
              <a:gd name="connsiteY4" fmla="*/ 545285 h 5452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45097" h="545285">
                <a:moveTo>
                  <a:pt x="604007" y="0"/>
                </a:moveTo>
                <a:lnTo>
                  <a:pt x="608201" y="239087"/>
                </a:lnTo>
                <a:lnTo>
                  <a:pt x="0" y="239087"/>
                </a:lnTo>
                <a:lnTo>
                  <a:pt x="0" y="536896"/>
                </a:lnTo>
                <a:lnTo>
                  <a:pt x="1145097" y="545285"/>
                </a:lnTo>
              </a:path>
            </a:pathLst>
          </a:custGeom>
          <a:noFill/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4224AF81-C249-4E81-CFD9-98078EBFFD20}"/>
              </a:ext>
            </a:extLst>
          </p:cNvPr>
          <p:cNvSpPr/>
          <p:nvPr/>
        </p:nvSpPr>
        <p:spPr>
          <a:xfrm>
            <a:off x="9862395" y="3963143"/>
            <a:ext cx="29361" cy="1598103"/>
          </a:xfrm>
          <a:custGeom>
            <a:avLst/>
            <a:gdLst>
              <a:gd name="connsiteX0" fmla="*/ 0 w 29361"/>
              <a:gd name="connsiteY0" fmla="*/ 0 h 1598103"/>
              <a:gd name="connsiteX1" fmla="*/ 29361 w 29361"/>
              <a:gd name="connsiteY1" fmla="*/ 1598103 h 15981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9361" h="1598103">
                <a:moveTo>
                  <a:pt x="0" y="0"/>
                </a:moveTo>
                <a:lnTo>
                  <a:pt x="29361" y="1598103"/>
                </a:lnTo>
              </a:path>
            </a:pathLst>
          </a:custGeom>
          <a:noFill/>
          <a:ln>
            <a:solidFill>
              <a:schemeClr val="accent5">
                <a:lumMod val="60000"/>
                <a:lumOff val="40000"/>
              </a:schemeClr>
            </a:solidFill>
          </a:ln>
          <a:effectLst>
            <a:glow rad="63500">
              <a:schemeClr val="accent2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40768F8B-33DF-C0BB-F1C9-4963D13A292C}"/>
              </a:ext>
            </a:extLst>
          </p:cNvPr>
          <p:cNvSpPr/>
          <p:nvPr/>
        </p:nvSpPr>
        <p:spPr>
          <a:xfrm>
            <a:off x="9765921" y="3950560"/>
            <a:ext cx="453006" cy="1564547"/>
          </a:xfrm>
          <a:custGeom>
            <a:avLst/>
            <a:gdLst>
              <a:gd name="connsiteX0" fmla="*/ 0 w 453006"/>
              <a:gd name="connsiteY0" fmla="*/ 0 h 1564547"/>
              <a:gd name="connsiteX1" fmla="*/ 0 w 453006"/>
              <a:gd name="connsiteY1" fmla="*/ 167780 h 1564547"/>
              <a:gd name="connsiteX2" fmla="*/ 427839 w 453006"/>
              <a:gd name="connsiteY2" fmla="*/ 306198 h 1564547"/>
              <a:gd name="connsiteX3" fmla="*/ 453006 w 453006"/>
              <a:gd name="connsiteY3" fmla="*/ 1564547 h 15645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53006" h="1564547">
                <a:moveTo>
                  <a:pt x="0" y="0"/>
                </a:moveTo>
                <a:lnTo>
                  <a:pt x="0" y="167780"/>
                </a:lnTo>
                <a:lnTo>
                  <a:pt x="427839" y="306198"/>
                </a:lnTo>
                <a:lnTo>
                  <a:pt x="453006" y="1564547"/>
                </a:lnTo>
              </a:path>
            </a:pathLst>
          </a:custGeom>
          <a:noFill/>
          <a:ln>
            <a:solidFill>
              <a:schemeClr val="accent4">
                <a:lumMod val="60000"/>
                <a:lumOff val="40000"/>
              </a:schemeClr>
            </a:solidFill>
          </a:ln>
          <a:effectLst>
            <a:glow rad="63500">
              <a:schemeClr val="accent2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097EB16D-55A3-E510-45D6-D10E565100B2}"/>
              </a:ext>
            </a:extLst>
          </p:cNvPr>
          <p:cNvSpPr/>
          <p:nvPr/>
        </p:nvSpPr>
        <p:spPr>
          <a:xfrm>
            <a:off x="9577131" y="3955595"/>
            <a:ext cx="377928" cy="1505824"/>
          </a:xfrm>
          <a:custGeom>
            <a:avLst/>
            <a:gdLst>
              <a:gd name="connsiteX0" fmla="*/ 788566 w 788566"/>
              <a:gd name="connsiteY0" fmla="*/ 0 h 1505824"/>
              <a:gd name="connsiteX1" fmla="*/ 788566 w 788566"/>
              <a:gd name="connsiteY1" fmla="*/ 322976 h 1505824"/>
              <a:gd name="connsiteX2" fmla="*/ 4195 w 788566"/>
              <a:gd name="connsiteY2" fmla="*/ 322976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88566 w 788566"/>
              <a:gd name="connsiteY1" fmla="*/ 322976 h 1505824"/>
              <a:gd name="connsiteX2" fmla="*/ 4195 w 788566"/>
              <a:gd name="connsiteY2" fmla="*/ 222308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70865 w 788566"/>
              <a:gd name="connsiteY1" fmla="*/ 230698 h 1505824"/>
              <a:gd name="connsiteX2" fmla="*/ 4195 w 788566"/>
              <a:gd name="connsiteY2" fmla="*/ 222308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70865 w 788566"/>
              <a:gd name="connsiteY1" fmla="*/ 230698 h 1505824"/>
              <a:gd name="connsiteX2" fmla="*/ 13044 w 788566"/>
              <a:gd name="connsiteY2" fmla="*/ 289419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70865 w 788566"/>
              <a:gd name="connsiteY1" fmla="*/ 285226 h 1505824"/>
              <a:gd name="connsiteX2" fmla="*/ 13044 w 788566"/>
              <a:gd name="connsiteY2" fmla="*/ 289419 h 1505824"/>
              <a:gd name="connsiteX3" fmla="*/ 0 w 788566"/>
              <a:gd name="connsiteY3" fmla="*/ 1505824 h 1505824"/>
              <a:gd name="connsiteX0" fmla="*/ 788566 w 797417"/>
              <a:gd name="connsiteY0" fmla="*/ 0 h 1505824"/>
              <a:gd name="connsiteX1" fmla="*/ 797417 w 797417"/>
              <a:gd name="connsiteY1" fmla="*/ 285226 h 1505824"/>
              <a:gd name="connsiteX2" fmla="*/ 13044 w 797417"/>
              <a:gd name="connsiteY2" fmla="*/ 289419 h 1505824"/>
              <a:gd name="connsiteX3" fmla="*/ 0 w 797417"/>
              <a:gd name="connsiteY3" fmla="*/ 1505824 h 1505824"/>
              <a:gd name="connsiteX0" fmla="*/ 788566 w 797417"/>
              <a:gd name="connsiteY0" fmla="*/ 0 h 1505824"/>
              <a:gd name="connsiteX1" fmla="*/ 797417 w 797417"/>
              <a:gd name="connsiteY1" fmla="*/ 285226 h 1505824"/>
              <a:gd name="connsiteX2" fmla="*/ 13044 w 797417"/>
              <a:gd name="connsiteY2" fmla="*/ 285225 h 1505824"/>
              <a:gd name="connsiteX3" fmla="*/ 0 w 797417"/>
              <a:gd name="connsiteY3" fmla="*/ 1505824 h 15058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97417" h="1505824">
                <a:moveTo>
                  <a:pt x="788566" y="0"/>
                </a:moveTo>
                <a:lnTo>
                  <a:pt x="797417" y="285226"/>
                </a:lnTo>
                <a:lnTo>
                  <a:pt x="13044" y="285225"/>
                </a:lnTo>
                <a:cubicBezTo>
                  <a:pt x="11646" y="679508"/>
                  <a:pt x="1398" y="1111541"/>
                  <a:pt x="0" y="1505824"/>
                </a:cubicBezTo>
              </a:path>
            </a:pathLst>
          </a:custGeom>
          <a:noFill/>
          <a:ln>
            <a:solidFill>
              <a:schemeClr val="accent6">
                <a:lumMod val="60000"/>
                <a:lumOff val="40000"/>
              </a:schemeClr>
            </a:solidFill>
          </a:ln>
          <a:effectLst>
            <a:glow rad="63500">
              <a:schemeClr val="accent2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5F924CFE-47BA-3202-11E3-2637F1AB6E1A}"/>
              </a:ext>
            </a:extLst>
          </p:cNvPr>
          <p:cNvSpPr/>
          <p:nvPr/>
        </p:nvSpPr>
        <p:spPr>
          <a:xfrm>
            <a:off x="9258387" y="3958949"/>
            <a:ext cx="788566" cy="1505824"/>
          </a:xfrm>
          <a:custGeom>
            <a:avLst/>
            <a:gdLst>
              <a:gd name="connsiteX0" fmla="*/ 788566 w 788566"/>
              <a:gd name="connsiteY0" fmla="*/ 0 h 1505824"/>
              <a:gd name="connsiteX1" fmla="*/ 788566 w 788566"/>
              <a:gd name="connsiteY1" fmla="*/ 322976 h 1505824"/>
              <a:gd name="connsiteX2" fmla="*/ 4195 w 788566"/>
              <a:gd name="connsiteY2" fmla="*/ 322976 h 1505824"/>
              <a:gd name="connsiteX3" fmla="*/ 0 w 788566"/>
              <a:gd name="connsiteY3" fmla="*/ 1505824 h 15058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88566" h="1505824">
                <a:moveTo>
                  <a:pt x="788566" y="0"/>
                </a:moveTo>
                <a:lnTo>
                  <a:pt x="788566" y="322976"/>
                </a:lnTo>
                <a:lnTo>
                  <a:pt x="4195" y="322976"/>
                </a:lnTo>
                <a:cubicBezTo>
                  <a:pt x="2797" y="717259"/>
                  <a:pt x="1398" y="1111541"/>
                  <a:pt x="0" y="1505824"/>
                </a:cubicBezTo>
              </a:path>
            </a:pathLst>
          </a:custGeom>
          <a:noFill/>
          <a:ln>
            <a:solidFill>
              <a:schemeClr val="accent2">
                <a:lumMod val="60000"/>
                <a:lumOff val="40000"/>
              </a:schemeClr>
            </a:solidFill>
          </a:ln>
          <a:effectLst>
            <a:glow rad="63500">
              <a:schemeClr val="accent2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983E3882-2E36-93C7-9EE3-EA3ACDB0284A}"/>
              </a:ext>
            </a:extLst>
          </p:cNvPr>
          <p:cNvGrpSpPr/>
          <p:nvPr/>
        </p:nvGrpSpPr>
        <p:grpSpPr>
          <a:xfrm>
            <a:off x="9124170" y="4363941"/>
            <a:ext cx="255090" cy="255090"/>
            <a:chOff x="2766747" y="2052494"/>
            <a:chExt cx="255090" cy="255090"/>
          </a:xfrm>
        </p:grpSpPr>
        <p:sp>
          <p:nvSpPr>
            <p:cNvPr id="18" name="Rectangle: Rounded Corners 17">
              <a:extLst>
                <a:ext uri="{FF2B5EF4-FFF2-40B4-BE49-F238E27FC236}">
                  <a16:creationId xmlns:a16="http://schemas.microsoft.com/office/drawing/2014/main" id="{9D1D16E9-4C40-7985-2BF5-0804FC18FF77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DAB2ABBA-A16B-32ED-71EE-7974BF08FCFD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71F7A0C2-5037-A47B-0CCE-04D9A5F6BDDF}"/>
              </a:ext>
            </a:extLst>
          </p:cNvPr>
          <p:cNvGrpSpPr/>
          <p:nvPr/>
        </p:nvGrpSpPr>
        <p:grpSpPr>
          <a:xfrm>
            <a:off x="9444891" y="4363941"/>
            <a:ext cx="255090" cy="255090"/>
            <a:chOff x="2766747" y="2052494"/>
            <a:chExt cx="255090" cy="255090"/>
          </a:xfrm>
        </p:grpSpPr>
        <p:sp>
          <p:nvSpPr>
            <p:cNvPr id="21" name="Rectangle: Rounded Corners 20">
              <a:extLst>
                <a:ext uri="{FF2B5EF4-FFF2-40B4-BE49-F238E27FC236}">
                  <a16:creationId xmlns:a16="http://schemas.microsoft.com/office/drawing/2014/main" id="{1DFB643A-E886-FAB9-99EB-AA2B1A482F2B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28F7D67F-EBBF-B1ED-C646-A3F40F2892A0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385FC70A-8B0A-C851-E213-CDAC784F8D7C}"/>
              </a:ext>
            </a:extLst>
          </p:cNvPr>
          <p:cNvGrpSpPr/>
          <p:nvPr/>
        </p:nvGrpSpPr>
        <p:grpSpPr>
          <a:xfrm>
            <a:off x="9765612" y="4363941"/>
            <a:ext cx="255090" cy="255090"/>
            <a:chOff x="2766747" y="2052494"/>
            <a:chExt cx="255090" cy="255090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CD7AFEC4-7A1B-D97A-FEE7-B7C48A20AC42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49D4F177-7081-8C2E-9930-A4B462C03722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6414EBE5-8A95-3E33-B33F-F3B58E6DA000}"/>
              </a:ext>
            </a:extLst>
          </p:cNvPr>
          <p:cNvGrpSpPr/>
          <p:nvPr/>
        </p:nvGrpSpPr>
        <p:grpSpPr>
          <a:xfrm>
            <a:off x="10086333" y="4363941"/>
            <a:ext cx="255090" cy="255090"/>
            <a:chOff x="2766747" y="2052494"/>
            <a:chExt cx="255090" cy="255090"/>
          </a:xfrm>
        </p:grpSpPr>
        <p:sp>
          <p:nvSpPr>
            <p:cNvPr id="27" name="Rectangle: Rounded Corners 26">
              <a:extLst>
                <a:ext uri="{FF2B5EF4-FFF2-40B4-BE49-F238E27FC236}">
                  <a16:creationId xmlns:a16="http://schemas.microsoft.com/office/drawing/2014/main" id="{087EFB3B-68A1-7B2D-CE1F-EF8C65A62EC3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358B92D1-C5FF-4D32-2F88-C6D302BBADF4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0A275964-1F2E-355E-D1F7-7C5F8BAEB918}"/>
              </a:ext>
            </a:extLst>
          </p:cNvPr>
          <p:cNvGrpSpPr/>
          <p:nvPr/>
        </p:nvGrpSpPr>
        <p:grpSpPr>
          <a:xfrm>
            <a:off x="9124170" y="4684663"/>
            <a:ext cx="255090" cy="255090"/>
            <a:chOff x="2766747" y="2052494"/>
            <a:chExt cx="255090" cy="255090"/>
          </a:xfrm>
        </p:grpSpPr>
        <p:sp>
          <p:nvSpPr>
            <p:cNvPr id="30" name="Rectangle: Rounded Corners 29">
              <a:extLst>
                <a:ext uri="{FF2B5EF4-FFF2-40B4-BE49-F238E27FC236}">
                  <a16:creationId xmlns:a16="http://schemas.microsoft.com/office/drawing/2014/main" id="{E5684703-CBF8-4DB9-6D81-911358427A33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C33FF130-83E4-BBCE-BFA2-ABBA2C5EE530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18F48B95-ADFB-40CD-F48A-DCF328BC102E}"/>
              </a:ext>
            </a:extLst>
          </p:cNvPr>
          <p:cNvGrpSpPr/>
          <p:nvPr/>
        </p:nvGrpSpPr>
        <p:grpSpPr>
          <a:xfrm>
            <a:off x="9444891" y="4684663"/>
            <a:ext cx="255090" cy="255090"/>
            <a:chOff x="2766747" y="2052494"/>
            <a:chExt cx="255090" cy="255090"/>
          </a:xfrm>
        </p:grpSpPr>
        <p:sp>
          <p:nvSpPr>
            <p:cNvPr id="33" name="Rectangle: Rounded Corners 32">
              <a:extLst>
                <a:ext uri="{FF2B5EF4-FFF2-40B4-BE49-F238E27FC236}">
                  <a16:creationId xmlns:a16="http://schemas.microsoft.com/office/drawing/2014/main" id="{CD2EF294-2051-CEA4-1CDC-6205E39AA117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34" name="Oval 33">
              <a:extLst>
                <a:ext uri="{FF2B5EF4-FFF2-40B4-BE49-F238E27FC236}">
                  <a16:creationId xmlns:a16="http://schemas.microsoft.com/office/drawing/2014/main" id="{5FB78E45-771D-056C-4E7C-BEBF21B9864C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E7B29B9D-A5CC-F86A-3D01-100D49E1AE11}"/>
              </a:ext>
            </a:extLst>
          </p:cNvPr>
          <p:cNvGrpSpPr/>
          <p:nvPr/>
        </p:nvGrpSpPr>
        <p:grpSpPr>
          <a:xfrm>
            <a:off x="9765612" y="4684663"/>
            <a:ext cx="255090" cy="255090"/>
            <a:chOff x="2766747" y="2052494"/>
            <a:chExt cx="255090" cy="255090"/>
          </a:xfrm>
        </p:grpSpPr>
        <p:sp>
          <p:nvSpPr>
            <p:cNvPr id="36" name="Rectangle: Rounded Corners 35">
              <a:extLst>
                <a:ext uri="{FF2B5EF4-FFF2-40B4-BE49-F238E27FC236}">
                  <a16:creationId xmlns:a16="http://schemas.microsoft.com/office/drawing/2014/main" id="{9CCE75F9-7C6F-5E75-34F7-08011DD79544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8A0BA724-4005-1FF6-2BD9-D2903933C46B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B501B2C0-D477-5AD6-C3AB-87F3B0C0C554}"/>
              </a:ext>
            </a:extLst>
          </p:cNvPr>
          <p:cNvGrpSpPr/>
          <p:nvPr/>
        </p:nvGrpSpPr>
        <p:grpSpPr>
          <a:xfrm>
            <a:off x="10086333" y="4684663"/>
            <a:ext cx="255090" cy="255090"/>
            <a:chOff x="2766747" y="2052494"/>
            <a:chExt cx="255090" cy="255090"/>
          </a:xfrm>
        </p:grpSpPr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02731D50-FDC8-35D1-33EF-7731E4BFFA54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0" name="Oval 39">
              <a:extLst>
                <a:ext uri="{FF2B5EF4-FFF2-40B4-BE49-F238E27FC236}">
                  <a16:creationId xmlns:a16="http://schemas.microsoft.com/office/drawing/2014/main" id="{FD57CF79-90AD-F09A-98A8-F861EDA2B79B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226520A9-5E8D-B67A-7867-0D21DD4E1ADA}"/>
              </a:ext>
            </a:extLst>
          </p:cNvPr>
          <p:cNvGrpSpPr/>
          <p:nvPr/>
        </p:nvGrpSpPr>
        <p:grpSpPr>
          <a:xfrm>
            <a:off x="9124170" y="5005385"/>
            <a:ext cx="255090" cy="255090"/>
            <a:chOff x="2766747" y="2052494"/>
            <a:chExt cx="255090" cy="255090"/>
          </a:xfrm>
        </p:grpSpPr>
        <p:sp>
          <p:nvSpPr>
            <p:cNvPr id="42" name="Rectangle: Rounded Corners 41">
              <a:extLst>
                <a:ext uri="{FF2B5EF4-FFF2-40B4-BE49-F238E27FC236}">
                  <a16:creationId xmlns:a16="http://schemas.microsoft.com/office/drawing/2014/main" id="{04CFCCA7-E673-E41B-BBB4-F8DD9F923E57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3" name="Oval 42">
              <a:extLst>
                <a:ext uri="{FF2B5EF4-FFF2-40B4-BE49-F238E27FC236}">
                  <a16:creationId xmlns:a16="http://schemas.microsoft.com/office/drawing/2014/main" id="{6748DE94-E1C7-25C6-7558-B0C3AB728069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FE110E43-4A7A-CADC-8732-12CB0B25807A}"/>
              </a:ext>
            </a:extLst>
          </p:cNvPr>
          <p:cNvGrpSpPr/>
          <p:nvPr/>
        </p:nvGrpSpPr>
        <p:grpSpPr>
          <a:xfrm>
            <a:off x="9444891" y="5005385"/>
            <a:ext cx="255090" cy="255090"/>
            <a:chOff x="2766747" y="2052494"/>
            <a:chExt cx="255090" cy="255090"/>
          </a:xfrm>
        </p:grpSpPr>
        <p:sp>
          <p:nvSpPr>
            <p:cNvPr id="45" name="Rectangle: Rounded Corners 44">
              <a:extLst>
                <a:ext uri="{FF2B5EF4-FFF2-40B4-BE49-F238E27FC236}">
                  <a16:creationId xmlns:a16="http://schemas.microsoft.com/office/drawing/2014/main" id="{8D897C02-D32A-3F5A-C61E-FAB05170C529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6" name="Oval 45">
              <a:extLst>
                <a:ext uri="{FF2B5EF4-FFF2-40B4-BE49-F238E27FC236}">
                  <a16:creationId xmlns:a16="http://schemas.microsoft.com/office/drawing/2014/main" id="{A8315496-7546-1789-BDD9-A0F73B2FE709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1E4D65E6-7EDD-0312-B734-5F8ABC898F8E}"/>
              </a:ext>
            </a:extLst>
          </p:cNvPr>
          <p:cNvGrpSpPr/>
          <p:nvPr/>
        </p:nvGrpSpPr>
        <p:grpSpPr>
          <a:xfrm>
            <a:off x="9765612" y="5005385"/>
            <a:ext cx="255090" cy="255090"/>
            <a:chOff x="2766747" y="2052494"/>
            <a:chExt cx="255090" cy="255090"/>
          </a:xfrm>
        </p:grpSpPr>
        <p:sp>
          <p:nvSpPr>
            <p:cNvPr id="48" name="Rectangle: Rounded Corners 47">
              <a:extLst>
                <a:ext uri="{FF2B5EF4-FFF2-40B4-BE49-F238E27FC236}">
                  <a16:creationId xmlns:a16="http://schemas.microsoft.com/office/drawing/2014/main" id="{5765D818-624E-EB86-2D66-C43576EDAFB9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E8B74934-64A8-AB14-4255-6F680AD6A8CE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A7E33F90-B86D-2244-96F0-4355861422B2}"/>
              </a:ext>
            </a:extLst>
          </p:cNvPr>
          <p:cNvGrpSpPr/>
          <p:nvPr/>
        </p:nvGrpSpPr>
        <p:grpSpPr>
          <a:xfrm>
            <a:off x="10086333" y="5005385"/>
            <a:ext cx="255090" cy="255090"/>
            <a:chOff x="2766747" y="2052494"/>
            <a:chExt cx="255090" cy="255090"/>
          </a:xfrm>
        </p:grpSpPr>
        <p:sp>
          <p:nvSpPr>
            <p:cNvPr id="51" name="Rectangle: Rounded Corners 50">
              <a:extLst>
                <a:ext uri="{FF2B5EF4-FFF2-40B4-BE49-F238E27FC236}">
                  <a16:creationId xmlns:a16="http://schemas.microsoft.com/office/drawing/2014/main" id="{D2402B7A-5AE5-05DD-EC0C-027F82570699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B85B4946-7E2D-4E64-9594-C41C4E386370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DAF1BC90-6106-952C-BD7D-7F7FBBAE628D}"/>
              </a:ext>
            </a:extLst>
          </p:cNvPr>
          <p:cNvGrpSpPr/>
          <p:nvPr/>
        </p:nvGrpSpPr>
        <p:grpSpPr>
          <a:xfrm>
            <a:off x="9124170" y="5326107"/>
            <a:ext cx="255090" cy="255090"/>
            <a:chOff x="2766747" y="2052494"/>
            <a:chExt cx="255090" cy="255090"/>
          </a:xfrm>
        </p:grpSpPr>
        <p:sp>
          <p:nvSpPr>
            <p:cNvPr id="54" name="Rectangle: Rounded Corners 53">
              <a:extLst>
                <a:ext uri="{FF2B5EF4-FFF2-40B4-BE49-F238E27FC236}">
                  <a16:creationId xmlns:a16="http://schemas.microsoft.com/office/drawing/2014/main" id="{A107565B-C53E-AD38-E3E3-50D9ED359366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5" name="Oval 54">
              <a:extLst>
                <a:ext uri="{FF2B5EF4-FFF2-40B4-BE49-F238E27FC236}">
                  <a16:creationId xmlns:a16="http://schemas.microsoft.com/office/drawing/2014/main" id="{14B0A09D-4DB2-CF4F-3ED0-58D716AD57C9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1144FE7A-A3D4-D30F-072C-7CEF3E93A0BB}"/>
              </a:ext>
            </a:extLst>
          </p:cNvPr>
          <p:cNvGrpSpPr/>
          <p:nvPr/>
        </p:nvGrpSpPr>
        <p:grpSpPr>
          <a:xfrm>
            <a:off x="9444891" y="5326107"/>
            <a:ext cx="255090" cy="255090"/>
            <a:chOff x="2766747" y="2052494"/>
            <a:chExt cx="255090" cy="255090"/>
          </a:xfrm>
        </p:grpSpPr>
        <p:sp>
          <p:nvSpPr>
            <p:cNvPr id="57" name="Rectangle: Rounded Corners 56">
              <a:extLst>
                <a:ext uri="{FF2B5EF4-FFF2-40B4-BE49-F238E27FC236}">
                  <a16:creationId xmlns:a16="http://schemas.microsoft.com/office/drawing/2014/main" id="{25D0D2D1-D86C-6F68-AC40-DF03FB787BB9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8" name="Oval 57">
              <a:extLst>
                <a:ext uri="{FF2B5EF4-FFF2-40B4-BE49-F238E27FC236}">
                  <a16:creationId xmlns:a16="http://schemas.microsoft.com/office/drawing/2014/main" id="{D6E58F43-7A6F-0BFF-BFA2-4A946134F1D0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511C525A-6FAD-C06F-9731-E69B86F167A9}"/>
              </a:ext>
            </a:extLst>
          </p:cNvPr>
          <p:cNvGrpSpPr/>
          <p:nvPr/>
        </p:nvGrpSpPr>
        <p:grpSpPr>
          <a:xfrm>
            <a:off x="9765612" y="5326107"/>
            <a:ext cx="255090" cy="255090"/>
            <a:chOff x="2766747" y="2052494"/>
            <a:chExt cx="255090" cy="255090"/>
          </a:xfrm>
        </p:grpSpPr>
        <p:sp>
          <p:nvSpPr>
            <p:cNvPr id="60" name="Rectangle: Rounded Corners 59">
              <a:extLst>
                <a:ext uri="{FF2B5EF4-FFF2-40B4-BE49-F238E27FC236}">
                  <a16:creationId xmlns:a16="http://schemas.microsoft.com/office/drawing/2014/main" id="{C99A3614-AFCB-2C28-627F-FBED373DB918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1" name="Oval 60">
              <a:extLst>
                <a:ext uri="{FF2B5EF4-FFF2-40B4-BE49-F238E27FC236}">
                  <a16:creationId xmlns:a16="http://schemas.microsoft.com/office/drawing/2014/main" id="{AD9419AF-1E4B-5F3D-59B1-85FB6E44F71B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B7F79074-B01B-F3FE-C060-4C523FF55B27}"/>
              </a:ext>
            </a:extLst>
          </p:cNvPr>
          <p:cNvGrpSpPr/>
          <p:nvPr/>
        </p:nvGrpSpPr>
        <p:grpSpPr>
          <a:xfrm>
            <a:off x="10086333" y="5326107"/>
            <a:ext cx="255090" cy="255090"/>
            <a:chOff x="2766747" y="2052494"/>
            <a:chExt cx="255090" cy="255090"/>
          </a:xfrm>
        </p:grpSpPr>
        <p:sp>
          <p:nvSpPr>
            <p:cNvPr id="63" name="Rectangle: Rounded Corners 62">
              <a:extLst>
                <a:ext uri="{FF2B5EF4-FFF2-40B4-BE49-F238E27FC236}">
                  <a16:creationId xmlns:a16="http://schemas.microsoft.com/office/drawing/2014/main" id="{FA3E96A7-63DF-A216-1CF3-0A4654B7D4B9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4" name="Oval 63">
              <a:extLst>
                <a:ext uri="{FF2B5EF4-FFF2-40B4-BE49-F238E27FC236}">
                  <a16:creationId xmlns:a16="http://schemas.microsoft.com/office/drawing/2014/main" id="{AB353DC4-3913-DC54-0F2C-30DFA399DA14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AC67C393-20A8-A796-5068-8C4651CE2A4B}"/>
              </a:ext>
            </a:extLst>
          </p:cNvPr>
          <p:cNvGrpSpPr/>
          <p:nvPr/>
        </p:nvGrpSpPr>
        <p:grpSpPr>
          <a:xfrm>
            <a:off x="9317030" y="3891836"/>
            <a:ext cx="815362" cy="138419"/>
            <a:chOff x="5146646" y="1950440"/>
            <a:chExt cx="815362" cy="138419"/>
          </a:xfrm>
        </p:grpSpPr>
        <p:sp>
          <p:nvSpPr>
            <p:cNvPr id="66" name="Rectangle: Rounded Corners 65">
              <a:extLst>
                <a:ext uri="{FF2B5EF4-FFF2-40B4-BE49-F238E27FC236}">
                  <a16:creationId xmlns:a16="http://schemas.microsoft.com/office/drawing/2014/main" id="{D13674EB-2ED7-AE87-ADE5-217E6A168109}"/>
                </a:ext>
              </a:extLst>
            </p:cNvPr>
            <p:cNvSpPr/>
            <p:nvPr/>
          </p:nvSpPr>
          <p:spPr>
            <a:xfrm>
              <a:off x="5146646" y="1950440"/>
              <a:ext cx="815362" cy="138419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9E2A4EB8-0012-E4AE-593A-54C905AFA5E9}"/>
                </a:ext>
              </a:extLst>
            </p:cNvPr>
            <p:cNvSpPr/>
            <p:nvPr/>
          </p:nvSpPr>
          <p:spPr>
            <a:xfrm rot="16200000">
              <a:off x="5201236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8" name="Rectangle 67">
              <a:extLst>
                <a:ext uri="{FF2B5EF4-FFF2-40B4-BE49-F238E27FC236}">
                  <a16:creationId xmlns:a16="http://schemas.microsoft.com/office/drawing/2014/main" id="{E55C12CA-E0D1-BED0-3FA8-1EC28ADE3333}"/>
                </a:ext>
              </a:extLst>
            </p:cNvPr>
            <p:cNvSpPr/>
            <p:nvPr/>
          </p:nvSpPr>
          <p:spPr>
            <a:xfrm rot="16200000">
              <a:off x="5294405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8D22D562-B07B-67E4-D941-0366DD2A4D59}"/>
                </a:ext>
              </a:extLst>
            </p:cNvPr>
            <p:cNvSpPr/>
            <p:nvPr/>
          </p:nvSpPr>
          <p:spPr>
            <a:xfrm rot="16200000">
              <a:off x="5387574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06AF5B29-6C90-79AF-B3EF-2CF87A9498F2}"/>
                </a:ext>
              </a:extLst>
            </p:cNvPr>
            <p:cNvSpPr/>
            <p:nvPr/>
          </p:nvSpPr>
          <p:spPr>
            <a:xfrm rot="16200000">
              <a:off x="5480743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02B84C8C-5CEE-E3B6-B0B6-4A201F8A64A2}"/>
                </a:ext>
              </a:extLst>
            </p:cNvPr>
            <p:cNvSpPr/>
            <p:nvPr/>
          </p:nvSpPr>
          <p:spPr>
            <a:xfrm rot="16200000">
              <a:off x="5573912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26151F02-D4B7-B211-CD98-EA5ECD5DB9F4}"/>
                </a:ext>
              </a:extLst>
            </p:cNvPr>
            <p:cNvSpPr/>
            <p:nvPr/>
          </p:nvSpPr>
          <p:spPr>
            <a:xfrm rot="16200000">
              <a:off x="5667081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64E32332-9836-F241-B28D-2FAF58C1ADB5}"/>
                </a:ext>
              </a:extLst>
            </p:cNvPr>
            <p:cNvSpPr/>
            <p:nvPr/>
          </p:nvSpPr>
          <p:spPr>
            <a:xfrm rot="16200000">
              <a:off x="5760250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4" name="Rectangle 73">
              <a:extLst>
                <a:ext uri="{FF2B5EF4-FFF2-40B4-BE49-F238E27FC236}">
                  <a16:creationId xmlns:a16="http://schemas.microsoft.com/office/drawing/2014/main" id="{93C4CBC6-06B6-9406-F9A6-6BD5CE3FFE6E}"/>
                </a:ext>
              </a:extLst>
            </p:cNvPr>
            <p:cNvSpPr/>
            <p:nvPr/>
          </p:nvSpPr>
          <p:spPr>
            <a:xfrm rot="16200000">
              <a:off x="5853419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sp>
        <p:nvSpPr>
          <p:cNvPr id="75" name="TextBox 74">
            <a:extLst>
              <a:ext uri="{FF2B5EF4-FFF2-40B4-BE49-F238E27FC236}">
                <a16:creationId xmlns:a16="http://schemas.microsoft.com/office/drawing/2014/main" id="{28BA901B-1B44-2C8B-9D9C-82EC45494D7F}"/>
              </a:ext>
            </a:extLst>
          </p:cNvPr>
          <p:cNvSpPr txBox="1"/>
          <p:nvPr/>
        </p:nvSpPr>
        <p:spPr>
          <a:xfrm>
            <a:off x="9069930" y="3729000"/>
            <a:ext cx="1128835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700">
                <a:solidFill>
                  <a:schemeClr val="bg1"/>
                </a:solidFill>
                <a:latin typeface="Consolas" panose="020B0609020204030204" pitchFamily="49" charset="0"/>
              </a:rPr>
              <a:t>pin 7 6 5 4 3 2 1 0</a:t>
            </a:r>
            <a:endParaRPr lang="LID4096" sz="70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7D751A59-EC11-898D-CF60-8F1349CFF300}"/>
              </a:ext>
            </a:extLst>
          </p:cNvPr>
          <p:cNvSpPr txBox="1"/>
          <p:nvPr/>
        </p:nvSpPr>
        <p:spPr>
          <a:xfrm>
            <a:off x="9055467" y="4496249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0</a:t>
            </a:r>
            <a:endParaRPr lang="LID4096" sz="500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8B5FC0B6-9CF0-15F2-9A8F-4014A828DD19}"/>
              </a:ext>
            </a:extLst>
          </p:cNvPr>
          <p:cNvSpPr txBox="1"/>
          <p:nvPr/>
        </p:nvSpPr>
        <p:spPr>
          <a:xfrm>
            <a:off x="9377524" y="4497315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</a:t>
            </a:r>
            <a:endParaRPr lang="LID4096" sz="500"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67AA9A54-D26A-37A4-7BE8-38EE93D43DDD}"/>
              </a:ext>
            </a:extLst>
          </p:cNvPr>
          <p:cNvSpPr txBox="1"/>
          <p:nvPr/>
        </p:nvSpPr>
        <p:spPr>
          <a:xfrm>
            <a:off x="9699581" y="4498381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2</a:t>
            </a:r>
            <a:endParaRPr lang="LID4096" sz="500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DBE9969F-FD79-993F-3344-9428984EBE81}"/>
              </a:ext>
            </a:extLst>
          </p:cNvPr>
          <p:cNvSpPr txBox="1"/>
          <p:nvPr/>
        </p:nvSpPr>
        <p:spPr>
          <a:xfrm>
            <a:off x="10021638" y="4499447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3</a:t>
            </a:r>
            <a:endParaRPr lang="LID4096" sz="500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9EBE095E-2B9E-DE87-6E70-72A54C9E79C7}"/>
              </a:ext>
            </a:extLst>
          </p:cNvPr>
          <p:cNvSpPr txBox="1"/>
          <p:nvPr/>
        </p:nvSpPr>
        <p:spPr>
          <a:xfrm>
            <a:off x="9055467" y="4798723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4</a:t>
            </a:r>
            <a:endParaRPr lang="LID4096" sz="500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946F26A5-7268-3F04-62F0-8E1E531A9198}"/>
              </a:ext>
            </a:extLst>
          </p:cNvPr>
          <p:cNvSpPr txBox="1"/>
          <p:nvPr/>
        </p:nvSpPr>
        <p:spPr>
          <a:xfrm>
            <a:off x="9377524" y="4799789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5</a:t>
            </a:r>
            <a:endParaRPr lang="LID4096" sz="500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92C24F72-59ED-ACD1-C409-6A95E2B89975}"/>
              </a:ext>
            </a:extLst>
          </p:cNvPr>
          <p:cNvSpPr txBox="1"/>
          <p:nvPr/>
        </p:nvSpPr>
        <p:spPr>
          <a:xfrm>
            <a:off x="9699581" y="4800855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6</a:t>
            </a:r>
            <a:endParaRPr lang="LID4096" sz="500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65564F9E-5CDA-A05E-33BA-D2FFB44C9A22}"/>
              </a:ext>
            </a:extLst>
          </p:cNvPr>
          <p:cNvSpPr txBox="1"/>
          <p:nvPr/>
        </p:nvSpPr>
        <p:spPr>
          <a:xfrm>
            <a:off x="10021638" y="4801921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7</a:t>
            </a:r>
            <a:endParaRPr lang="LID4096" sz="500"/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6BAF19A4-9D38-8E3E-915B-90CA4304AAE7}"/>
              </a:ext>
            </a:extLst>
          </p:cNvPr>
          <p:cNvSpPr txBox="1"/>
          <p:nvPr/>
        </p:nvSpPr>
        <p:spPr>
          <a:xfrm>
            <a:off x="9054531" y="5124319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8</a:t>
            </a:r>
            <a:endParaRPr lang="LID4096" sz="500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D1A735E2-1CC4-ED16-A610-640AC20DEB1D}"/>
              </a:ext>
            </a:extLst>
          </p:cNvPr>
          <p:cNvSpPr txBox="1"/>
          <p:nvPr/>
        </p:nvSpPr>
        <p:spPr>
          <a:xfrm>
            <a:off x="9376588" y="5125385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9</a:t>
            </a:r>
            <a:endParaRPr lang="LID4096" sz="500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4175A0C4-0E45-D011-C0A5-CA5AC4818CAD}"/>
              </a:ext>
            </a:extLst>
          </p:cNvPr>
          <p:cNvSpPr txBox="1"/>
          <p:nvPr/>
        </p:nvSpPr>
        <p:spPr>
          <a:xfrm>
            <a:off x="9698645" y="5126451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10</a:t>
            </a:r>
            <a:endParaRPr lang="LID4096" sz="500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6FF39CDB-0E8D-112A-4A9C-0B30678DCE7C}"/>
              </a:ext>
            </a:extLst>
          </p:cNvPr>
          <p:cNvSpPr txBox="1"/>
          <p:nvPr/>
        </p:nvSpPr>
        <p:spPr>
          <a:xfrm>
            <a:off x="10020702" y="5127517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11</a:t>
            </a:r>
            <a:endParaRPr lang="LID4096" sz="500"/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38546077-F8F4-097A-191C-8894A1C48B50}"/>
              </a:ext>
            </a:extLst>
          </p:cNvPr>
          <p:cNvSpPr txBox="1"/>
          <p:nvPr/>
        </p:nvSpPr>
        <p:spPr>
          <a:xfrm>
            <a:off x="9053595" y="5449915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12</a:t>
            </a:r>
            <a:endParaRPr lang="LID4096" sz="500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31EE9087-91B6-0556-0C4B-9DA75EFA1595}"/>
              </a:ext>
            </a:extLst>
          </p:cNvPr>
          <p:cNvSpPr txBox="1"/>
          <p:nvPr/>
        </p:nvSpPr>
        <p:spPr>
          <a:xfrm>
            <a:off x="9375652" y="5450981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13</a:t>
            </a:r>
            <a:endParaRPr lang="LID4096" sz="500"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B6AB582F-40B6-2E04-3957-D4D7146F20F2}"/>
              </a:ext>
            </a:extLst>
          </p:cNvPr>
          <p:cNvSpPr txBox="1"/>
          <p:nvPr/>
        </p:nvSpPr>
        <p:spPr>
          <a:xfrm>
            <a:off x="9697709" y="5452047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14</a:t>
            </a:r>
            <a:endParaRPr lang="LID4096" sz="500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7E8A5D56-C951-6863-B839-2E70306FB21A}"/>
              </a:ext>
            </a:extLst>
          </p:cNvPr>
          <p:cNvSpPr txBox="1"/>
          <p:nvPr/>
        </p:nvSpPr>
        <p:spPr>
          <a:xfrm>
            <a:off x="10019766" y="5453113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15</a:t>
            </a:r>
            <a:endParaRPr lang="LID4096" sz="500"/>
          </a:p>
        </p:txBody>
      </p:sp>
      <p:pic>
        <p:nvPicPr>
          <p:cNvPr id="93" name="Picture 92">
            <a:extLst>
              <a:ext uri="{FF2B5EF4-FFF2-40B4-BE49-F238E27FC236}">
                <a16:creationId xmlns:a16="http://schemas.microsoft.com/office/drawing/2014/main" id="{BC76C0FE-1065-CBFE-9596-0BA580BC5DF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6200000">
            <a:off x="4790492" y="3817567"/>
            <a:ext cx="3095687" cy="1602927"/>
          </a:xfrm>
          <a:prstGeom prst="rect">
            <a:avLst/>
          </a:prstGeom>
        </p:spPr>
      </p:pic>
      <p:sp>
        <p:nvSpPr>
          <p:cNvPr id="94" name="Rectangle 93">
            <a:extLst>
              <a:ext uri="{FF2B5EF4-FFF2-40B4-BE49-F238E27FC236}">
                <a16:creationId xmlns:a16="http://schemas.microsoft.com/office/drawing/2014/main" id="{2F0A21A7-071A-334E-D4C4-8EA65F958874}"/>
              </a:ext>
            </a:extLst>
          </p:cNvPr>
          <p:cNvSpPr/>
          <p:nvPr/>
        </p:nvSpPr>
        <p:spPr>
          <a:xfrm rot="16200000">
            <a:off x="5547725" y="4112390"/>
            <a:ext cx="1955188" cy="810715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5" name="Freeform: Shape 94">
            <a:extLst>
              <a:ext uri="{FF2B5EF4-FFF2-40B4-BE49-F238E27FC236}">
                <a16:creationId xmlns:a16="http://schemas.microsoft.com/office/drawing/2014/main" id="{4B57742E-41FB-18BD-078B-E88B8005DF7C}"/>
              </a:ext>
            </a:extLst>
          </p:cNvPr>
          <p:cNvSpPr/>
          <p:nvPr/>
        </p:nvSpPr>
        <p:spPr>
          <a:xfrm rot="16200000">
            <a:off x="5014315" y="4418631"/>
            <a:ext cx="2189810" cy="149806"/>
          </a:xfrm>
          <a:custGeom>
            <a:avLst/>
            <a:gdLst>
              <a:gd name="connsiteX0" fmla="*/ 3406140 w 3825240"/>
              <a:gd name="connsiteY0" fmla="*/ 0 h 259080"/>
              <a:gd name="connsiteX1" fmla="*/ 0 w 3825240"/>
              <a:gd name="connsiteY1" fmla="*/ 68580 h 259080"/>
              <a:gd name="connsiteX2" fmla="*/ 228600 w 3825240"/>
              <a:gd name="connsiteY2" fmla="*/ 259080 h 259080"/>
              <a:gd name="connsiteX3" fmla="*/ 3825240 w 3825240"/>
              <a:gd name="connsiteY3" fmla="*/ 167640 h 259080"/>
              <a:gd name="connsiteX4" fmla="*/ 3406140 w 3825240"/>
              <a:gd name="connsiteY4" fmla="*/ 0 h 259080"/>
              <a:gd name="connsiteX0" fmla="*/ 3406140 w 3787140"/>
              <a:gd name="connsiteY0" fmla="*/ 0 h 259080"/>
              <a:gd name="connsiteX1" fmla="*/ 0 w 3787140"/>
              <a:gd name="connsiteY1" fmla="*/ 68580 h 259080"/>
              <a:gd name="connsiteX2" fmla="*/ 228600 w 3787140"/>
              <a:gd name="connsiteY2" fmla="*/ 259080 h 259080"/>
              <a:gd name="connsiteX3" fmla="*/ 3787140 w 3787140"/>
              <a:gd name="connsiteY3" fmla="*/ 153353 h 259080"/>
              <a:gd name="connsiteX4" fmla="*/ 3406140 w 3787140"/>
              <a:gd name="connsiteY4" fmla="*/ 0 h 259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787140" h="259080">
                <a:moveTo>
                  <a:pt x="3406140" y="0"/>
                </a:moveTo>
                <a:lnTo>
                  <a:pt x="0" y="68580"/>
                </a:lnTo>
                <a:lnTo>
                  <a:pt x="228600" y="259080"/>
                </a:lnTo>
                <a:lnTo>
                  <a:pt x="3787140" y="153353"/>
                </a:lnTo>
                <a:lnTo>
                  <a:pt x="3406140" y="0"/>
                </a:lnTo>
                <a:close/>
              </a:path>
            </a:pathLst>
          </a:custGeom>
          <a:solidFill>
            <a:schemeClr val="bg2">
              <a:lumMod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6" name="Freeform: Shape 95">
            <a:extLst>
              <a:ext uri="{FF2B5EF4-FFF2-40B4-BE49-F238E27FC236}">
                <a16:creationId xmlns:a16="http://schemas.microsoft.com/office/drawing/2014/main" id="{CFD5094D-96C2-19A9-3780-0616E79333A7}"/>
              </a:ext>
            </a:extLst>
          </p:cNvPr>
          <p:cNvSpPr/>
          <p:nvPr/>
        </p:nvSpPr>
        <p:spPr>
          <a:xfrm rot="16200000">
            <a:off x="6514578" y="5020058"/>
            <a:ext cx="118964" cy="991363"/>
          </a:xfrm>
          <a:custGeom>
            <a:avLst/>
            <a:gdLst>
              <a:gd name="connsiteX0" fmla="*/ 0 w 205740"/>
              <a:gd name="connsiteY0" fmla="*/ 0 h 1714500"/>
              <a:gd name="connsiteX1" fmla="*/ 30480 w 205740"/>
              <a:gd name="connsiteY1" fmla="*/ 1539240 h 1714500"/>
              <a:gd name="connsiteX2" fmla="*/ 205740 w 205740"/>
              <a:gd name="connsiteY2" fmla="*/ 1714500 h 1714500"/>
              <a:gd name="connsiteX3" fmla="*/ 198120 w 205740"/>
              <a:gd name="connsiteY3" fmla="*/ 167640 h 1714500"/>
              <a:gd name="connsiteX4" fmla="*/ 0 w 205740"/>
              <a:gd name="connsiteY4" fmla="*/ 0 h 1714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5740" h="1714500">
                <a:moveTo>
                  <a:pt x="0" y="0"/>
                </a:moveTo>
                <a:lnTo>
                  <a:pt x="30480" y="1539240"/>
                </a:lnTo>
                <a:lnTo>
                  <a:pt x="205740" y="1714500"/>
                </a:lnTo>
                <a:lnTo>
                  <a:pt x="198120" y="167640"/>
                </a:lnTo>
                <a:lnTo>
                  <a:pt x="0" y="0"/>
                </a:ln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7" name="Freeform: Shape 96">
            <a:extLst>
              <a:ext uri="{FF2B5EF4-FFF2-40B4-BE49-F238E27FC236}">
                <a16:creationId xmlns:a16="http://schemas.microsoft.com/office/drawing/2014/main" id="{39FC6704-927E-E983-25EE-2CBDB9143664}"/>
              </a:ext>
            </a:extLst>
          </p:cNvPr>
          <p:cNvSpPr/>
          <p:nvPr/>
        </p:nvSpPr>
        <p:spPr>
          <a:xfrm rot="16200000">
            <a:off x="5560667" y="3942777"/>
            <a:ext cx="2079659" cy="956115"/>
          </a:xfrm>
          <a:custGeom>
            <a:avLst/>
            <a:gdLst>
              <a:gd name="connsiteX0" fmla="*/ 0 w 3680460"/>
              <a:gd name="connsiteY0" fmla="*/ 1653540 h 1653540"/>
              <a:gd name="connsiteX1" fmla="*/ 1463040 w 3680460"/>
              <a:gd name="connsiteY1" fmla="*/ 1592580 h 1653540"/>
              <a:gd name="connsiteX2" fmla="*/ 1463040 w 3680460"/>
              <a:gd name="connsiteY2" fmla="*/ 1417320 h 1653540"/>
              <a:gd name="connsiteX3" fmla="*/ 182880 w 3680460"/>
              <a:gd name="connsiteY3" fmla="*/ 1478280 h 1653540"/>
              <a:gd name="connsiteX4" fmla="*/ 160020 w 3680460"/>
              <a:gd name="connsiteY4" fmla="*/ 266700 h 1653540"/>
              <a:gd name="connsiteX5" fmla="*/ 3474720 w 3680460"/>
              <a:gd name="connsiteY5" fmla="*/ 160020 h 1653540"/>
              <a:gd name="connsiteX6" fmla="*/ 3467100 w 3680460"/>
              <a:gd name="connsiteY6" fmla="*/ 1424940 h 1653540"/>
              <a:gd name="connsiteX7" fmla="*/ 2278380 w 3680460"/>
              <a:gd name="connsiteY7" fmla="*/ 1432560 h 1653540"/>
              <a:gd name="connsiteX8" fmla="*/ 2263140 w 3680460"/>
              <a:gd name="connsiteY8" fmla="*/ 1584960 h 1653540"/>
              <a:gd name="connsiteX9" fmla="*/ 3680460 w 3680460"/>
              <a:gd name="connsiteY9" fmla="*/ 1546860 h 1653540"/>
              <a:gd name="connsiteX10" fmla="*/ 3589020 w 3680460"/>
              <a:gd name="connsiteY10" fmla="*/ 0 h 1653540"/>
              <a:gd name="connsiteX11" fmla="*/ 0 w 3680460"/>
              <a:gd name="connsiteY11" fmla="*/ 91440 h 1653540"/>
              <a:gd name="connsiteX12" fmla="*/ 0 w 3680460"/>
              <a:gd name="connsiteY12" fmla="*/ 1653540 h 1653540"/>
              <a:gd name="connsiteX0" fmla="*/ 0 w 3649980"/>
              <a:gd name="connsiteY0" fmla="*/ 1653540 h 1653540"/>
              <a:gd name="connsiteX1" fmla="*/ 1463040 w 3649980"/>
              <a:gd name="connsiteY1" fmla="*/ 1592580 h 1653540"/>
              <a:gd name="connsiteX2" fmla="*/ 1463040 w 3649980"/>
              <a:gd name="connsiteY2" fmla="*/ 1417320 h 1653540"/>
              <a:gd name="connsiteX3" fmla="*/ 182880 w 3649980"/>
              <a:gd name="connsiteY3" fmla="*/ 1478280 h 1653540"/>
              <a:gd name="connsiteX4" fmla="*/ 160020 w 3649980"/>
              <a:gd name="connsiteY4" fmla="*/ 266700 h 1653540"/>
              <a:gd name="connsiteX5" fmla="*/ 3474720 w 3649980"/>
              <a:gd name="connsiteY5" fmla="*/ 160020 h 1653540"/>
              <a:gd name="connsiteX6" fmla="*/ 3467100 w 3649980"/>
              <a:gd name="connsiteY6" fmla="*/ 1424940 h 1653540"/>
              <a:gd name="connsiteX7" fmla="*/ 2278380 w 3649980"/>
              <a:gd name="connsiteY7" fmla="*/ 1432560 h 1653540"/>
              <a:gd name="connsiteX8" fmla="*/ 2263140 w 3649980"/>
              <a:gd name="connsiteY8" fmla="*/ 1584960 h 1653540"/>
              <a:gd name="connsiteX9" fmla="*/ 3649980 w 3649980"/>
              <a:gd name="connsiteY9" fmla="*/ 1554480 h 1653540"/>
              <a:gd name="connsiteX10" fmla="*/ 3589020 w 3649980"/>
              <a:gd name="connsiteY10" fmla="*/ 0 h 1653540"/>
              <a:gd name="connsiteX11" fmla="*/ 0 w 3649980"/>
              <a:gd name="connsiteY11" fmla="*/ 91440 h 1653540"/>
              <a:gd name="connsiteX12" fmla="*/ 0 w 3649980"/>
              <a:gd name="connsiteY12" fmla="*/ 1653540 h 1653540"/>
              <a:gd name="connsiteX0" fmla="*/ 0 w 3596640"/>
              <a:gd name="connsiteY0" fmla="*/ 1653540 h 1653540"/>
              <a:gd name="connsiteX1" fmla="*/ 1463040 w 3596640"/>
              <a:gd name="connsiteY1" fmla="*/ 1592580 h 1653540"/>
              <a:gd name="connsiteX2" fmla="*/ 1463040 w 3596640"/>
              <a:gd name="connsiteY2" fmla="*/ 1417320 h 1653540"/>
              <a:gd name="connsiteX3" fmla="*/ 182880 w 3596640"/>
              <a:gd name="connsiteY3" fmla="*/ 1478280 h 1653540"/>
              <a:gd name="connsiteX4" fmla="*/ 160020 w 3596640"/>
              <a:gd name="connsiteY4" fmla="*/ 266700 h 1653540"/>
              <a:gd name="connsiteX5" fmla="*/ 3474720 w 3596640"/>
              <a:gd name="connsiteY5" fmla="*/ 160020 h 1653540"/>
              <a:gd name="connsiteX6" fmla="*/ 3467100 w 3596640"/>
              <a:gd name="connsiteY6" fmla="*/ 1424940 h 1653540"/>
              <a:gd name="connsiteX7" fmla="*/ 2278380 w 3596640"/>
              <a:gd name="connsiteY7" fmla="*/ 1432560 h 1653540"/>
              <a:gd name="connsiteX8" fmla="*/ 2263140 w 3596640"/>
              <a:gd name="connsiteY8" fmla="*/ 1584960 h 1653540"/>
              <a:gd name="connsiteX9" fmla="*/ 3596640 w 3596640"/>
              <a:gd name="connsiteY9" fmla="*/ 1546860 h 1653540"/>
              <a:gd name="connsiteX10" fmla="*/ 3589020 w 3596640"/>
              <a:gd name="connsiteY10" fmla="*/ 0 h 1653540"/>
              <a:gd name="connsiteX11" fmla="*/ 0 w 3596640"/>
              <a:gd name="connsiteY11" fmla="*/ 91440 h 1653540"/>
              <a:gd name="connsiteX12" fmla="*/ 0 w 3596640"/>
              <a:gd name="connsiteY12" fmla="*/ 1653540 h 1653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596640" h="1653540">
                <a:moveTo>
                  <a:pt x="0" y="1653540"/>
                </a:moveTo>
                <a:lnTo>
                  <a:pt x="1463040" y="1592580"/>
                </a:lnTo>
                <a:lnTo>
                  <a:pt x="1463040" y="1417320"/>
                </a:lnTo>
                <a:lnTo>
                  <a:pt x="182880" y="1478280"/>
                </a:lnTo>
                <a:lnTo>
                  <a:pt x="160020" y="266700"/>
                </a:lnTo>
                <a:lnTo>
                  <a:pt x="3474720" y="160020"/>
                </a:lnTo>
                <a:lnTo>
                  <a:pt x="3467100" y="1424940"/>
                </a:lnTo>
                <a:lnTo>
                  <a:pt x="2278380" y="1432560"/>
                </a:lnTo>
                <a:lnTo>
                  <a:pt x="2263140" y="1584960"/>
                </a:lnTo>
                <a:lnTo>
                  <a:pt x="3596640" y="1546860"/>
                </a:lnTo>
                <a:lnTo>
                  <a:pt x="3589020" y="0"/>
                </a:lnTo>
                <a:lnTo>
                  <a:pt x="0" y="91440"/>
                </a:lnTo>
                <a:lnTo>
                  <a:pt x="0" y="1653540"/>
                </a:lnTo>
                <a:close/>
              </a:path>
            </a:pathLst>
          </a:cu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8" name="Freeform: Shape 97">
            <a:extLst>
              <a:ext uri="{FF2B5EF4-FFF2-40B4-BE49-F238E27FC236}">
                <a16:creationId xmlns:a16="http://schemas.microsoft.com/office/drawing/2014/main" id="{5D9A81FA-77EA-7EAC-DCD8-7EDD8424FEAF}"/>
              </a:ext>
            </a:extLst>
          </p:cNvPr>
          <p:cNvSpPr/>
          <p:nvPr/>
        </p:nvSpPr>
        <p:spPr>
          <a:xfrm rot="16200000">
            <a:off x="5643693" y="4024151"/>
            <a:ext cx="1911127" cy="758668"/>
          </a:xfrm>
          <a:custGeom>
            <a:avLst/>
            <a:gdLst>
              <a:gd name="connsiteX0" fmla="*/ 2943225 w 3305175"/>
              <a:gd name="connsiteY0" fmla="*/ 4762 h 1312068"/>
              <a:gd name="connsiteX1" fmla="*/ 2964657 w 3305175"/>
              <a:gd name="connsiteY1" fmla="*/ 1040606 h 1312068"/>
              <a:gd name="connsiteX2" fmla="*/ 0 w 3305175"/>
              <a:gd name="connsiteY2" fmla="*/ 1133475 h 1312068"/>
              <a:gd name="connsiteX3" fmla="*/ 7144 w 3305175"/>
              <a:gd name="connsiteY3" fmla="*/ 1312068 h 1312068"/>
              <a:gd name="connsiteX4" fmla="*/ 1290638 w 3305175"/>
              <a:gd name="connsiteY4" fmla="*/ 1254918 h 1312068"/>
              <a:gd name="connsiteX5" fmla="*/ 1362075 w 3305175"/>
              <a:gd name="connsiteY5" fmla="*/ 1202531 h 1312068"/>
              <a:gd name="connsiteX6" fmla="*/ 1431132 w 3305175"/>
              <a:gd name="connsiteY6" fmla="*/ 1185862 h 1312068"/>
              <a:gd name="connsiteX7" fmla="*/ 1735932 w 3305175"/>
              <a:gd name="connsiteY7" fmla="*/ 1171575 h 1312068"/>
              <a:gd name="connsiteX8" fmla="*/ 1902619 w 3305175"/>
              <a:gd name="connsiteY8" fmla="*/ 1178718 h 1312068"/>
              <a:gd name="connsiteX9" fmla="*/ 2100263 w 3305175"/>
              <a:gd name="connsiteY9" fmla="*/ 1264443 h 1312068"/>
              <a:gd name="connsiteX10" fmla="*/ 3300413 w 3305175"/>
              <a:gd name="connsiteY10" fmla="*/ 1257300 h 1312068"/>
              <a:gd name="connsiteX11" fmla="*/ 3305175 w 3305175"/>
              <a:gd name="connsiteY11" fmla="*/ 0 h 1312068"/>
              <a:gd name="connsiteX12" fmla="*/ 2943225 w 3305175"/>
              <a:gd name="connsiteY12" fmla="*/ 4762 h 1312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305175" h="1312068">
                <a:moveTo>
                  <a:pt x="2943225" y="4762"/>
                </a:moveTo>
                <a:lnTo>
                  <a:pt x="2964657" y="1040606"/>
                </a:lnTo>
                <a:lnTo>
                  <a:pt x="0" y="1133475"/>
                </a:lnTo>
                <a:lnTo>
                  <a:pt x="7144" y="1312068"/>
                </a:lnTo>
                <a:lnTo>
                  <a:pt x="1290638" y="1254918"/>
                </a:lnTo>
                <a:lnTo>
                  <a:pt x="1362075" y="1202531"/>
                </a:lnTo>
                <a:lnTo>
                  <a:pt x="1431132" y="1185862"/>
                </a:lnTo>
                <a:lnTo>
                  <a:pt x="1735932" y="1171575"/>
                </a:lnTo>
                <a:lnTo>
                  <a:pt x="1902619" y="1178718"/>
                </a:lnTo>
                <a:lnTo>
                  <a:pt x="2100263" y="1264443"/>
                </a:lnTo>
                <a:lnTo>
                  <a:pt x="3300413" y="1257300"/>
                </a:lnTo>
                <a:cubicBezTo>
                  <a:pt x="3302000" y="838200"/>
                  <a:pt x="3303588" y="419100"/>
                  <a:pt x="3305175" y="0"/>
                </a:cubicBezTo>
                <a:lnTo>
                  <a:pt x="2943225" y="4762"/>
                </a:lnTo>
                <a:close/>
              </a:path>
            </a:pathLst>
          </a:cu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9" name="Freeform: Shape 98">
            <a:extLst>
              <a:ext uri="{FF2B5EF4-FFF2-40B4-BE49-F238E27FC236}">
                <a16:creationId xmlns:a16="http://schemas.microsoft.com/office/drawing/2014/main" id="{76514724-BA41-C74E-4913-43F9542A775E}"/>
              </a:ext>
            </a:extLst>
          </p:cNvPr>
          <p:cNvSpPr/>
          <p:nvPr/>
        </p:nvSpPr>
        <p:spPr>
          <a:xfrm rot="16200000">
            <a:off x="6730750" y="4307103"/>
            <a:ext cx="473651" cy="143197"/>
          </a:xfrm>
          <a:custGeom>
            <a:avLst/>
            <a:gdLst>
              <a:gd name="connsiteX0" fmla="*/ 802482 w 819150"/>
              <a:gd name="connsiteY0" fmla="*/ 242888 h 247650"/>
              <a:gd name="connsiteX1" fmla="*/ 588169 w 819150"/>
              <a:gd name="connsiteY1" fmla="*/ 116682 h 247650"/>
              <a:gd name="connsiteX2" fmla="*/ 452438 w 819150"/>
              <a:gd name="connsiteY2" fmla="*/ 95250 h 247650"/>
              <a:gd name="connsiteX3" fmla="*/ 192882 w 819150"/>
              <a:gd name="connsiteY3" fmla="*/ 92869 h 247650"/>
              <a:gd name="connsiteX4" fmla="*/ 76200 w 819150"/>
              <a:gd name="connsiteY4" fmla="*/ 140494 h 247650"/>
              <a:gd name="connsiteX5" fmla="*/ 11907 w 819150"/>
              <a:gd name="connsiteY5" fmla="*/ 247650 h 247650"/>
              <a:gd name="connsiteX6" fmla="*/ 0 w 819150"/>
              <a:gd name="connsiteY6" fmla="*/ 85725 h 247650"/>
              <a:gd name="connsiteX7" fmla="*/ 76200 w 819150"/>
              <a:gd name="connsiteY7" fmla="*/ 33338 h 247650"/>
              <a:gd name="connsiteX8" fmla="*/ 173832 w 819150"/>
              <a:gd name="connsiteY8" fmla="*/ 14288 h 247650"/>
              <a:gd name="connsiteX9" fmla="*/ 469107 w 819150"/>
              <a:gd name="connsiteY9" fmla="*/ 0 h 247650"/>
              <a:gd name="connsiteX10" fmla="*/ 616744 w 819150"/>
              <a:gd name="connsiteY10" fmla="*/ 14288 h 247650"/>
              <a:gd name="connsiteX11" fmla="*/ 819150 w 819150"/>
              <a:gd name="connsiteY11" fmla="*/ 95250 h 247650"/>
              <a:gd name="connsiteX12" fmla="*/ 802482 w 819150"/>
              <a:gd name="connsiteY12" fmla="*/ 242888 h 247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819150" h="247650">
                <a:moveTo>
                  <a:pt x="802482" y="242888"/>
                </a:moveTo>
                <a:lnTo>
                  <a:pt x="588169" y="116682"/>
                </a:lnTo>
                <a:lnTo>
                  <a:pt x="452438" y="95250"/>
                </a:lnTo>
                <a:lnTo>
                  <a:pt x="192882" y="92869"/>
                </a:lnTo>
                <a:lnTo>
                  <a:pt x="76200" y="140494"/>
                </a:lnTo>
                <a:lnTo>
                  <a:pt x="11907" y="247650"/>
                </a:lnTo>
                <a:lnTo>
                  <a:pt x="0" y="85725"/>
                </a:lnTo>
                <a:lnTo>
                  <a:pt x="76200" y="33338"/>
                </a:lnTo>
                <a:lnTo>
                  <a:pt x="173832" y="14288"/>
                </a:lnTo>
                <a:lnTo>
                  <a:pt x="469107" y="0"/>
                </a:lnTo>
                <a:lnTo>
                  <a:pt x="616744" y="14288"/>
                </a:lnTo>
                <a:lnTo>
                  <a:pt x="819150" y="95250"/>
                </a:lnTo>
                <a:lnTo>
                  <a:pt x="802482" y="242888"/>
                </a:lnTo>
                <a:close/>
              </a:path>
            </a:pathLst>
          </a:cu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100" name="Group 99">
            <a:extLst>
              <a:ext uri="{FF2B5EF4-FFF2-40B4-BE49-F238E27FC236}">
                <a16:creationId xmlns:a16="http://schemas.microsoft.com/office/drawing/2014/main" id="{AA1A487B-17DC-CE49-EFE1-08ACAD0DEDFB}"/>
              </a:ext>
            </a:extLst>
          </p:cNvPr>
          <p:cNvGrpSpPr/>
          <p:nvPr/>
        </p:nvGrpSpPr>
        <p:grpSpPr>
          <a:xfrm rot="16200000">
            <a:off x="6374135" y="3859612"/>
            <a:ext cx="121167" cy="90875"/>
            <a:chOff x="6669881" y="4393406"/>
            <a:chExt cx="209550" cy="157163"/>
          </a:xfrm>
        </p:grpSpPr>
        <p:sp>
          <p:nvSpPr>
            <p:cNvPr id="148" name="Rectangle 147">
              <a:extLst>
                <a:ext uri="{FF2B5EF4-FFF2-40B4-BE49-F238E27FC236}">
                  <a16:creationId xmlns:a16="http://schemas.microsoft.com/office/drawing/2014/main" id="{EFD76F12-390A-C5FF-73FB-031D18DD3243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49" name="Freeform: Shape 148">
              <a:extLst>
                <a:ext uri="{FF2B5EF4-FFF2-40B4-BE49-F238E27FC236}">
                  <a16:creationId xmlns:a16="http://schemas.microsoft.com/office/drawing/2014/main" id="{0001A983-E34F-350D-5B23-6AB9D89735B2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1" name="Group 100">
            <a:extLst>
              <a:ext uri="{FF2B5EF4-FFF2-40B4-BE49-F238E27FC236}">
                <a16:creationId xmlns:a16="http://schemas.microsoft.com/office/drawing/2014/main" id="{8910CEAE-D276-C45A-7E6D-BD209593085E}"/>
              </a:ext>
            </a:extLst>
          </p:cNvPr>
          <p:cNvGrpSpPr/>
          <p:nvPr/>
        </p:nvGrpSpPr>
        <p:grpSpPr>
          <a:xfrm rot="16200000">
            <a:off x="6392034" y="4117092"/>
            <a:ext cx="121167" cy="90875"/>
            <a:chOff x="6669881" y="4393406"/>
            <a:chExt cx="209550" cy="157163"/>
          </a:xfrm>
        </p:grpSpPr>
        <p:sp>
          <p:nvSpPr>
            <p:cNvPr id="146" name="Rectangle 145">
              <a:extLst>
                <a:ext uri="{FF2B5EF4-FFF2-40B4-BE49-F238E27FC236}">
                  <a16:creationId xmlns:a16="http://schemas.microsoft.com/office/drawing/2014/main" id="{27ACCA25-4EA1-24DD-7249-2B284264CC7C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47" name="Freeform: Shape 146">
              <a:extLst>
                <a:ext uri="{FF2B5EF4-FFF2-40B4-BE49-F238E27FC236}">
                  <a16:creationId xmlns:a16="http://schemas.microsoft.com/office/drawing/2014/main" id="{AC1BDCDC-FF95-4689-C5F1-38722782F3CA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2" name="Group 101">
            <a:extLst>
              <a:ext uri="{FF2B5EF4-FFF2-40B4-BE49-F238E27FC236}">
                <a16:creationId xmlns:a16="http://schemas.microsoft.com/office/drawing/2014/main" id="{3F3F26C1-F04D-3CDB-97BB-0CE968EEF6B4}"/>
              </a:ext>
            </a:extLst>
          </p:cNvPr>
          <p:cNvGrpSpPr/>
          <p:nvPr/>
        </p:nvGrpSpPr>
        <p:grpSpPr>
          <a:xfrm rot="16200000">
            <a:off x="6409934" y="4374571"/>
            <a:ext cx="121167" cy="90875"/>
            <a:chOff x="6669881" y="4393406"/>
            <a:chExt cx="209550" cy="157163"/>
          </a:xfrm>
        </p:grpSpPr>
        <p:sp>
          <p:nvSpPr>
            <p:cNvPr id="144" name="Rectangle 143">
              <a:extLst>
                <a:ext uri="{FF2B5EF4-FFF2-40B4-BE49-F238E27FC236}">
                  <a16:creationId xmlns:a16="http://schemas.microsoft.com/office/drawing/2014/main" id="{56B365BC-4EA5-1DF1-32A0-A223AFB265E6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45" name="Freeform: Shape 144">
              <a:extLst>
                <a:ext uri="{FF2B5EF4-FFF2-40B4-BE49-F238E27FC236}">
                  <a16:creationId xmlns:a16="http://schemas.microsoft.com/office/drawing/2014/main" id="{465FFFBF-2EE0-5400-83CE-7104EFAE598F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3" name="Group 102">
            <a:extLst>
              <a:ext uri="{FF2B5EF4-FFF2-40B4-BE49-F238E27FC236}">
                <a16:creationId xmlns:a16="http://schemas.microsoft.com/office/drawing/2014/main" id="{4354BEF0-C900-B3B9-3E00-559D4BB74727}"/>
              </a:ext>
            </a:extLst>
          </p:cNvPr>
          <p:cNvGrpSpPr/>
          <p:nvPr/>
        </p:nvGrpSpPr>
        <p:grpSpPr>
          <a:xfrm rot="16200000">
            <a:off x="6416818" y="4664408"/>
            <a:ext cx="121167" cy="90875"/>
            <a:chOff x="6669881" y="4393406"/>
            <a:chExt cx="209550" cy="157163"/>
          </a:xfrm>
        </p:grpSpPr>
        <p:sp>
          <p:nvSpPr>
            <p:cNvPr id="142" name="Rectangle 141">
              <a:extLst>
                <a:ext uri="{FF2B5EF4-FFF2-40B4-BE49-F238E27FC236}">
                  <a16:creationId xmlns:a16="http://schemas.microsoft.com/office/drawing/2014/main" id="{052FECD6-0403-35E0-55A8-0DEBA275ABA9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43" name="Freeform: Shape 142">
              <a:extLst>
                <a:ext uri="{FF2B5EF4-FFF2-40B4-BE49-F238E27FC236}">
                  <a16:creationId xmlns:a16="http://schemas.microsoft.com/office/drawing/2014/main" id="{8FD7A31E-2F46-89F5-1742-B7E2CE03A154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D545A8A0-7924-4D4B-D8C5-913349D8E126}"/>
              </a:ext>
            </a:extLst>
          </p:cNvPr>
          <p:cNvGrpSpPr/>
          <p:nvPr/>
        </p:nvGrpSpPr>
        <p:grpSpPr>
          <a:xfrm rot="16200000">
            <a:off x="6428222" y="4957132"/>
            <a:ext cx="121167" cy="90875"/>
            <a:chOff x="6669881" y="4393406"/>
            <a:chExt cx="209550" cy="157163"/>
          </a:xfrm>
        </p:grpSpPr>
        <p:sp>
          <p:nvSpPr>
            <p:cNvPr id="140" name="Rectangle 139">
              <a:extLst>
                <a:ext uri="{FF2B5EF4-FFF2-40B4-BE49-F238E27FC236}">
                  <a16:creationId xmlns:a16="http://schemas.microsoft.com/office/drawing/2014/main" id="{F234E2B0-8E27-53ED-E58C-BDD0DFC27685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41" name="Freeform: Shape 140">
              <a:extLst>
                <a:ext uri="{FF2B5EF4-FFF2-40B4-BE49-F238E27FC236}">
                  <a16:creationId xmlns:a16="http://schemas.microsoft.com/office/drawing/2014/main" id="{016EC463-7AA3-00C3-E0D7-14126B1AC383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5" name="Group 104">
            <a:extLst>
              <a:ext uri="{FF2B5EF4-FFF2-40B4-BE49-F238E27FC236}">
                <a16:creationId xmlns:a16="http://schemas.microsoft.com/office/drawing/2014/main" id="{E5F90564-1286-E8D6-C80E-CA74C9D81820}"/>
              </a:ext>
            </a:extLst>
          </p:cNvPr>
          <p:cNvGrpSpPr/>
          <p:nvPr/>
        </p:nvGrpSpPr>
        <p:grpSpPr>
          <a:xfrm rot="16200000">
            <a:off x="6663670" y="4964017"/>
            <a:ext cx="121167" cy="90875"/>
            <a:chOff x="6669881" y="4393406"/>
            <a:chExt cx="209550" cy="157163"/>
          </a:xfrm>
        </p:grpSpPr>
        <p:sp>
          <p:nvSpPr>
            <p:cNvPr id="138" name="Rectangle 137">
              <a:extLst>
                <a:ext uri="{FF2B5EF4-FFF2-40B4-BE49-F238E27FC236}">
                  <a16:creationId xmlns:a16="http://schemas.microsoft.com/office/drawing/2014/main" id="{27414418-EC22-974B-F5B0-E1EA120B01A8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9" name="Freeform: Shape 138">
              <a:extLst>
                <a:ext uri="{FF2B5EF4-FFF2-40B4-BE49-F238E27FC236}">
                  <a16:creationId xmlns:a16="http://schemas.microsoft.com/office/drawing/2014/main" id="{1B528CD1-F89B-C137-18EF-C02A8D446013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BB946E0F-FFA9-5DDE-114F-4D57B9C75111}"/>
              </a:ext>
            </a:extLst>
          </p:cNvPr>
          <p:cNvGrpSpPr/>
          <p:nvPr/>
        </p:nvGrpSpPr>
        <p:grpSpPr>
          <a:xfrm rot="16200000">
            <a:off x="6655408" y="4665786"/>
            <a:ext cx="121167" cy="90875"/>
            <a:chOff x="6669881" y="4393406"/>
            <a:chExt cx="209550" cy="157163"/>
          </a:xfrm>
        </p:grpSpPr>
        <p:sp>
          <p:nvSpPr>
            <p:cNvPr id="136" name="Rectangle 135">
              <a:extLst>
                <a:ext uri="{FF2B5EF4-FFF2-40B4-BE49-F238E27FC236}">
                  <a16:creationId xmlns:a16="http://schemas.microsoft.com/office/drawing/2014/main" id="{151D71D1-8EC8-02AD-D0A9-23F37BA37F8C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7" name="Freeform: Shape 136">
              <a:extLst>
                <a:ext uri="{FF2B5EF4-FFF2-40B4-BE49-F238E27FC236}">
                  <a16:creationId xmlns:a16="http://schemas.microsoft.com/office/drawing/2014/main" id="{0AAA413B-2F6D-8C9F-C624-1C293C66A767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0AC6B25C-066A-913F-AE58-7AB15046E6C2}"/>
              </a:ext>
            </a:extLst>
          </p:cNvPr>
          <p:cNvGrpSpPr/>
          <p:nvPr/>
        </p:nvGrpSpPr>
        <p:grpSpPr>
          <a:xfrm rot="16200000">
            <a:off x="6651667" y="4370442"/>
            <a:ext cx="121167" cy="90875"/>
            <a:chOff x="6669881" y="4393406"/>
            <a:chExt cx="209550" cy="157163"/>
          </a:xfrm>
        </p:grpSpPr>
        <p:sp>
          <p:nvSpPr>
            <p:cNvPr id="134" name="Rectangle 133">
              <a:extLst>
                <a:ext uri="{FF2B5EF4-FFF2-40B4-BE49-F238E27FC236}">
                  <a16:creationId xmlns:a16="http://schemas.microsoft.com/office/drawing/2014/main" id="{DCEB86B1-E0CB-5541-975B-9871FB0209DB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5" name="Freeform: Shape 134">
              <a:extLst>
                <a:ext uri="{FF2B5EF4-FFF2-40B4-BE49-F238E27FC236}">
                  <a16:creationId xmlns:a16="http://schemas.microsoft.com/office/drawing/2014/main" id="{1DE5EC3E-FB92-6327-055F-69AB32B5F187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8" name="Group 107">
            <a:extLst>
              <a:ext uri="{FF2B5EF4-FFF2-40B4-BE49-F238E27FC236}">
                <a16:creationId xmlns:a16="http://schemas.microsoft.com/office/drawing/2014/main" id="{B52D6D4A-60BB-3A48-58FF-C9CCBC56F33C}"/>
              </a:ext>
            </a:extLst>
          </p:cNvPr>
          <p:cNvGrpSpPr/>
          <p:nvPr/>
        </p:nvGrpSpPr>
        <p:grpSpPr>
          <a:xfrm rot="16200000">
            <a:off x="6654990" y="4099194"/>
            <a:ext cx="121167" cy="90875"/>
            <a:chOff x="6669881" y="4393406"/>
            <a:chExt cx="209550" cy="157163"/>
          </a:xfrm>
        </p:grpSpPr>
        <p:sp>
          <p:nvSpPr>
            <p:cNvPr id="132" name="Rectangle 131">
              <a:extLst>
                <a:ext uri="{FF2B5EF4-FFF2-40B4-BE49-F238E27FC236}">
                  <a16:creationId xmlns:a16="http://schemas.microsoft.com/office/drawing/2014/main" id="{959A09C6-FEF5-BB15-6120-6EF45A3641E7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3" name="Freeform: Shape 132">
              <a:extLst>
                <a:ext uri="{FF2B5EF4-FFF2-40B4-BE49-F238E27FC236}">
                  <a16:creationId xmlns:a16="http://schemas.microsoft.com/office/drawing/2014/main" id="{B2388BD6-92FB-A10E-4C49-F601AE434345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9" name="Group 108">
            <a:extLst>
              <a:ext uri="{FF2B5EF4-FFF2-40B4-BE49-F238E27FC236}">
                <a16:creationId xmlns:a16="http://schemas.microsoft.com/office/drawing/2014/main" id="{50557253-1FF7-7AF8-2924-CD1D8EE8B29F}"/>
              </a:ext>
            </a:extLst>
          </p:cNvPr>
          <p:cNvGrpSpPr/>
          <p:nvPr/>
        </p:nvGrpSpPr>
        <p:grpSpPr>
          <a:xfrm rot="16200000">
            <a:off x="6648913" y="3843094"/>
            <a:ext cx="121167" cy="90875"/>
            <a:chOff x="6669881" y="4393406"/>
            <a:chExt cx="209550" cy="157163"/>
          </a:xfrm>
        </p:grpSpPr>
        <p:sp>
          <p:nvSpPr>
            <p:cNvPr id="130" name="Rectangle 129">
              <a:extLst>
                <a:ext uri="{FF2B5EF4-FFF2-40B4-BE49-F238E27FC236}">
                  <a16:creationId xmlns:a16="http://schemas.microsoft.com/office/drawing/2014/main" id="{4495FC24-4BF7-583B-1FA0-38FF2E547635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1" name="Freeform: Shape 130">
              <a:extLst>
                <a:ext uri="{FF2B5EF4-FFF2-40B4-BE49-F238E27FC236}">
                  <a16:creationId xmlns:a16="http://schemas.microsoft.com/office/drawing/2014/main" id="{2FCCEAD8-C78F-FA77-9A58-B85F61A0D447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sp>
        <p:nvSpPr>
          <p:cNvPr id="111" name="TextBox 110">
            <a:extLst>
              <a:ext uri="{FF2B5EF4-FFF2-40B4-BE49-F238E27FC236}">
                <a16:creationId xmlns:a16="http://schemas.microsoft.com/office/drawing/2014/main" id="{6347F5E9-D011-FF0B-0BDA-6A622647899D}"/>
              </a:ext>
            </a:extLst>
          </p:cNvPr>
          <p:cNvSpPr txBox="1"/>
          <p:nvPr/>
        </p:nvSpPr>
        <p:spPr>
          <a:xfrm>
            <a:off x="7189421" y="4831228"/>
            <a:ext cx="46038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GND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6051FE39-00AA-E1EE-AD91-9D486AD737DC}"/>
              </a:ext>
            </a:extLst>
          </p:cNvPr>
          <p:cNvSpPr txBox="1"/>
          <p:nvPr/>
        </p:nvSpPr>
        <p:spPr>
          <a:xfrm>
            <a:off x="5183730" y="3690889"/>
            <a:ext cx="43954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3.3V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cxnSp>
        <p:nvCxnSpPr>
          <p:cNvPr id="114" name="Straight Connector 113">
            <a:extLst>
              <a:ext uri="{FF2B5EF4-FFF2-40B4-BE49-F238E27FC236}">
                <a16:creationId xmlns:a16="http://schemas.microsoft.com/office/drawing/2014/main" id="{F5932E0F-2C66-9DED-5049-06863CFDB6B6}"/>
              </a:ext>
            </a:extLst>
          </p:cNvPr>
          <p:cNvCxnSpPr>
            <a:cxnSpLocks/>
          </p:cNvCxnSpPr>
          <p:nvPr/>
        </p:nvCxnSpPr>
        <p:spPr>
          <a:xfrm rot="16200000">
            <a:off x="5870388" y="4585169"/>
            <a:ext cx="0" cy="893411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TextBox 114">
            <a:extLst>
              <a:ext uri="{FF2B5EF4-FFF2-40B4-BE49-F238E27FC236}">
                <a16:creationId xmlns:a16="http://schemas.microsoft.com/office/drawing/2014/main" id="{8A7D099E-7F0B-E6BE-F9EC-14AFE2C96E87}"/>
              </a:ext>
            </a:extLst>
          </p:cNvPr>
          <p:cNvSpPr txBox="1"/>
          <p:nvPr/>
        </p:nvSpPr>
        <p:spPr>
          <a:xfrm>
            <a:off x="5179544" y="4842093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pin0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657E3FFA-EB16-DC96-037C-3B511AAFF38C}"/>
              </a:ext>
            </a:extLst>
          </p:cNvPr>
          <p:cNvSpPr txBox="1"/>
          <p:nvPr/>
        </p:nvSpPr>
        <p:spPr>
          <a:xfrm>
            <a:off x="5179544" y="4494051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pin2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F054DF88-3DC0-9BFC-8CDA-2417A40CC41C}"/>
              </a:ext>
            </a:extLst>
          </p:cNvPr>
          <p:cNvSpPr txBox="1"/>
          <p:nvPr/>
        </p:nvSpPr>
        <p:spPr>
          <a:xfrm>
            <a:off x="5779482" y="4248727"/>
            <a:ext cx="25359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1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C9C04B6F-D70D-AB77-2350-B53C59AA8D4F}"/>
              </a:ext>
            </a:extLst>
          </p:cNvPr>
          <p:cNvSpPr txBox="1"/>
          <p:nvPr/>
        </p:nvSpPr>
        <p:spPr>
          <a:xfrm>
            <a:off x="5769664" y="3969261"/>
            <a:ext cx="25359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1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E1528C18-D04D-3A43-40B2-3B4ECA58DF3F}"/>
              </a:ext>
            </a:extLst>
          </p:cNvPr>
          <p:cNvSpPr txBox="1"/>
          <p:nvPr/>
        </p:nvSpPr>
        <p:spPr>
          <a:xfrm>
            <a:off x="7219646" y="4540109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pin1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6D3BC6A8-2398-C7AD-3669-5CF447CE4D97}"/>
              </a:ext>
            </a:extLst>
          </p:cNvPr>
          <p:cNvSpPr txBox="1"/>
          <p:nvPr/>
        </p:nvSpPr>
        <p:spPr>
          <a:xfrm>
            <a:off x="7218474" y="4241711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pin3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57A38A07-78AD-FC3B-AD51-DB0EF38315B1}"/>
              </a:ext>
            </a:extLst>
          </p:cNvPr>
          <p:cNvSpPr txBox="1"/>
          <p:nvPr/>
        </p:nvSpPr>
        <p:spPr>
          <a:xfrm>
            <a:off x="7219062" y="3962749"/>
            <a:ext cx="25359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1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58E7F728-E0FD-8322-6329-A6C527D54385}"/>
              </a:ext>
            </a:extLst>
          </p:cNvPr>
          <p:cNvSpPr txBox="1"/>
          <p:nvPr/>
        </p:nvSpPr>
        <p:spPr>
          <a:xfrm>
            <a:off x="7218475" y="3700725"/>
            <a:ext cx="25359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1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50" name="Freeform: Shape 149">
            <a:extLst>
              <a:ext uri="{FF2B5EF4-FFF2-40B4-BE49-F238E27FC236}">
                <a16:creationId xmlns:a16="http://schemas.microsoft.com/office/drawing/2014/main" id="{D0EA1E43-6A9F-DA36-E00F-99B0587A5359}"/>
              </a:ext>
            </a:extLst>
          </p:cNvPr>
          <p:cNvSpPr/>
          <p:nvPr/>
        </p:nvSpPr>
        <p:spPr>
          <a:xfrm>
            <a:off x="5000625" y="2609850"/>
            <a:ext cx="5043488" cy="2424113"/>
          </a:xfrm>
          <a:custGeom>
            <a:avLst/>
            <a:gdLst>
              <a:gd name="csX0" fmla="*/ 1304925 w 5043488"/>
              <a:gd name="csY0" fmla="*/ 2424113 h 2424113"/>
              <a:gd name="csX1" fmla="*/ 0 w 5043488"/>
              <a:gd name="csY1" fmla="*/ 2424113 h 2424113"/>
              <a:gd name="csX2" fmla="*/ 0 w 5043488"/>
              <a:gd name="csY2" fmla="*/ 0 h 2424113"/>
              <a:gd name="csX3" fmla="*/ 5043488 w 5043488"/>
              <a:gd name="csY3" fmla="*/ 0 h 2424113"/>
              <a:gd name="csX4" fmla="*/ 5043488 w 5043488"/>
              <a:gd name="csY4" fmla="*/ 1290638 h 24241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5043488" h="2424113">
                <a:moveTo>
                  <a:pt x="1304925" y="2424113"/>
                </a:moveTo>
                <a:lnTo>
                  <a:pt x="0" y="2424113"/>
                </a:lnTo>
                <a:lnTo>
                  <a:pt x="0" y="0"/>
                </a:lnTo>
                <a:lnTo>
                  <a:pt x="5043488" y="0"/>
                </a:lnTo>
                <a:lnTo>
                  <a:pt x="5043488" y="1290638"/>
                </a:lnTo>
              </a:path>
            </a:pathLst>
          </a:custGeom>
          <a:noFill/>
          <a:ln>
            <a:solidFill>
              <a:srgbClr val="FFC000"/>
            </a:solidFill>
          </a:ln>
          <a:effectLst>
            <a:glow rad="63500">
              <a:schemeClr val="accent2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1" name="Freeform: Shape 150">
            <a:extLst>
              <a:ext uri="{FF2B5EF4-FFF2-40B4-BE49-F238E27FC236}">
                <a16:creationId xmlns:a16="http://schemas.microsoft.com/office/drawing/2014/main" id="{2C34B990-82E0-7B1B-BD55-FE7A105A80E4}"/>
              </a:ext>
            </a:extLst>
          </p:cNvPr>
          <p:cNvSpPr/>
          <p:nvPr/>
        </p:nvSpPr>
        <p:spPr>
          <a:xfrm>
            <a:off x="6829425" y="2671763"/>
            <a:ext cx="3139382" cy="2057400"/>
          </a:xfrm>
          <a:custGeom>
            <a:avLst/>
            <a:gdLst>
              <a:gd name="csX0" fmla="*/ 0 w 3109913"/>
              <a:gd name="csY0" fmla="*/ 2057400 h 2057400"/>
              <a:gd name="csX1" fmla="*/ 1090613 w 3109913"/>
              <a:gd name="csY1" fmla="*/ 2057400 h 2057400"/>
              <a:gd name="csX2" fmla="*/ 1090613 w 3109913"/>
              <a:gd name="csY2" fmla="*/ 0 h 2057400"/>
              <a:gd name="csX3" fmla="*/ 3109913 w 3109913"/>
              <a:gd name="csY3" fmla="*/ 0 h 2057400"/>
              <a:gd name="csX4" fmla="*/ 3109913 w 3109913"/>
              <a:gd name="csY4" fmla="*/ 1228725 h 20574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3109913" h="2057400">
                <a:moveTo>
                  <a:pt x="0" y="2057400"/>
                </a:moveTo>
                <a:lnTo>
                  <a:pt x="1090613" y="2057400"/>
                </a:lnTo>
                <a:lnTo>
                  <a:pt x="1090613" y="0"/>
                </a:lnTo>
                <a:lnTo>
                  <a:pt x="3109913" y="0"/>
                </a:lnTo>
                <a:lnTo>
                  <a:pt x="3109913" y="1228725"/>
                </a:lnTo>
              </a:path>
            </a:pathLst>
          </a:custGeom>
          <a:noFill/>
          <a:ln>
            <a:solidFill>
              <a:schemeClr val="accent6">
                <a:lumMod val="60000"/>
                <a:lumOff val="40000"/>
              </a:schemeClr>
            </a:solidFill>
          </a:ln>
          <a:effectLst>
            <a:glow rad="63500">
              <a:schemeClr val="accent2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2" name="Freeform: Shape 151">
            <a:extLst>
              <a:ext uri="{FF2B5EF4-FFF2-40B4-BE49-F238E27FC236}">
                <a16:creationId xmlns:a16="http://schemas.microsoft.com/office/drawing/2014/main" id="{8F7FE004-7919-91E3-D2B9-95ECD0BA4F97}"/>
              </a:ext>
            </a:extLst>
          </p:cNvPr>
          <p:cNvSpPr/>
          <p:nvPr/>
        </p:nvSpPr>
        <p:spPr>
          <a:xfrm>
            <a:off x="5110163" y="2776538"/>
            <a:ext cx="4757737" cy="1947862"/>
          </a:xfrm>
          <a:custGeom>
            <a:avLst/>
            <a:gdLst>
              <a:gd name="csX0" fmla="*/ 1362075 w 4757737"/>
              <a:gd name="csY0" fmla="*/ 1947862 h 1947862"/>
              <a:gd name="csX1" fmla="*/ 0 w 4757737"/>
              <a:gd name="csY1" fmla="*/ 1947862 h 1947862"/>
              <a:gd name="csX2" fmla="*/ 0 w 4757737"/>
              <a:gd name="csY2" fmla="*/ 0 h 1947862"/>
              <a:gd name="csX3" fmla="*/ 4757737 w 4757737"/>
              <a:gd name="csY3" fmla="*/ 0 h 1947862"/>
              <a:gd name="csX4" fmla="*/ 4757737 w 4757737"/>
              <a:gd name="csY4" fmla="*/ 1138237 h 19478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757737" h="1947862">
                <a:moveTo>
                  <a:pt x="1362075" y="1947862"/>
                </a:moveTo>
                <a:lnTo>
                  <a:pt x="0" y="1947862"/>
                </a:lnTo>
                <a:lnTo>
                  <a:pt x="0" y="0"/>
                </a:lnTo>
                <a:lnTo>
                  <a:pt x="4757737" y="0"/>
                </a:lnTo>
                <a:lnTo>
                  <a:pt x="4757737" y="1138237"/>
                </a:lnTo>
              </a:path>
            </a:pathLst>
          </a:custGeom>
          <a:noFill/>
          <a:ln>
            <a:solidFill>
              <a:schemeClr val="accent5">
                <a:lumMod val="60000"/>
                <a:lumOff val="40000"/>
              </a:schemeClr>
            </a:solidFill>
          </a:ln>
          <a:effectLst>
            <a:glow rad="63500">
              <a:schemeClr val="accent2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3" name="Freeform: Shape 152">
            <a:extLst>
              <a:ext uri="{FF2B5EF4-FFF2-40B4-BE49-F238E27FC236}">
                <a16:creationId xmlns:a16="http://schemas.microsoft.com/office/drawing/2014/main" id="{EBC091F4-D8FF-6767-FBAA-BD5C2AA0505F}"/>
              </a:ext>
            </a:extLst>
          </p:cNvPr>
          <p:cNvSpPr/>
          <p:nvPr/>
        </p:nvSpPr>
        <p:spPr>
          <a:xfrm>
            <a:off x="6810374" y="2862263"/>
            <a:ext cx="2955547" cy="1581150"/>
          </a:xfrm>
          <a:custGeom>
            <a:avLst/>
            <a:gdLst>
              <a:gd name="csX0" fmla="*/ 0 w 2857500"/>
              <a:gd name="csY0" fmla="*/ 1581150 h 1581150"/>
              <a:gd name="csX1" fmla="*/ 1209675 w 2857500"/>
              <a:gd name="csY1" fmla="*/ 1581150 h 1581150"/>
              <a:gd name="csX2" fmla="*/ 1209675 w 2857500"/>
              <a:gd name="csY2" fmla="*/ 0 h 1581150"/>
              <a:gd name="csX3" fmla="*/ 2857500 w 2857500"/>
              <a:gd name="csY3" fmla="*/ 0 h 1581150"/>
              <a:gd name="csX4" fmla="*/ 2857500 w 2857500"/>
              <a:gd name="csY4" fmla="*/ 1066800 h 1581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857500" h="1581150">
                <a:moveTo>
                  <a:pt x="0" y="1581150"/>
                </a:moveTo>
                <a:lnTo>
                  <a:pt x="1209675" y="1581150"/>
                </a:lnTo>
                <a:lnTo>
                  <a:pt x="1209675" y="0"/>
                </a:lnTo>
                <a:lnTo>
                  <a:pt x="2857500" y="0"/>
                </a:lnTo>
                <a:lnTo>
                  <a:pt x="2857500" y="1066800"/>
                </a:lnTo>
              </a:path>
            </a:pathLst>
          </a:custGeom>
          <a:noFill/>
          <a:ln>
            <a:solidFill>
              <a:schemeClr val="accent4">
                <a:lumMod val="60000"/>
                <a:lumOff val="40000"/>
              </a:schemeClr>
            </a:solidFill>
          </a:ln>
          <a:effectLst>
            <a:glow rad="63500">
              <a:schemeClr val="accent2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9CA3EC95-8F72-9A48-08FB-393E791108F2}"/>
              </a:ext>
            </a:extLst>
          </p:cNvPr>
          <p:cNvSpPr txBox="1"/>
          <p:nvPr/>
        </p:nvSpPr>
        <p:spPr>
          <a:xfrm>
            <a:off x="7728283" y="6158985"/>
            <a:ext cx="39837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dirty="0">
                <a:solidFill>
                  <a:schemeClr val="bg1"/>
                </a:solidFill>
                <a:latin typeface="Consolas" panose="020B0609020204030204" pitchFamily="49" charset="0"/>
              </a:rPr>
              <a:t>M(GPIOD_INDATA) &amp; 0xF = 0x1111</a:t>
            </a:r>
            <a:endParaRPr lang="LID4096" dirty="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63323F9B-1DCA-E86F-BC46-1BDAE2F7FCF7}"/>
              </a:ext>
            </a:extLst>
          </p:cNvPr>
          <p:cNvGrpSpPr/>
          <p:nvPr/>
        </p:nvGrpSpPr>
        <p:grpSpPr>
          <a:xfrm>
            <a:off x="6188599" y="4250364"/>
            <a:ext cx="675185" cy="1196508"/>
            <a:chOff x="6188599" y="4250364"/>
            <a:chExt cx="675185" cy="1196508"/>
          </a:xfrm>
        </p:grpSpPr>
        <p:sp>
          <p:nvSpPr>
            <p:cNvPr id="92" name="Freeform: Shape 91">
              <a:extLst>
                <a:ext uri="{FF2B5EF4-FFF2-40B4-BE49-F238E27FC236}">
                  <a16:creationId xmlns:a16="http://schemas.microsoft.com/office/drawing/2014/main" id="{67E5AC0A-28DD-9B55-2DBF-2D1117A3FEEC}"/>
                </a:ext>
              </a:extLst>
            </p:cNvPr>
            <p:cNvSpPr/>
            <p:nvPr/>
          </p:nvSpPr>
          <p:spPr>
            <a:xfrm>
              <a:off x="6353510" y="4250364"/>
              <a:ext cx="489469" cy="1006840"/>
            </a:xfrm>
            <a:custGeom>
              <a:avLst/>
              <a:gdLst>
                <a:gd name="csX0" fmla="*/ 55916 w 489469"/>
                <a:gd name="csY0" fmla="*/ 1003123 h 1006840"/>
                <a:gd name="csX1" fmla="*/ 202565 w 489469"/>
                <a:gd name="csY1" fmla="*/ 929798 h 1006840"/>
                <a:gd name="csX2" fmla="*/ 254324 w 489469"/>
                <a:gd name="csY2" fmla="*/ 675319 h 1006840"/>
                <a:gd name="csX3" fmla="*/ 465671 w 489469"/>
                <a:gd name="csY3" fmla="*/ 532983 h 1006840"/>
                <a:gd name="csX4" fmla="*/ 465671 w 489469"/>
                <a:gd name="csY4" fmla="*/ 58530 h 1006840"/>
                <a:gd name="csX5" fmla="*/ 297456 w 489469"/>
                <a:gd name="csY5" fmla="*/ 32651 h 1006840"/>
                <a:gd name="csX6" fmla="*/ 237071 w 489469"/>
                <a:gd name="csY6" fmla="*/ 287130 h 1006840"/>
                <a:gd name="csX7" fmla="*/ 12784 w 489469"/>
                <a:gd name="csY7" fmla="*/ 399274 h 1006840"/>
                <a:gd name="csX8" fmla="*/ 34350 w 489469"/>
                <a:gd name="csY8" fmla="*/ 934111 h 1006840"/>
                <a:gd name="csX9" fmla="*/ 55916 w 489469"/>
                <a:gd name="csY9" fmla="*/ 1003123 h 100684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489469" h="1006840">
                  <a:moveTo>
                    <a:pt x="55916" y="1003123"/>
                  </a:moveTo>
                  <a:cubicBezTo>
                    <a:pt x="83952" y="1002404"/>
                    <a:pt x="169497" y="984432"/>
                    <a:pt x="202565" y="929798"/>
                  </a:cubicBezTo>
                  <a:cubicBezTo>
                    <a:pt x="235633" y="875164"/>
                    <a:pt x="210473" y="741455"/>
                    <a:pt x="254324" y="675319"/>
                  </a:cubicBezTo>
                  <a:cubicBezTo>
                    <a:pt x="298175" y="609183"/>
                    <a:pt x="430446" y="635781"/>
                    <a:pt x="465671" y="532983"/>
                  </a:cubicBezTo>
                  <a:cubicBezTo>
                    <a:pt x="500896" y="430185"/>
                    <a:pt x="493707" y="141919"/>
                    <a:pt x="465671" y="58530"/>
                  </a:cubicBezTo>
                  <a:cubicBezTo>
                    <a:pt x="437635" y="-24859"/>
                    <a:pt x="335556" y="-5449"/>
                    <a:pt x="297456" y="32651"/>
                  </a:cubicBezTo>
                  <a:cubicBezTo>
                    <a:pt x="259356" y="70751"/>
                    <a:pt x="284516" y="226026"/>
                    <a:pt x="237071" y="287130"/>
                  </a:cubicBezTo>
                  <a:cubicBezTo>
                    <a:pt x="189626" y="348234"/>
                    <a:pt x="46571" y="291444"/>
                    <a:pt x="12784" y="399274"/>
                  </a:cubicBezTo>
                  <a:cubicBezTo>
                    <a:pt x="-21003" y="507104"/>
                    <a:pt x="21410" y="838502"/>
                    <a:pt x="34350" y="934111"/>
                  </a:cubicBezTo>
                  <a:cubicBezTo>
                    <a:pt x="47290" y="1029720"/>
                    <a:pt x="27880" y="1003842"/>
                    <a:pt x="55916" y="1003123"/>
                  </a:cubicBezTo>
                  <a:close/>
                </a:path>
              </a:pathLst>
            </a:custGeom>
            <a:noFill/>
            <a:ln w="38100">
              <a:solidFill>
                <a:schemeClr val="accent6">
                  <a:lumMod val="60000"/>
                  <a:lumOff val="40000"/>
                </a:schemeClr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 dirty="0"/>
            </a:p>
          </p:txBody>
        </p:sp>
        <p:sp>
          <p:nvSpPr>
            <p:cNvPr id="110" name="TextBox 109">
              <a:extLst>
                <a:ext uri="{FF2B5EF4-FFF2-40B4-BE49-F238E27FC236}">
                  <a16:creationId xmlns:a16="http://schemas.microsoft.com/office/drawing/2014/main" id="{5A437E25-4C1E-6870-06AC-CE3D8F891D4A}"/>
                </a:ext>
              </a:extLst>
            </p:cNvPr>
            <p:cNvSpPr txBox="1"/>
            <p:nvPr/>
          </p:nvSpPr>
          <p:spPr>
            <a:xfrm>
              <a:off x="6188599" y="5200651"/>
              <a:ext cx="675185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rgbClr val="92D050"/>
                  </a:solidFill>
                </a:rPr>
                <a:t>PULL UP</a:t>
              </a:r>
              <a:endParaRPr lang="LID4096" sz="1000" b="1" dirty="0">
                <a:solidFill>
                  <a:srgbClr val="92D050"/>
                </a:solidFill>
              </a:endParaRPr>
            </a:p>
          </p:txBody>
        </p:sp>
      </p:grpSp>
      <p:grpSp>
        <p:nvGrpSpPr>
          <p:cNvPr id="112" name="Group 111">
            <a:extLst>
              <a:ext uri="{FF2B5EF4-FFF2-40B4-BE49-F238E27FC236}">
                <a16:creationId xmlns:a16="http://schemas.microsoft.com/office/drawing/2014/main" id="{904755F6-5BFF-CDCD-F232-A24642DF0284}"/>
              </a:ext>
            </a:extLst>
          </p:cNvPr>
          <p:cNvGrpSpPr/>
          <p:nvPr/>
        </p:nvGrpSpPr>
        <p:grpSpPr>
          <a:xfrm>
            <a:off x="6184123" y="3406953"/>
            <a:ext cx="933269" cy="1238785"/>
            <a:chOff x="6200281" y="4018419"/>
            <a:chExt cx="933269" cy="1238785"/>
          </a:xfrm>
        </p:grpSpPr>
        <p:sp>
          <p:nvSpPr>
            <p:cNvPr id="116" name="Freeform: Shape 115">
              <a:extLst>
                <a:ext uri="{FF2B5EF4-FFF2-40B4-BE49-F238E27FC236}">
                  <a16:creationId xmlns:a16="http://schemas.microsoft.com/office/drawing/2014/main" id="{50A003F5-CF94-5266-BF33-5090DBD30C49}"/>
                </a:ext>
              </a:extLst>
            </p:cNvPr>
            <p:cNvSpPr/>
            <p:nvPr/>
          </p:nvSpPr>
          <p:spPr>
            <a:xfrm>
              <a:off x="6353510" y="4250364"/>
              <a:ext cx="489469" cy="1006840"/>
            </a:xfrm>
            <a:custGeom>
              <a:avLst/>
              <a:gdLst>
                <a:gd name="csX0" fmla="*/ 55916 w 489469"/>
                <a:gd name="csY0" fmla="*/ 1003123 h 1006840"/>
                <a:gd name="csX1" fmla="*/ 202565 w 489469"/>
                <a:gd name="csY1" fmla="*/ 929798 h 1006840"/>
                <a:gd name="csX2" fmla="*/ 254324 w 489469"/>
                <a:gd name="csY2" fmla="*/ 675319 h 1006840"/>
                <a:gd name="csX3" fmla="*/ 465671 w 489469"/>
                <a:gd name="csY3" fmla="*/ 532983 h 1006840"/>
                <a:gd name="csX4" fmla="*/ 465671 w 489469"/>
                <a:gd name="csY4" fmla="*/ 58530 h 1006840"/>
                <a:gd name="csX5" fmla="*/ 297456 w 489469"/>
                <a:gd name="csY5" fmla="*/ 32651 h 1006840"/>
                <a:gd name="csX6" fmla="*/ 237071 w 489469"/>
                <a:gd name="csY6" fmla="*/ 287130 h 1006840"/>
                <a:gd name="csX7" fmla="*/ 12784 w 489469"/>
                <a:gd name="csY7" fmla="*/ 399274 h 1006840"/>
                <a:gd name="csX8" fmla="*/ 34350 w 489469"/>
                <a:gd name="csY8" fmla="*/ 934111 h 1006840"/>
                <a:gd name="csX9" fmla="*/ 55916 w 489469"/>
                <a:gd name="csY9" fmla="*/ 1003123 h 100684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489469" h="1006840">
                  <a:moveTo>
                    <a:pt x="55916" y="1003123"/>
                  </a:moveTo>
                  <a:cubicBezTo>
                    <a:pt x="83952" y="1002404"/>
                    <a:pt x="169497" y="984432"/>
                    <a:pt x="202565" y="929798"/>
                  </a:cubicBezTo>
                  <a:cubicBezTo>
                    <a:pt x="235633" y="875164"/>
                    <a:pt x="210473" y="741455"/>
                    <a:pt x="254324" y="675319"/>
                  </a:cubicBezTo>
                  <a:cubicBezTo>
                    <a:pt x="298175" y="609183"/>
                    <a:pt x="430446" y="635781"/>
                    <a:pt x="465671" y="532983"/>
                  </a:cubicBezTo>
                  <a:cubicBezTo>
                    <a:pt x="500896" y="430185"/>
                    <a:pt x="493707" y="141919"/>
                    <a:pt x="465671" y="58530"/>
                  </a:cubicBezTo>
                  <a:cubicBezTo>
                    <a:pt x="437635" y="-24859"/>
                    <a:pt x="335556" y="-5449"/>
                    <a:pt x="297456" y="32651"/>
                  </a:cubicBezTo>
                  <a:cubicBezTo>
                    <a:pt x="259356" y="70751"/>
                    <a:pt x="284516" y="226026"/>
                    <a:pt x="237071" y="287130"/>
                  </a:cubicBezTo>
                  <a:cubicBezTo>
                    <a:pt x="189626" y="348234"/>
                    <a:pt x="46571" y="291444"/>
                    <a:pt x="12784" y="399274"/>
                  </a:cubicBezTo>
                  <a:cubicBezTo>
                    <a:pt x="-21003" y="507104"/>
                    <a:pt x="21410" y="838502"/>
                    <a:pt x="34350" y="934111"/>
                  </a:cubicBezTo>
                  <a:cubicBezTo>
                    <a:pt x="47290" y="1029720"/>
                    <a:pt x="27880" y="1003842"/>
                    <a:pt x="55916" y="1003123"/>
                  </a:cubicBezTo>
                  <a:close/>
                </a:path>
              </a:pathLst>
            </a:custGeom>
            <a:noFill/>
            <a:ln w="38100">
              <a:solidFill>
                <a:srgbClr val="FFC000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 dirty="0"/>
            </a:p>
          </p:txBody>
        </p:sp>
        <p:sp>
          <p:nvSpPr>
            <p:cNvPr id="118" name="TextBox 117">
              <a:extLst>
                <a:ext uri="{FF2B5EF4-FFF2-40B4-BE49-F238E27FC236}">
                  <a16:creationId xmlns:a16="http://schemas.microsoft.com/office/drawing/2014/main" id="{B07A06A6-314C-95A9-7802-63FD8961D333}"/>
                </a:ext>
              </a:extLst>
            </p:cNvPr>
            <p:cNvSpPr txBox="1"/>
            <p:nvPr/>
          </p:nvSpPr>
          <p:spPr>
            <a:xfrm>
              <a:off x="6200281" y="4018419"/>
              <a:ext cx="933269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rgbClr val="FFC000"/>
                  </a:solidFill>
                </a:rPr>
                <a:t>OPEN DRAIN</a:t>
              </a:r>
              <a:endParaRPr lang="LID4096" sz="1000" b="1" dirty="0">
                <a:solidFill>
                  <a:srgbClr val="FFC00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80874998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EAC0DC-7E7E-DCC2-413B-530BD363F1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D5805B6E-294F-79EB-3D28-4F67E2933C93}"/>
              </a:ext>
            </a:extLst>
          </p:cNvPr>
          <p:cNvSpPr/>
          <p:nvPr/>
        </p:nvSpPr>
        <p:spPr>
          <a:xfrm>
            <a:off x="8625019" y="3694696"/>
            <a:ext cx="2076275" cy="2122414"/>
          </a:xfrm>
          <a:prstGeom prst="roundRect">
            <a:avLst>
              <a:gd name="adj" fmla="val 10606"/>
            </a:avLst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0" name="Freeform: Shape 119">
            <a:extLst>
              <a:ext uri="{FF2B5EF4-FFF2-40B4-BE49-F238E27FC236}">
                <a16:creationId xmlns:a16="http://schemas.microsoft.com/office/drawing/2014/main" id="{C39C8DF0-68CE-F822-D7E4-8AD162790EC6}"/>
              </a:ext>
            </a:extLst>
          </p:cNvPr>
          <p:cNvSpPr/>
          <p:nvPr/>
        </p:nvSpPr>
        <p:spPr>
          <a:xfrm>
            <a:off x="9577131" y="3955595"/>
            <a:ext cx="377928" cy="1505824"/>
          </a:xfrm>
          <a:custGeom>
            <a:avLst/>
            <a:gdLst>
              <a:gd name="connsiteX0" fmla="*/ 788566 w 788566"/>
              <a:gd name="connsiteY0" fmla="*/ 0 h 1505824"/>
              <a:gd name="connsiteX1" fmla="*/ 788566 w 788566"/>
              <a:gd name="connsiteY1" fmla="*/ 322976 h 1505824"/>
              <a:gd name="connsiteX2" fmla="*/ 4195 w 788566"/>
              <a:gd name="connsiteY2" fmla="*/ 322976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88566 w 788566"/>
              <a:gd name="connsiteY1" fmla="*/ 322976 h 1505824"/>
              <a:gd name="connsiteX2" fmla="*/ 4195 w 788566"/>
              <a:gd name="connsiteY2" fmla="*/ 222308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70865 w 788566"/>
              <a:gd name="connsiteY1" fmla="*/ 230698 h 1505824"/>
              <a:gd name="connsiteX2" fmla="*/ 4195 w 788566"/>
              <a:gd name="connsiteY2" fmla="*/ 222308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70865 w 788566"/>
              <a:gd name="connsiteY1" fmla="*/ 230698 h 1505824"/>
              <a:gd name="connsiteX2" fmla="*/ 13044 w 788566"/>
              <a:gd name="connsiteY2" fmla="*/ 289419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70865 w 788566"/>
              <a:gd name="connsiteY1" fmla="*/ 285226 h 1505824"/>
              <a:gd name="connsiteX2" fmla="*/ 13044 w 788566"/>
              <a:gd name="connsiteY2" fmla="*/ 289419 h 1505824"/>
              <a:gd name="connsiteX3" fmla="*/ 0 w 788566"/>
              <a:gd name="connsiteY3" fmla="*/ 1505824 h 1505824"/>
              <a:gd name="connsiteX0" fmla="*/ 788566 w 797417"/>
              <a:gd name="connsiteY0" fmla="*/ 0 h 1505824"/>
              <a:gd name="connsiteX1" fmla="*/ 797417 w 797417"/>
              <a:gd name="connsiteY1" fmla="*/ 285226 h 1505824"/>
              <a:gd name="connsiteX2" fmla="*/ 13044 w 797417"/>
              <a:gd name="connsiteY2" fmla="*/ 289419 h 1505824"/>
              <a:gd name="connsiteX3" fmla="*/ 0 w 797417"/>
              <a:gd name="connsiteY3" fmla="*/ 1505824 h 1505824"/>
              <a:gd name="connsiteX0" fmla="*/ 788566 w 797417"/>
              <a:gd name="connsiteY0" fmla="*/ 0 h 1505824"/>
              <a:gd name="connsiteX1" fmla="*/ 797417 w 797417"/>
              <a:gd name="connsiteY1" fmla="*/ 285226 h 1505824"/>
              <a:gd name="connsiteX2" fmla="*/ 13044 w 797417"/>
              <a:gd name="connsiteY2" fmla="*/ 285225 h 1505824"/>
              <a:gd name="connsiteX3" fmla="*/ 0 w 797417"/>
              <a:gd name="connsiteY3" fmla="*/ 1505824 h 15058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97417" h="1505824">
                <a:moveTo>
                  <a:pt x="788566" y="0"/>
                </a:moveTo>
                <a:lnTo>
                  <a:pt x="797417" y="285226"/>
                </a:lnTo>
                <a:lnTo>
                  <a:pt x="13044" y="285225"/>
                </a:lnTo>
                <a:cubicBezTo>
                  <a:pt x="11646" y="679508"/>
                  <a:pt x="1398" y="1111541"/>
                  <a:pt x="0" y="1505824"/>
                </a:cubicBezTo>
              </a:path>
            </a:pathLst>
          </a:custGeom>
          <a:noFill/>
          <a:ln>
            <a:solidFill>
              <a:schemeClr val="accent6">
                <a:lumMod val="60000"/>
                <a:lumOff val="40000"/>
              </a:schemeClr>
            </a:solidFill>
          </a:ln>
          <a:effectLst>
            <a:glow rad="63500">
              <a:schemeClr val="accent2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CFADFF1-DDE3-1514-F2E8-3F936E6E1A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dirty="0" err="1"/>
              <a:t>Keypad</a:t>
            </a:r>
            <a:r>
              <a:rPr lang="sv-SE" dirty="0"/>
              <a:t> – Lösning</a:t>
            </a:r>
            <a:endParaRPr lang="LID4096" dirty="0"/>
          </a:p>
        </p:txBody>
      </p:sp>
      <p:sp>
        <p:nvSpPr>
          <p:cNvPr id="155" name="Content Placeholder 154">
            <a:extLst>
              <a:ext uri="{FF2B5EF4-FFF2-40B4-BE49-F238E27FC236}">
                <a16:creationId xmlns:a16="http://schemas.microsoft.com/office/drawing/2014/main" id="{58E983FB-437C-21BB-EC89-8C943C4FE3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LID4096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835AF24-DB31-FCB0-01A2-862CBAA7B9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690688"/>
            <a:ext cx="4746017" cy="5167312"/>
          </a:xfrm>
          <a:prstGeom prst="rect">
            <a:avLst/>
          </a:prstGeom>
        </p:spPr>
      </p:pic>
      <p:sp>
        <p:nvSpPr>
          <p:cNvPr id="9" name="Freeform: Shape 8">
            <a:extLst>
              <a:ext uri="{FF2B5EF4-FFF2-40B4-BE49-F238E27FC236}">
                <a16:creationId xmlns:a16="http://schemas.microsoft.com/office/drawing/2014/main" id="{3CB6BEF2-7364-C37F-E8DD-0DBE78563188}"/>
              </a:ext>
            </a:extLst>
          </p:cNvPr>
          <p:cNvSpPr/>
          <p:nvPr/>
        </p:nvSpPr>
        <p:spPr>
          <a:xfrm>
            <a:off x="8864105" y="3958949"/>
            <a:ext cx="1371600" cy="1514213"/>
          </a:xfrm>
          <a:custGeom>
            <a:avLst/>
            <a:gdLst>
              <a:gd name="connsiteX0" fmla="*/ 541090 w 1371600"/>
              <a:gd name="connsiteY0" fmla="*/ 0 h 1514213"/>
              <a:gd name="connsiteX1" fmla="*/ 541090 w 1371600"/>
              <a:gd name="connsiteY1" fmla="*/ 130029 h 1514213"/>
              <a:gd name="connsiteX2" fmla="*/ 0 w 1371600"/>
              <a:gd name="connsiteY2" fmla="*/ 130029 h 1514213"/>
              <a:gd name="connsiteX3" fmla="*/ 0 w 1371600"/>
              <a:gd name="connsiteY3" fmla="*/ 1497435 h 1514213"/>
              <a:gd name="connsiteX4" fmla="*/ 1371600 w 1371600"/>
              <a:gd name="connsiteY4" fmla="*/ 1514213 h 15142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71600" h="1514213">
                <a:moveTo>
                  <a:pt x="541090" y="0"/>
                </a:moveTo>
                <a:lnTo>
                  <a:pt x="541090" y="130029"/>
                </a:lnTo>
                <a:lnTo>
                  <a:pt x="0" y="130029"/>
                </a:lnTo>
                <a:lnTo>
                  <a:pt x="0" y="1497435"/>
                </a:lnTo>
                <a:lnTo>
                  <a:pt x="1371600" y="1514213"/>
                </a:lnTo>
              </a:path>
            </a:pathLst>
          </a:custGeom>
          <a:noFill/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A19E11DB-9875-7A2A-885C-63E28314E9BF}"/>
              </a:ext>
            </a:extLst>
          </p:cNvPr>
          <p:cNvSpPr/>
          <p:nvPr/>
        </p:nvSpPr>
        <p:spPr>
          <a:xfrm>
            <a:off x="8939606" y="3963143"/>
            <a:ext cx="1287710" cy="1170264"/>
          </a:xfrm>
          <a:custGeom>
            <a:avLst/>
            <a:gdLst>
              <a:gd name="connsiteX0" fmla="*/ 545284 w 1287710"/>
              <a:gd name="connsiteY0" fmla="*/ 0 h 1170264"/>
              <a:gd name="connsiteX1" fmla="*/ 541090 w 1287710"/>
              <a:gd name="connsiteY1" fmla="*/ 171975 h 1170264"/>
              <a:gd name="connsiteX2" fmla="*/ 0 w 1287710"/>
              <a:gd name="connsiteY2" fmla="*/ 176169 h 1170264"/>
              <a:gd name="connsiteX3" fmla="*/ 0 w 1287710"/>
              <a:gd name="connsiteY3" fmla="*/ 1166070 h 1170264"/>
              <a:gd name="connsiteX4" fmla="*/ 1287710 w 1287710"/>
              <a:gd name="connsiteY4" fmla="*/ 1170264 h 11702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87710" h="1170264">
                <a:moveTo>
                  <a:pt x="545284" y="0"/>
                </a:moveTo>
                <a:lnTo>
                  <a:pt x="541090" y="171975"/>
                </a:lnTo>
                <a:lnTo>
                  <a:pt x="0" y="176169"/>
                </a:lnTo>
                <a:lnTo>
                  <a:pt x="0" y="1166070"/>
                </a:lnTo>
                <a:lnTo>
                  <a:pt x="1287710" y="1170264"/>
                </a:lnTo>
              </a:path>
            </a:pathLst>
          </a:custGeom>
          <a:noFill/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6DB18A5A-F545-6B5A-F2EB-8EB5C8772333}"/>
              </a:ext>
            </a:extLst>
          </p:cNvPr>
          <p:cNvSpPr/>
          <p:nvPr/>
        </p:nvSpPr>
        <p:spPr>
          <a:xfrm>
            <a:off x="9002523" y="3963143"/>
            <a:ext cx="1224793" cy="855677"/>
          </a:xfrm>
          <a:custGeom>
            <a:avLst/>
            <a:gdLst>
              <a:gd name="connsiteX0" fmla="*/ 587230 w 1224793"/>
              <a:gd name="connsiteY0" fmla="*/ 0 h 855677"/>
              <a:gd name="connsiteX1" fmla="*/ 591424 w 1224793"/>
              <a:gd name="connsiteY1" fmla="*/ 205531 h 855677"/>
              <a:gd name="connsiteX2" fmla="*/ 0 w 1224793"/>
              <a:gd name="connsiteY2" fmla="*/ 209725 h 855677"/>
              <a:gd name="connsiteX3" fmla="*/ 0 w 1224793"/>
              <a:gd name="connsiteY3" fmla="*/ 855677 h 855677"/>
              <a:gd name="connsiteX4" fmla="*/ 1224793 w 1224793"/>
              <a:gd name="connsiteY4" fmla="*/ 855677 h 8556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24793" h="855677">
                <a:moveTo>
                  <a:pt x="587230" y="0"/>
                </a:moveTo>
                <a:lnTo>
                  <a:pt x="591424" y="205531"/>
                </a:lnTo>
                <a:lnTo>
                  <a:pt x="0" y="209725"/>
                </a:lnTo>
                <a:lnTo>
                  <a:pt x="0" y="855677"/>
                </a:lnTo>
                <a:lnTo>
                  <a:pt x="1224793" y="855677"/>
                </a:lnTo>
              </a:path>
            </a:pathLst>
          </a:custGeom>
          <a:noFill/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23D80C0E-3190-F2D2-BDEF-2CD0B239BB36}"/>
              </a:ext>
            </a:extLst>
          </p:cNvPr>
          <p:cNvSpPr/>
          <p:nvPr/>
        </p:nvSpPr>
        <p:spPr>
          <a:xfrm>
            <a:off x="9073830" y="3963143"/>
            <a:ext cx="1145097" cy="545285"/>
          </a:xfrm>
          <a:custGeom>
            <a:avLst/>
            <a:gdLst>
              <a:gd name="connsiteX0" fmla="*/ 604007 w 1145097"/>
              <a:gd name="connsiteY0" fmla="*/ 0 h 545285"/>
              <a:gd name="connsiteX1" fmla="*/ 608201 w 1145097"/>
              <a:gd name="connsiteY1" fmla="*/ 239087 h 545285"/>
              <a:gd name="connsiteX2" fmla="*/ 0 w 1145097"/>
              <a:gd name="connsiteY2" fmla="*/ 239087 h 545285"/>
              <a:gd name="connsiteX3" fmla="*/ 0 w 1145097"/>
              <a:gd name="connsiteY3" fmla="*/ 536896 h 545285"/>
              <a:gd name="connsiteX4" fmla="*/ 1145097 w 1145097"/>
              <a:gd name="connsiteY4" fmla="*/ 545285 h 5452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45097" h="545285">
                <a:moveTo>
                  <a:pt x="604007" y="0"/>
                </a:moveTo>
                <a:lnTo>
                  <a:pt x="608201" y="239087"/>
                </a:lnTo>
                <a:lnTo>
                  <a:pt x="0" y="239087"/>
                </a:lnTo>
                <a:lnTo>
                  <a:pt x="0" y="536896"/>
                </a:lnTo>
                <a:lnTo>
                  <a:pt x="1145097" y="545285"/>
                </a:lnTo>
              </a:path>
            </a:pathLst>
          </a:custGeom>
          <a:noFill/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A18EA9FE-65EB-44FA-B84A-FD436D3EB6D6}"/>
              </a:ext>
            </a:extLst>
          </p:cNvPr>
          <p:cNvSpPr/>
          <p:nvPr/>
        </p:nvSpPr>
        <p:spPr>
          <a:xfrm>
            <a:off x="9862395" y="3963143"/>
            <a:ext cx="29361" cy="1598103"/>
          </a:xfrm>
          <a:custGeom>
            <a:avLst/>
            <a:gdLst>
              <a:gd name="connsiteX0" fmla="*/ 0 w 29361"/>
              <a:gd name="connsiteY0" fmla="*/ 0 h 1598103"/>
              <a:gd name="connsiteX1" fmla="*/ 29361 w 29361"/>
              <a:gd name="connsiteY1" fmla="*/ 1598103 h 15981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9361" h="1598103">
                <a:moveTo>
                  <a:pt x="0" y="0"/>
                </a:moveTo>
                <a:lnTo>
                  <a:pt x="29361" y="1598103"/>
                </a:lnTo>
              </a:path>
            </a:pathLst>
          </a:custGeom>
          <a:noFill/>
          <a:ln>
            <a:solidFill>
              <a:schemeClr val="accent5">
                <a:lumMod val="60000"/>
                <a:lumOff val="40000"/>
              </a:schemeClr>
            </a:solidFill>
          </a:ln>
          <a:effectLst>
            <a:glow rad="63500">
              <a:schemeClr val="accent2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CC213667-4C95-1093-3244-05161AA5DB21}"/>
              </a:ext>
            </a:extLst>
          </p:cNvPr>
          <p:cNvSpPr/>
          <p:nvPr/>
        </p:nvSpPr>
        <p:spPr>
          <a:xfrm>
            <a:off x="9765921" y="3950560"/>
            <a:ext cx="453006" cy="1564547"/>
          </a:xfrm>
          <a:custGeom>
            <a:avLst/>
            <a:gdLst>
              <a:gd name="connsiteX0" fmla="*/ 0 w 453006"/>
              <a:gd name="connsiteY0" fmla="*/ 0 h 1564547"/>
              <a:gd name="connsiteX1" fmla="*/ 0 w 453006"/>
              <a:gd name="connsiteY1" fmla="*/ 167780 h 1564547"/>
              <a:gd name="connsiteX2" fmla="*/ 427839 w 453006"/>
              <a:gd name="connsiteY2" fmla="*/ 306198 h 1564547"/>
              <a:gd name="connsiteX3" fmla="*/ 453006 w 453006"/>
              <a:gd name="connsiteY3" fmla="*/ 1564547 h 15645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53006" h="1564547">
                <a:moveTo>
                  <a:pt x="0" y="0"/>
                </a:moveTo>
                <a:lnTo>
                  <a:pt x="0" y="167780"/>
                </a:lnTo>
                <a:lnTo>
                  <a:pt x="427839" y="306198"/>
                </a:lnTo>
                <a:lnTo>
                  <a:pt x="453006" y="1564547"/>
                </a:lnTo>
              </a:path>
            </a:pathLst>
          </a:custGeom>
          <a:noFill/>
          <a:ln>
            <a:solidFill>
              <a:schemeClr val="accent4">
                <a:lumMod val="60000"/>
                <a:lumOff val="40000"/>
              </a:schemeClr>
            </a:solidFill>
          </a:ln>
          <a:effectLst>
            <a:glow rad="63500">
              <a:schemeClr val="accent2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CC909A19-F95F-C05D-677D-2C44689ED243}"/>
              </a:ext>
            </a:extLst>
          </p:cNvPr>
          <p:cNvSpPr/>
          <p:nvPr/>
        </p:nvSpPr>
        <p:spPr>
          <a:xfrm>
            <a:off x="9258387" y="3958949"/>
            <a:ext cx="788566" cy="1505824"/>
          </a:xfrm>
          <a:custGeom>
            <a:avLst/>
            <a:gdLst>
              <a:gd name="connsiteX0" fmla="*/ 788566 w 788566"/>
              <a:gd name="connsiteY0" fmla="*/ 0 h 1505824"/>
              <a:gd name="connsiteX1" fmla="*/ 788566 w 788566"/>
              <a:gd name="connsiteY1" fmla="*/ 322976 h 1505824"/>
              <a:gd name="connsiteX2" fmla="*/ 4195 w 788566"/>
              <a:gd name="connsiteY2" fmla="*/ 322976 h 1505824"/>
              <a:gd name="connsiteX3" fmla="*/ 0 w 788566"/>
              <a:gd name="connsiteY3" fmla="*/ 1505824 h 15058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88566" h="1505824">
                <a:moveTo>
                  <a:pt x="788566" y="0"/>
                </a:moveTo>
                <a:lnTo>
                  <a:pt x="788566" y="322976"/>
                </a:lnTo>
                <a:lnTo>
                  <a:pt x="4195" y="322976"/>
                </a:lnTo>
                <a:cubicBezTo>
                  <a:pt x="2797" y="717259"/>
                  <a:pt x="1398" y="1111541"/>
                  <a:pt x="0" y="1505824"/>
                </a:cubicBezTo>
              </a:path>
            </a:pathLst>
          </a:custGeom>
          <a:noFill/>
          <a:ln>
            <a:solidFill>
              <a:schemeClr val="accent2">
                <a:lumMod val="60000"/>
                <a:lumOff val="40000"/>
              </a:schemeClr>
            </a:solidFill>
          </a:ln>
          <a:effectLst>
            <a:glow rad="63500">
              <a:schemeClr val="accent2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8C67A146-411B-1B5D-907F-E5545E7228B8}"/>
              </a:ext>
            </a:extLst>
          </p:cNvPr>
          <p:cNvGrpSpPr/>
          <p:nvPr/>
        </p:nvGrpSpPr>
        <p:grpSpPr>
          <a:xfrm>
            <a:off x="9124170" y="4363941"/>
            <a:ext cx="255090" cy="255090"/>
            <a:chOff x="2766747" y="2052494"/>
            <a:chExt cx="255090" cy="255090"/>
          </a:xfrm>
        </p:grpSpPr>
        <p:sp>
          <p:nvSpPr>
            <p:cNvPr id="18" name="Rectangle: Rounded Corners 17">
              <a:extLst>
                <a:ext uri="{FF2B5EF4-FFF2-40B4-BE49-F238E27FC236}">
                  <a16:creationId xmlns:a16="http://schemas.microsoft.com/office/drawing/2014/main" id="{CCAFEF80-0F83-D9AA-DAF6-86C534C6349D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DCFD1E11-36F6-5ED0-6270-B93ED0E31CA6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D6C24262-CA64-0B13-50FC-EBBB4AB93923}"/>
              </a:ext>
            </a:extLst>
          </p:cNvPr>
          <p:cNvGrpSpPr/>
          <p:nvPr/>
        </p:nvGrpSpPr>
        <p:grpSpPr>
          <a:xfrm>
            <a:off x="9444891" y="4363941"/>
            <a:ext cx="255090" cy="255090"/>
            <a:chOff x="2766747" y="2052494"/>
            <a:chExt cx="255090" cy="255090"/>
          </a:xfrm>
        </p:grpSpPr>
        <p:sp>
          <p:nvSpPr>
            <p:cNvPr id="21" name="Rectangle: Rounded Corners 20">
              <a:extLst>
                <a:ext uri="{FF2B5EF4-FFF2-40B4-BE49-F238E27FC236}">
                  <a16:creationId xmlns:a16="http://schemas.microsoft.com/office/drawing/2014/main" id="{09829170-D958-FDF7-05C4-ABB6DF2EA059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AB1EA8BD-1AB7-F171-923C-F2025C8DD77F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FC8FEF6B-FEFD-7506-4929-7886ED06B039}"/>
              </a:ext>
            </a:extLst>
          </p:cNvPr>
          <p:cNvGrpSpPr/>
          <p:nvPr/>
        </p:nvGrpSpPr>
        <p:grpSpPr>
          <a:xfrm>
            <a:off x="9765612" y="4363941"/>
            <a:ext cx="255090" cy="255090"/>
            <a:chOff x="2766747" y="2052494"/>
            <a:chExt cx="255090" cy="255090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9C389C9-5628-12BE-8D4B-BCF312918A39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66300214-AFCA-F65E-C515-65C930E379FC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1E70F27B-AEA6-8B4B-1D21-30CB30FD19B1}"/>
              </a:ext>
            </a:extLst>
          </p:cNvPr>
          <p:cNvGrpSpPr/>
          <p:nvPr/>
        </p:nvGrpSpPr>
        <p:grpSpPr>
          <a:xfrm>
            <a:off x="10086333" y="4363941"/>
            <a:ext cx="255090" cy="255090"/>
            <a:chOff x="2766747" y="2052494"/>
            <a:chExt cx="255090" cy="255090"/>
          </a:xfrm>
        </p:grpSpPr>
        <p:sp>
          <p:nvSpPr>
            <p:cNvPr id="27" name="Rectangle: Rounded Corners 26">
              <a:extLst>
                <a:ext uri="{FF2B5EF4-FFF2-40B4-BE49-F238E27FC236}">
                  <a16:creationId xmlns:a16="http://schemas.microsoft.com/office/drawing/2014/main" id="{395A659F-A346-ED1C-CD1E-B61B5868A83F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EA6B0553-D3C1-2F09-2044-BDC1390E2723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5F5248E0-D77D-E700-3CBE-457B04797FF4}"/>
              </a:ext>
            </a:extLst>
          </p:cNvPr>
          <p:cNvGrpSpPr/>
          <p:nvPr/>
        </p:nvGrpSpPr>
        <p:grpSpPr>
          <a:xfrm>
            <a:off x="9124170" y="4684663"/>
            <a:ext cx="255090" cy="255090"/>
            <a:chOff x="2766747" y="2052494"/>
            <a:chExt cx="255090" cy="255090"/>
          </a:xfrm>
        </p:grpSpPr>
        <p:sp>
          <p:nvSpPr>
            <p:cNvPr id="30" name="Rectangle: Rounded Corners 29">
              <a:extLst>
                <a:ext uri="{FF2B5EF4-FFF2-40B4-BE49-F238E27FC236}">
                  <a16:creationId xmlns:a16="http://schemas.microsoft.com/office/drawing/2014/main" id="{CD0F8894-B201-06BE-63F7-28A26FE34521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A6474E41-04A2-AE30-E026-200524942905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B8FCC83E-A854-5CA6-6EDF-B99DB9AB8546}"/>
              </a:ext>
            </a:extLst>
          </p:cNvPr>
          <p:cNvGrpSpPr/>
          <p:nvPr/>
        </p:nvGrpSpPr>
        <p:grpSpPr>
          <a:xfrm>
            <a:off x="9444891" y="4684663"/>
            <a:ext cx="255090" cy="255090"/>
            <a:chOff x="2766747" y="2052494"/>
            <a:chExt cx="255090" cy="255090"/>
          </a:xfrm>
        </p:grpSpPr>
        <p:sp>
          <p:nvSpPr>
            <p:cNvPr id="33" name="Rectangle: Rounded Corners 32">
              <a:extLst>
                <a:ext uri="{FF2B5EF4-FFF2-40B4-BE49-F238E27FC236}">
                  <a16:creationId xmlns:a16="http://schemas.microsoft.com/office/drawing/2014/main" id="{6C09BBA8-D8A5-C52B-0F54-07A240DCCDA1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34" name="Oval 33">
              <a:extLst>
                <a:ext uri="{FF2B5EF4-FFF2-40B4-BE49-F238E27FC236}">
                  <a16:creationId xmlns:a16="http://schemas.microsoft.com/office/drawing/2014/main" id="{2EC3C239-0B69-D8DA-BC2E-AE64EC4913B9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7261A723-86F9-1928-414E-39A7019E8565}"/>
              </a:ext>
            </a:extLst>
          </p:cNvPr>
          <p:cNvGrpSpPr/>
          <p:nvPr/>
        </p:nvGrpSpPr>
        <p:grpSpPr>
          <a:xfrm>
            <a:off x="9765612" y="4684663"/>
            <a:ext cx="255090" cy="255090"/>
            <a:chOff x="2766747" y="2052494"/>
            <a:chExt cx="255090" cy="255090"/>
          </a:xfrm>
        </p:grpSpPr>
        <p:sp>
          <p:nvSpPr>
            <p:cNvPr id="36" name="Rectangle: Rounded Corners 35">
              <a:extLst>
                <a:ext uri="{FF2B5EF4-FFF2-40B4-BE49-F238E27FC236}">
                  <a16:creationId xmlns:a16="http://schemas.microsoft.com/office/drawing/2014/main" id="{1FC6EBA0-6EA4-8309-4CB0-752738516804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608C4706-3F7A-7B3B-9D74-A1365FE9EB47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8F2AD0DF-6993-1C49-E5B7-94283F67A3DA}"/>
              </a:ext>
            </a:extLst>
          </p:cNvPr>
          <p:cNvGrpSpPr/>
          <p:nvPr/>
        </p:nvGrpSpPr>
        <p:grpSpPr>
          <a:xfrm>
            <a:off x="10086333" y="4684663"/>
            <a:ext cx="255090" cy="255090"/>
            <a:chOff x="2766747" y="2052494"/>
            <a:chExt cx="255090" cy="255090"/>
          </a:xfrm>
        </p:grpSpPr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23F391D4-1975-5EFB-04FA-8775E7B9A894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0" name="Oval 39">
              <a:extLst>
                <a:ext uri="{FF2B5EF4-FFF2-40B4-BE49-F238E27FC236}">
                  <a16:creationId xmlns:a16="http://schemas.microsoft.com/office/drawing/2014/main" id="{CFF01AF5-11BE-B612-6D92-3D0FF3524D83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CB1B0675-C719-A704-A911-48E2A83CD47B}"/>
              </a:ext>
            </a:extLst>
          </p:cNvPr>
          <p:cNvGrpSpPr/>
          <p:nvPr/>
        </p:nvGrpSpPr>
        <p:grpSpPr>
          <a:xfrm>
            <a:off x="9124170" y="5005385"/>
            <a:ext cx="255090" cy="255090"/>
            <a:chOff x="2766747" y="2052494"/>
            <a:chExt cx="255090" cy="255090"/>
          </a:xfrm>
        </p:grpSpPr>
        <p:sp>
          <p:nvSpPr>
            <p:cNvPr id="42" name="Rectangle: Rounded Corners 41">
              <a:extLst>
                <a:ext uri="{FF2B5EF4-FFF2-40B4-BE49-F238E27FC236}">
                  <a16:creationId xmlns:a16="http://schemas.microsoft.com/office/drawing/2014/main" id="{9B2C0F04-7F6E-2855-BB91-0179617C915A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3" name="Oval 42">
              <a:extLst>
                <a:ext uri="{FF2B5EF4-FFF2-40B4-BE49-F238E27FC236}">
                  <a16:creationId xmlns:a16="http://schemas.microsoft.com/office/drawing/2014/main" id="{DB331FE9-D1C4-CB93-4BD2-4E22CBE5C13D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B8517398-B54A-1B32-50C8-5603CC094F77}"/>
              </a:ext>
            </a:extLst>
          </p:cNvPr>
          <p:cNvGrpSpPr/>
          <p:nvPr/>
        </p:nvGrpSpPr>
        <p:grpSpPr>
          <a:xfrm>
            <a:off x="9444891" y="5005385"/>
            <a:ext cx="255090" cy="255090"/>
            <a:chOff x="2766747" y="2052494"/>
            <a:chExt cx="255090" cy="255090"/>
          </a:xfrm>
        </p:grpSpPr>
        <p:sp>
          <p:nvSpPr>
            <p:cNvPr id="45" name="Rectangle: Rounded Corners 44">
              <a:extLst>
                <a:ext uri="{FF2B5EF4-FFF2-40B4-BE49-F238E27FC236}">
                  <a16:creationId xmlns:a16="http://schemas.microsoft.com/office/drawing/2014/main" id="{00DB0DC8-334C-DCC8-24EB-6705454FCCAE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6" name="Oval 45">
              <a:extLst>
                <a:ext uri="{FF2B5EF4-FFF2-40B4-BE49-F238E27FC236}">
                  <a16:creationId xmlns:a16="http://schemas.microsoft.com/office/drawing/2014/main" id="{3561D80E-AB20-D244-6870-0B49C78C1461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ADE54152-3591-F9BF-D29D-58BF187AB744}"/>
              </a:ext>
            </a:extLst>
          </p:cNvPr>
          <p:cNvGrpSpPr/>
          <p:nvPr/>
        </p:nvGrpSpPr>
        <p:grpSpPr>
          <a:xfrm>
            <a:off x="9765612" y="5005385"/>
            <a:ext cx="255090" cy="255090"/>
            <a:chOff x="2766747" y="2052494"/>
            <a:chExt cx="255090" cy="255090"/>
          </a:xfrm>
        </p:grpSpPr>
        <p:sp>
          <p:nvSpPr>
            <p:cNvPr id="48" name="Rectangle: Rounded Corners 47">
              <a:extLst>
                <a:ext uri="{FF2B5EF4-FFF2-40B4-BE49-F238E27FC236}">
                  <a16:creationId xmlns:a16="http://schemas.microsoft.com/office/drawing/2014/main" id="{0439E0DF-9EB9-12E8-C82D-B30F65C97F7B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7D8B8864-BF6B-E0DB-662C-51946F37AFEA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C925E90C-CB0E-9AA4-7F48-15D368F89125}"/>
              </a:ext>
            </a:extLst>
          </p:cNvPr>
          <p:cNvGrpSpPr/>
          <p:nvPr/>
        </p:nvGrpSpPr>
        <p:grpSpPr>
          <a:xfrm>
            <a:off x="10086333" y="5005385"/>
            <a:ext cx="255090" cy="255090"/>
            <a:chOff x="2766747" y="2052494"/>
            <a:chExt cx="255090" cy="255090"/>
          </a:xfrm>
        </p:grpSpPr>
        <p:sp>
          <p:nvSpPr>
            <p:cNvPr id="51" name="Rectangle: Rounded Corners 50">
              <a:extLst>
                <a:ext uri="{FF2B5EF4-FFF2-40B4-BE49-F238E27FC236}">
                  <a16:creationId xmlns:a16="http://schemas.microsoft.com/office/drawing/2014/main" id="{7AE56489-EDEA-141A-6755-1C0D0A09C4F9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B6F76DA6-1203-A291-08F8-5AC0B1B7ED1A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8F603C30-2A3B-C787-6345-ADC342CF39BD}"/>
              </a:ext>
            </a:extLst>
          </p:cNvPr>
          <p:cNvGrpSpPr/>
          <p:nvPr/>
        </p:nvGrpSpPr>
        <p:grpSpPr>
          <a:xfrm>
            <a:off x="9124170" y="5326107"/>
            <a:ext cx="255090" cy="255090"/>
            <a:chOff x="2766747" y="2052494"/>
            <a:chExt cx="255090" cy="255090"/>
          </a:xfrm>
        </p:grpSpPr>
        <p:sp>
          <p:nvSpPr>
            <p:cNvPr id="54" name="Rectangle: Rounded Corners 53">
              <a:extLst>
                <a:ext uri="{FF2B5EF4-FFF2-40B4-BE49-F238E27FC236}">
                  <a16:creationId xmlns:a16="http://schemas.microsoft.com/office/drawing/2014/main" id="{9B2EEAF3-1064-0CA1-BD40-988AA2FE21E2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5" name="Oval 54">
              <a:extLst>
                <a:ext uri="{FF2B5EF4-FFF2-40B4-BE49-F238E27FC236}">
                  <a16:creationId xmlns:a16="http://schemas.microsoft.com/office/drawing/2014/main" id="{6A8CD8D6-C566-C37A-F098-96C9E57D7349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B36CBE5B-1D45-AA5F-3378-3D5B5386788F}"/>
              </a:ext>
            </a:extLst>
          </p:cNvPr>
          <p:cNvGrpSpPr/>
          <p:nvPr/>
        </p:nvGrpSpPr>
        <p:grpSpPr>
          <a:xfrm>
            <a:off x="9444891" y="5326107"/>
            <a:ext cx="255090" cy="255090"/>
            <a:chOff x="2766747" y="2052494"/>
            <a:chExt cx="255090" cy="255090"/>
          </a:xfrm>
        </p:grpSpPr>
        <p:sp>
          <p:nvSpPr>
            <p:cNvPr id="57" name="Rectangle: Rounded Corners 56">
              <a:extLst>
                <a:ext uri="{FF2B5EF4-FFF2-40B4-BE49-F238E27FC236}">
                  <a16:creationId xmlns:a16="http://schemas.microsoft.com/office/drawing/2014/main" id="{F3D4BEB6-FC81-E844-D590-FE2DFA211883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8" name="Oval 57">
              <a:extLst>
                <a:ext uri="{FF2B5EF4-FFF2-40B4-BE49-F238E27FC236}">
                  <a16:creationId xmlns:a16="http://schemas.microsoft.com/office/drawing/2014/main" id="{E64893C1-F4C1-2BDB-A3F2-998C40ABFEC5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0EBB036C-F37C-AFA4-4AC3-99A95C503375}"/>
              </a:ext>
            </a:extLst>
          </p:cNvPr>
          <p:cNvGrpSpPr/>
          <p:nvPr/>
        </p:nvGrpSpPr>
        <p:grpSpPr>
          <a:xfrm>
            <a:off x="9765612" y="5326107"/>
            <a:ext cx="255090" cy="255090"/>
            <a:chOff x="2766747" y="2052494"/>
            <a:chExt cx="255090" cy="255090"/>
          </a:xfrm>
        </p:grpSpPr>
        <p:sp>
          <p:nvSpPr>
            <p:cNvPr id="60" name="Rectangle: Rounded Corners 59">
              <a:extLst>
                <a:ext uri="{FF2B5EF4-FFF2-40B4-BE49-F238E27FC236}">
                  <a16:creationId xmlns:a16="http://schemas.microsoft.com/office/drawing/2014/main" id="{993EAB84-84E6-4082-41D8-F11519CEBF36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1" name="Oval 60">
              <a:extLst>
                <a:ext uri="{FF2B5EF4-FFF2-40B4-BE49-F238E27FC236}">
                  <a16:creationId xmlns:a16="http://schemas.microsoft.com/office/drawing/2014/main" id="{16C189B0-C4B4-234E-8A04-A6FFD12D7911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B1D2B9B1-88D8-2235-90E1-508584912EAF}"/>
              </a:ext>
            </a:extLst>
          </p:cNvPr>
          <p:cNvGrpSpPr/>
          <p:nvPr/>
        </p:nvGrpSpPr>
        <p:grpSpPr>
          <a:xfrm>
            <a:off x="10086333" y="5326107"/>
            <a:ext cx="255090" cy="255090"/>
            <a:chOff x="2766747" y="2052494"/>
            <a:chExt cx="255090" cy="255090"/>
          </a:xfrm>
        </p:grpSpPr>
        <p:sp>
          <p:nvSpPr>
            <p:cNvPr id="63" name="Rectangle: Rounded Corners 62">
              <a:extLst>
                <a:ext uri="{FF2B5EF4-FFF2-40B4-BE49-F238E27FC236}">
                  <a16:creationId xmlns:a16="http://schemas.microsoft.com/office/drawing/2014/main" id="{BA04C3CE-43E2-5A11-D7F1-BF49621850FD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4" name="Oval 63">
              <a:extLst>
                <a:ext uri="{FF2B5EF4-FFF2-40B4-BE49-F238E27FC236}">
                  <a16:creationId xmlns:a16="http://schemas.microsoft.com/office/drawing/2014/main" id="{98F68DA9-7DBC-89A2-1565-74F561BF670F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85C6341F-EB0B-90D8-F166-E8B999888D88}"/>
              </a:ext>
            </a:extLst>
          </p:cNvPr>
          <p:cNvGrpSpPr/>
          <p:nvPr/>
        </p:nvGrpSpPr>
        <p:grpSpPr>
          <a:xfrm>
            <a:off x="9317030" y="3891836"/>
            <a:ext cx="815362" cy="138419"/>
            <a:chOff x="5146646" y="1950440"/>
            <a:chExt cx="815362" cy="138419"/>
          </a:xfrm>
        </p:grpSpPr>
        <p:sp>
          <p:nvSpPr>
            <p:cNvPr id="66" name="Rectangle: Rounded Corners 65">
              <a:extLst>
                <a:ext uri="{FF2B5EF4-FFF2-40B4-BE49-F238E27FC236}">
                  <a16:creationId xmlns:a16="http://schemas.microsoft.com/office/drawing/2014/main" id="{39948EA9-6483-7D82-F1B9-07BC1C91CD58}"/>
                </a:ext>
              </a:extLst>
            </p:cNvPr>
            <p:cNvSpPr/>
            <p:nvPr/>
          </p:nvSpPr>
          <p:spPr>
            <a:xfrm>
              <a:off x="5146646" y="1950440"/>
              <a:ext cx="815362" cy="138419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E1A8AB9D-3D5C-EC35-CD4A-889FDDB3080C}"/>
                </a:ext>
              </a:extLst>
            </p:cNvPr>
            <p:cNvSpPr/>
            <p:nvPr/>
          </p:nvSpPr>
          <p:spPr>
            <a:xfrm rot="16200000">
              <a:off x="5201236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8" name="Rectangle 67">
              <a:extLst>
                <a:ext uri="{FF2B5EF4-FFF2-40B4-BE49-F238E27FC236}">
                  <a16:creationId xmlns:a16="http://schemas.microsoft.com/office/drawing/2014/main" id="{D4D22366-EC24-83D4-BBB3-8C14BBBC9D70}"/>
                </a:ext>
              </a:extLst>
            </p:cNvPr>
            <p:cNvSpPr/>
            <p:nvPr/>
          </p:nvSpPr>
          <p:spPr>
            <a:xfrm rot="16200000">
              <a:off x="5294405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16AC547F-9A59-18F7-0387-BDF149517693}"/>
                </a:ext>
              </a:extLst>
            </p:cNvPr>
            <p:cNvSpPr/>
            <p:nvPr/>
          </p:nvSpPr>
          <p:spPr>
            <a:xfrm rot="16200000">
              <a:off x="5387574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67B7C9A1-B10C-4E07-534A-454827EC2430}"/>
                </a:ext>
              </a:extLst>
            </p:cNvPr>
            <p:cNvSpPr/>
            <p:nvPr/>
          </p:nvSpPr>
          <p:spPr>
            <a:xfrm rot="16200000">
              <a:off x="5480743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ADE5D658-C20C-2F30-B4FD-1BA41B7AFDB9}"/>
                </a:ext>
              </a:extLst>
            </p:cNvPr>
            <p:cNvSpPr/>
            <p:nvPr/>
          </p:nvSpPr>
          <p:spPr>
            <a:xfrm rot="16200000">
              <a:off x="5573912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FFFD3702-E8D1-0483-DEEC-7C673FDA61B9}"/>
                </a:ext>
              </a:extLst>
            </p:cNvPr>
            <p:cNvSpPr/>
            <p:nvPr/>
          </p:nvSpPr>
          <p:spPr>
            <a:xfrm rot="16200000">
              <a:off x="5667081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732B2E93-5399-EDC0-CD25-CCAD7B84324A}"/>
                </a:ext>
              </a:extLst>
            </p:cNvPr>
            <p:cNvSpPr/>
            <p:nvPr/>
          </p:nvSpPr>
          <p:spPr>
            <a:xfrm rot="16200000">
              <a:off x="5760250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4" name="Rectangle 73">
              <a:extLst>
                <a:ext uri="{FF2B5EF4-FFF2-40B4-BE49-F238E27FC236}">
                  <a16:creationId xmlns:a16="http://schemas.microsoft.com/office/drawing/2014/main" id="{279EED45-7D73-5842-5C12-13D02008C76E}"/>
                </a:ext>
              </a:extLst>
            </p:cNvPr>
            <p:cNvSpPr/>
            <p:nvPr/>
          </p:nvSpPr>
          <p:spPr>
            <a:xfrm rot="16200000">
              <a:off x="5853419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sp>
        <p:nvSpPr>
          <p:cNvPr id="75" name="TextBox 74">
            <a:extLst>
              <a:ext uri="{FF2B5EF4-FFF2-40B4-BE49-F238E27FC236}">
                <a16:creationId xmlns:a16="http://schemas.microsoft.com/office/drawing/2014/main" id="{8AF83BCF-0F9F-6CED-60AA-46D29DFEB6E8}"/>
              </a:ext>
            </a:extLst>
          </p:cNvPr>
          <p:cNvSpPr txBox="1"/>
          <p:nvPr/>
        </p:nvSpPr>
        <p:spPr>
          <a:xfrm>
            <a:off x="9069930" y="3729000"/>
            <a:ext cx="1128835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700">
                <a:solidFill>
                  <a:schemeClr val="bg1"/>
                </a:solidFill>
                <a:latin typeface="Consolas" panose="020B0609020204030204" pitchFamily="49" charset="0"/>
              </a:rPr>
              <a:t>pin 7 6 5 4 3 2 1 0</a:t>
            </a:r>
            <a:endParaRPr lang="LID4096" sz="70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2C86FA0C-FBF7-A989-BDF5-297682A5B7EB}"/>
              </a:ext>
            </a:extLst>
          </p:cNvPr>
          <p:cNvSpPr txBox="1"/>
          <p:nvPr/>
        </p:nvSpPr>
        <p:spPr>
          <a:xfrm>
            <a:off x="9055467" y="4496249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0</a:t>
            </a:r>
            <a:endParaRPr lang="LID4096" sz="500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FB3395A2-2F85-2844-45C9-D44D4D7ADE37}"/>
              </a:ext>
            </a:extLst>
          </p:cNvPr>
          <p:cNvSpPr txBox="1"/>
          <p:nvPr/>
        </p:nvSpPr>
        <p:spPr>
          <a:xfrm>
            <a:off x="9377524" y="4497315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</a:t>
            </a:r>
            <a:endParaRPr lang="LID4096" sz="500"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2B84BD77-5232-8E26-5AFE-28DF018C1E4E}"/>
              </a:ext>
            </a:extLst>
          </p:cNvPr>
          <p:cNvSpPr txBox="1"/>
          <p:nvPr/>
        </p:nvSpPr>
        <p:spPr>
          <a:xfrm>
            <a:off x="9699581" y="4498381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2</a:t>
            </a:r>
            <a:endParaRPr lang="LID4096" sz="500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1A44147F-3D29-D2C7-5533-9D03B885602F}"/>
              </a:ext>
            </a:extLst>
          </p:cNvPr>
          <p:cNvSpPr txBox="1"/>
          <p:nvPr/>
        </p:nvSpPr>
        <p:spPr>
          <a:xfrm>
            <a:off x="10021638" y="4499447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3</a:t>
            </a:r>
            <a:endParaRPr lang="LID4096" sz="500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B02F4BAD-539F-A408-14F9-87783644E6AC}"/>
              </a:ext>
            </a:extLst>
          </p:cNvPr>
          <p:cNvSpPr txBox="1"/>
          <p:nvPr/>
        </p:nvSpPr>
        <p:spPr>
          <a:xfrm>
            <a:off x="9055467" y="4798723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4</a:t>
            </a:r>
            <a:endParaRPr lang="LID4096" sz="500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1694CCCB-C215-3F17-4420-A6896F0F3955}"/>
              </a:ext>
            </a:extLst>
          </p:cNvPr>
          <p:cNvSpPr txBox="1"/>
          <p:nvPr/>
        </p:nvSpPr>
        <p:spPr>
          <a:xfrm>
            <a:off x="9377524" y="4799789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5</a:t>
            </a:r>
            <a:endParaRPr lang="LID4096" sz="500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91202C2E-D550-E3E2-053B-BEC31256FBDB}"/>
              </a:ext>
            </a:extLst>
          </p:cNvPr>
          <p:cNvSpPr txBox="1"/>
          <p:nvPr/>
        </p:nvSpPr>
        <p:spPr>
          <a:xfrm>
            <a:off x="9699581" y="4800855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6</a:t>
            </a:r>
            <a:endParaRPr lang="LID4096" sz="500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E162D555-6BEA-D772-B5A7-724F9DCB864B}"/>
              </a:ext>
            </a:extLst>
          </p:cNvPr>
          <p:cNvSpPr txBox="1"/>
          <p:nvPr/>
        </p:nvSpPr>
        <p:spPr>
          <a:xfrm>
            <a:off x="10021638" y="4801921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7</a:t>
            </a:r>
            <a:endParaRPr lang="LID4096" sz="500"/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F7C44E24-95C9-16A2-8AB4-71AC2B258D63}"/>
              </a:ext>
            </a:extLst>
          </p:cNvPr>
          <p:cNvSpPr txBox="1"/>
          <p:nvPr/>
        </p:nvSpPr>
        <p:spPr>
          <a:xfrm>
            <a:off x="9054531" y="5124319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8</a:t>
            </a:r>
            <a:endParaRPr lang="LID4096" sz="500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77B01AA3-827A-BA21-326F-CF91BF64EA9A}"/>
              </a:ext>
            </a:extLst>
          </p:cNvPr>
          <p:cNvSpPr txBox="1"/>
          <p:nvPr/>
        </p:nvSpPr>
        <p:spPr>
          <a:xfrm>
            <a:off x="9376588" y="5125385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9</a:t>
            </a:r>
            <a:endParaRPr lang="LID4096" sz="500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F5C3B72D-55CB-4C30-73DF-3213F9E4A0D5}"/>
              </a:ext>
            </a:extLst>
          </p:cNvPr>
          <p:cNvSpPr txBox="1"/>
          <p:nvPr/>
        </p:nvSpPr>
        <p:spPr>
          <a:xfrm>
            <a:off x="9698645" y="5126451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10</a:t>
            </a:r>
            <a:endParaRPr lang="LID4096" sz="500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1C67CD30-DE4C-6F8B-B1E7-9B39BD17ED63}"/>
              </a:ext>
            </a:extLst>
          </p:cNvPr>
          <p:cNvSpPr txBox="1"/>
          <p:nvPr/>
        </p:nvSpPr>
        <p:spPr>
          <a:xfrm>
            <a:off x="10020702" y="5127517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11</a:t>
            </a:r>
            <a:endParaRPr lang="LID4096" sz="500"/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C4544D79-CA7B-2971-799A-2A85C4A4C379}"/>
              </a:ext>
            </a:extLst>
          </p:cNvPr>
          <p:cNvSpPr txBox="1"/>
          <p:nvPr/>
        </p:nvSpPr>
        <p:spPr>
          <a:xfrm>
            <a:off x="9053595" y="5449915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12</a:t>
            </a:r>
            <a:endParaRPr lang="LID4096" sz="500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3EA4FAAD-D7A3-D2B1-2FA5-BD48134C88F9}"/>
              </a:ext>
            </a:extLst>
          </p:cNvPr>
          <p:cNvSpPr txBox="1"/>
          <p:nvPr/>
        </p:nvSpPr>
        <p:spPr>
          <a:xfrm>
            <a:off x="9375652" y="5450981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13</a:t>
            </a:r>
            <a:endParaRPr lang="LID4096" sz="500"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AE187FAB-F57B-93F9-5D5D-9B3B893C9DE5}"/>
              </a:ext>
            </a:extLst>
          </p:cNvPr>
          <p:cNvSpPr txBox="1"/>
          <p:nvPr/>
        </p:nvSpPr>
        <p:spPr>
          <a:xfrm>
            <a:off x="9697709" y="5452047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14</a:t>
            </a:r>
            <a:endParaRPr lang="LID4096" sz="500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946E759B-1398-EC10-1C7B-6A3B00F777FE}"/>
              </a:ext>
            </a:extLst>
          </p:cNvPr>
          <p:cNvSpPr txBox="1"/>
          <p:nvPr/>
        </p:nvSpPr>
        <p:spPr>
          <a:xfrm>
            <a:off x="10019766" y="5453113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15</a:t>
            </a:r>
            <a:endParaRPr lang="LID4096" sz="500"/>
          </a:p>
        </p:txBody>
      </p:sp>
      <p:pic>
        <p:nvPicPr>
          <p:cNvPr id="93" name="Picture 92">
            <a:extLst>
              <a:ext uri="{FF2B5EF4-FFF2-40B4-BE49-F238E27FC236}">
                <a16:creationId xmlns:a16="http://schemas.microsoft.com/office/drawing/2014/main" id="{5B7F6B4F-4DB8-00A3-131F-78E9CAC2F59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6200000">
            <a:off x="4790492" y="3817567"/>
            <a:ext cx="3095687" cy="1602927"/>
          </a:xfrm>
          <a:prstGeom prst="rect">
            <a:avLst/>
          </a:prstGeom>
        </p:spPr>
      </p:pic>
      <p:sp>
        <p:nvSpPr>
          <p:cNvPr id="94" name="Rectangle 93">
            <a:extLst>
              <a:ext uri="{FF2B5EF4-FFF2-40B4-BE49-F238E27FC236}">
                <a16:creationId xmlns:a16="http://schemas.microsoft.com/office/drawing/2014/main" id="{1BFBF0C4-2704-3911-0CAD-E6B534C1C29E}"/>
              </a:ext>
            </a:extLst>
          </p:cNvPr>
          <p:cNvSpPr/>
          <p:nvPr/>
        </p:nvSpPr>
        <p:spPr>
          <a:xfrm rot="16200000">
            <a:off x="5547725" y="4112390"/>
            <a:ext cx="1955188" cy="810715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5" name="Freeform: Shape 94">
            <a:extLst>
              <a:ext uri="{FF2B5EF4-FFF2-40B4-BE49-F238E27FC236}">
                <a16:creationId xmlns:a16="http://schemas.microsoft.com/office/drawing/2014/main" id="{C3D0ACA1-DA25-5156-8F1D-F8133967FD5F}"/>
              </a:ext>
            </a:extLst>
          </p:cNvPr>
          <p:cNvSpPr/>
          <p:nvPr/>
        </p:nvSpPr>
        <p:spPr>
          <a:xfrm rot="16200000">
            <a:off x="5014315" y="4418631"/>
            <a:ext cx="2189810" cy="149806"/>
          </a:xfrm>
          <a:custGeom>
            <a:avLst/>
            <a:gdLst>
              <a:gd name="connsiteX0" fmla="*/ 3406140 w 3825240"/>
              <a:gd name="connsiteY0" fmla="*/ 0 h 259080"/>
              <a:gd name="connsiteX1" fmla="*/ 0 w 3825240"/>
              <a:gd name="connsiteY1" fmla="*/ 68580 h 259080"/>
              <a:gd name="connsiteX2" fmla="*/ 228600 w 3825240"/>
              <a:gd name="connsiteY2" fmla="*/ 259080 h 259080"/>
              <a:gd name="connsiteX3" fmla="*/ 3825240 w 3825240"/>
              <a:gd name="connsiteY3" fmla="*/ 167640 h 259080"/>
              <a:gd name="connsiteX4" fmla="*/ 3406140 w 3825240"/>
              <a:gd name="connsiteY4" fmla="*/ 0 h 259080"/>
              <a:gd name="connsiteX0" fmla="*/ 3406140 w 3787140"/>
              <a:gd name="connsiteY0" fmla="*/ 0 h 259080"/>
              <a:gd name="connsiteX1" fmla="*/ 0 w 3787140"/>
              <a:gd name="connsiteY1" fmla="*/ 68580 h 259080"/>
              <a:gd name="connsiteX2" fmla="*/ 228600 w 3787140"/>
              <a:gd name="connsiteY2" fmla="*/ 259080 h 259080"/>
              <a:gd name="connsiteX3" fmla="*/ 3787140 w 3787140"/>
              <a:gd name="connsiteY3" fmla="*/ 153353 h 259080"/>
              <a:gd name="connsiteX4" fmla="*/ 3406140 w 3787140"/>
              <a:gd name="connsiteY4" fmla="*/ 0 h 259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787140" h="259080">
                <a:moveTo>
                  <a:pt x="3406140" y="0"/>
                </a:moveTo>
                <a:lnTo>
                  <a:pt x="0" y="68580"/>
                </a:lnTo>
                <a:lnTo>
                  <a:pt x="228600" y="259080"/>
                </a:lnTo>
                <a:lnTo>
                  <a:pt x="3787140" y="153353"/>
                </a:lnTo>
                <a:lnTo>
                  <a:pt x="3406140" y="0"/>
                </a:lnTo>
                <a:close/>
              </a:path>
            </a:pathLst>
          </a:custGeom>
          <a:solidFill>
            <a:schemeClr val="bg2">
              <a:lumMod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6" name="Freeform: Shape 95">
            <a:extLst>
              <a:ext uri="{FF2B5EF4-FFF2-40B4-BE49-F238E27FC236}">
                <a16:creationId xmlns:a16="http://schemas.microsoft.com/office/drawing/2014/main" id="{78082484-7C33-F0DC-8358-8FBF137608AC}"/>
              </a:ext>
            </a:extLst>
          </p:cNvPr>
          <p:cNvSpPr/>
          <p:nvPr/>
        </p:nvSpPr>
        <p:spPr>
          <a:xfrm rot="16200000">
            <a:off x="6514578" y="5020058"/>
            <a:ext cx="118964" cy="991363"/>
          </a:xfrm>
          <a:custGeom>
            <a:avLst/>
            <a:gdLst>
              <a:gd name="connsiteX0" fmla="*/ 0 w 205740"/>
              <a:gd name="connsiteY0" fmla="*/ 0 h 1714500"/>
              <a:gd name="connsiteX1" fmla="*/ 30480 w 205740"/>
              <a:gd name="connsiteY1" fmla="*/ 1539240 h 1714500"/>
              <a:gd name="connsiteX2" fmla="*/ 205740 w 205740"/>
              <a:gd name="connsiteY2" fmla="*/ 1714500 h 1714500"/>
              <a:gd name="connsiteX3" fmla="*/ 198120 w 205740"/>
              <a:gd name="connsiteY3" fmla="*/ 167640 h 1714500"/>
              <a:gd name="connsiteX4" fmla="*/ 0 w 205740"/>
              <a:gd name="connsiteY4" fmla="*/ 0 h 1714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5740" h="1714500">
                <a:moveTo>
                  <a:pt x="0" y="0"/>
                </a:moveTo>
                <a:lnTo>
                  <a:pt x="30480" y="1539240"/>
                </a:lnTo>
                <a:lnTo>
                  <a:pt x="205740" y="1714500"/>
                </a:lnTo>
                <a:lnTo>
                  <a:pt x="198120" y="167640"/>
                </a:lnTo>
                <a:lnTo>
                  <a:pt x="0" y="0"/>
                </a:ln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7" name="Freeform: Shape 96">
            <a:extLst>
              <a:ext uri="{FF2B5EF4-FFF2-40B4-BE49-F238E27FC236}">
                <a16:creationId xmlns:a16="http://schemas.microsoft.com/office/drawing/2014/main" id="{8A8CB6E0-C319-958A-F0EB-282AD39B32BB}"/>
              </a:ext>
            </a:extLst>
          </p:cNvPr>
          <p:cNvSpPr/>
          <p:nvPr/>
        </p:nvSpPr>
        <p:spPr>
          <a:xfrm rot="16200000">
            <a:off x="5560667" y="3942777"/>
            <a:ext cx="2079659" cy="956115"/>
          </a:xfrm>
          <a:custGeom>
            <a:avLst/>
            <a:gdLst>
              <a:gd name="connsiteX0" fmla="*/ 0 w 3680460"/>
              <a:gd name="connsiteY0" fmla="*/ 1653540 h 1653540"/>
              <a:gd name="connsiteX1" fmla="*/ 1463040 w 3680460"/>
              <a:gd name="connsiteY1" fmla="*/ 1592580 h 1653540"/>
              <a:gd name="connsiteX2" fmla="*/ 1463040 w 3680460"/>
              <a:gd name="connsiteY2" fmla="*/ 1417320 h 1653540"/>
              <a:gd name="connsiteX3" fmla="*/ 182880 w 3680460"/>
              <a:gd name="connsiteY3" fmla="*/ 1478280 h 1653540"/>
              <a:gd name="connsiteX4" fmla="*/ 160020 w 3680460"/>
              <a:gd name="connsiteY4" fmla="*/ 266700 h 1653540"/>
              <a:gd name="connsiteX5" fmla="*/ 3474720 w 3680460"/>
              <a:gd name="connsiteY5" fmla="*/ 160020 h 1653540"/>
              <a:gd name="connsiteX6" fmla="*/ 3467100 w 3680460"/>
              <a:gd name="connsiteY6" fmla="*/ 1424940 h 1653540"/>
              <a:gd name="connsiteX7" fmla="*/ 2278380 w 3680460"/>
              <a:gd name="connsiteY7" fmla="*/ 1432560 h 1653540"/>
              <a:gd name="connsiteX8" fmla="*/ 2263140 w 3680460"/>
              <a:gd name="connsiteY8" fmla="*/ 1584960 h 1653540"/>
              <a:gd name="connsiteX9" fmla="*/ 3680460 w 3680460"/>
              <a:gd name="connsiteY9" fmla="*/ 1546860 h 1653540"/>
              <a:gd name="connsiteX10" fmla="*/ 3589020 w 3680460"/>
              <a:gd name="connsiteY10" fmla="*/ 0 h 1653540"/>
              <a:gd name="connsiteX11" fmla="*/ 0 w 3680460"/>
              <a:gd name="connsiteY11" fmla="*/ 91440 h 1653540"/>
              <a:gd name="connsiteX12" fmla="*/ 0 w 3680460"/>
              <a:gd name="connsiteY12" fmla="*/ 1653540 h 1653540"/>
              <a:gd name="connsiteX0" fmla="*/ 0 w 3649980"/>
              <a:gd name="connsiteY0" fmla="*/ 1653540 h 1653540"/>
              <a:gd name="connsiteX1" fmla="*/ 1463040 w 3649980"/>
              <a:gd name="connsiteY1" fmla="*/ 1592580 h 1653540"/>
              <a:gd name="connsiteX2" fmla="*/ 1463040 w 3649980"/>
              <a:gd name="connsiteY2" fmla="*/ 1417320 h 1653540"/>
              <a:gd name="connsiteX3" fmla="*/ 182880 w 3649980"/>
              <a:gd name="connsiteY3" fmla="*/ 1478280 h 1653540"/>
              <a:gd name="connsiteX4" fmla="*/ 160020 w 3649980"/>
              <a:gd name="connsiteY4" fmla="*/ 266700 h 1653540"/>
              <a:gd name="connsiteX5" fmla="*/ 3474720 w 3649980"/>
              <a:gd name="connsiteY5" fmla="*/ 160020 h 1653540"/>
              <a:gd name="connsiteX6" fmla="*/ 3467100 w 3649980"/>
              <a:gd name="connsiteY6" fmla="*/ 1424940 h 1653540"/>
              <a:gd name="connsiteX7" fmla="*/ 2278380 w 3649980"/>
              <a:gd name="connsiteY7" fmla="*/ 1432560 h 1653540"/>
              <a:gd name="connsiteX8" fmla="*/ 2263140 w 3649980"/>
              <a:gd name="connsiteY8" fmla="*/ 1584960 h 1653540"/>
              <a:gd name="connsiteX9" fmla="*/ 3649980 w 3649980"/>
              <a:gd name="connsiteY9" fmla="*/ 1554480 h 1653540"/>
              <a:gd name="connsiteX10" fmla="*/ 3589020 w 3649980"/>
              <a:gd name="connsiteY10" fmla="*/ 0 h 1653540"/>
              <a:gd name="connsiteX11" fmla="*/ 0 w 3649980"/>
              <a:gd name="connsiteY11" fmla="*/ 91440 h 1653540"/>
              <a:gd name="connsiteX12" fmla="*/ 0 w 3649980"/>
              <a:gd name="connsiteY12" fmla="*/ 1653540 h 1653540"/>
              <a:gd name="connsiteX0" fmla="*/ 0 w 3596640"/>
              <a:gd name="connsiteY0" fmla="*/ 1653540 h 1653540"/>
              <a:gd name="connsiteX1" fmla="*/ 1463040 w 3596640"/>
              <a:gd name="connsiteY1" fmla="*/ 1592580 h 1653540"/>
              <a:gd name="connsiteX2" fmla="*/ 1463040 w 3596640"/>
              <a:gd name="connsiteY2" fmla="*/ 1417320 h 1653540"/>
              <a:gd name="connsiteX3" fmla="*/ 182880 w 3596640"/>
              <a:gd name="connsiteY3" fmla="*/ 1478280 h 1653540"/>
              <a:gd name="connsiteX4" fmla="*/ 160020 w 3596640"/>
              <a:gd name="connsiteY4" fmla="*/ 266700 h 1653540"/>
              <a:gd name="connsiteX5" fmla="*/ 3474720 w 3596640"/>
              <a:gd name="connsiteY5" fmla="*/ 160020 h 1653540"/>
              <a:gd name="connsiteX6" fmla="*/ 3467100 w 3596640"/>
              <a:gd name="connsiteY6" fmla="*/ 1424940 h 1653540"/>
              <a:gd name="connsiteX7" fmla="*/ 2278380 w 3596640"/>
              <a:gd name="connsiteY7" fmla="*/ 1432560 h 1653540"/>
              <a:gd name="connsiteX8" fmla="*/ 2263140 w 3596640"/>
              <a:gd name="connsiteY8" fmla="*/ 1584960 h 1653540"/>
              <a:gd name="connsiteX9" fmla="*/ 3596640 w 3596640"/>
              <a:gd name="connsiteY9" fmla="*/ 1546860 h 1653540"/>
              <a:gd name="connsiteX10" fmla="*/ 3589020 w 3596640"/>
              <a:gd name="connsiteY10" fmla="*/ 0 h 1653540"/>
              <a:gd name="connsiteX11" fmla="*/ 0 w 3596640"/>
              <a:gd name="connsiteY11" fmla="*/ 91440 h 1653540"/>
              <a:gd name="connsiteX12" fmla="*/ 0 w 3596640"/>
              <a:gd name="connsiteY12" fmla="*/ 1653540 h 1653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596640" h="1653540">
                <a:moveTo>
                  <a:pt x="0" y="1653540"/>
                </a:moveTo>
                <a:lnTo>
                  <a:pt x="1463040" y="1592580"/>
                </a:lnTo>
                <a:lnTo>
                  <a:pt x="1463040" y="1417320"/>
                </a:lnTo>
                <a:lnTo>
                  <a:pt x="182880" y="1478280"/>
                </a:lnTo>
                <a:lnTo>
                  <a:pt x="160020" y="266700"/>
                </a:lnTo>
                <a:lnTo>
                  <a:pt x="3474720" y="160020"/>
                </a:lnTo>
                <a:lnTo>
                  <a:pt x="3467100" y="1424940"/>
                </a:lnTo>
                <a:lnTo>
                  <a:pt x="2278380" y="1432560"/>
                </a:lnTo>
                <a:lnTo>
                  <a:pt x="2263140" y="1584960"/>
                </a:lnTo>
                <a:lnTo>
                  <a:pt x="3596640" y="1546860"/>
                </a:lnTo>
                <a:lnTo>
                  <a:pt x="3589020" y="0"/>
                </a:lnTo>
                <a:lnTo>
                  <a:pt x="0" y="91440"/>
                </a:lnTo>
                <a:lnTo>
                  <a:pt x="0" y="1653540"/>
                </a:lnTo>
                <a:close/>
              </a:path>
            </a:pathLst>
          </a:cu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8" name="Freeform: Shape 97">
            <a:extLst>
              <a:ext uri="{FF2B5EF4-FFF2-40B4-BE49-F238E27FC236}">
                <a16:creationId xmlns:a16="http://schemas.microsoft.com/office/drawing/2014/main" id="{18DC2B85-9FB1-4D71-4F78-217EE81EA4EB}"/>
              </a:ext>
            </a:extLst>
          </p:cNvPr>
          <p:cNvSpPr/>
          <p:nvPr/>
        </p:nvSpPr>
        <p:spPr>
          <a:xfrm rot="16200000">
            <a:off x="5643693" y="4024151"/>
            <a:ext cx="1911127" cy="758668"/>
          </a:xfrm>
          <a:custGeom>
            <a:avLst/>
            <a:gdLst>
              <a:gd name="connsiteX0" fmla="*/ 2943225 w 3305175"/>
              <a:gd name="connsiteY0" fmla="*/ 4762 h 1312068"/>
              <a:gd name="connsiteX1" fmla="*/ 2964657 w 3305175"/>
              <a:gd name="connsiteY1" fmla="*/ 1040606 h 1312068"/>
              <a:gd name="connsiteX2" fmla="*/ 0 w 3305175"/>
              <a:gd name="connsiteY2" fmla="*/ 1133475 h 1312068"/>
              <a:gd name="connsiteX3" fmla="*/ 7144 w 3305175"/>
              <a:gd name="connsiteY3" fmla="*/ 1312068 h 1312068"/>
              <a:gd name="connsiteX4" fmla="*/ 1290638 w 3305175"/>
              <a:gd name="connsiteY4" fmla="*/ 1254918 h 1312068"/>
              <a:gd name="connsiteX5" fmla="*/ 1362075 w 3305175"/>
              <a:gd name="connsiteY5" fmla="*/ 1202531 h 1312068"/>
              <a:gd name="connsiteX6" fmla="*/ 1431132 w 3305175"/>
              <a:gd name="connsiteY6" fmla="*/ 1185862 h 1312068"/>
              <a:gd name="connsiteX7" fmla="*/ 1735932 w 3305175"/>
              <a:gd name="connsiteY7" fmla="*/ 1171575 h 1312068"/>
              <a:gd name="connsiteX8" fmla="*/ 1902619 w 3305175"/>
              <a:gd name="connsiteY8" fmla="*/ 1178718 h 1312068"/>
              <a:gd name="connsiteX9" fmla="*/ 2100263 w 3305175"/>
              <a:gd name="connsiteY9" fmla="*/ 1264443 h 1312068"/>
              <a:gd name="connsiteX10" fmla="*/ 3300413 w 3305175"/>
              <a:gd name="connsiteY10" fmla="*/ 1257300 h 1312068"/>
              <a:gd name="connsiteX11" fmla="*/ 3305175 w 3305175"/>
              <a:gd name="connsiteY11" fmla="*/ 0 h 1312068"/>
              <a:gd name="connsiteX12" fmla="*/ 2943225 w 3305175"/>
              <a:gd name="connsiteY12" fmla="*/ 4762 h 1312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305175" h="1312068">
                <a:moveTo>
                  <a:pt x="2943225" y="4762"/>
                </a:moveTo>
                <a:lnTo>
                  <a:pt x="2964657" y="1040606"/>
                </a:lnTo>
                <a:lnTo>
                  <a:pt x="0" y="1133475"/>
                </a:lnTo>
                <a:lnTo>
                  <a:pt x="7144" y="1312068"/>
                </a:lnTo>
                <a:lnTo>
                  <a:pt x="1290638" y="1254918"/>
                </a:lnTo>
                <a:lnTo>
                  <a:pt x="1362075" y="1202531"/>
                </a:lnTo>
                <a:lnTo>
                  <a:pt x="1431132" y="1185862"/>
                </a:lnTo>
                <a:lnTo>
                  <a:pt x="1735932" y="1171575"/>
                </a:lnTo>
                <a:lnTo>
                  <a:pt x="1902619" y="1178718"/>
                </a:lnTo>
                <a:lnTo>
                  <a:pt x="2100263" y="1264443"/>
                </a:lnTo>
                <a:lnTo>
                  <a:pt x="3300413" y="1257300"/>
                </a:lnTo>
                <a:cubicBezTo>
                  <a:pt x="3302000" y="838200"/>
                  <a:pt x="3303588" y="419100"/>
                  <a:pt x="3305175" y="0"/>
                </a:cubicBezTo>
                <a:lnTo>
                  <a:pt x="2943225" y="4762"/>
                </a:lnTo>
                <a:close/>
              </a:path>
            </a:pathLst>
          </a:cu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9" name="Freeform: Shape 98">
            <a:extLst>
              <a:ext uri="{FF2B5EF4-FFF2-40B4-BE49-F238E27FC236}">
                <a16:creationId xmlns:a16="http://schemas.microsoft.com/office/drawing/2014/main" id="{F43DEC0C-99C9-B798-DE5A-61F782033C7B}"/>
              </a:ext>
            </a:extLst>
          </p:cNvPr>
          <p:cNvSpPr/>
          <p:nvPr/>
        </p:nvSpPr>
        <p:spPr>
          <a:xfrm rot="16200000">
            <a:off x="6730750" y="4307103"/>
            <a:ext cx="473651" cy="143197"/>
          </a:xfrm>
          <a:custGeom>
            <a:avLst/>
            <a:gdLst>
              <a:gd name="connsiteX0" fmla="*/ 802482 w 819150"/>
              <a:gd name="connsiteY0" fmla="*/ 242888 h 247650"/>
              <a:gd name="connsiteX1" fmla="*/ 588169 w 819150"/>
              <a:gd name="connsiteY1" fmla="*/ 116682 h 247650"/>
              <a:gd name="connsiteX2" fmla="*/ 452438 w 819150"/>
              <a:gd name="connsiteY2" fmla="*/ 95250 h 247650"/>
              <a:gd name="connsiteX3" fmla="*/ 192882 w 819150"/>
              <a:gd name="connsiteY3" fmla="*/ 92869 h 247650"/>
              <a:gd name="connsiteX4" fmla="*/ 76200 w 819150"/>
              <a:gd name="connsiteY4" fmla="*/ 140494 h 247650"/>
              <a:gd name="connsiteX5" fmla="*/ 11907 w 819150"/>
              <a:gd name="connsiteY5" fmla="*/ 247650 h 247650"/>
              <a:gd name="connsiteX6" fmla="*/ 0 w 819150"/>
              <a:gd name="connsiteY6" fmla="*/ 85725 h 247650"/>
              <a:gd name="connsiteX7" fmla="*/ 76200 w 819150"/>
              <a:gd name="connsiteY7" fmla="*/ 33338 h 247650"/>
              <a:gd name="connsiteX8" fmla="*/ 173832 w 819150"/>
              <a:gd name="connsiteY8" fmla="*/ 14288 h 247650"/>
              <a:gd name="connsiteX9" fmla="*/ 469107 w 819150"/>
              <a:gd name="connsiteY9" fmla="*/ 0 h 247650"/>
              <a:gd name="connsiteX10" fmla="*/ 616744 w 819150"/>
              <a:gd name="connsiteY10" fmla="*/ 14288 h 247650"/>
              <a:gd name="connsiteX11" fmla="*/ 819150 w 819150"/>
              <a:gd name="connsiteY11" fmla="*/ 95250 h 247650"/>
              <a:gd name="connsiteX12" fmla="*/ 802482 w 819150"/>
              <a:gd name="connsiteY12" fmla="*/ 242888 h 247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819150" h="247650">
                <a:moveTo>
                  <a:pt x="802482" y="242888"/>
                </a:moveTo>
                <a:lnTo>
                  <a:pt x="588169" y="116682"/>
                </a:lnTo>
                <a:lnTo>
                  <a:pt x="452438" y="95250"/>
                </a:lnTo>
                <a:lnTo>
                  <a:pt x="192882" y="92869"/>
                </a:lnTo>
                <a:lnTo>
                  <a:pt x="76200" y="140494"/>
                </a:lnTo>
                <a:lnTo>
                  <a:pt x="11907" y="247650"/>
                </a:lnTo>
                <a:lnTo>
                  <a:pt x="0" y="85725"/>
                </a:lnTo>
                <a:lnTo>
                  <a:pt x="76200" y="33338"/>
                </a:lnTo>
                <a:lnTo>
                  <a:pt x="173832" y="14288"/>
                </a:lnTo>
                <a:lnTo>
                  <a:pt x="469107" y="0"/>
                </a:lnTo>
                <a:lnTo>
                  <a:pt x="616744" y="14288"/>
                </a:lnTo>
                <a:lnTo>
                  <a:pt x="819150" y="95250"/>
                </a:lnTo>
                <a:lnTo>
                  <a:pt x="802482" y="242888"/>
                </a:lnTo>
                <a:close/>
              </a:path>
            </a:pathLst>
          </a:cu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100" name="Group 99">
            <a:extLst>
              <a:ext uri="{FF2B5EF4-FFF2-40B4-BE49-F238E27FC236}">
                <a16:creationId xmlns:a16="http://schemas.microsoft.com/office/drawing/2014/main" id="{E1E68B88-FFCA-CDF9-C704-9BDFBA146690}"/>
              </a:ext>
            </a:extLst>
          </p:cNvPr>
          <p:cNvGrpSpPr/>
          <p:nvPr/>
        </p:nvGrpSpPr>
        <p:grpSpPr>
          <a:xfrm rot="16200000">
            <a:off x="6374135" y="3859612"/>
            <a:ext cx="121167" cy="90875"/>
            <a:chOff x="6669881" y="4393406"/>
            <a:chExt cx="209550" cy="157163"/>
          </a:xfrm>
        </p:grpSpPr>
        <p:sp>
          <p:nvSpPr>
            <p:cNvPr id="148" name="Rectangle 147">
              <a:extLst>
                <a:ext uri="{FF2B5EF4-FFF2-40B4-BE49-F238E27FC236}">
                  <a16:creationId xmlns:a16="http://schemas.microsoft.com/office/drawing/2014/main" id="{20FA8E56-4FC8-871B-78DA-D35DDCFD8D80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49" name="Freeform: Shape 148">
              <a:extLst>
                <a:ext uri="{FF2B5EF4-FFF2-40B4-BE49-F238E27FC236}">
                  <a16:creationId xmlns:a16="http://schemas.microsoft.com/office/drawing/2014/main" id="{EBF3FCD9-362D-9CAA-7AB5-E550883DB924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1" name="Group 100">
            <a:extLst>
              <a:ext uri="{FF2B5EF4-FFF2-40B4-BE49-F238E27FC236}">
                <a16:creationId xmlns:a16="http://schemas.microsoft.com/office/drawing/2014/main" id="{E8FB7499-D566-7DEA-DADC-280BEE9AD371}"/>
              </a:ext>
            </a:extLst>
          </p:cNvPr>
          <p:cNvGrpSpPr/>
          <p:nvPr/>
        </p:nvGrpSpPr>
        <p:grpSpPr>
          <a:xfrm rot="16200000">
            <a:off x="6392034" y="4117092"/>
            <a:ext cx="121167" cy="90875"/>
            <a:chOff x="6669881" y="4393406"/>
            <a:chExt cx="209550" cy="157163"/>
          </a:xfrm>
        </p:grpSpPr>
        <p:sp>
          <p:nvSpPr>
            <p:cNvPr id="146" name="Rectangle 145">
              <a:extLst>
                <a:ext uri="{FF2B5EF4-FFF2-40B4-BE49-F238E27FC236}">
                  <a16:creationId xmlns:a16="http://schemas.microsoft.com/office/drawing/2014/main" id="{2890AB2B-D72A-C2BB-7AB8-A06173A85C54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47" name="Freeform: Shape 146">
              <a:extLst>
                <a:ext uri="{FF2B5EF4-FFF2-40B4-BE49-F238E27FC236}">
                  <a16:creationId xmlns:a16="http://schemas.microsoft.com/office/drawing/2014/main" id="{859BA8A2-3A4A-905A-7F16-EACB535691D4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2" name="Group 101">
            <a:extLst>
              <a:ext uri="{FF2B5EF4-FFF2-40B4-BE49-F238E27FC236}">
                <a16:creationId xmlns:a16="http://schemas.microsoft.com/office/drawing/2014/main" id="{227015B7-5190-1EEB-F037-A7DC02C16F26}"/>
              </a:ext>
            </a:extLst>
          </p:cNvPr>
          <p:cNvGrpSpPr/>
          <p:nvPr/>
        </p:nvGrpSpPr>
        <p:grpSpPr>
          <a:xfrm rot="16200000">
            <a:off x="6409934" y="4374571"/>
            <a:ext cx="121167" cy="90875"/>
            <a:chOff x="6669881" y="4393406"/>
            <a:chExt cx="209550" cy="157163"/>
          </a:xfrm>
        </p:grpSpPr>
        <p:sp>
          <p:nvSpPr>
            <p:cNvPr id="144" name="Rectangle 143">
              <a:extLst>
                <a:ext uri="{FF2B5EF4-FFF2-40B4-BE49-F238E27FC236}">
                  <a16:creationId xmlns:a16="http://schemas.microsoft.com/office/drawing/2014/main" id="{1B4DBF06-3961-6B57-50DA-613915809A0B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45" name="Freeform: Shape 144">
              <a:extLst>
                <a:ext uri="{FF2B5EF4-FFF2-40B4-BE49-F238E27FC236}">
                  <a16:creationId xmlns:a16="http://schemas.microsoft.com/office/drawing/2014/main" id="{70BE54C9-E40C-AC92-E933-AF6D17B39D14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3" name="Group 102">
            <a:extLst>
              <a:ext uri="{FF2B5EF4-FFF2-40B4-BE49-F238E27FC236}">
                <a16:creationId xmlns:a16="http://schemas.microsoft.com/office/drawing/2014/main" id="{5BA5FD13-2F2C-0E9B-9E56-DDEA06FEE194}"/>
              </a:ext>
            </a:extLst>
          </p:cNvPr>
          <p:cNvGrpSpPr/>
          <p:nvPr/>
        </p:nvGrpSpPr>
        <p:grpSpPr>
          <a:xfrm rot="16200000">
            <a:off x="6416818" y="4664408"/>
            <a:ext cx="121167" cy="90875"/>
            <a:chOff x="6669881" y="4393406"/>
            <a:chExt cx="209550" cy="157163"/>
          </a:xfrm>
        </p:grpSpPr>
        <p:sp>
          <p:nvSpPr>
            <p:cNvPr id="142" name="Rectangle 141">
              <a:extLst>
                <a:ext uri="{FF2B5EF4-FFF2-40B4-BE49-F238E27FC236}">
                  <a16:creationId xmlns:a16="http://schemas.microsoft.com/office/drawing/2014/main" id="{83583202-A48D-29C2-2FAF-51DC48683D99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43" name="Freeform: Shape 142">
              <a:extLst>
                <a:ext uri="{FF2B5EF4-FFF2-40B4-BE49-F238E27FC236}">
                  <a16:creationId xmlns:a16="http://schemas.microsoft.com/office/drawing/2014/main" id="{D8CBED4E-764A-8933-7431-FACA0FF283D0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613732E5-53B3-4E7F-B697-5000A7733689}"/>
              </a:ext>
            </a:extLst>
          </p:cNvPr>
          <p:cNvGrpSpPr/>
          <p:nvPr/>
        </p:nvGrpSpPr>
        <p:grpSpPr>
          <a:xfrm rot="16200000">
            <a:off x="6428222" y="4957132"/>
            <a:ext cx="121167" cy="90875"/>
            <a:chOff x="6669881" y="4393406"/>
            <a:chExt cx="209550" cy="157163"/>
          </a:xfrm>
        </p:grpSpPr>
        <p:sp>
          <p:nvSpPr>
            <p:cNvPr id="140" name="Rectangle 139">
              <a:extLst>
                <a:ext uri="{FF2B5EF4-FFF2-40B4-BE49-F238E27FC236}">
                  <a16:creationId xmlns:a16="http://schemas.microsoft.com/office/drawing/2014/main" id="{1BD9D634-5FBF-D21C-B7A9-DAC13EB53B11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41" name="Freeform: Shape 140">
              <a:extLst>
                <a:ext uri="{FF2B5EF4-FFF2-40B4-BE49-F238E27FC236}">
                  <a16:creationId xmlns:a16="http://schemas.microsoft.com/office/drawing/2014/main" id="{63389575-9AF8-4A60-62EA-C9D5778BE548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5" name="Group 104">
            <a:extLst>
              <a:ext uri="{FF2B5EF4-FFF2-40B4-BE49-F238E27FC236}">
                <a16:creationId xmlns:a16="http://schemas.microsoft.com/office/drawing/2014/main" id="{A46D3CF5-798A-24F1-7301-8E48C2E405DF}"/>
              </a:ext>
            </a:extLst>
          </p:cNvPr>
          <p:cNvGrpSpPr/>
          <p:nvPr/>
        </p:nvGrpSpPr>
        <p:grpSpPr>
          <a:xfrm rot="16200000">
            <a:off x="6663670" y="4964017"/>
            <a:ext cx="121167" cy="90875"/>
            <a:chOff x="6669881" y="4393406"/>
            <a:chExt cx="209550" cy="157163"/>
          </a:xfrm>
        </p:grpSpPr>
        <p:sp>
          <p:nvSpPr>
            <p:cNvPr id="138" name="Rectangle 137">
              <a:extLst>
                <a:ext uri="{FF2B5EF4-FFF2-40B4-BE49-F238E27FC236}">
                  <a16:creationId xmlns:a16="http://schemas.microsoft.com/office/drawing/2014/main" id="{910250C0-F5B9-AE3C-9F2B-59C369967828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9" name="Freeform: Shape 138">
              <a:extLst>
                <a:ext uri="{FF2B5EF4-FFF2-40B4-BE49-F238E27FC236}">
                  <a16:creationId xmlns:a16="http://schemas.microsoft.com/office/drawing/2014/main" id="{C2D16876-3546-8D2A-25DD-4D33BF0A66CC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0A8E0444-D847-3085-7D9E-8913970D9C1A}"/>
              </a:ext>
            </a:extLst>
          </p:cNvPr>
          <p:cNvGrpSpPr/>
          <p:nvPr/>
        </p:nvGrpSpPr>
        <p:grpSpPr>
          <a:xfrm rot="16200000">
            <a:off x="6655408" y="4665786"/>
            <a:ext cx="121167" cy="90875"/>
            <a:chOff x="6669881" y="4393406"/>
            <a:chExt cx="209550" cy="157163"/>
          </a:xfrm>
        </p:grpSpPr>
        <p:sp>
          <p:nvSpPr>
            <p:cNvPr id="136" name="Rectangle 135">
              <a:extLst>
                <a:ext uri="{FF2B5EF4-FFF2-40B4-BE49-F238E27FC236}">
                  <a16:creationId xmlns:a16="http://schemas.microsoft.com/office/drawing/2014/main" id="{37DD784C-68D3-5F93-1AFC-3A50A180873D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7" name="Freeform: Shape 136">
              <a:extLst>
                <a:ext uri="{FF2B5EF4-FFF2-40B4-BE49-F238E27FC236}">
                  <a16:creationId xmlns:a16="http://schemas.microsoft.com/office/drawing/2014/main" id="{16E70E05-1435-0248-6278-6B5EE372E463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BC7EDCC3-EB98-1E06-D657-91403A1597C5}"/>
              </a:ext>
            </a:extLst>
          </p:cNvPr>
          <p:cNvGrpSpPr/>
          <p:nvPr/>
        </p:nvGrpSpPr>
        <p:grpSpPr>
          <a:xfrm rot="16200000">
            <a:off x="6651667" y="4370442"/>
            <a:ext cx="121167" cy="90875"/>
            <a:chOff x="6669881" y="4393406"/>
            <a:chExt cx="209550" cy="157163"/>
          </a:xfrm>
        </p:grpSpPr>
        <p:sp>
          <p:nvSpPr>
            <p:cNvPr id="134" name="Rectangle 133">
              <a:extLst>
                <a:ext uri="{FF2B5EF4-FFF2-40B4-BE49-F238E27FC236}">
                  <a16:creationId xmlns:a16="http://schemas.microsoft.com/office/drawing/2014/main" id="{F8125151-901D-DB9B-26BC-B5B2BC48EE95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5" name="Freeform: Shape 134">
              <a:extLst>
                <a:ext uri="{FF2B5EF4-FFF2-40B4-BE49-F238E27FC236}">
                  <a16:creationId xmlns:a16="http://schemas.microsoft.com/office/drawing/2014/main" id="{A398C1FE-7F2C-88B1-2472-13E00DE32B7C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8" name="Group 107">
            <a:extLst>
              <a:ext uri="{FF2B5EF4-FFF2-40B4-BE49-F238E27FC236}">
                <a16:creationId xmlns:a16="http://schemas.microsoft.com/office/drawing/2014/main" id="{39964D6F-CABA-EF71-C4CC-7CB53D3E664D}"/>
              </a:ext>
            </a:extLst>
          </p:cNvPr>
          <p:cNvGrpSpPr/>
          <p:nvPr/>
        </p:nvGrpSpPr>
        <p:grpSpPr>
          <a:xfrm rot="16200000">
            <a:off x="6654990" y="4099194"/>
            <a:ext cx="121167" cy="90875"/>
            <a:chOff x="6669881" y="4393406"/>
            <a:chExt cx="209550" cy="157163"/>
          </a:xfrm>
        </p:grpSpPr>
        <p:sp>
          <p:nvSpPr>
            <p:cNvPr id="132" name="Rectangle 131">
              <a:extLst>
                <a:ext uri="{FF2B5EF4-FFF2-40B4-BE49-F238E27FC236}">
                  <a16:creationId xmlns:a16="http://schemas.microsoft.com/office/drawing/2014/main" id="{56C4C916-23C5-4478-C834-B1AF6E34E868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3" name="Freeform: Shape 132">
              <a:extLst>
                <a:ext uri="{FF2B5EF4-FFF2-40B4-BE49-F238E27FC236}">
                  <a16:creationId xmlns:a16="http://schemas.microsoft.com/office/drawing/2014/main" id="{C46A9ED3-4D6F-C217-E2C3-D88D5B841A78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9" name="Group 108">
            <a:extLst>
              <a:ext uri="{FF2B5EF4-FFF2-40B4-BE49-F238E27FC236}">
                <a16:creationId xmlns:a16="http://schemas.microsoft.com/office/drawing/2014/main" id="{7E9B91A7-37CA-2CA1-DE32-4101730308CF}"/>
              </a:ext>
            </a:extLst>
          </p:cNvPr>
          <p:cNvGrpSpPr/>
          <p:nvPr/>
        </p:nvGrpSpPr>
        <p:grpSpPr>
          <a:xfrm rot="16200000">
            <a:off x="6648913" y="3843094"/>
            <a:ext cx="121167" cy="90875"/>
            <a:chOff x="6669881" y="4393406"/>
            <a:chExt cx="209550" cy="157163"/>
          </a:xfrm>
        </p:grpSpPr>
        <p:sp>
          <p:nvSpPr>
            <p:cNvPr id="130" name="Rectangle 129">
              <a:extLst>
                <a:ext uri="{FF2B5EF4-FFF2-40B4-BE49-F238E27FC236}">
                  <a16:creationId xmlns:a16="http://schemas.microsoft.com/office/drawing/2014/main" id="{1EF29F27-E126-E9A6-4097-7FFA5691C173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1" name="Freeform: Shape 130">
              <a:extLst>
                <a:ext uri="{FF2B5EF4-FFF2-40B4-BE49-F238E27FC236}">
                  <a16:creationId xmlns:a16="http://schemas.microsoft.com/office/drawing/2014/main" id="{CCC1F267-AB9E-988E-7F3C-D73539765F05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sp>
        <p:nvSpPr>
          <p:cNvPr id="111" name="TextBox 110">
            <a:extLst>
              <a:ext uri="{FF2B5EF4-FFF2-40B4-BE49-F238E27FC236}">
                <a16:creationId xmlns:a16="http://schemas.microsoft.com/office/drawing/2014/main" id="{F92C2663-D602-DD39-FCCB-85EF8D12E927}"/>
              </a:ext>
            </a:extLst>
          </p:cNvPr>
          <p:cNvSpPr txBox="1"/>
          <p:nvPr/>
        </p:nvSpPr>
        <p:spPr>
          <a:xfrm>
            <a:off x="7189421" y="4831228"/>
            <a:ext cx="46038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GND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506D8EA7-02A7-1164-F300-1CB6F8B6B27A}"/>
              </a:ext>
            </a:extLst>
          </p:cNvPr>
          <p:cNvSpPr txBox="1"/>
          <p:nvPr/>
        </p:nvSpPr>
        <p:spPr>
          <a:xfrm>
            <a:off x="5183730" y="3690889"/>
            <a:ext cx="43954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3.3V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cxnSp>
        <p:nvCxnSpPr>
          <p:cNvPr id="114" name="Straight Connector 113">
            <a:extLst>
              <a:ext uri="{FF2B5EF4-FFF2-40B4-BE49-F238E27FC236}">
                <a16:creationId xmlns:a16="http://schemas.microsoft.com/office/drawing/2014/main" id="{EA09D855-AB96-7878-0597-F51210527462}"/>
              </a:ext>
            </a:extLst>
          </p:cNvPr>
          <p:cNvCxnSpPr>
            <a:cxnSpLocks/>
          </p:cNvCxnSpPr>
          <p:nvPr/>
        </p:nvCxnSpPr>
        <p:spPr>
          <a:xfrm rot="16200000">
            <a:off x="5870388" y="4585169"/>
            <a:ext cx="0" cy="893411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TextBox 114">
            <a:extLst>
              <a:ext uri="{FF2B5EF4-FFF2-40B4-BE49-F238E27FC236}">
                <a16:creationId xmlns:a16="http://schemas.microsoft.com/office/drawing/2014/main" id="{9CFA45CD-CBA7-3FC8-FBE6-6E2A00F123BC}"/>
              </a:ext>
            </a:extLst>
          </p:cNvPr>
          <p:cNvSpPr txBox="1"/>
          <p:nvPr/>
        </p:nvSpPr>
        <p:spPr>
          <a:xfrm>
            <a:off x="5179544" y="4842093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pin0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7142B8FC-2933-B728-D829-D1134EAE961A}"/>
              </a:ext>
            </a:extLst>
          </p:cNvPr>
          <p:cNvSpPr txBox="1"/>
          <p:nvPr/>
        </p:nvSpPr>
        <p:spPr>
          <a:xfrm>
            <a:off x="5179544" y="4494051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pin2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04F38650-76D3-52C5-C3A8-61E93A27DA38}"/>
              </a:ext>
            </a:extLst>
          </p:cNvPr>
          <p:cNvSpPr txBox="1"/>
          <p:nvPr/>
        </p:nvSpPr>
        <p:spPr>
          <a:xfrm>
            <a:off x="5696528" y="4230208"/>
            <a:ext cx="25359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0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B1328042-5378-C44B-6DCB-24554FE774B6}"/>
              </a:ext>
            </a:extLst>
          </p:cNvPr>
          <p:cNvSpPr txBox="1"/>
          <p:nvPr/>
        </p:nvSpPr>
        <p:spPr>
          <a:xfrm>
            <a:off x="5769664" y="3969261"/>
            <a:ext cx="25359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1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F450782D-6967-E20F-1358-55C90D20D173}"/>
              </a:ext>
            </a:extLst>
          </p:cNvPr>
          <p:cNvSpPr txBox="1"/>
          <p:nvPr/>
        </p:nvSpPr>
        <p:spPr>
          <a:xfrm>
            <a:off x="7219646" y="4540109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pin1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09C87CA1-6048-7630-C3C3-FA4DE18790F8}"/>
              </a:ext>
            </a:extLst>
          </p:cNvPr>
          <p:cNvSpPr txBox="1"/>
          <p:nvPr/>
        </p:nvSpPr>
        <p:spPr>
          <a:xfrm>
            <a:off x="7218474" y="4241711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pin3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2D87814C-813B-18F8-A7EA-8F97DCFC7C05}"/>
              </a:ext>
            </a:extLst>
          </p:cNvPr>
          <p:cNvSpPr txBox="1"/>
          <p:nvPr/>
        </p:nvSpPr>
        <p:spPr>
          <a:xfrm>
            <a:off x="7219062" y="3962749"/>
            <a:ext cx="25359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1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96445981-F93A-0EEA-A8BA-EB59F8D20762}"/>
              </a:ext>
            </a:extLst>
          </p:cNvPr>
          <p:cNvSpPr txBox="1"/>
          <p:nvPr/>
        </p:nvSpPr>
        <p:spPr>
          <a:xfrm>
            <a:off x="7218475" y="3700725"/>
            <a:ext cx="25359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1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50" name="Freeform: Shape 149">
            <a:extLst>
              <a:ext uri="{FF2B5EF4-FFF2-40B4-BE49-F238E27FC236}">
                <a16:creationId xmlns:a16="http://schemas.microsoft.com/office/drawing/2014/main" id="{2B0D5263-2A47-BA14-4569-72A072843F48}"/>
              </a:ext>
            </a:extLst>
          </p:cNvPr>
          <p:cNvSpPr/>
          <p:nvPr/>
        </p:nvSpPr>
        <p:spPr>
          <a:xfrm>
            <a:off x="5000625" y="2609850"/>
            <a:ext cx="5043488" cy="2424113"/>
          </a:xfrm>
          <a:custGeom>
            <a:avLst/>
            <a:gdLst>
              <a:gd name="csX0" fmla="*/ 1304925 w 5043488"/>
              <a:gd name="csY0" fmla="*/ 2424113 h 2424113"/>
              <a:gd name="csX1" fmla="*/ 0 w 5043488"/>
              <a:gd name="csY1" fmla="*/ 2424113 h 2424113"/>
              <a:gd name="csX2" fmla="*/ 0 w 5043488"/>
              <a:gd name="csY2" fmla="*/ 0 h 2424113"/>
              <a:gd name="csX3" fmla="*/ 5043488 w 5043488"/>
              <a:gd name="csY3" fmla="*/ 0 h 2424113"/>
              <a:gd name="csX4" fmla="*/ 5043488 w 5043488"/>
              <a:gd name="csY4" fmla="*/ 1290638 h 24241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5043488" h="2424113">
                <a:moveTo>
                  <a:pt x="1304925" y="2424113"/>
                </a:moveTo>
                <a:lnTo>
                  <a:pt x="0" y="2424113"/>
                </a:lnTo>
                <a:lnTo>
                  <a:pt x="0" y="0"/>
                </a:lnTo>
                <a:lnTo>
                  <a:pt x="5043488" y="0"/>
                </a:lnTo>
                <a:lnTo>
                  <a:pt x="5043488" y="1290638"/>
                </a:lnTo>
              </a:path>
            </a:pathLst>
          </a:custGeom>
          <a:noFill/>
          <a:ln>
            <a:solidFill>
              <a:srgbClr val="FFC000"/>
            </a:solidFill>
          </a:ln>
          <a:effectLst>
            <a:glow rad="63500">
              <a:schemeClr val="accent2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2" name="Freeform: Shape 151">
            <a:extLst>
              <a:ext uri="{FF2B5EF4-FFF2-40B4-BE49-F238E27FC236}">
                <a16:creationId xmlns:a16="http://schemas.microsoft.com/office/drawing/2014/main" id="{A9A67879-FDE7-D872-9087-0314C877C647}"/>
              </a:ext>
            </a:extLst>
          </p:cNvPr>
          <p:cNvSpPr/>
          <p:nvPr/>
        </p:nvSpPr>
        <p:spPr>
          <a:xfrm>
            <a:off x="5110163" y="2776538"/>
            <a:ext cx="4757737" cy="1947862"/>
          </a:xfrm>
          <a:custGeom>
            <a:avLst/>
            <a:gdLst>
              <a:gd name="csX0" fmla="*/ 1362075 w 4757737"/>
              <a:gd name="csY0" fmla="*/ 1947862 h 1947862"/>
              <a:gd name="csX1" fmla="*/ 0 w 4757737"/>
              <a:gd name="csY1" fmla="*/ 1947862 h 1947862"/>
              <a:gd name="csX2" fmla="*/ 0 w 4757737"/>
              <a:gd name="csY2" fmla="*/ 0 h 1947862"/>
              <a:gd name="csX3" fmla="*/ 4757737 w 4757737"/>
              <a:gd name="csY3" fmla="*/ 0 h 1947862"/>
              <a:gd name="csX4" fmla="*/ 4757737 w 4757737"/>
              <a:gd name="csY4" fmla="*/ 1138237 h 19478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757737" h="1947862">
                <a:moveTo>
                  <a:pt x="1362075" y="1947862"/>
                </a:moveTo>
                <a:lnTo>
                  <a:pt x="0" y="1947862"/>
                </a:lnTo>
                <a:lnTo>
                  <a:pt x="0" y="0"/>
                </a:lnTo>
                <a:lnTo>
                  <a:pt x="4757737" y="0"/>
                </a:lnTo>
                <a:lnTo>
                  <a:pt x="4757737" y="1138237"/>
                </a:lnTo>
              </a:path>
            </a:pathLst>
          </a:custGeom>
          <a:noFill/>
          <a:ln>
            <a:solidFill>
              <a:schemeClr val="accent5">
                <a:lumMod val="60000"/>
                <a:lumOff val="40000"/>
              </a:schemeClr>
            </a:solidFill>
          </a:ln>
          <a:effectLst>
            <a:glow rad="63500">
              <a:schemeClr val="accent2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3" name="Freeform: Shape 152">
            <a:extLst>
              <a:ext uri="{FF2B5EF4-FFF2-40B4-BE49-F238E27FC236}">
                <a16:creationId xmlns:a16="http://schemas.microsoft.com/office/drawing/2014/main" id="{43D1AC41-B036-A00A-1F30-EB3C536A51B9}"/>
              </a:ext>
            </a:extLst>
          </p:cNvPr>
          <p:cNvSpPr/>
          <p:nvPr/>
        </p:nvSpPr>
        <p:spPr>
          <a:xfrm>
            <a:off x="6810374" y="2862263"/>
            <a:ext cx="2955547" cy="1581150"/>
          </a:xfrm>
          <a:custGeom>
            <a:avLst/>
            <a:gdLst>
              <a:gd name="csX0" fmla="*/ 0 w 2857500"/>
              <a:gd name="csY0" fmla="*/ 1581150 h 1581150"/>
              <a:gd name="csX1" fmla="*/ 1209675 w 2857500"/>
              <a:gd name="csY1" fmla="*/ 1581150 h 1581150"/>
              <a:gd name="csX2" fmla="*/ 1209675 w 2857500"/>
              <a:gd name="csY2" fmla="*/ 0 h 1581150"/>
              <a:gd name="csX3" fmla="*/ 2857500 w 2857500"/>
              <a:gd name="csY3" fmla="*/ 0 h 1581150"/>
              <a:gd name="csX4" fmla="*/ 2857500 w 2857500"/>
              <a:gd name="csY4" fmla="*/ 1066800 h 1581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857500" h="1581150">
                <a:moveTo>
                  <a:pt x="0" y="1581150"/>
                </a:moveTo>
                <a:lnTo>
                  <a:pt x="1209675" y="1581150"/>
                </a:lnTo>
                <a:lnTo>
                  <a:pt x="1209675" y="0"/>
                </a:lnTo>
                <a:lnTo>
                  <a:pt x="2857500" y="0"/>
                </a:lnTo>
                <a:lnTo>
                  <a:pt x="2857500" y="1066800"/>
                </a:lnTo>
              </a:path>
            </a:pathLst>
          </a:custGeom>
          <a:noFill/>
          <a:ln>
            <a:solidFill>
              <a:schemeClr val="accent4">
                <a:lumMod val="60000"/>
                <a:lumOff val="40000"/>
              </a:schemeClr>
            </a:solidFill>
          </a:ln>
          <a:effectLst>
            <a:glow rad="63500">
              <a:schemeClr val="accent2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52D3A4CB-A047-EA38-E11D-55F51896DEBE}"/>
              </a:ext>
            </a:extLst>
          </p:cNvPr>
          <p:cNvSpPr txBox="1"/>
          <p:nvPr/>
        </p:nvSpPr>
        <p:spPr>
          <a:xfrm>
            <a:off x="7728283" y="6158985"/>
            <a:ext cx="39837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dirty="0">
                <a:solidFill>
                  <a:schemeClr val="bg1"/>
                </a:solidFill>
                <a:latin typeface="Consolas" panose="020B0609020204030204" pitchFamily="49" charset="0"/>
              </a:rPr>
              <a:t>M(GPIOD_INDATA) &amp; 0xF = 0x1101</a:t>
            </a:r>
            <a:endParaRPr lang="LID4096" dirty="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DE7EF69F-7FFF-38F4-F1CC-1497FE470FC4}"/>
              </a:ext>
            </a:extLst>
          </p:cNvPr>
          <p:cNvGrpSpPr/>
          <p:nvPr/>
        </p:nvGrpSpPr>
        <p:grpSpPr>
          <a:xfrm>
            <a:off x="6188599" y="4250364"/>
            <a:ext cx="675185" cy="1196508"/>
            <a:chOff x="6188599" y="4250364"/>
            <a:chExt cx="675185" cy="1196508"/>
          </a:xfrm>
        </p:grpSpPr>
        <p:sp>
          <p:nvSpPr>
            <p:cNvPr id="92" name="Freeform: Shape 91">
              <a:extLst>
                <a:ext uri="{FF2B5EF4-FFF2-40B4-BE49-F238E27FC236}">
                  <a16:creationId xmlns:a16="http://schemas.microsoft.com/office/drawing/2014/main" id="{A8311CFF-8185-3572-8EAF-FC24D8B63CD7}"/>
                </a:ext>
              </a:extLst>
            </p:cNvPr>
            <p:cNvSpPr/>
            <p:nvPr/>
          </p:nvSpPr>
          <p:spPr>
            <a:xfrm>
              <a:off x="6353510" y="4250364"/>
              <a:ext cx="489469" cy="1006840"/>
            </a:xfrm>
            <a:custGeom>
              <a:avLst/>
              <a:gdLst>
                <a:gd name="csX0" fmla="*/ 55916 w 489469"/>
                <a:gd name="csY0" fmla="*/ 1003123 h 1006840"/>
                <a:gd name="csX1" fmla="*/ 202565 w 489469"/>
                <a:gd name="csY1" fmla="*/ 929798 h 1006840"/>
                <a:gd name="csX2" fmla="*/ 254324 w 489469"/>
                <a:gd name="csY2" fmla="*/ 675319 h 1006840"/>
                <a:gd name="csX3" fmla="*/ 465671 w 489469"/>
                <a:gd name="csY3" fmla="*/ 532983 h 1006840"/>
                <a:gd name="csX4" fmla="*/ 465671 w 489469"/>
                <a:gd name="csY4" fmla="*/ 58530 h 1006840"/>
                <a:gd name="csX5" fmla="*/ 297456 w 489469"/>
                <a:gd name="csY5" fmla="*/ 32651 h 1006840"/>
                <a:gd name="csX6" fmla="*/ 237071 w 489469"/>
                <a:gd name="csY6" fmla="*/ 287130 h 1006840"/>
                <a:gd name="csX7" fmla="*/ 12784 w 489469"/>
                <a:gd name="csY7" fmla="*/ 399274 h 1006840"/>
                <a:gd name="csX8" fmla="*/ 34350 w 489469"/>
                <a:gd name="csY8" fmla="*/ 934111 h 1006840"/>
                <a:gd name="csX9" fmla="*/ 55916 w 489469"/>
                <a:gd name="csY9" fmla="*/ 1003123 h 100684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489469" h="1006840">
                  <a:moveTo>
                    <a:pt x="55916" y="1003123"/>
                  </a:moveTo>
                  <a:cubicBezTo>
                    <a:pt x="83952" y="1002404"/>
                    <a:pt x="169497" y="984432"/>
                    <a:pt x="202565" y="929798"/>
                  </a:cubicBezTo>
                  <a:cubicBezTo>
                    <a:pt x="235633" y="875164"/>
                    <a:pt x="210473" y="741455"/>
                    <a:pt x="254324" y="675319"/>
                  </a:cubicBezTo>
                  <a:cubicBezTo>
                    <a:pt x="298175" y="609183"/>
                    <a:pt x="430446" y="635781"/>
                    <a:pt x="465671" y="532983"/>
                  </a:cubicBezTo>
                  <a:cubicBezTo>
                    <a:pt x="500896" y="430185"/>
                    <a:pt x="493707" y="141919"/>
                    <a:pt x="465671" y="58530"/>
                  </a:cubicBezTo>
                  <a:cubicBezTo>
                    <a:pt x="437635" y="-24859"/>
                    <a:pt x="335556" y="-5449"/>
                    <a:pt x="297456" y="32651"/>
                  </a:cubicBezTo>
                  <a:cubicBezTo>
                    <a:pt x="259356" y="70751"/>
                    <a:pt x="284516" y="226026"/>
                    <a:pt x="237071" y="287130"/>
                  </a:cubicBezTo>
                  <a:cubicBezTo>
                    <a:pt x="189626" y="348234"/>
                    <a:pt x="46571" y="291444"/>
                    <a:pt x="12784" y="399274"/>
                  </a:cubicBezTo>
                  <a:cubicBezTo>
                    <a:pt x="-21003" y="507104"/>
                    <a:pt x="21410" y="838502"/>
                    <a:pt x="34350" y="934111"/>
                  </a:cubicBezTo>
                  <a:cubicBezTo>
                    <a:pt x="47290" y="1029720"/>
                    <a:pt x="27880" y="1003842"/>
                    <a:pt x="55916" y="1003123"/>
                  </a:cubicBezTo>
                  <a:close/>
                </a:path>
              </a:pathLst>
            </a:custGeom>
            <a:noFill/>
            <a:ln w="38100">
              <a:solidFill>
                <a:schemeClr val="accent6">
                  <a:lumMod val="60000"/>
                  <a:lumOff val="40000"/>
                </a:schemeClr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 dirty="0"/>
            </a:p>
          </p:txBody>
        </p:sp>
        <p:sp>
          <p:nvSpPr>
            <p:cNvPr id="110" name="TextBox 109">
              <a:extLst>
                <a:ext uri="{FF2B5EF4-FFF2-40B4-BE49-F238E27FC236}">
                  <a16:creationId xmlns:a16="http://schemas.microsoft.com/office/drawing/2014/main" id="{22860A58-496A-26CE-9DEB-0416CF46EF0E}"/>
                </a:ext>
              </a:extLst>
            </p:cNvPr>
            <p:cNvSpPr txBox="1"/>
            <p:nvPr/>
          </p:nvSpPr>
          <p:spPr>
            <a:xfrm>
              <a:off x="6188599" y="5200651"/>
              <a:ext cx="675185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rgbClr val="92D050"/>
                  </a:solidFill>
                </a:rPr>
                <a:t>PULL UP</a:t>
              </a:r>
              <a:endParaRPr lang="LID4096" sz="1000" b="1" dirty="0">
                <a:solidFill>
                  <a:srgbClr val="92D050"/>
                </a:solidFill>
              </a:endParaRPr>
            </a:p>
          </p:txBody>
        </p:sp>
      </p:grpSp>
      <p:grpSp>
        <p:nvGrpSpPr>
          <p:cNvPr id="112" name="Group 111">
            <a:extLst>
              <a:ext uri="{FF2B5EF4-FFF2-40B4-BE49-F238E27FC236}">
                <a16:creationId xmlns:a16="http://schemas.microsoft.com/office/drawing/2014/main" id="{DEEA683E-3566-9722-836E-041F44EF9A46}"/>
              </a:ext>
            </a:extLst>
          </p:cNvPr>
          <p:cNvGrpSpPr/>
          <p:nvPr/>
        </p:nvGrpSpPr>
        <p:grpSpPr>
          <a:xfrm>
            <a:off x="6184123" y="3406953"/>
            <a:ext cx="933269" cy="1238785"/>
            <a:chOff x="6200281" y="4018419"/>
            <a:chExt cx="933269" cy="1238785"/>
          </a:xfrm>
        </p:grpSpPr>
        <p:sp>
          <p:nvSpPr>
            <p:cNvPr id="116" name="Freeform: Shape 115">
              <a:extLst>
                <a:ext uri="{FF2B5EF4-FFF2-40B4-BE49-F238E27FC236}">
                  <a16:creationId xmlns:a16="http://schemas.microsoft.com/office/drawing/2014/main" id="{CBD16AE0-1193-3ED1-8C2E-BCDFA3268439}"/>
                </a:ext>
              </a:extLst>
            </p:cNvPr>
            <p:cNvSpPr/>
            <p:nvPr/>
          </p:nvSpPr>
          <p:spPr>
            <a:xfrm>
              <a:off x="6353510" y="4250364"/>
              <a:ext cx="489469" cy="1006840"/>
            </a:xfrm>
            <a:custGeom>
              <a:avLst/>
              <a:gdLst>
                <a:gd name="csX0" fmla="*/ 55916 w 489469"/>
                <a:gd name="csY0" fmla="*/ 1003123 h 1006840"/>
                <a:gd name="csX1" fmla="*/ 202565 w 489469"/>
                <a:gd name="csY1" fmla="*/ 929798 h 1006840"/>
                <a:gd name="csX2" fmla="*/ 254324 w 489469"/>
                <a:gd name="csY2" fmla="*/ 675319 h 1006840"/>
                <a:gd name="csX3" fmla="*/ 465671 w 489469"/>
                <a:gd name="csY3" fmla="*/ 532983 h 1006840"/>
                <a:gd name="csX4" fmla="*/ 465671 w 489469"/>
                <a:gd name="csY4" fmla="*/ 58530 h 1006840"/>
                <a:gd name="csX5" fmla="*/ 297456 w 489469"/>
                <a:gd name="csY5" fmla="*/ 32651 h 1006840"/>
                <a:gd name="csX6" fmla="*/ 237071 w 489469"/>
                <a:gd name="csY6" fmla="*/ 287130 h 1006840"/>
                <a:gd name="csX7" fmla="*/ 12784 w 489469"/>
                <a:gd name="csY7" fmla="*/ 399274 h 1006840"/>
                <a:gd name="csX8" fmla="*/ 34350 w 489469"/>
                <a:gd name="csY8" fmla="*/ 934111 h 1006840"/>
                <a:gd name="csX9" fmla="*/ 55916 w 489469"/>
                <a:gd name="csY9" fmla="*/ 1003123 h 100684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489469" h="1006840">
                  <a:moveTo>
                    <a:pt x="55916" y="1003123"/>
                  </a:moveTo>
                  <a:cubicBezTo>
                    <a:pt x="83952" y="1002404"/>
                    <a:pt x="169497" y="984432"/>
                    <a:pt x="202565" y="929798"/>
                  </a:cubicBezTo>
                  <a:cubicBezTo>
                    <a:pt x="235633" y="875164"/>
                    <a:pt x="210473" y="741455"/>
                    <a:pt x="254324" y="675319"/>
                  </a:cubicBezTo>
                  <a:cubicBezTo>
                    <a:pt x="298175" y="609183"/>
                    <a:pt x="430446" y="635781"/>
                    <a:pt x="465671" y="532983"/>
                  </a:cubicBezTo>
                  <a:cubicBezTo>
                    <a:pt x="500896" y="430185"/>
                    <a:pt x="493707" y="141919"/>
                    <a:pt x="465671" y="58530"/>
                  </a:cubicBezTo>
                  <a:cubicBezTo>
                    <a:pt x="437635" y="-24859"/>
                    <a:pt x="335556" y="-5449"/>
                    <a:pt x="297456" y="32651"/>
                  </a:cubicBezTo>
                  <a:cubicBezTo>
                    <a:pt x="259356" y="70751"/>
                    <a:pt x="284516" y="226026"/>
                    <a:pt x="237071" y="287130"/>
                  </a:cubicBezTo>
                  <a:cubicBezTo>
                    <a:pt x="189626" y="348234"/>
                    <a:pt x="46571" y="291444"/>
                    <a:pt x="12784" y="399274"/>
                  </a:cubicBezTo>
                  <a:cubicBezTo>
                    <a:pt x="-21003" y="507104"/>
                    <a:pt x="21410" y="838502"/>
                    <a:pt x="34350" y="934111"/>
                  </a:cubicBezTo>
                  <a:cubicBezTo>
                    <a:pt x="47290" y="1029720"/>
                    <a:pt x="27880" y="1003842"/>
                    <a:pt x="55916" y="1003123"/>
                  </a:cubicBezTo>
                  <a:close/>
                </a:path>
              </a:pathLst>
            </a:custGeom>
            <a:noFill/>
            <a:ln w="38100">
              <a:solidFill>
                <a:srgbClr val="FFC000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 dirty="0"/>
            </a:p>
          </p:txBody>
        </p:sp>
        <p:sp>
          <p:nvSpPr>
            <p:cNvPr id="118" name="TextBox 117">
              <a:extLst>
                <a:ext uri="{FF2B5EF4-FFF2-40B4-BE49-F238E27FC236}">
                  <a16:creationId xmlns:a16="http://schemas.microsoft.com/office/drawing/2014/main" id="{4DBD6EA4-B5CC-39F8-094A-5A046CD05F36}"/>
                </a:ext>
              </a:extLst>
            </p:cNvPr>
            <p:cNvSpPr txBox="1"/>
            <p:nvPr/>
          </p:nvSpPr>
          <p:spPr>
            <a:xfrm>
              <a:off x="6200281" y="4018419"/>
              <a:ext cx="933269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rgbClr val="FFC000"/>
                  </a:solidFill>
                </a:rPr>
                <a:t>OPEN DRAIN</a:t>
              </a:r>
              <a:endParaRPr lang="LID4096" sz="1000" b="1" dirty="0">
                <a:solidFill>
                  <a:srgbClr val="FFC000"/>
                </a:solidFill>
              </a:endParaRPr>
            </a:p>
          </p:txBody>
        </p:sp>
      </p:grp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1B434931-7781-3B75-6F37-5D691C57E73A}"/>
              </a:ext>
            </a:extLst>
          </p:cNvPr>
          <p:cNvSpPr/>
          <p:nvPr/>
        </p:nvSpPr>
        <p:spPr>
          <a:xfrm>
            <a:off x="5917721" y="2989053"/>
            <a:ext cx="3761117" cy="1466490"/>
          </a:xfrm>
          <a:custGeom>
            <a:avLst/>
            <a:gdLst>
              <a:gd name="csX0" fmla="*/ 470139 w 3761117"/>
              <a:gd name="csY0" fmla="*/ 1466490 h 1466490"/>
              <a:gd name="csX1" fmla="*/ 0 w 3761117"/>
              <a:gd name="csY1" fmla="*/ 1466490 h 1466490"/>
              <a:gd name="csX2" fmla="*/ 0 w 3761117"/>
              <a:gd name="csY2" fmla="*/ 0 h 1466490"/>
              <a:gd name="csX3" fmla="*/ 3761117 w 3761117"/>
              <a:gd name="csY3" fmla="*/ 0 h 1466490"/>
              <a:gd name="csX4" fmla="*/ 3761117 w 3761117"/>
              <a:gd name="csY4" fmla="*/ 944592 h 14664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3761117" h="1466490">
                <a:moveTo>
                  <a:pt x="470139" y="1466490"/>
                </a:moveTo>
                <a:lnTo>
                  <a:pt x="0" y="1466490"/>
                </a:lnTo>
                <a:lnTo>
                  <a:pt x="0" y="0"/>
                </a:lnTo>
                <a:lnTo>
                  <a:pt x="3761117" y="0"/>
                </a:lnTo>
                <a:lnTo>
                  <a:pt x="3761117" y="944592"/>
                </a:lnTo>
              </a:path>
            </a:pathLst>
          </a:cu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0648726B-DA37-D277-26E8-18F818765D2C}"/>
              </a:ext>
            </a:extLst>
          </p:cNvPr>
          <p:cNvSpPr/>
          <p:nvPr/>
        </p:nvSpPr>
        <p:spPr>
          <a:xfrm>
            <a:off x="6829425" y="2671763"/>
            <a:ext cx="3139382" cy="2057400"/>
          </a:xfrm>
          <a:custGeom>
            <a:avLst/>
            <a:gdLst>
              <a:gd name="csX0" fmla="*/ 0 w 3109913"/>
              <a:gd name="csY0" fmla="*/ 2057400 h 2057400"/>
              <a:gd name="csX1" fmla="*/ 1090613 w 3109913"/>
              <a:gd name="csY1" fmla="*/ 2057400 h 2057400"/>
              <a:gd name="csX2" fmla="*/ 1090613 w 3109913"/>
              <a:gd name="csY2" fmla="*/ 0 h 2057400"/>
              <a:gd name="csX3" fmla="*/ 3109913 w 3109913"/>
              <a:gd name="csY3" fmla="*/ 0 h 2057400"/>
              <a:gd name="csX4" fmla="*/ 3109913 w 3109913"/>
              <a:gd name="csY4" fmla="*/ 1228725 h 20574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3109913" h="2057400">
                <a:moveTo>
                  <a:pt x="0" y="2057400"/>
                </a:moveTo>
                <a:lnTo>
                  <a:pt x="1090613" y="2057400"/>
                </a:lnTo>
                <a:lnTo>
                  <a:pt x="1090613" y="0"/>
                </a:lnTo>
                <a:lnTo>
                  <a:pt x="3109913" y="0"/>
                </a:lnTo>
                <a:lnTo>
                  <a:pt x="3109913" y="1228725"/>
                </a:lnTo>
              </a:path>
            </a:pathLst>
          </a:custGeom>
          <a:noFill/>
          <a:ln>
            <a:solidFill>
              <a:schemeClr val="accent6">
                <a:lumMod val="60000"/>
                <a:lumOff val="40000"/>
              </a:schemeClr>
            </a:solidFill>
          </a:ln>
          <a:effectLst>
            <a:glow rad="63500">
              <a:schemeClr val="accent2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562948533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99109D-F779-7B8F-CB45-F5ADCFD3D0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09CFD4-DD61-1273-DC9E-BA9E9EEC7A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dirty="0" err="1"/>
              <a:t>Keypad</a:t>
            </a:r>
            <a:r>
              <a:rPr lang="sv-SE" dirty="0"/>
              <a:t> – Lösning</a:t>
            </a:r>
            <a:endParaRPr lang="LID4096" dirty="0"/>
          </a:p>
        </p:txBody>
      </p:sp>
      <p:sp>
        <p:nvSpPr>
          <p:cNvPr id="155" name="Content Placeholder 154">
            <a:extLst>
              <a:ext uri="{FF2B5EF4-FFF2-40B4-BE49-F238E27FC236}">
                <a16:creationId xmlns:a16="http://schemas.microsoft.com/office/drawing/2014/main" id="{6E0577A6-4A81-ACD1-FAAF-158A08CD1B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LID4096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DBFC897-B42B-9439-EE6F-B0FF167ADC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690688"/>
            <a:ext cx="4746017" cy="5167312"/>
          </a:xfrm>
          <a:prstGeom prst="rect">
            <a:avLst/>
          </a:prstGeom>
        </p:spPr>
      </p:pic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952887B8-3C1E-163F-D457-AB5348D167A3}"/>
              </a:ext>
            </a:extLst>
          </p:cNvPr>
          <p:cNvSpPr/>
          <p:nvPr/>
        </p:nvSpPr>
        <p:spPr>
          <a:xfrm>
            <a:off x="8625019" y="3694696"/>
            <a:ext cx="2076275" cy="2122414"/>
          </a:xfrm>
          <a:prstGeom prst="roundRect">
            <a:avLst>
              <a:gd name="adj" fmla="val 10606"/>
            </a:avLst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4C8B2D75-E635-C7CC-08B7-490C4DDA6F76}"/>
              </a:ext>
            </a:extLst>
          </p:cNvPr>
          <p:cNvSpPr/>
          <p:nvPr/>
        </p:nvSpPr>
        <p:spPr>
          <a:xfrm>
            <a:off x="8864105" y="3958949"/>
            <a:ext cx="1371600" cy="1514213"/>
          </a:xfrm>
          <a:custGeom>
            <a:avLst/>
            <a:gdLst>
              <a:gd name="connsiteX0" fmla="*/ 541090 w 1371600"/>
              <a:gd name="connsiteY0" fmla="*/ 0 h 1514213"/>
              <a:gd name="connsiteX1" fmla="*/ 541090 w 1371600"/>
              <a:gd name="connsiteY1" fmla="*/ 130029 h 1514213"/>
              <a:gd name="connsiteX2" fmla="*/ 0 w 1371600"/>
              <a:gd name="connsiteY2" fmla="*/ 130029 h 1514213"/>
              <a:gd name="connsiteX3" fmla="*/ 0 w 1371600"/>
              <a:gd name="connsiteY3" fmla="*/ 1497435 h 1514213"/>
              <a:gd name="connsiteX4" fmla="*/ 1371600 w 1371600"/>
              <a:gd name="connsiteY4" fmla="*/ 1514213 h 15142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71600" h="1514213">
                <a:moveTo>
                  <a:pt x="541090" y="0"/>
                </a:moveTo>
                <a:lnTo>
                  <a:pt x="541090" y="130029"/>
                </a:lnTo>
                <a:lnTo>
                  <a:pt x="0" y="130029"/>
                </a:lnTo>
                <a:lnTo>
                  <a:pt x="0" y="1497435"/>
                </a:lnTo>
                <a:lnTo>
                  <a:pt x="1371600" y="1514213"/>
                </a:lnTo>
              </a:path>
            </a:pathLst>
          </a:custGeom>
          <a:noFill/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6FFB6B2B-B21E-7363-6D59-1ABC20B921F9}"/>
              </a:ext>
            </a:extLst>
          </p:cNvPr>
          <p:cNvSpPr/>
          <p:nvPr/>
        </p:nvSpPr>
        <p:spPr>
          <a:xfrm>
            <a:off x="8939606" y="3963143"/>
            <a:ext cx="1287710" cy="1170264"/>
          </a:xfrm>
          <a:custGeom>
            <a:avLst/>
            <a:gdLst>
              <a:gd name="connsiteX0" fmla="*/ 545284 w 1287710"/>
              <a:gd name="connsiteY0" fmla="*/ 0 h 1170264"/>
              <a:gd name="connsiteX1" fmla="*/ 541090 w 1287710"/>
              <a:gd name="connsiteY1" fmla="*/ 171975 h 1170264"/>
              <a:gd name="connsiteX2" fmla="*/ 0 w 1287710"/>
              <a:gd name="connsiteY2" fmla="*/ 176169 h 1170264"/>
              <a:gd name="connsiteX3" fmla="*/ 0 w 1287710"/>
              <a:gd name="connsiteY3" fmla="*/ 1166070 h 1170264"/>
              <a:gd name="connsiteX4" fmla="*/ 1287710 w 1287710"/>
              <a:gd name="connsiteY4" fmla="*/ 1170264 h 11702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87710" h="1170264">
                <a:moveTo>
                  <a:pt x="545284" y="0"/>
                </a:moveTo>
                <a:lnTo>
                  <a:pt x="541090" y="171975"/>
                </a:lnTo>
                <a:lnTo>
                  <a:pt x="0" y="176169"/>
                </a:lnTo>
                <a:lnTo>
                  <a:pt x="0" y="1166070"/>
                </a:lnTo>
                <a:lnTo>
                  <a:pt x="1287710" y="1170264"/>
                </a:lnTo>
              </a:path>
            </a:pathLst>
          </a:custGeom>
          <a:noFill/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6513FEA9-52DB-D998-F6D5-5AB59C5F0EC9}"/>
              </a:ext>
            </a:extLst>
          </p:cNvPr>
          <p:cNvSpPr/>
          <p:nvPr/>
        </p:nvSpPr>
        <p:spPr>
          <a:xfrm>
            <a:off x="9002523" y="3963143"/>
            <a:ext cx="1224793" cy="855677"/>
          </a:xfrm>
          <a:custGeom>
            <a:avLst/>
            <a:gdLst>
              <a:gd name="connsiteX0" fmla="*/ 587230 w 1224793"/>
              <a:gd name="connsiteY0" fmla="*/ 0 h 855677"/>
              <a:gd name="connsiteX1" fmla="*/ 591424 w 1224793"/>
              <a:gd name="connsiteY1" fmla="*/ 205531 h 855677"/>
              <a:gd name="connsiteX2" fmla="*/ 0 w 1224793"/>
              <a:gd name="connsiteY2" fmla="*/ 209725 h 855677"/>
              <a:gd name="connsiteX3" fmla="*/ 0 w 1224793"/>
              <a:gd name="connsiteY3" fmla="*/ 855677 h 855677"/>
              <a:gd name="connsiteX4" fmla="*/ 1224793 w 1224793"/>
              <a:gd name="connsiteY4" fmla="*/ 855677 h 8556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24793" h="855677">
                <a:moveTo>
                  <a:pt x="587230" y="0"/>
                </a:moveTo>
                <a:lnTo>
                  <a:pt x="591424" y="205531"/>
                </a:lnTo>
                <a:lnTo>
                  <a:pt x="0" y="209725"/>
                </a:lnTo>
                <a:lnTo>
                  <a:pt x="0" y="855677"/>
                </a:lnTo>
                <a:lnTo>
                  <a:pt x="1224793" y="855677"/>
                </a:lnTo>
              </a:path>
            </a:pathLst>
          </a:custGeom>
          <a:noFill/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BB7A994F-9178-E51D-594E-3BB34C2DC476}"/>
              </a:ext>
            </a:extLst>
          </p:cNvPr>
          <p:cNvSpPr/>
          <p:nvPr/>
        </p:nvSpPr>
        <p:spPr>
          <a:xfrm>
            <a:off x="9073830" y="3963143"/>
            <a:ext cx="1145097" cy="545285"/>
          </a:xfrm>
          <a:custGeom>
            <a:avLst/>
            <a:gdLst>
              <a:gd name="connsiteX0" fmla="*/ 604007 w 1145097"/>
              <a:gd name="connsiteY0" fmla="*/ 0 h 545285"/>
              <a:gd name="connsiteX1" fmla="*/ 608201 w 1145097"/>
              <a:gd name="connsiteY1" fmla="*/ 239087 h 545285"/>
              <a:gd name="connsiteX2" fmla="*/ 0 w 1145097"/>
              <a:gd name="connsiteY2" fmla="*/ 239087 h 545285"/>
              <a:gd name="connsiteX3" fmla="*/ 0 w 1145097"/>
              <a:gd name="connsiteY3" fmla="*/ 536896 h 545285"/>
              <a:gd name="connsiteX4" fmla="*/ 1145097 w 1145097"/>
              <a:gd name="connsiteY4" fmla="*/ 545285 h 5452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45097" h="545285">
                <a:moveTo>
                  <a:pt x="604007" y="0"/>
                </a:moveTo>
                <a:lnTo>
                  <a:pt x="608201" y="239087"/>
                </a:lnTo>
                <a:lnTo>
                  <a:pt x="0" y="239087"/>
                </a:lnTo>
                <a:lnTo>
                  <a:pt x="0" y="536896"/>
                </a:lnTo>
                <a:lnTo>
                  <a:pt x="1145097" y="545285"/>
                </a:lnTo>
              </a:path>
            </a:pathLst>
          </a:custGeom>
          <a:noFill/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6E808E29-FEE2-3D41-3785-D02590F1AA79}"/>
              </a:ext>
            </a:extLst>
          </p:cNvPr>
          <p:cNvSpPr/>
          <p:nvPr/>
        </p:nvSpPr>
        <p:spPr>
          <a:xfrm>
            <a:off x="9862395" y="3963143"/>
            <a:ext cx="29361" cy="1598103"/>
          </a:xfrm>
          <a:custGeom>
            <a:avLst/>
            <a:gdLst>
              <a:gd name="connsiteX0" fmla="*/ 0 w 29361"/>
              <a:gd name="connsiteY0" fmla="*/ 0 h 1598103"/>
              <a:gd name="connsiteX1" fmla="*/ 29361 w 29361"/>
              <a:gd name="connsiteY1" fmla="*/ 1598103 h 15981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9361" h="1598103">
                <a:moveTo>
                  <a:pt x="0" y="0"/>
                </a:moveTo>
                <a:lnTo>
                  <a:pt x="29361" y="1598103"/>
                </a:lnTo>
              </a:path>
            </a:pathLst>
          </a:custGeom>
          <a:noFill/>
          <a:ln>
            <a:solidFill>
              <a:schemeClr val="accent5">
                <a:lumMod val="60000"/>
                <a:lumOff val="40000"/>
              </a:schemeClr>
            </a:solidFill>
          </a:ln>
          <a:effectLst>
            <a:glow rad="63500">
              <a:schemeClr val="accent2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41C396B2-2887-071F-5FAC-FAB3D7BDD3B3}"/>
              </a:ext>
            </a:extLst>
          </p:cNvPr>
          <p:cNvSpPr/>
          <p:nvPr/>
        </p:nvSpPr>
        <p:spPr>
          <a:xfrm>
            <a:off x="9765921" y="3950560"/>
            <a:ext cx="453006" cy="1564547"/>
          </a:xfrm>
          <a:custGeom>
            <a:avLst/>
            <a:gdLst>
              <a:gd name="connsiteX0" fmla="*/ 0 w 453006"/>
              <a:gd name="connsiteY0" fmla="*/ 0 h 1564547"/>
              <a:gd name="connsiteX1" fmla="*/ 0 w 453006"/>
              <a:gd name="connsiteY1" fmla="*/ 167780 h 1564547"/>
              <a:gd name="connsiteX2" fmla="*/ 427839 w 453006"/>
              <a:gd name="connsiteY2" fmla="*/ 306198 h 1564547"/>
              <a:gd name="connsiteX3" fmla="*/ 453006 w 453006"/>
              <a:gd name="connsiteY3" fmla="*/ 1564547 h 15645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53006" h="1564547">
                <a:moveTo>
                  <a:pt x="0" y="0"/>
                </a:moveTo>
                <a:lnTo>
                  <a:pt x="0" y="167780"/>
                </a:lnTo>
                <a:lnTo>
                  <a:pt x="427839" y="306198"/>
                </a:lnTo>
                <a:lnTo>
                  <a:pt x="453006" y="1564547"/>
                </a:lnTo>
              </a:path>
            </a:pathLst>
          </a:custGeom>
          <a:noFill/>
          <a:ln>
            <a:solidFill>
              <a:schemeClr val="accent4">
                <a:lumMod val="60000"/>
                <a:lumOff val="40000"/>
              </a:schemeClr>
            </a:solidFill>
          </a:ln>
          <a:effectLst>
            <a:glow rad="63500">
              <a:schemeClr val="accent2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89065528-6C7E-BE63-DD64-9314041C5B18}"/>
              </a:ext>
            </a:extLst>
          </p:cNvPr>
          <p:cNvSpPr/>
          <p:nvPr/>
        </p:nvSpPr>
        <p:spPr>
          <a:xfrm>
            <a:off x="9577131" y="3955595"/>
            <a:ext cx="377928" cy="1505824"/>
          </a:xfrm>
          <a:custGeom>
            <a:avLst/>
            <a:gdLst>
              <a:gd name="connsiteX0" fmla="*/ 788566 w 788566"/>
              <a:gd name="connsiteY0" fmla="*/ 0 h 1505824"/>
              <a:gd name="connsiteX1" fmla="*/ 788566 w 788566"/>
              <a:gd name="connsiteY1" fmla="*/ 322976 h 1505824"/>
              <a:gd name="connsiteX2" fmla="*/ 4195 w 788566"/>
              <a:gd name="connsiteY2" fmla="*/ 322976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88566 w 788566"/>
              <a:gd name="connsiteY1" fmla="*/ 322976 h 1505824"/>
              <a:gd name="connsiteX2" fmla="*/ 4195 w 788566"/>
              <a:gd name="connsiteY2" fmla="*/ 222308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70865 w 788566"/>
              <a:gd name="connsiteY1" fmla="*/ 230698 h 1505824"/>
              <a:gd name="connsiteX2" fmla="*/ 4195 w 788566"/>
              <a:gd name="connsiteY2" fmla="*/ 222308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70865 w 788566"/>
              <a:gd name="connsiteY1" fmla="*/ 230698 h 1505824"/>
              <a:gd name="connsiteX2" fmla="*/ 13044 w 788566"/>
              <a:gd name="connsiteY2" fmla="*/ 289419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70865 w 788566"/>
              <a:gd name="connsiteY1" fmla="*/ 285226 h 1505824"/>
              <a:gd name="connsiteX2" fmla="*/ 13044 w 788566"/>
              <a:gd name="connsiteY2" fmla="*/ 289419 h 1505824"/>
              <a:gd name="connsiteX3" fmla="*/ 0 w 788566"/>
              <a:gd name="connsiteY3" fmla="*/ 1505824 h 1505824"/>
              <a:gd name="connsiteX0" fmla="*/ 788566 w 797417"/>
              <a:gd name="connsiteY0" fmla="*/ 0 h 1505824"/>
              <a:gd name="connsiteX1" fmla="*/ 797417 w 797417"/>
              <a:gd name="connsiteY1" fmla="*/ 285226 h 1505824"/>
              <a:gd name="connsiteX2" fmla="*/ 13044 w 797417"/>
              <a:gd name="connsiteY2" fmla="*/ 289419 h 1505824"/>
              <a:gd name="connsiteX3" fmla="*/ 0 w 797417"/>
              <a:gd name="connsiteY3" fmla="*/ 1505824 h 1505824"/>
              <a:gd name="connsiteX0" fmla="*/ 788566 w 797417"/>
              <a:gd name="connsiteY0" fmla="*/ 0 h 1505824"/>
              <a:gd name="connsiteX1" fmla="*/ 797417 w 797417"/>
              <a:gd name="connsiteY1" fmla="*/ 285226 h 1505824"/>
              <a:gd name="connsiteX2" fmla="*/ 13044 w 797417"/>
              <a:gd name="connsiteY2" fmla="*/ 285225 h 1505824"/>
              <a:gd name="connsiteX3" fmla="*/ 0 w 797417"/>
              <a:gd name="connsiteY3" fmla="*/ 1505824 h 15058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97417" h="1505824">
                <a:moveTo>
                  <a:pt x="788566" y="0"/>
                </a:moveTo>
                <a:lnTo>
                  <a:pt x="797417" y="285226"/>
                </a:lnTo>
                <a:lnTo>
                  <a:pt x="13044" y="285225"/>
                </a:lnTo>
                <a:cubicBezTo>
                  <a:pt x="11646" y="679508"/>
                  <a:pt x="1398" y="1111541"/>
                  <a:pt x="0" y="1505824"/>
                </a:cubicBezTo>
              </a:path>
            </a:pathLst>
          </a:custGeom>
          <a:noFill/>
          <a:ln>
            <a:solidFill>
              <a:schemeClr val="bg1">
                <a:lumMod val="75000"/>
              </a:schemeClr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D7A37491-5B3C-1080-A451-85DBC16B33DC}"/>
              </a:ext>
            </a:extLst>
          </p:cNvPr>
          <p:cNvSpPr/>
          <p:nvPr/>
        </p:nvSpPr>
        <p:spPr>
          <a:xfrm>
            <a:off x="9258387" y="3958949"/>
            <a:ext cx="788566" cy="1505824"/>
          </a:xfrm>
          <a:custGeom>
            <a:avLst/>
            <a:gdLst>
              <a:gd name="connsiteX0" fmla="*/ 788566 w 788566"/>
              <a:gd name="connsiteY0" fmla="*/ 0 h 1505824"/>
              <a:gd name="connsiteX1" fmla="*/ 788566 w 788566"/>
              <a:gd name="connsiteY1" fmla="*/ 322976 h 1505824"/>
              <a:gd name="connsiteX2" fmla="*/ 4195 w 788566"/>
              <a:gd name="connsiteY2" fmla="*/ 322976 h 1505824"/>
              <a:gd name="connsiteX3" fmla="*/ 0 w 788566"/>
              <a:gd name="connsiteY3" fmla="*/ 1505824 h 15058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88566" h="1505824">
                <a:moveTo>
                  <a:pt x="788566" y="0"/>
                </a:moveTo>
                <a:lnTo>
                  <a:pt x="788566" y="322976"/>
                </a:lnTo>
                <a:lnTo>
                  <a:pt x="4195" y="322976"/>
                </a:lnTo>
                <a:cubicBezTo>
                  <a:pt x="2797" y="717259"/>
                  <a:pt x="1398" y="1111541"/>
                  <a:pt x="0" y="1505824"/>
                </a:cubicBezTo>
              </a:path>
            </a:pathLst>
          </a:custGeom>
          <a:noFill/>
          <a:ln>
            <a:solidFill>
              <a:schemeClr val="accent2">
                <a:lumMod val="60000"/>
                <a:lumOff val="40000"/>
              </a:schemeClr>
            </a:solidFill>
          </a:ln>
          <a:effectLst>
            <a:glow rad="63500">
              <a:schemeClr val="accent2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4AE524C0-0B1E-6C71-C40B-BE67D1982989}"/>
              </a:ext>
            </a:extLst>
          </p:cNvPr>
          <p:cNvGrpSpPr/>
          <p:nvPr/>
        </p:nvGrpSpPr>
        <p:grpSpPr>
          <a:xfrm>
            <a:off x="9124170" y="4363941"/>
            <a:ext cx="255090" cy="255090"/>
            <a:chOff x="2766747" y="2052494"/>
            <a:chExt cx="255090" cy="255090"/>
          </a:xfrm>
        </p:grpSpPr>
        <p:sp>
          <p:nvSpPr>
            <p:cNvPr id="18" name="Rectangle: Rounded Corners 17">
              <a:extLst>
                <a:ext uri="{FF2B5EF4-FFF2-40B4-BE49-F238E27FC236}">
                  <a16:creationId xmlns:a16="http://schemas.microsoft.com/office/drawing/2014/main" id="{9B827BD1-E6C9-016F-C5C3-562EC7F03AB8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AEB983FE-C1E5-4161-8F3A-2F25F921DA8C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96859496-4B44-F615-41A1-7C02EEF2452F}"/>
              </a:ext>
            </a:extLst>
          </p:cNvPr>
          <p:cNvGrpSpPr/>
          <p:nvPr/>
        </p:nvGrpSpPr>
        <p:grpSpPr>
          <a:xfrm>
            <a:off x="9444891" y="4363941"/>
            <a:ext cx="255090" cy="255090"/>
            <a:chOff x="2766747" y="2052494"/>
            <a:chExt cx="255090" cy="255090"/>
          </a:xfrm>
        </p:grpSpPr>
        <p:sp>
          <p:nvSpPr>
            <p:cNvPr id="21" name="Rectangle: Rounded Corners 20">
              <a:extLst>
                <a:ext uri="{FF2B5EF4-FFF2-40B4-BE49-F238E27FC236}">
                  <a16:creationId xmlns:a16="http://schemas.microsoft.com/office/drawing/2014/main" id="{D0E7DC0A-EFAE-FB5F-E46C-CD9D03665863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2BEC5CA2-829B-54EE-D2DE-1BC44F123D3B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0F91548F-7F13-279E-8403-F6410CD10641}"/>
              </a:ext>
            </a:extLst>
          </p:cNvPr>
          <p:cNvGrpSpPr/>
          <p:nvPr/>
        </p:nvGrpSpPr>
        <p:grpSpPr>
          <a:xfrm>
            <a:off x="9765612" y="4363941"/>
            <a:ext cx="255090" cy="255090"/>
            <a:chOff x="2766747" y="2052494"/>
            <a:chExt cx="255090" cy="255090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49CBA739-A684-77AE-0276-A01257A9F89E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93559B1E-48D0-3DE2-C55C-EDD36D51B087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1A2F44B8-9D75-CF7A-7E5E-67EF20E2D039}"/>
              </a:ext>
            </a:extLst>
          </p:cNvPr>
          <p:cNvGrpSpPr/>
          <p:nvPr/>
        </p:nvGrpSpPr>
        <p:grpSpPr>
          <a:xfrm>
            <a:off x="10086333" y="4363941"/>
            <a:ext cx="255090" cy="255090"/>
            <a:chOff x="2766747" y="2052494"/>
            <a:chExt cx="255090" cy="255090"/>
          </a:xfrm>
        </p:grpSpPr>
        <p:sp>
          <p:nvSpPr>
            <p:cNvPr id="27" name="Rectangle: Rounded Corners 26">
              <a:extLst>
                <a:ext uri="{FF2B5EF4-FFF2-40B4-BE49-F238E27FC236}">
                  <a16:creationId xmlns:a16="http://schemas.microsoft.com/office/drawing/2014/main" id="{845D9E1F-EABE-F7E5-B2CD-1F56739FC117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78337357-E7C0-19F2-EDEB-157826CA8A41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A0E22B1A-7AF7-A749-A7DA-F732365CC69F}"/>
              </a:ext>
            </a:extLst>
          </p:cNvPr>
          <p:cNvGrpSpPr/>
          <p:nvPr/>
        </p:nvGrpSpPr>
        <p:grpSpPr>
          <a:xfrm>
            <a:off x="9124170" y="4684663"/>
            <a:ext cx="255090" cy="255090"/>
            <a:chOff x="2766747" y="2052494"/>
            <a:chExt cx="255090" cy="255090"/>
          </a:xfrm>
        </p:grpSpPr>
        <p:sp>
          <p:nvSpPr>
            <p:cNvPr id="30" name="Rectangle: Rounded Corners 29">
              <a:extLst>
                <a:ext uri="{FF2B5EF4-FFF2-40B4-BE49-F238E27FC236}">
                  <a16:creationId xmlns:a16="http://schemas.microsoft.com/office/drawing/2014/main" id="{C0AAEAA5-24BF-E87A-249B-23DB3C70E253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1A186C8E-4910-865C-E7F8-80D4BA9E4791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ABC0E60E-7D99-E1FD-E035-FB19267699E4}"/>
              </a:ext>
            </a:extLst>
          </p:cNvPr>
          <p:cNvGrpSpPr/>
          <p:nvPr/>
        </p:nvGrpSpPr>
        <p:grpSpPr>
          <a:xfrm>
            <a:off x="9444891" y="4684663"/>
            <a:ext cx="255090" cy="255090"/>
            <a:chOff x="2766747" y="2052494"/>
            <a:chExt cx="255090" cy="255090"/>
          </a:xfrm>
        </p:grpSpPr>
        <p:sp>
          <p:nvSpPr>
            <p:cNvPr id="33" name="Rectangle: Rounded Corners 32">
              <a:extLst>
                <a:ext uri="{FF2B5EF4-FFF2-40B4-BE49-F238E27FC236}">
                  <a16:creationId xmlns:a16="http://schemas.microsoft.com/office/drawing/2014/main" id="{D16383BB-2FC1-F732-8D9E-317AF4A587CE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34" name="Oval 33">
              <a:extLst>
                <a:ext uri="{FF2B5EF4-FFF2-40B4-BE49-F238E27FC236}">
                  <a16:creationId xmlns:a16="http://schemas.microsoft.com/office/drawing/2014/main" id="{682D478F-315C-46C4-FC6C-4DD0B2062A33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E7FB7862-2013-A675-5849-9DD83674111C}"/>
              </a:ext>
            </a:extLst>
          </p:cNvPr>
          <p:cNvGrpSpPr/>
          <p:nvPr/>
        </p:nvGrpSpPr>
        <p:grpSpPr>
          <a:xfrm>
            <a:off x="9765612" y="4684663"/>
            <a:ext cx="255090" cy="255090"/>
            <a:chOff x="2766747" y="2052494"/>
            <a:chExt cx="255090" cy="255090"/>
          </a:xfrm>
        </p:grpSpPr>
        <p:sp>
          <p:nvSpPr>
            <p:cNvPr id="36" name="Rectangle: Rounded Corners 35">
              <a:extLst>
                <a:ext uri="{FF2B5EF4-FFF2-40B4-BE49-F238E27FC236}">
                  <a16:creationId xmlns:a16="http://schemas.microsoft.com/office/drawing/2014/main" id="{17997E51-4FC1-1EBF-7E57-F4DF27EB5181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D2388CA9-2BFE-95AB-9FFD-6D0BBF43A6D3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599B3574-17E9-DB7A-A342-DCD3B0B7C848}"/>
              </a:ext>
            </a:extLst>
          </p:cNvPr>
          <p:cNvGrpSpPr/>
          <p:nvPr/>
        </p:nvGrpSpPr>
        <p:grpSpPr>
          <a:xfrm>
            <a:off x="10086333" y="4684663"/>
            <a:ext cx="255090" cy="255090"/>
            <a:chOff x="2766747" y="2052494"/>
            <a:chExt cx="255090" cy="255090"/>
          </a:xfrm>
        </p:grpSpPr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7E5654DC-5AFC-557E-7C5D-762CD7E9C2A3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0" name="Oval 39">
              <a:extLst>
                <a:ext uri="{FF2B5EF4-FFF2-40B4-BE49-F238E27FC236}">
                  <a16:creationId xmlns:a16="http://schemas.microsoft.com/office/drawing/2014/main" id="{EEAE7C5E-33F6-24E5-991F-52F0D1F8353F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9D074261-DB67-030B-5E54-00454F236F54}"/>
              </a:ext>
            </a:extLst>
          </p:cNvPr>
          <p:cNvGrpSpPr/>
          <p:nvPr/>
        </p:nvGrpSpPr>
        <p:grpSpPr>
          <a:xfrm>
            <a:off x="9124170" y="5005385"/>
            <a:ext cx="255090" cy="255090"/>
            <a:chOff x="2766747" y="2052494"/>
            <a:chExt cx="255090" cy="255090"/>
          </a:xfrm>
        </p:grpSpPr>
        <p:sp>
          <p:nvSpPr>
            <p:cNvPr id="42" name="Rectangle: Rounded Corners 41">
              <a:extLst>
                <a:ext uri="{FF2B5EF4-FFF2-40B4-BE49-F238E27FC236}">
                  <a16:creationId xmlns:a16="http://schemas.microsoft.com/office/drawing/2014/main" id="{284A63D6-F598-E124-5DF4-B9BCDDB43A64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3" name="Oval 42">
              <a:extLst>
                <a:ext uri="{FF2B5EF4-FFF2-40B4-BE49-F238E27FC236}">
                  <a16:creationId xmlns:a16="http://schemas.microsoft.com/office/drawing/2014/main" id="{8816996E-D64E-1797-4867-C2EA686F0B3B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0085A574-1057-4CD6-15FA-39768F992C80}"/>
              </a:ext>
            </a:extLst>
          </p:cNvPr>
          <p:cNvGrpSpPr/>
          <p:nvPr/>
        </p:nvGrpSpPr>
        <p:grpSpPr>
          <a:xfrm>
            <a:off x="9444891" y="5005385"/>
            <a:ext cx="255090" cy="255090"/>
            <a:chOff x="2766747" y="2052494"/>
            <a:chExt cx="255090" cy="255090"/>
          </a:xfrm>
        </p:grpSpPr>
        <p:sp>
          <p:nvSpPr>
            <p:cNvPr id="45" name="Rectangle: Rounded Corners 44">
              <a:extLst>
                <a:ext uri="{FF2B5EF4-FFF2-40B4-BE49-F238E27FC236}">
                  <a16:creationId xmlns:a16="http://schemas.microsoft.com/office/drawing/2014/main" id="{47BFBE2A-684A-E14E-EEE1-D4F1E874D59F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6" name="Oval 45">
              <a:extLst>
                <a:ext uri="{FF2B5EF4-FFF2-40B4-BE49-F238E27FC236}">
                  <a16:creationId xmlns:a16="http://schemas.microsoft.com/office/drawing/2014/main" id="{BFD040D6-26B0-8475-E329-6D38E6D0CD46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0A418082-AF3A-9B7E-415F-44F4FFF16FBE}"/>
              </a:ext>
            </a:extLst>
          </p:cNvPr>
          <p:cNvGrpSpPr/>
          <p:nvPr/>
        </p:nvGrpSpPr>
        <p:grpSpPr>
          <a:xfrm>
            <a:off x="9765612" y="5005385"/>
            <a:ext cx="255090" cy="255090"/>
            <a:chOff x="2766747" y="2052494"/>
            <a:chExt cx="255090" cy="255090"/>
          </a:xfrm>
        </p:grpSpPr>
        <p:sp>
          <p:nvSpPr>
            <p:cNvPr id="48" name="Rectangle: Rounded Corners 47">
              <a:extLst>
                <a:ext uri="{FF2B5EF4-FFF2-40B4-BE49-F238E27FC236}">
                  <a16:creationId xmlns:a16="http://schemas.microsoft.com/office/drawing/2014/main" id="{C77CA90B-6A0F-4842-8034-E094175ACC91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F5CE234B-01F5-7E66-FB70-777F63C9AFDD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ABDDEF4D-0A39-0606-6129-00E92290B816}"/>
              </a:ext>
            </a:extLst>
          </p:cNvPr>
          <p:cNvGrpSpPr/>
          <p:nvPr/>
        </p:nvGrpSpPr>
        <p:grpSpPr>
          <a:xfrm>
            <a:off x="10086333" y="5005385"/>
            <a:ext cx="255090" cy="255090"/>
            <a:chOff x="2766747" y="2052494"/>
            <a:chExt cx="255090" cy="255090"/>
          </a:xfrm>
        </p:grpSpPr>
        <p:sp>
          <p:nvSpPr>
            <p:cNvPr id="51" name="Rectangle: Rounded Corners 50">
              <a:extLst>
                <a:ext uri="{FF2B5EF4-FFF2-40B4-BE49-F238E27FC236}">
                  <a16:creationId xmlns:a16="http://schemas.microsoft.com/office/drawing/2014/main" id="{51F4994F-EFE9-BEE7-1D98-1ABB76CFA459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A85E081C-7493-2FAF-4672-C267CB3FBBD0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BFA023EF-A03E-4A91-58B4-CBD13320F90B}"/>
              </a:ext>
            </a:extLst>
          </p:cNvPr>
          <p:cNvGrpSpPr/>
          <p:nvPr/>
        </p:nvGrpSpPr>
        <p:grpSpPr>
          <a:xfrm>
            <a:off x="9124170" y="5326107"/>
            <a:ext cx="255090" cy="255090"/>
            <a:chOff x="2766747" y="2052494"/>
            <a:chExt cx="255090" cy="255090"/>
          </a:xfrm>
        </p:grpSpPr>
        <p:sp>
          <p:nvSpPr>
            <p:cNvPr id="54" name="Rectangle: Rounded Corners 53">
              <a:extLst>
                <a:ext uri="{FF2B5EF4-FFF2-40B4-BE49-F238E27FC236}">
                  <a16:creationId xmlns:a16="http://schemas.microsoft.com/office/drawing/2014/main" id="{8F3D3A64-083E-8CB3-B4A3-7879CEC92078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5" name="Oval 54">
              <a:extLst>
                <a:ext uri="{FF2B5EF4-FFF2-40B4-BE49-F238E27FC236}">
                  <a16:creationId xmlns:a16="http://schemas.microsoft.com/office/drawing/2014/main" id="{37D86674-760F-CD4E-FB26-60FE450B8CC8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0C0255BD-EF67-A857-8AE1-A94C12A1F5A8}"/>
              </a:ext>
            </a:extLst>
          </p:cNvPr>
          <p:cNvGrpSpPr/>
          <p:nvPr/>
        </p:nvGrpSpPr>
        <p:grpSpPr>
          <a:xfrm>
            <a:off x="9444891" y="5326107"/>
            <a:ext cx="255090" cy="255090"/>
            <a:chOff x="2766747" y="2052494"/>
            <a:chExt cx="255090" cy="255090"/>
          </a:xfrm>
        </p:grpSpPr>
        <p:sp>
          <p:nvSpPr>
            <p:cNvPr id="57" name="Rectangle: Rounded Corners 56">
              <a:extLst>
                <a:ext uri="{FF2B5EF4-FFF2-40B4-BE49-F238E27FC236}">
                  <a16:creationId xmlns:a16="http://schemas.microsoft.com/office/drawing/2014/main" id="{A4B603C2-908E-CBF0-3ED3-3BD82231DE40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8" name="Oval 57">
              <a:extLst>
                <a:ext uri="{FF2B5EF4-FFF2-40B4-BE49-F238E27FC236}">
                  <a16:creationId xmlns:a16="http://schemas.microsoft.com/office/drawing/2014/main" id="{AA4DEAD9-3C9B-C900-B721-AF91A105DB34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2003D774-0717-D4E0-82CF-FFAC39158353}"/>
              </a:ext>
            </a:extLst>
          </p:cNvPr>
          <p:cNvGrpSpPr/>
          <p:nvPr/>
        </p:nvGrpSpPr>
        <p:grpSpPr>
          <a:xfrm>
            <a:off x="9765612" y="5326107"/>
            <a:ext cx="255090" cy="255090"/>
            <a:chOff x="2766747" y="2052494"/>
            <a:chExt cx="255090" cy="255090"/>
          </a:xfrm>
        </p:grpSpPr>
        <p:sp>
          <p:nvSpPr>
            <p:cNvPr id="60" name="Rectangle: Rounded Corners 59">
              <a:extLst>
                <a:ext uri="{FF2B5EF4-FFF2-40B4-BE49-F238E27FC236}">
                  <a16:creationId xmlns:a16="http://schemas.microsoft.com/office/drawing/2014/main" id="{8C751581-F07D-B28C-5C54-6C904D35B6AB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1" name="Oval 60">
              <a:extLst>
                <a:ext uri="{FF2B5EF4-FFF2-40B4-BE49-F238E27FC236}">
                  <a16:creationId xmlns:a16="http://schemas.microsoft.com/office/drawing/2014/main" id="{6010E119-250B-7062-4644-A1059A16FC2D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010A49F1-4F00-3C3D-FC2E-AA7C39F312F8}"/>
              </a:ext>
            </a:extLst>
          </p:cNvPr>
          <p:cNvGrpSpPr/>
          <p:nvPr/>
        </p:nvGrpSpPr>
        <p:grpSpPr>
          <a:xfrm>
            <a:off x="10086333" y="5326107"/>
            <a:ext cx="255090" cy="255090"/>
            <a:chOff x="2766747" y="2052494"/>
            <a:chExt cx="255090" cy="255090"/>
          </a:xfrm>
        </p:grpSpPr>
        <p:sp>
          <p:nvSpPr>
            <p:cNvPr id="63" name="Rectangle: Rounded Corners 62">
              <a:extLst>
                <a:ext uri="{FF2B5EF4-FFF2-40B4-BE49-F238E27FC236}">
                  <a16:creationId xmlns:a16="http://schemas.microsoft.com/office/drawing/2014/main" id="{7A92F11B-E497-D5A5-793D-57C67EC4CBF9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4" name="Oval 63">
              <a:extLst>
                <a:ext uri="{FF2B5EF4-FFF2-40B4-BE49-F238E27FC236}">
                  <a16:creationId xmlns:a16="http://schemas.microsoft.com/office/drawing/2014/main" id="{2DA513C7-B6E7-D47B-A8BB-CE8FAF751247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8FF84717-2EAD-3EAC-068F-4D8C668FE3B0}"/>
              </a:ext>
            </a:extLst>
          </p:cNvPr>
          <p:cNvGrpSpPr/>
          <p:nvPr/>
        </p:nvGrpSpPr>
        <p:grpSpPr>
          <a:xfrm>
            <a:off x="9317030" y="3891836"/>
            <a:ext cx="815362" cy="138419"/>
            <a:chOff x="5146646" y="1950440"/>
            <a:chExt cx="815362" cy="138419"/>
          </a:xfrm>
        </p:grpSpPr>
        <p:sp>
          <p:nvSpPr>
            <p:cNvPr id="66" name="Rectangle: Rounded Corners 65">
              <a:extLst>
                <a:ext uri="{FF2B5EF4-FFF2-40B4-BE49-F238E27FC236}">
                  <a16:creationId xmlns:a16="http://schemas.microsoft.com/office/drawing/2014/main" id="{11C47703-3E7E-9B76-C46E-7F866B99FF0D}"/>
                </a:ext>
              </a:extLst>
            </p:cNvPr>
            <p:cNvSpPr/>
            <p:nvPr/>
          </p:nvSpPr>
          <p:spPr>
            <a:xfrm>
              <a:off x="5146646" y="1950440"/>
              <a:ext cx="815362" cy="138419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C827A35D-0D0C-0CA1-1983-57BDC5B81942}"/>
                </a:ext>
              </a:extLst>
            </p:cNvPr>
            <p:cNvSpPr/>
            <p:nvPr/>
          </p:nvSpPr>
          <p:spPr>
            <a:xfrm rot="16200000">
              <a:off x="5201236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8" name="Rectangle 67">
              <a:extLst>
                <a:ext uri="{FF2B5EF4-FFF2-40B4-BE49-F238E27FC236}">
                  <a16:creationId xmlns:a16="http://schemas.microsoft.com/office/drawing/2014/main" id="{23DE2737-4A28-E6A0-BB04-7DA148085364}"/>
                </a:ext>
              </a:extLst>
            </p:cNvPr>
            <p:cNvSpPr/>
            <p:nvPr/>
          </p:nvSpPr>
          <p:spPr>
            <a:xfrm rot="16200000">
              <a:off x="5294405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D1AD798D-E200-6E6C-7244-7EF1D5D60B9A}"/>
                </a:ext>
              </a:extLst>
            </p:cNvPr>
            <p:cNvSpPr/>
            <p:nvPr/>
          </p:nvSpPr>
          <p:spPr>
            <a:xfrm rot="16200000">
              <a:off x="5387574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D0E98E48-4D16-15BE-A373-74F7F28E4037}"/>
                </a:ext>
              </a:extLst>
            </p:cNvPr>
            <p:cNvSpPr/>
            <p:nvPr/>
          </p:nvSpPr>
          <p:spPr>
            <a:xfrm rot="16200000">
              <a:off x="5480743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854C8114-361A-6892-EC80-2970E47D9532}"/>
                </a:ext>
              </a:extLst>
            </p:cNvPr>
            <p:cNvSpPr/>
            <p:nvPr/>
          </p:nvSpPr>
          <p:spPr>
            <a:xfrm rot="16200000">
              <a:off x="5573912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5076F3C7-63C0-46C8-6F9C-06CF9245B968}"/>
                </a:ext>
              </a:extLst>
            </p:cNvPr>
            <p:cNvSpPr/>
            <p:nvPr/>
          </p:nvSpPr>
          <p:spPr>
            <a:xfrm rot="16200000">
              <a:off x="5667081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27EA92B0-1596-55EE-22CE-B54E6DAC8846}"/>
                </a:ext>
              </a:extLst>
            </p:cNvPr>
            <p:cNvSpPr/>
            <p:nvPr/>
          </p:nvSpPr>
          <p:spPr>
            <a:xfrm rot="16200000">
              <a:off x="5760250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4" name="Rectangle 73">
              <a:extLst>
                <a:ext uri="{FF2B5EF4-FFF2-40B4-BE49-F238E27FC236}">
                  <a16:creationId xmlns:a16="http://schemas.microsoft.com/office/drawing/2014/main" id="{48592981-BBC3-D112-48D0-989A1C3BD4A1}"/>
                </a:ext>
              </a:extLst>
            </p:cNvPr>
            <p:cNvSpPr/>
            <p:nvPr/>
          </p:nvSpPr>
          <p:spPr>
            <a:xfrm rot="16200000">
              <a:off x="5853419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sp>
        <p:nvSpPr>
          <p:cNvPr id="75" name="TextBox 74">
            <a:extLst>
              <a:ext uri="{FF2B5EF4-FFF2-40B4-BE49-F238E27FC236}">
                <a16:creationId xmlns:a16="http://schemas.microsoft.com/office/drawing/2014/main" id="{60E15470-6EE7-18A8-86F3-5D47DE679E09}"/>
              </a:ext>
            </a:extLst>
          </p:cNvPr>
          <p:cNvSpPr txBox="1"/>
          <p:nvPr/>
        </p:nvSpPr>
        <p:spPr>
          <a:xfrm>
            <a:off x="9069930" y="3729000"/>
            <a:ext cx="1128835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700">
                <a:solidFill>
                  <a:schemeClr val="bg1"/>
                </a:solidFill>
                <a:latin typeface="Consolas" panose="020B0609020204030204" pitchFamily="49" charset="0"/>
              </a:rPr>
              <a:t>pin 7 6 5 4 3 2 1 0</a:t>
            </a:r>
            <a:endParaRPr lang="LID4096" sz="70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1415A52E-B78D-B1B2-8CDD-01EB3C1239A7}"/>
              </a:ext>
            </a:extLst>
          </p:cNvPr>
          <p:cNvSpPr txBox="1"/>
          <p:nvPr/>
        </p:nvSpPr>
        <p:spPr>
          <a:xfrm>
            <a:off x="9055467" y="4496249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0</a:t>
            </a:r>
            <a:endParaRPr lang="LID4096" sz="500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D2F6EA05-A689-EA4A-7F98-C7BD4E48F065}"/>
              </a:ext>
            </a:extLst>
          </p:cNvPr>
          <p:cNvSpPr txBox="1"/>
          <p:nvPr/>
        </p:nvSpPr>
        <p:spPr>
          <a:xfrm>
            <a:off x="9377524" y="4497315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</a:t>
            </a:r>
            <a:endParaRPr lang="LID4096" sz="500"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449613AF-5402-F3CC-B785-ABAE0E3AA48F}"/>
              </a:ext>
            </a:extLst>
          </p:cNvPr>
          <p:cNvSpPr txBox="1"/>
          <p:nvPr/>
        </p:nvSpPr>
        <p:spPr>
          <a:xfrm>
            <a:off x="9699581" y="4498381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2</a:t>
            </a:r>
            <a:endParaRPr lang="LID4096" sz="500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407E60FB-D4FB-7A3C-EE7C-64E9EE93F1F4}"/>
              </a:ext>
            </a:extLst>
          </p:cNvPr>
          <p:cNvSpPr txBox="1"/>
          <p:nvPr/>
        </p:nvSpPr>
        <p:spPr>
          <a:xfrm>
            <a:off x="10021638" y="4499447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3</a:t>
            </a:r>
            <a:endParaRPr lang="LID4096" sz="500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C4B8CE2E-B4BD-0072-2445-A13423BA3A76}"/>
              </a:ext>
            </a:extLst>
          </p:cNvPr>
          <p:cNvSpPr txBox="1"/>
          <p:nvPr/>
        </p:nvSpPr>
        <p:spPr>
          <a:xfrm>
            <a:off x="9055467" y="4798723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4</a:t>
            </a:r>
            <a:endParaRPr lang="LID4096" sz="500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9F294B8D-2BE6-0484-A163-D10D3E21C47B}"/>
              </a:ext>
            </a:extLst>
          </p:cNvPr>
          <p:cNvSpPr txBox="1"/>
          <p:nvPr/>
        </p:nvSpPr>
        <p:spPr>
          <a:xfrm>
            <a:off x="9377524" y="4799789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5</a:t>
            </a:r>
            <a:endParaRPr lang="LID4096" sz="500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5237B03D-00C0-D2C9-2915-8C83717F48FF}"/>
              </a:ext>
            </a:extLst>
          </p:cNvPr>
          <p:cNvSpPr txBox="1"/>
          <p:nvPr/>
        </p:nvSpPr>
        <p:spPr>
          <a:xfrm>
            <a:off x="9699581" y="4800855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6</a:t>
            </a:r>
            <a:endParaRPr lang="LID4096" sz="500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FAE77EBB-234A-07AF-B481-7378E06D6950}"/>
              </a:ext>
            </a:extLst>
          </p:cNvPr>
          <p:cNvSpPr txBox="1"/>
          <p:nvPr/>
        </p:nvSpPr>
        <p:spPr>
          <a:xfrm>
            <a:off x="10021638" y="4801921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7</a:t>
            </a:r>
            <a:endParaRPr lang="LID4096" sz="500"/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343F3381-528E-E8F5-F799-530C5CC3178F}"/>
              </a:ext>
            </a:extLst>
          </p:cNvPr>
          <p:cNvSpPr txBox="1"/>
          <p:nvPr/>
        </p:nvSpPr>
        <p:spPr>
          <a:xfrm>
            <a:off x="9054531" y="5124319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8</a:t>
            </a:r>
            <a:endParaRPr lang="LID4096" sz="500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33131802-8B38-DDEB-AAA1-F82176C2D067}"/>
              </a:ext>
            </a:extLst>
          </p:cNvPr>
          <p:cNvSpPr txBox="1"/>
          <p:nvPr/>
        </p:nvSpPr>
        <p:spPr>
          <a:xfrm>
            <a:off x="9376588" y="5125385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9</a:t>
            </a:r>
            <a:endParaRPr lang="LID4096" sz="500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F9FE457D-E6E7-82D2-F5EF-29AFE180DA16}"/>
              </a:ext>
            </a:extLst>
          </p:cNvPr>
          <p:cNvSpPr txBox="1"/>
          <p:nvPr/>
        </p:nvSpPr>
        <p:spPr>
          <a:xfrm>
            <a:off x="9698645" y="5126451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10</a:t>
            </a:r>
            <a:endParaRPr lang="LID4096" sz="500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6561DD0C-58DF-0E99-CA0F-1248DA4320CA}"/>
              </a:ext>
            </a:extLst>
          </p:cNvPr>
          <p:cNvSpPr txBox="1"/>
          <p:nvPr/>
        </p:nvSpPr>
        <p:spPr>
          <a:xfrm>
            <a:off x="10020702" y="5127517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11</a:t>
            </a:r>
            <a:endParaRPr lang="LID4096" sz="500"/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464A0122-2028-0026-4309-5C57B1A02F35}"/>
              </a:ext>
            </a:extLst>
          </p:cNvPr>
          <p:cNvSpPr txBox="1"/>
          <p:nvPr/>
        </p:nvSpPr>
        <p:spPr>
          <a:xfrm>
            <a:off x="9053595" y="5449915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12</a:t>
            </a:r>
            <a:endParaRPr lang="LID4096" sz="500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45F49F44-2E40-B589-3805-48DDB47A42D7}"/>
              </a:ext>
            </a:extLst>
          </p:cNvPr>
          <p:cNvSpPr txBox="1"/>
          <p:nvPr/>
        </p:nvSpPr>
        <p:spPr>
          <a:xfrm>
            <a:off x="9375652" y="5450981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13</a:t>
            </a:r>
            <a:endParaRPr lang="LID4096" sz="500"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2A99BED2-5C30-7E87-A13D-128173914D73}"/>
              </a:ext>
            </a:extLst>
          </p:cNvPr>
          <p:cNvSpPr txBox="1"/>
          <p:nvPr/>
        </p:nvSpPr>
        <p:spPr>
          <a:xfrm>
            <a:off x="9697709" y="5452047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14</a:t>
            </a:r>
            <a:endParaRPr lang="LID4096" sz="500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A12FF6C4-4EAA-D28D-5C7A-B6AE3D8461B3}"/>
              </a:ext>
            </a:extLst>
          </p:cNvPr>
          <p:cNvSpPr txBox="1"/>
          <p:nvPr/>
        </p:nvSpPr>
        <p:spPr>
          <a:xfrm>
            <a:off x="10019766" y="5453113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15</a:t>
            </a:r>
            <a:endParaRPr lang="LID4096" sz="500"/>
          </a:p>
        </p:txBody>
      </p:sp>
      <p:pic>
        <p:nvPicPr>
          <p:cNvPr id="93" name="Picture 92">
            <a:extLst>
              <a:ext uri="{FF2B5EF4-FFF2-40B4-BE49-F238E27FC236}">
                <a16:creationId xmlns:a16="http://schemas.microsoft.com/office/drawing/2014/main" id="{E7BA98FE-8E54-2914-BB75-CCEEB0B767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6200000">
            <a:off x="4790492" y="3817567"/>
            <a:ext cx="3095687" cy="1602927"/>
          </a:xfrm>
          <a:prstGeom prst="rect">
            <a:avLst/>
          </a:prstGeom>
        </p:spPr>
      </p:pic>
      <p:sp>
        <p:nvSpPr>
          <p:cNvPr id="94" name="Rectangle 93">
            <a:extLst>
              <a:ext uri="{FF2B5EF4-FFF2-40B4-BE49-F238E27FC236}">
                <a16:creationId xmlns:a16="http://schemas.microsoft.com/office/drawing/2014/main" id="{C2E3D4EE-FB90-8221-8058-0079C221DBEF}"/>
              </a:ext>
            </a:extLst>
          </p:cNvPr>
          <p:cNvSpPr/>
          <p:nvPr/>
        </p:nvSpPr>
        <p:spPr>
          <a:xfrm rot="16200000">
            <a:off x="5547725" y="4112390"/>
            <a:ext cx="1955188" cy="810715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5" name="Freeform: Shape 94">
            <a:extLst>
              <a:ext uri="{FF2B5EF4-FFF2-40B4-BE49-F238E27FC236}">
                <a16:creationId xmlns:a16="http://schemas.microsoft.com/office/drawing/2014/main" id="{D496C558-730E-7B1B-8EBA-2A6B8EBD882C}"/>
              </a:ext>
            </a:extLst>
          </p:cNvPr>
          <p:cNvSpPr/>
          <p:nvPr/>
        </p:nvSpPr>
        <p:spPr>
          <a:xfrm rot="16200000">
            <a:off x="5014315" y="4418631"/>
            <a:ext cx="2189810" cy="149806"/>
          </a:xfrm>
          <a:custGeom>
            <a:avLst/>
            <a:gdLst>
              <a:gd name="connsiteX0" fmla="*/ 3406140 w 3825240"/>
              <a:gd name="connsiteY0" fmla="*/ 0 h 259080"/>
              <a:gd name="connsiteX1" fmla="*/ 0 w 3825240"/>
              <a:gd name="connsiteY1" fmla="*/ 68580 h 259080"/>
              <a:gd name="connsiteX2" fmla="*/ 228600 w 3825240"/>
              <a:gd name="connsiteY2" fmla="*/ 259080 h 259080"/>
              <a:gd name="connsiteX3" fmla="*/ 3825240 w 3825240"/>
              <a:gd name="connsiteY3" fmla="*/ 167640 h 259080"/>
              <a:gd name="connsiteX4" fmla="*/ 3406140 w 3825240"/>
              <a:gd name="connsiteY4" fmla="*/ 0 h 259080"/>
              <a:gd name="connsiteX0" fmla="*/ 3406140 w 3787140"/>
              <a:gd name="connsiteY0" fmla="*/ 0 h 259080"/>
              <a:gd name="connsiteX1" fmla="*/ 0 w 3787140"/>
              <a:gd name="connsiteY1" fmla="*/ 68580 h 259080"/>
              <a:gd name="connsiteX2" fmla="*/ 228600 w 3787140"/>
              <a:gd name="connsiteY2" fmla="*/ 259080 h 259080"/>
              <a:gd name="connsiteX3" fmla="*/ 3787140 w 3787140"/>
              <a:gd name="connsiteY3" fmla="*/ 153353 h 259080"/>
              <a:gd name="connsiteX4" fmla="*/ 3406140 w 3787140"/>
              <a:gd name="connsiteY4" fmla="*/ 0 h 259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787140" h="259080">
                <a:moveTo>
                  <a:pt x="3406140" y="0"/>
                </a:moveTo>
                <a:lnTo>
                  <a:pt x="0" y="68580"/>
                </a:lnTo>
                <a:lnTo>
                  <a:pt x="228600" y="259080"/>
                </a:lnTo>
                <a:lnTo>
                  <a:pt x="3787140" y="153353"/>
                </a:lnTo>
                <a:lnTo>
                  <a:pt x="3406140" y="0"/>
                </a:lnTo>
                <a:close/>
              </a:path>
            </a:pathLst>
          </a:custGeom>
          <a:solidFill>
            <a:schemeClr val="bg2">
              <a:lumMod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6" name="Freeform: Shape 95">
            <a:extLst>
              <a:ext uri="{FF2B5EF4-FFF2-40B4-BE49-F238E27FC236}">
                <a16:creationId xmlns:a16="http://schemas.microsoft.com/office/drawing/2014/main" id="{5EF98CBC-D1B7-528F-6957-9B57F6BF29BA}"/>
              </a:ext>
            </a:extLst>
          </p:cNvPr>
          <p:cNvSpPr/>
          <p:nvPr/>
        </p:nvSpPr>
        <p:spPr>
          <a:xfrm rot="16200000">
            <a:off x="6514578" y="5020058"/>
            <a:ext cx="118964" cy="991363"/>
          </a:xfrm>
          <a:custGeom>
            <a:avLst/>
            <a:gdLst>
              <a:gd name="connsiteX0" fmla="*/ 0 w 205740"/>
              <a:gd name="connsiteY0" fmla="*/ 0 h 1714500"/>
              <a:gd name="connsiteX1" fmla="*/ 30480 w 205740"/>
              <a:gd name="connsiteY1" fmla="*/ 1539240 h 1714500"/>
              <a:gd name="connsiteX2" fmla="*/ 205740 w 205740"/>
              <a:gd name="connsiteY2" fmla="*/ 1714500 h 1714500"/>
              <a:gd name="connsiteX3" fmla="*/ 198120 w 205740"/>
              <a:gd name="connsiteY3" fmla="*/ 167640 h 1714500"/>
              <a:gd name="connsiteX4" fmla="*/ 0 w 205740"/>
              <a:gd name="connsiteY4" fmla="*/ 0 h 1714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5740" h="1714500">
                <a:moveTo>
                  <a:pt x="0" y="0"/>
                </a:moveTo>
                <a:lnTo>
                  <a:pt x="30480" y="1539240"/>
                </a:lnTo>
                <a:lnTo>
                  <a:pt x="205740" y="1714500"/>
                </a:lnTo>
                <a:lnTo>
                  <a:pt x="198120" y="167640"/>
                </a:lnTo>
                <a:lnTo>
                  <a:pt x="0" y="0"/>
                </a:ln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7" name="Freeform: Shape 96">
            <a:extLst>
              <a:ext uri="{FF2B5EF4-FFF2-40B4-BE49-F238E27FC236}">
                <a16:creationId xmlns:a16="http://schemas.microsoft.com/office/drawing/2014/main" id="{6183DF89-EB0C-71D3-9E3B-02C907E2326E}"/>
              </a:ext>
            </a:extLst>
          </p:cNvPr>
          <p:cNvSpPr/>
          <p:nvPr/>
        </p:nvSpPr>
        <p:spPr>
          <a:xfrm rot="16200000">
            <a:off x="5560667" y="3942777"/>
            <a:ext cx="2079659" cy="956115"/>
          </a:xfrm>
          <a:custGeom>
            <a:avLst/>
            <a:gdLst>
              <a:gd name="connsiteX0" fmla="*/ 0 w 3680460"/>
              <a:gd name="connsiteY0" fmla="*/ 1653540 h 1653540"/>
              <a:gd name="connsiteX1" fmla="*/ 1463040 w 3680460"/>
              <a:gd name="connsiteY1" fmla="*/ 1592580 h 1653540"/>
              <a:gd name="connsiteX2" fmla="*/ 1463040 w 3680460"/>
              <a:gd name="connsiteY2" fmla="*/ 1417320 h 1653540"/>
              <a:gd name="connsiteX3" fmla="*/ 182880 w 3680460"/>
              <a:gd name="connsiteY3" fmla="*/ 1478280 h 1653540"/>
              <a:gd name="connsiteX4" fmla="*/ 160020 w 3680460"/>
              <a:gd name="connsiteY4" fmla="*/ 266700 h 1653540"/>
              <a:gd name="connsiteX5" fmla="*/ 3474720 w 3680460"/>
              <a:gd name="connsiteY5" fmla="*/ 160020 h 1653540"/>
              <a:gd name="connsiteX6" fmla="*/ 3467100 w 3680460"/>
              <a:gd name="connsiteY6" fmla="*/ 1424940 h 1653540"/>
              <a:gd name="connsiteX7" fmla="*/ 2278380 w 3680460"/>
              <a:gd name="connsiteY7" fmla="*/ 1432560 h 1653540"/>
              <a:gd name="connsiteX8" fmla="*/ 2263140 w 3680460"/>
              <a:gd name="connsiteY8" fmla="*/ 1584960 h 1653540"/>
              <a:gd name="connsiteX9" fmla="*/ 3680460 w 3680460"/>
              <a:gd name="connsiteY9" fmla="*/ 1546860 h 1653540"/>
              <a:gd name="connsiteX10" fmla="*/ 3589020 w 3680460"/>
              <a:gd name="connsiteY10" fmla="*/ 0 h 1653540"/>
              <a:gd name="connsiteX11" fmla="*/ 0 w 3680460"/>
              <a:gd name="connsiteY11" fmla="*/ 91440 h 1653540"/>
              <a:gd name="connsiteX12" fmla="*/ 0 w 3680460"/>
              <a:gd name="connsiteY12" fmla="*/ 1653540 h 1653540"/>
              <a:gd name="connsiteX0" fmla="*/ 0 w 3649980"/>
              <a:gd name="connsiteY0" fmla="*/ 1653540 h 1653540"/>
              <a:gd name="connsiteX1" fmla="*/ 1463040 w 3649980"/>
              <a:gd name="connsiteY1" fmla="*/ 1592580 h 1653540"/>
              <a:gd name="connsiteX2" fmla="*/ 1463040 w 3649980"/>
              <a:gd name="connsiteY2" fmla="*/ 1417320 h 1653540"/>
              <a:gd name="connsiteX3" fmla="*/ 182880 w 3649980"/>
              <a:gd name="connsiteY3" fmla="*/ 1478280 h 1653540"/>
              <a:gd name="connsiteX4" fmla="*/ 160020 w 3649980"/>
              <a:gd name="connsiteY4" fmla="*/ 266700 h 1653540"/>
              <a:gd name="connsiteX5" fmla="*/ 3474720 w 3649980"/>
              <a:gd name="connsiteY5" fmla="*/ 160020 h 1653540"/>
              <a:gd name="connsiteX6" fmla="*/ 3467100 w 3649980"/>
              <a:gd name="connsiteY6" fmla="*/ 1424940 h 1653540"/>
              <a:gd name="connsiteX7" fmla="*/ 2278380 w 3649980"/>
              <a:gd name="connsiteY7" fmla="*/ 1432560 h 1653540"/>
              <a:gd name="connsiteX8" fmla="*/ 2263140 w 3649980"/>
              <a:gd name="connsiteY8" fmla="*/ 1584960 h 1653540"/>
              <a:gd name="connsiteX9" fmla="*/ 3649980 w 3649980"/>
              <a:gd name="connsiteY9" fmla="*/ 1554480 h 1653540"/>
              <a:gd name="connsiteX10" fmla="*/ 3589020 w 3649980"/>
              <a:gd name="connsiteY10" fmla="*/ 0 h 1653540"/>
              <a:gd name="connsiteX11" fmla="*/ 0 w 3649980"/>
              <a:gd name="connsiteY11" fmla="*/ 91440 h 1653540"/>
              <a:gd name="connsiteX12" fmla="*/ 0 w 3649980"/>
              <a:gd name="connsiteY12" fmla="*/ 1653540 h 1653540"/>
              <a:gd name="connsiteX0" fmla="*/ 0 w 3596640"/>
              <a:gd name="connsiteY0" fmla="*/ 1653540 h 1653540"/>
              <a:gd name="connsiteX1" fmla="*/ 1463040 w 3596640"/>
              <a:gd name="connsiteY1" fmla="*/ 1592580 h 1653540"/>
              <a:gd name="connsiteX2" fmla="*/ 1463040 w 3596640"/>
              <a:gd name="connsiteY2" fmla="*/ 1417320 h 1653540"/>
              <a:gd name="connsiteX3" fmla="*/ 182880 w 3596640"/>
              <a:gd name="connsiteY3" fmla="*/ 1478280 h 1653540"/>
              <a:gd name="connsiteX4" fmla="*/ 160020 w 3596640"/>
              <a:gd name="connsiteY4" fmla="*/ 266700 h 1653540"/>
              <a:gd name="connsiteX5" fmla="*/ 3474720 w 3596640"/>
              <a:gd name="connsiteY5" fmla="*/ 160020 h 1653540"/>
              <a:gd name="connsiteX6" fmla="*/ 3467100 w 3596640"/>
              <a:gd name="connsiteY6" fmla="*/ 1424940 h 1653540"/>
              <a:gd name="connsiteX7" fmla="*/ 2278380 w 3596640"/>
              <a:gd name="connsiteY7" fmla="*/ 1432560 h 1653540"/>
              <a:gd name="connsiteX8" fmla="*/ 2263140 w 3596640"/>
              <a:gd name="connsiteY8" fmla="*/ 1584960 h 1653540"/>
              <a:gd name="connsiteX9" fmla="*/ 3596640 w 3596640"/>
              <a:gd name="connsiteY9" fmla="*/ 1546860 h 1653540"/>
              <a:gd name="connsiteX10" fmla="*/ 3589020 w 3596640"/>
              <a:gd name="connsiteY10" fmla="*/ 0 h 1653540"/>
              <a:gd name="connsiteX11" fmla="*/ 0 w 3596640"/>
              <a:gd name="connsiteY11" fmla="*/ 91440 h 1653540"/>
              <a:gd name="connsiteX12" fmla="*/ 0 w 3596640"/>
              <a:gd name="connsiteY12" fmla="*/ 1653540 h 1653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596640" h="1653540">
                <a:moveTo>
                  <a:pt x="0" y="1653540"/>
                </a:moveTo>
                <a:lnTo>
                  <a:pt x="1463040" y="1592580"/>
                </a:lnTo>
                <a:lnTo>
                  <a:pt x="1463040" y="1417320"/>
                </a:lnTo>
                <a:lnTo>
                  <a:pt x="182880" y="1478280"/>
                </a:lnTo>
                <a:lnTo>
                  <a:pt x="160020" y="266700"/>
                </a:lnTo>
                <a:lnTo>
                  <a:pt x="3474720" y="160020"/>
                </a:lnTo>
                <a:lnTo>
                  <a:pt x="3467100" y="1424940"/>
                </a:lnTo>
                <a:lnTo>
                  <a:pt x="2278380" y="1432560"/>
                </a:lnTo>
                <a:lnTo>
                  <a:pt x="2263140" y="1584960"/>
                </a:lnTo>
                <a:lnTo>
                  <a:pt x="3596640" y="1546860"/>
                </a:lnTo>
                <a:lnTo>
                  <a:pt x="3589020" y="0"/>
                </a:lnTo>
                <a:lnTo>
                  <a:pt x="0" y="91440"/>
                </a:lnTo>
                <a:lnTo>
                  <a:pt x="0" y="1653540"/>
                </a:lnTo>
                <a:close/>
              </a:path>
            </a:pathLst>
          </a:cu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8" name="Freeform: Shape 97">
            <a:extLst>
              <a:ext uri="{FF2B5EF4-FFF2-40B4-BE49-F238E27FC236}">
                <a16:creationId xmlns:a16="http://schemas.microsoft.com/office/drawing/2014/main" id="{31CEE1F4-8F08-49F0-FE94-2E158FFD4B82}"/>
              </a:ext>
            </a:extLst>
          </p:cNvPr>
          <p:cNvSpPr/>
          <p:nvPr/>
        </p:nvSpPr>
        <p:spPr>
          <a:xfrm rot="16200000">
            <a:off x="5643693" y="4024151"/>
            <a:ext cx="1911127" cy="758668"/>
          </a:xfrm>
          <a:custGeom>
            <a:avLst/>
            <a:gdLst>
              <a:gd name="connsiteX0" fmla="*/ 2943225 w 3305175"/>
              <a:gd name="connsiteY0" fmla="*/ 4762 h 1312068"/>
              <a:gd name="connsiteX1" fmla="*/ 2964657 w 3305175"/>
              <a:gd name="connsiteY1" fmla="*/ 1040606 h 1312068"/>
              <a:gd name="connsiteX2" fmla="*/ 0 w 3305175"/>
              <a:gd name="connsiteY2" fmla="*/ 1133475 h 1312068"/>
              <a:gd name="connsiteX3" fmla="*/ 7144 w 3305175"/>
              <a:gd name="connsiteY3" fmla="*/ 1312068 h 1312068"/>
              <a:gd name="connsiteX4" fmla="*/ 1290638 w 3305175"/>
              <a:gd name="connsiteY4" fmla="*/ 1254918 h 1312068"/>
              <a:gd name="connsiteX5" fmla="*/ 1362075 w 3305175"/>
              <a:gd name="connsiteY5" fmla="*/ 1202531 h 1312068"/>
              <a:gd name="connsiteX6" fmla="*/ 1431132 w 3305175"/>
              <a:gd name="connsiteY6" fmla="*/ 1185862 h 1312068"/>
              <a:gd name="connsiteX7" fmla="*/ 1735932 w 3305175"/>
              <a:gd name="connsiteY7" fmla="*/ 1171575 h 1312068"/>
              <a:gd name="connsiteX8" fmla="*/ 1902619 w 3305175"/>
              <a:gd name="connsiteY8" fmla="*/ 1178718 h 1312068"/>
              <a:gd name="connsiteX9" fmla="*/ 2100263 w 3305175"/>
              <a:gd name="connsiteY9" fmla="*/ 1264443 h 1312068"/>
              <a:gd name="connsiteX10" fmla="*/ 3300413 w 3305175"/>
              <a:gd name="connsiteY10" fmla="*/ 1257300 h 1312068"/>
              <a:gd name="connsiteX11" fmla="*/ 3305175 w 3305175"/>
              <a:gd name="connsiteY11" fmla="*/ 0 h 1312068"/>
              <a:gd name="connsiteX12" fmla="*/ 2943225 w 3305175"/>
              <a:gd name="connsiteY12" fmla="*/ 4762 h 1312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305175" h="1312068">
                <a:moveTo>
                  <a:pt x="2943225" y="4762"/>
                </a:moveTo>
                <a:lnTo>
                  <a:pt x="2964657" y="1040606"/>
                </a:lnTo>
                <a:lnTo>
                  <a:pt x="0" y="1133475"/>
                </a:lnTo>
                <a:lnTo>
                  <a:pt x="7144" y="1312068"/>
                </a:lnTo>
                <a:lnTo>
                  <a:pt x="1290638" y="1254918"/>
                </a:lnTo>
                <a:lnTo>
                  <a:pt x="1362075" y="1202531"/>
                </a:lnTo>
                <a:lnTo>
                  <a:pt x="1431132" y="1185862"/>
                </a:lnTo>
                <a:lnTo>
                  <a:pt x="1735932" y="1171575"/>
                </a:lnTo>
                <a:lnTo>
                  <a:pt x="1902619" y="1178718"/>
                </a:lnTo>
                <a:lnTo>
                  <a:pt x="2100263" y="1264443"/>
                </a:lnTo>
                <a:lnTo>
                  <a:pt x="3300413" y="1257300"/>
                </a:lnTo>
                <a:cubicBezTo>
                  <a:pt x="3302000" y="838200"/>
                  <a:pt x="3303588" y="419100"/>
                  <a:pt x="3305175" y="0"/>
                </a:cubicBezTo>
                <a:lnTo>
                  <a:pt x="2943225" y="4762"/>
                </a:lnTo>
                <a:close/>
              </a:path>
            </a:pathLst>
          </a:cu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9" name="Freeform: Shape 98">
            <a:extLst>
              <a:ext uri="{FF2B5EF4-FFF2-40B4-BE49-F238E27FC236}">
                <a16:creationId xmlns:a16="http://schemas.microsoft.com/office/drawing/2014/main" id="{080A5AB6-63B1-BD4D-40BC-08EA4BA71A53}"/>
              </a:ext>
            </a:extLst>
          </p:cNvPr>
          <p:cNvSpPr/>
          <p:nvPr/>
        </p:nvSpPr>
        <p:spPr>
          <a:xfrm rot="16200000">
            <a:off x="6730750" y="4307103"/>
            <a:ext cx="473651" cy="143197"/>
          </a:xfrm>
          <a:custGeom>
            <a:avLst/>
            <a:gdLst>
              <a:gd name="connsiteX0" fmla="*/ 802482 w 819150"/>
              <a:gd name="connsiteY0" fmla="*/ 242888 h 247650"/>
              <a:gd name="connsiteX1" fmla="*/ 588169 w 819150"/>
              <a:gd name="connsiteY1" fmla="*/ 116682 h 247650"/>
              <a:gd name="connsiteX2" fmla="*/ 452438 w 819150"/>
              <a:gd name="connsiteY2" fmla="*/ 95250 h 247650"/>
              <a:gd name="connsiteX3" fmla="*/ 192882 w 819150"/>
              <a:gd name="connsiteY3" fmla="*/ 92869 h 247650"/>
              <a:gd name="connsiteX4" fmla="*/ 76200 w 819150"/>
              <a:gd name="connsiteY4" fmla="*/ 140494 h 247650"/>
              <a:gd name="connsiteX5" fmla="*/ 11907 w 819150"/>
              <a:gd name="connsiteY5" fmla="*/ 247650 h 247650"/>
              <a:gd name="connsiteX6" fmla="*/ 0 w 819150"/>
              <a:gd name="connsiteY6" fmla="*/ 85725 h 247650"/>
              <a:gd name="connsiteX7" fmla="*/ 76200 w 819150"/>
              <a:gd name="connsiteY7" fmla="*/ 33338 h 247650"/>
              <a:gd name="connsiteX8" fmla="*/ 173832 w 819150"/>
              <a:gd name="connsiteY8" fmla="*/ 14288 h 247650"/>
              <a:gd name="connsiteX9" fmla="*/ 469107 w 819150"/>
              <a:gd name="connsiteY9" fmla="*/ 0 h 247650"/>
              <a:gd name="connsiteX10" fmla="*/ 616744 w 819150"/>
              <a:gd name="connsiteY10" fmla="*/ 14288 h 247650"/>
              <a:gd name="connsiteX11" fmla="*/ 819150 w 819150"/>
              <a:gd name="connsiteY11" fmla="*/ 95250 h 247650"/>
              <a:gd name="connsiteX12" fmla="*/ 802482 w 819150"/>
              <a:gd name="connsiteY12" fmla="*/ 242888 h 247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819150" h="247650">
                <a:moveTo>
                  <a:pt x="802482" y="242888"/>
                </a:moveTo>
                <a:lnTo>
                  <a:pt x="588169" y="116682"/>
                </a:lnTo>
                <a:lnTo>
                  <a:pt x="452438" y="95250"/>
                </a:lnTo>
                <a:lnTo>
                  <a:pt x="192882" y="92869"/>
                </a:lnTo>
                <a:lnTo>
                  <a:pt x="76200" y="140494"/>
                </a:lnTo>
                <a:lnTo>
                  <a:pt x="11907" y="247650"/>
                </a:lnTo>
                <a:lnTo>
                  <a:pt x="0" y="85725"/>
                </a:lnTo>
                <a:lnTo>
                  <a:pt x="76200" y="33338"/>
                </a:lnTo>
                <a:lnTo>
                  <a:pt x="173832" y="14288"/>
                </a:lnTo>
                <a:lnTo>
                  <a:pt x="469107" y="0"/>
                </a:lnTo>
                <a:lnTo>
                  <a:pt x="616744" y="14288"/>
                </a:lnTo>
                <a:lnTo>
                  <a:pt x="819150" y="95250"/>
                </a:lnTo>
                <a:lnTo>
                  <a:pt x="802482" y="242888"/>
                </a:lnTo>
                <a:close/>
              </a:path>
            </a:pathLst>
          </a:cu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100" name="Group 99">
            <a:extLst>
              <a:ext uri="{FF2B5EF4-FFF2-40B4-BE49-F238E27FC236}">
                <a16:creationId xmlns:a16="http://schemas.microsoft.com/office/drawing/2014/main" id="{C5FB9EA2-EC51-FF07-117F-7552E3257334}"/>
              </a:ext>
            </a:extLst>
          </p:cNvPr>
          <p:cNvGrpSpPr/>
          <p:nvPr/>
        </p:nvGrpSpPr>
        <p:grpSpPr>
          <a:xfrm rot="16200000">
            <a:off x="6374135" y="3859612"/>
            <a:ext cx="121167" cy="90875"/>
            <a:chOff x="6669881" y="4393406"/>
            <a:chExt cx="209550" cy="157163"/>
          </a:xfrm>
        </p:grpSpPr>
        <p:sp>
          <p:nvSpPr>
            <p:cNvPr id="148" name="Rectangle 147">
              <a:extLst>
                <a:ext uri="{FF2B5EF4-FFF2-40B4-BE49-F238E27FC236}">
                  <a16:creationId xmlns:a16="http://schemas.microsoft.com/office/drawing/2014/main" id="{5268E874-A538-264F-EF6D-104992CF0DF1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49" name="Freeform: Shape 148">
              <a:extLst>
                <a:ext uri="{FF2B5EF4-FFF2-40B4-BE49-F238E27FC236}">
                  <a16:creationId xmlns:a16="http://schemas.microsoft.com/office/drawing/2014/main" id="{9429A90F-1234-6C93-F01F-873383FD87E9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1" name="Group 100">
            <a:extLst>
              <a:ext uri="{FF2B5EF4-FFF2-40B4-BE49-F238E27FC236}">
                <a16:creationId xmlns:a16="http://schemas.microsoft.com/office/drawing/2014/main" id="{95A4FC8A-90A1-A639-4048-F315DBE1222D}"/>
              </a:ext>
            </a:extLst>
          </p:cNvPr>
          <p:cNvGrpSpPr/>
          <p:nvPr/>
        </p:nvGrpSpPr>
        <p:grpSpPr>
          <a:xfrm rot="16200000">
            <a:off x="6392034" y="4117092"/>
            <a:ext cx="121167" cy="90875"/>
            <a:chOff x="6669881" y="4393406"/>
            <a:chExt cx="209550" cy="157163"/>
          </a:xfrm>
        </p:grpSpPr>
        <p:sp>
          <p:nvSpPr>
            <p:cNvPr id="146" name="Rectangle 145">
              <a:extLst>
                <a:ext uri="{FF2B5EF4-FFF2-40B4-BE49-F238E27FC236}">
                  <a16:creationId xmlns:a16="http://schemas.microsoft.com/office/drawing/2014/main" id="{84946B5B-FCC3-1CA4-4A3D-55427EF5CE70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47" name="Freeform: Shape 146">
              <a:extLst>
                <a:ext uri="{FF2B5EF4-FFF2-40B4-BE49-F238E27FC236}">
                  <a16:creationId xmlns:a16="http://schemas.microsoft.com/office/drawing/2014/main" id="{34BF8797-3E94-EB54-0EB3-FF918E5E4D4C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2" name="Group 101">
            <a:extLst>
              <a:ext uri="{FF2B5EF4-FFF2-40B4-BE49-F238E27FC236}">
                <a16:creationId xmlns:a16="http://schemas.microsoft.com/office/drawing/2014/main" id="{CB88A330-47A0-1A6D-3730-4A7D3539E4DF}"/>
              </a:ext>
            </a:extLst>
          </p:cNvPr>
          <p:cNvGrpSpPr/>
          <p:nvPr/>
        </p:nvGrpSpPr>
        <p:grpSpPr>
          <a:xfrm rot="16200000">
            <a:off x="6409934" y="4374571"/>
            <a:ext cx="121167" cy="90875"/>
            <a:chOff x="6669881" y="4393406"/>
            <a:chExt cx="209550" cy="157163"/>
          </a:xfrm>
        </p:grpSpPr>
        <p:sp>
          <p:nvSpPr>
            <p:cNvPr id="144" name="Rectangle 143">
              <a:extLst>
                <a:ext uri="{FF2B5EF4-FFF2-40B4-BE49-F238E27FC236}">
                  <a16:creationId xmlns:a16="http://schemas.microsoft.com/office/drawing/2014/main" id="{0C91408C-C123-C3BE-0A2B-B12628C98CB8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45" name="Freeform: Shape 144">
              <a:extLst>
                <a:ext uri="{FF2B5EF4-FFF2-40B4-BE49-F238E27FC236}">
                  <a16:creationId xmlns:a16="http://schemas.microsoft.com/office/drawing/2014/main" id="{B7D58F8E-CC77-FECC-BD18-7AB68732ABF1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3" name="Group 102">
            <a:extLst>
              <a:ext uri="{FF2B5EF4-FFF2-40B4-BE49-F238E27FC236}">
                <a16:creationId xmlns:a16="http://schemas.microsoft.com/office/drawing/2014/main" id="{D4A753D2-4962-2247-D68A-072DA925E043}"/>
              </a:ext>
            </a:extLst>
          </p:cNvPr>
          <p:cNvGrpSpPr/>
          <p:nvPr/>
        </p:nvGrpSpPr>
        <p:grpSpPr>
          <a:xfrm rot="16200000">
            <a:off x="6416818" y="4664408"/>
            <a:ext cx="121167" cy="90875"/>
            <a:chOff x="6669881" y="4393406"/>
            <a:chExt cx="209550" cy="157163"/>
          </a:xfrm>
        </p:grpSpPr>
        <p:sp>
          <p:nvSpPr>
            <p:cNvPr id="142" name="Rectangle 141">
              <a:extLst>
                <a:ext uri="{FF2B5EF4-FFF2-40B4-BE49-F238E27FC236}">
                  <a16:creationId xmlns:a16="http://schemas.microsoft.com/office/drawing/2014/main" id="{F4546756-8DCE-93C8-0CD1-C029960EBB55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43" name="Freeform: Shape 142">
              <a:extLst>
                <a:ext uri="{FF2B5EF4-FFF2-40B4-BE49-F238E27FC236}">
                  <a16:creationId xmlns:a16="http://schemas.microsoft.com/office/drawing/2014/main" id="{B9911F40-70EB-FB6C-A1F8-7482D0A0938B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DB7308AD-0232-DE47-C59E-58CDC6337C32}"/>
              </a:ext>
            </a:extLst>
          </p:cNvPr>
          <p:cNvGrpSpPr/>
          <p:nvPr/>
        </p:nvGrpSpPr>
        <p:grpSpPr>
          <a:xfrm rot="16200000">
            <a:off x="6428222" y="4957132"/>
            <a:ext cx="121167" cy="90875"/>
            <a:chOff x="6669881" y="4393406"/>
            <a:chExt cx="209550" cy="157163"/>
          </a:xfrm>
        </p:grpSpPr>
        <p:sp>
          <p:nvSpPr>
            <p:cNvPr id="140" name="Rectangle 139">
              <a:extLst>
                <a:ext uri="{FF2B5EF4-FFF2-40B4-BE49-F238E27FC236}">
                  <a16:creationId xmlns:a16="http://schemas.microsoft.com/office/drawing/2014/main" id="{F302EDDC-0897-F5DF-9FBA-326E82EDB0A9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41" name="Freeform: Shape 140">
              <a:extLst>
                <a:ext uri="{FF2B5EF4-FFF2-40B4-BE49-F238E27FC236}">
                  <a16:creationId xmlns:a16="http://schemas.microsoft.com/office/drawing/2014/main" id="{6E561915-32E6-1D47-7BCB-4320A2597AAA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5" name="Group 104">
            <a:extLst>
              <a:ext uri="{FF2B5EF4-FFF2-40B4-BE49-F238E27FC236}">
                <a16:creationId xmlns:a16="http://schemas.microsoft.com/office/drawing/2014/main" id="{817EC6FC-BB63-7925-5025-BD187467C069}"/>
              </a:ext>
            </a:extLst>
          </p:cNvPr>
          <p:cNvGrpSpPr/>
          <p:nvPr/>
        </p:nvGrpSpPr>
        <p:grpSpPr>
          <a:xfrm rot="16200000">
            <a:off x="6663670" y="4964017"/>
            <a:ext cx="121167" cy="90875"/>
            <a:chOff x="6669881" y="4393406"/>
            <a:chExt cx="209550" cy="157163"/>
          </a:xfrm>
        </p:grpSpPr>
        <p:sp>
          <p:nvSpPr>
            <p:cNvPr id="138" name="Rectangle 137">
              <a:extLst>
                <a:ext uri="{FF2B5EF4-FFF2-40B4-BE49-F238E27FC236}">
                  <a16:creationId xmlns:a16="http://schemas.microsoft.com/office/drawing/2014/main" id="{96E3AAA9-748C-3FA1-7451-F9CF72F63178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9" name="Freeform: Shape 138">
              <a:extLst>
                <a:ext uri="{FF2B5EF4-FFF2-40B4-BE49-F238E27FC236}">
                  <a16:creationId xmlns:a16="http://schemas.microsoft.com/office/drawing/2014/main" id="{332A761A-E802-D5BE-F3B7-D3309C179F91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27D0769E-BBFB-033D-8EDD-53858D669B37}"/>
              </a:ext>
            </a:extLst>
          </p:cNvPr>
          <p:cNvGrpSpPr/>
          <p:nvPr/>
        </p:nvGrpSpPr>
        <p:grpSpPr>
          <a:xfrm rot="16200000">
            <a:off x="6655408" y="4665786"/>
            <a:ext cx="121167" cy="90875"/>
            <a:chOff x="6669881" y="4393406"/>
            <a:chExt cx="209550" cy="157163"/>
          </a:xfrm>
        </p:grpSpPr>
        <p:sp>
          <p:nvSpPr>
            <p:cNvPr id="136" name="Rectangle 135">
              <a:extLst>
                <a:ext uri="{FF2B5EF4-FFF2-40B4-BE49-F238E27FC236}">
                  <a16:creationId xmlns:a16="http://schemas.microsoft.com/office/drawing/2014/main" id="{15D17965-4AAD-70FE-41EA-4A7C597BE350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7" name="Freeform: Shape 136">
              <a:extLst>
                <a:ext uri="{FF2B5EF4-FFF2-40B4-BE49-F238E27FC236}">
                  <a16:creationId xmlns:a16="http://schemas.microsoft.com/office/drawing/2014/main" id="{298F1721-4886-40C8-56AE-5F6B3EAC4CD5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A2FE7021-7F82-F976-8D70-5C4D6F16F64A}"/>
              </a:ext>
            </a:extLst>
          </p:cNvPr>
          <p:cNvGrpSpPr/>
          <p:nvPr/>
        </p:nvGrpSpPr>
        <p:grpSpPr>
          <a:xfrm rot="16200000">
            <a:off x="6651667" y="4370442"/>
            <a:ext cx="121167" cy="90875"/>
            <a:chOff x="6669881" y="4393406"/>
            <a:chExt cx="209550" cy="157163"/>
          </a:xfrm>
        </p:grpSpPr>
        <p:sp>
          <p:nvSpPr>
            <p:cNvPr id="134" name="Rectangle 133">
              <a:extLst>
                <a:ext uri="{FF2B5EF4-FFF2-40B4-BE49-F238E27FC236}">
                  <a16:creationId xmlns:a16="http://schemas.microsoft.com/office/drawing/2014/main" id="{039B4EC7-3AF4-5CA3-17AF-099C03F95A5C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5" name="Freeform: Shape 134">
              <a:extLst>
                <a:ext uri="{FF2B5EF4-FFF2-40B4-BE49-F238E27FC236}">
                  <a16:creationId xmlns:a16="http://schemas.microsoft.com/office/drawing/2014/main" id="{C8490278-530B-0519-7B89-822ECEDB5C24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8" name="Group 107">
            <a:extLst>
              <a:ext uri="{FF2B5EF4-FFF2-40B4-BE49-F238E27FC236}">
                <a16:creationId xmlns:a16="http://schemas.microsoft.com/office/drawing/2014/main" id="{C1398BE2-63A5-7AD3-C67A-624BA1123A34}"/>
              </a:ext>
            </a:extLst>
          </p:cNvPr>
          <p:cNvGrpSpPr/>
          <p:nvPr/>
        </p:nvGrpSpPr>
        <p:grpSpPr>
          <a:xfrm rot="16200000">
            <a:off x="6654990" y="4099194"/>
            <a:ext cx="121167" cy="90875"/>
            <a:chOff x="6669881" y="4393406"/>
            <a:chExt cx="209550" cy="157163"/>
          </a:xfrm>
        </p:grpSpPr>
        <p:sp>
          <p:nvSpPr>
            <p:cNvPr id="132" name="Rectangle 131">
              <a:extLst>
                <a:ext uri="{FF2B5EF4-FFF2-40B4-BE49-F238E27FC236}">
                  <a16:creationId xmlns:a16="http://schemas.microsoft.com/office/drawing/2014/main" id="{E850883D-B383-0F63-0A75-EEDD3517EBBC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3" name="Freeform: Shape 132">
              <a:extLst>
                <a:ext uri="{FF2B5EF4-FFF2-40B4-BE49-F238E27FC236}">
                  <a16:creationId xmlns:a16="http://schemas.microsoft.com/office/drawing/2014/main" id="{07FF1914-6504-F1A0-8A6D-B40AE1967CEF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9" name="Group 108">
            <a:extLst>
              <a:ext uri="{FF2B5EF4-FFF2-40B4-BE49-F238E27FC236}">
                <a16:creationId xmlns:a16="http://schemas.microsoft.com/office/drawing/2014/main" id="{600FC0C3-F6F3-57D6-1010-B9880B68FF5E}"/>
              </a:ext>
            </a:extLst>
          </p:cNvPr>
          <p:cNvGrpSpPr/>
          <p:nvPr/>
        </p:nvGrpSpPr>
        <p:grpSpPr>
          <a:xfrm rot="16200000">
            <a:off x="6648913" y="3843094"/>
            <a:ext cx="121167" cy="90875"/>
            <a:chOff x="6669881" y="4393406"/>
            <a:chExt cx="209550" cy="157163"/>
          </a:xfrm>
        </p:grpSpPr>
        <p:sp>
          <p:nvSpPr>
            <p:cNvPr id="130" name="Rectangle 129">
              <a:extLst>
                <a:ext uri="{FF2B5EF4-FFF2-40B4-BE49-F238E27FC236}">
                  <a16:creationId xmlns:a16="http://schemas.microsoft.com/office/drawing/2014/main" id="{21F42B0D-9ED1-D7B2-A209-EC33841C7DAF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1" name="Freeform: Shape 130">
              <a:extLst>
                <a:ext uri="{FF2B5EF4-FFF2-40B4-BE49-F238E27FC236}">
                  <a16:creationId xmlns:a16="http://schemas.microsoft.com/office/drawing/2014/main" id="{F743D994-56F9-D5F6-CC43-5EE4F4DB9025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sp>
        <p:nvSpPr>
          <p:cNvPr id="111" name="TextBox 110">
            <a:extLst>
              <a:ext uri="{FF2B5EF4-FFF2-40B4-BE49-F238E27FC236}">
                <a16:creationId xmlns:a16="http://schemas.microsoft.com/office/drawing/2014/main" id="{788EC4DC-3102-AFB3-81EA-C56C53537EF1}"/>
              </a:ext>
            </a:extLst>
          </p:cNvPr>
          <p:cNvSpPr txBox="1"/>
          <p:nvPr/>
        </p:nvSpPr>
        <p:spPr>
          <a:xfrm>
            <a:off x="7189421" y="4831228"/>
            <a:ext cx="46038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GND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DBBB3A57-196F-F910-CBF6-06567B43C35F}"/>
              </a:ext>
            </a:extLst>
          </p:cNvPr>
          <p:cNvSpPr txBox="1"/>
          <p:nvPr/>
        </p:nvSpPr>
        <p:spPr>
          <a:xfrm>
            <a:off x="5183730" y="3690889"/>
            <a:ext cx="43954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3.3V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cxnSp>
        <p:nvCxnSpPr>
          <p:cNvPr id="114" name="Straight Connector 113">
            <a:extLst>
              <a:ext uri="{FF2B5EF4-FFF2-40B4-BE49-F238E27FC236}">
                <a16:creationId xmlns:a16="http://schemas.microsoft.com/office/drawing/2014/main" id="{7156368A-3CBF-09D1-4078-F960597B6239}"/>
              </a:ext>
            </a:extLst>
          </p:cNvPr>
          <p:cNvCxnSpPr>
            <a:cxnSpLocks/>
          </p:cNvCxnSpPr>
          <p:nvPr/>
        </p:nvCxnSpPr>
        <p:spPr>
          <a:xfrm rot="16200000">
            <a:off x="5870388" y="4585169"/>
            <a:ext cx="0" cy="893411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TextBox 114">
            <a:extLst>
              <a:ext uri="{FF2B5EF4-FFF2-40B4-BE49-F238E27FC236}">
                <a16:creationId xmlns:a16="http://schemas.microsoft.com/office/drawing/2014/main" id="{EC7878A6-042A-8AB6-35BB-4A85EB8828F8}"/>
              </a:ext>
            </a:extLst>
          </p:cNvPr>
          <p:cNvSpPr txBox="1"/>
          <p:nvPr/>
        </p:nvSpPr>
        <p:spPr>
          <a:xfrm>
            <a:off x="5179544" y="4842093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pin0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F98D1EC5-71EC-B7FA-CB78-7C01D0116DA6}"/>
              </a:ext>
            </a:extLst>
          </p:cNvPr>
          <p:cNvSpPr txBox="1"/>
          <p:nvPr/>
        </p:nvSpPr>
        <p:spPr>
          <a:xfrm>
            <a:off x="5179544" y="4494051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pin2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49C70972-815D-C222-0D79-10248637B59D}"/>
              </a:ext>
            </a:extLst>
          </p:cNvPr>
          <p:cNvSpPr txBox="1"/>
          <p:nvPr/>
        </p:nvSpPr>
        <p:spPr>
          <a:xfrm>
            <a:off x="5696528" y="4230208"/>
            <a:ext cx="25359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0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70C1FAB8-14F6-8EAB-28CA-A99A905A33EE}"/>
              </a:ext>
            </a:extLst>
          </p:cNvPr>
          <p:cNvSpPr txBox="1"/>
          <p:nvPr/>
        </p:nvSpPr>
        <p:spPr>
          <a:xfrm>
            <a:off x="5769664" y="3969261"/>
            <a:ext cx="25359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1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C528B637-52D3-3C96-E5F4-DDC3764C450E}"/>
              </a:ext>
            </a:extLst>
          </p:cNvPr>
          <p:cNvSpPr txBox="1"/>
          <p:nvPr/>
        </p:nvSpPr>
        <p:spPr>
          <a:xfrm>
            <a:off x="7219646" y="4540109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pin1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6F2287CD-51E2-CEB9-2DDA-52C3D5D71602}"/>
              </a:ext>
            </a:extLst>
          </p:cNvPr>
          <p:cNvSpPr txBox="1"/>
          <p:nvPr/>
        </p:nvSpPr>
        <p:spPr>
          <a:xfrm>
            <a:off x="7218474" y="4241711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pin3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579A0371-9738-0DC5-239D-27B7BC8A0A9A}"/>
              </a:ext>
            </a:extLst>
          </p:cNvPr>
          <p:cNvSpPr txBox="1"/>
          <p:nvPr/>
        </p:nvSpPr>
        <p:spPr>
          <a:xfrm>
            <a:off x="7219062" y="3962749"/>
            <a:ext cx="25359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1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FC1C1C2A-CCEF-3AD3-755F-8593066B3494}"/>
              </a:ext>
            </a:extLst>
          </p:cNvPr>
          <p:cNvSpPr txBox="1"/>
          <p:nvPr/>
        </p:nvSpPr>
        <p:spPr>
          <a:xfrm>
            <a:off x="7218475" y="3700725"/>
            <a:ext cx="25359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1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50" name="Freeform: Shape 149">
            <a:extLst>
              <a:ext uri="{FF2B5EF4-FFF2-40B4-BE49-F238E27FC236}">
                <a16:creationId xmlns:a16="http://schemas.microsoft.com/office/drawing/2014/main" id="{CB418BA3-0590-9E33-5BF8-079C2C7A5C48}"/>
              </a:ext>
            </a:extLst>
          </p:cNvPr>
          <p:cNvSpPr/>
          <p:nvPr/>
        </p:nvSpPr>
        <p:spPr>
          <a:xfrm>
            <a:off x="5000625" y="2609850"/>
            <a:ext cx="5043488" cy="2424113"/>
          </a:xfrm>
          <a:custGeom>
            <a:avLst/>
            <a:gdLst>
              <a:gd name="csX0" fmla="*/ 1304925 w 5043488"/>
              <a:gd name="csY0" fmla="*/ 2424113 h 2424113"/>
              <a:gd name="csX1" fmla="*/ 0 w 5043488"/>
              <a:gd name="csY1" fmla="*/ 2424113 h 2424113"/>
              <a:gd name="csX2" fmla="*/ 0 w 5043488"/>
              <a:gd name="csY2" fmla="*/ 0 h 2424113"/>
              <a:gd name="csX3" fmla="*/ 5043488 w 5043488"/>
              <a:gd name="csY3" fmla="*/ 0 h 2424113"/>
              <a:gd name="csX4" fmla="*/ 5043488 w 5043488"/>
              <a:gd name="csY4" fmla="*/ 1290638 h 24241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5043488" h="2424113">
                <a:moveTo>
                  <a:pt x="1304925" y="2424113"/>
                </a:moveTo>
                <a:lnTo>
                  <a:pt x="0" y="2424113"/>
                </a:lnTo>
                <a:lnTo>
                  <a:pt x="0" y="0"/>
                </a:lnTo>
                <a:lnTo>
                  <a:pt x="5043488" y="0"/>
                </a:lnTo>
                <a:lnTo>
                  <a:pt x="5043488" y="1290638"/>
                </a:lnTo>
              </a:path>
            </a:pathLst>
          </a:custGeom>
          <a:noFill/>
          <a:ln>
            <a:solidFill>
              <a:srgbClr val="FFC000"/>
            </a:solidFill>
          </a:ln>
          <a:effectLst>
            <a:glow rad="63500">
              <a:schemeClr val="accent2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1" name="Freeform: Shape 150">
            <a:extLst>
              <a:ext uri="{FF2B5EF4-FFF2-40B4-BE49-F238E27FC236}">
                <a16:creationId xmlns:a16="http://schemas.microsoft.com/office/drawing/2014/main" id="{52EC2B0B-2FCA-47AC-7FDE-667C06790D9D}"/>
              </a:ext>
            </a:extLst>
          </p:cNvPr>
          <p:cNvSpPr/>
          <p:nvPr/>
        </p:nvSpPr>
        <p:spPr>
          <a:xfrm>
            <a:off x="6829425" y="2671763"/>
            <a:ext cx="3139382" cy="2057400"/>
          </a:xfrm>
          <a:custGeom>
            <a:avLst/>
            <a:gdLst>
              <a:gd name="csX0" fmla="*/ 0 w 3109913"/>
              <a:gd name="csY0" fmla="*/ 2057400 h 2057400"/>
              <a:gd name="csX1" fmla="*/ 1090613 w 3109913"/>
              <a:gd name="csY1" fmla="*/ 2057400 h 2057400"/>
              <a:gd name="csX2" fmla="*/ 1090613 w 3109913"/>
              <a:gd name="csY2" fmla="*/ 0 h 2057400"/>
              <a:gd name="csX3" fmla="*/ 3109913 w 3109913"/>
              <a:gd name="csY3" fmla="*/ 0 h 2057400"/>
              <a:gd name="csX4" fmla="*/ 3109913 w 3109913"/>
              <a:gd name="csY4" fmla="*/ 1228725 h 20574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3109913" h="2057400">
                <a:moveTo>
                  <a:pt x="0" y="2057400"/>
                </a:moveTo>
                <a:lnTo>
                  <a:pt x="1090613" y="2057400"/>
                </a:lnTo>
                <a:lnTo>
                  <a:pt x="1090613" y="0"/>
                </a:lnTo>
                <a:lnTo>
                  <a:pt x="3109913" y="0"/>
                </a:lnTo>
                <a:lnTo>
                  <a:pt x="3109913" y="1228725"/>
                </a:lnTo>
              </a:path>
            </a:pathLst>
          </a:custGeom>
          <a:noFill/>
          <a:ln>
            <a:solidFill>
              <a:schemeClr val="bg1">
                <a:lumMod val="75000"/>
              </a:schemeClr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2" name="Freeform: Shape 151">
            <a:extLst>
              <a:ext uri="{FF2B5EF4-FFF2-40B4-BE49-F238E27FC236}">
                <a16:creationId xmlns:a16="http://schemas.microsoft.com/office/drawing/2014/main" id="{B04149A5-66CE-1421-0EE4-78A1B4523D04}"/>
              </a:ext>
            </a:extLst>
          </p:cNvPr>
          <p:cNvSpPr/>
          <p:nvPr/>
        </p:nvSpPr>
        <p:spPr>
          <a:xfrm>
            <a:off x="5110163" y="2776538"/>
            <a:ext cx="4757737" cy="1947862"/>
          </a:xfrm>
          <a:custGeom>
            <a:avLst/>
            <a:gdLst>
              <a:gd name="csX0" fmla="*/ 1362075 w 4757737"/>
              <a:gd name="csY0" fmla="*/ 1947862 h 1947862"/>
              <a:gd name="csX1" fmla="*/ 0 w 4757737"/>
              <a:gd name="csY1" fmla="*/ 1947862 h 1947862"/>
              <a:gd name="csX2" fmla="*/ 0 w 4757737"/>
              <a:gd name="csY2" fmla="*/ 0 h 1947862"/>
              <a:gd name="csX3" fmla="*/ 4757737 w 4757737"/>
              <a:gd name="csY3" fmla="*/ 0 h 1947862"/>
              <a:gd name="csX4" fmla="*/ 4757737 w 4757737"/>
              <a:gd name="csY4" fmla="*/ 1138237 h 19478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757737" h="1947862">
                <a:moveTo>
                  <a:pt x="1362075" y="1947862"/>
                </a:moveTo>
                <a:lnTo>
                  <a:pt x="0" y="1947862"/>
                </a:lnTo>
                <a:lnTo>
                  <a:pt x="0" y="0"/>
                </a:lnTo>
                <a:lnTo>
                  <a:pt x="4757737" y="0"/>
                </a:lnTo>
                <a:lnTo>
                  <a:pt x="4757737" y="1138237"/>
                </a:lnTo>
              </a:path>
            </a:pathLst>
          </a:custGeom>
          <a:noFill/>
          <a:ln>
            <a:solidFill>
              <a:schemeClr val="accent5">
                <a:lumMod val="60000"/>
                <a:lumOff val="40000"/>
              </a:schemeClr>
            </a:solidFill>
          </a:ln>
          <a:effectLst>
            <a:glow rad="63500">
              <a:schemeClr val="accent2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3" name="Freeform: Shape 152">
            <a:extLst>
              <a:ext uri="{FF2B5EF4-FFF2-40B4-BE49-F238E27FC236}">
                <a16:creationId xmlns:a16="http://schemas.microsoft.com/office/drawing/2014/main" id="{0C53F27C-5BDD-A8E6-04BC-65415FFE6685}"/>
              </a:ext>
            </a:extLst>
          </p:cNvPr>
          <p:cNvSpPr/>
          <p:nvPr/>
        </p:nvSpPr>
        <p:spPr>
          <a:xfrm>
            <a:off x="6810374" y="2862263"/>
            <a:ext cx="2955547" cy="1581150"/>
          </a:xfrm>
          <a:custGeom>
            <a:avLst/>
            <a:gdLst>
              <a:gd name="csX0" fmla="*/ 0 w 2857500"/>
              <a:gd name="csY0" fmla="*/ 1581150 h 1581150"/>
              <a:gd name="csX1" fmla="*/ 1209675 w 2857500"/>
              <a:gd name="csY1" fmla="*/ 1581150 h 1581150"/>
              <a:gd name="csX2" fmla="*/ 1209675 w 2857500"/>
              <a:gd name="csY2" fmla="*/ 0 h 1581150"/>
              <a:gd name="csX3" fmla="*/ 2857500 w 2857500"/>
              <a:gd name="csY3" fmla="*/ 0 h 1581150"/>
              <a:gd name="csX4" fmla="*/ 2857500 w 2857500"/>
              <a:gd name="csY4" fmla="*/ 1066800 h 1581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857500" h="1581150">
                <a:moveTo>
                  <a:pt x="0" y="1581150"/>
                </a:moveTo>
                <a:lnTo>
                  <a:pt x="1209675" y="1581150"/>
                </a:lnTo>
                <a:lnTo>
                  <a:pt x="1209675" y="0"/>
                </a:lnTo>
                <a:lnTo>
                  <a:pt x="2857500" y="0"/>
                </a:lnTo>
                <a:lnTo>
                  <a:pt x="2857500" y="1066800"/>
                </a:lnTo>
              </a:path>
            </a:pathLst>
          </a:custGeom>
          <a:noFill/>
          <a:ln>
            <a:solidFill>
              <a:schemeClr val="accent4">
                <a:lumMod val="60000"/>
                <a:lumOff val="40000"/>
              </a:schemeClr>
            </a:solidFill>
          </a:ln>
          <a:effectLst>
            <a:glow rad="63500">
              <a:schemeClr val="accent2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1F5D5DEF-60C0-5045-2D89-68B3C0C0F0DF}"/>
              </a:ext>
            </a:extLst>
          </p:cNvPr>
          <p:cNvSpPr txBox="1"/>
          <p:nvPr/>
        </p:nvSpPr>
        <p:spPr>
          <a:xfrm>
            <a:off x="7728283" y="6158985"/>
            <a:ext cx="39837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dirty="0">
                <a:solidFill>
                  <a:schemeClr val="bg1"/>
                </a:solidFill>
                <a:latin typeface="Consolas" panose="020B0609020204030204" pitchFamily="49" charset="0"/>
              </a:rPr>
              <a:t>M(GPIOD_INDATA) &amp; 0xF = 0x1101</a:t>
            </a:r>
            <a:endParaRPr lang="LID4096" dirty="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D9BC8015-6E77-C5C1-E5C1-2384105CF5FE}"/>
              </a:ext>
            </a:extLst>
          </p:cNvPr>
          <p:cNvGrpSpPr/>
          <p:nvPr/>
        </p:nvGrpSpPr>
        <p:grpSpPr>
          <a:xfrm>
            <a:off x="6188599" y="4250364"/>
            <a:ext cx="675185" cy="1196508"/>
            <a:chOff x="6188599" y="4250364"/>
            <a:chExt cx="675185" cy="1196508"/>
          </a:xfrm>
        </p:grpSpPr>
        <p:sp>
          <p:nvSpPr>
            <p:cNvPr id="92" name="Freeform: Shape 91">
              <a:extLst>
                <a:ext uri="{FF2B5EF4-FFF2-40B4-BE49-F238E27FC236}">
                  <a16:creationId xmlns:a16="http://schemas.microsoft.com/office/drawing/2014/main" id="{CE5362EC-4DCC-5F15-C2DD-72440009255F}"/>
                </a:ext>
              </a:extLst>
            </p:cNvPr>
            <p:cNvSpPr/>
            <p:nvPr/>
          </p:nvSpPr>
          <p:spPr>
            <a:xfrm>
              <a:off x="6353510" y="4250364"/>
              <a:ext cx="489469" cy="1006840"/>
            </a:xfrm>
            <a:custGeom>
              <a:avLst/>
              <a:gdLst>
                <a:gd name="csX0" fmla="*/ 55916 w 489469"/>
                <a:gd name="csY0" fmla="*/ 1003123 h 1006840"/>
                <a:gd name="csX1" fmla="*/ 202565 w 489469"/>
                <a:gd name="csY1" fmla="*/ 929798 h 1006840"/>
                <a:gd name="csX2" fmla="*/ 254324 w 489469"/>
                <a:gd name="csY2" fmla="*/ 675319 h 1006840"/>
                <a:gd name="csX3" fmla="*/ 465671 w 489469"/>
                <a:gd name="csY3" fmla="*/ 532983 h 1006840"/>
                <a:gd name="csX4" fmla="*/ 465671 w 489469"/>
                <a:gd name="csY4" fmla="*/ 58530 h 1006840"/>
                <a:gd name="csX5" fmla="*/ 297456 w 489469"/>
                <a:gd name="csY5" fmla="*/ 32651 h 1006840"/>
                <a:gd name="csX6" fmla="*/ 237071 w 489469"/>
                <a:gd name="csY6" fmla="*/ 287130 h 1006840"/>
                <a:gd name="csX7" fmla="*/ 12784 w 489469"/>
                <a:gd name="csY7" fmla="*/ 399274 h 1006840"/>
                <a:gd name="csX8" fmla="*/ 34350 w 489469"/>
                <a:gd name="csY8" fmla="*/ 934111 h 1006840"/>
                <a:gd name="csX9" fmla="*/ 55916 w 489469"/>
                <a:gd name="csY9" fmla="*/ 1003123 h 100684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489469" h="1006840">
                  <a:moveTo>
                    <a:pt x="55916" y="1003123"/>
                  </a:moveTo>
                  <a:cubicBezTo>
                    <a:pt x="83952" y="1002404"/>
                    <a:pt x="169497" y="984432"/>
                    <a:pt x="202565" y="929798"/>
                  </a:cubicBezTo>
                  <a:cubicBezTo>
                    <a:pt x="235633" y="875164"/>
                    <a:pt x="210473" y="741455"/>
                    <a:pt x="254324" y="675319"/>
                  </a:cubicBezTo>
                  <a:cubicBezTo>
                    <a:pt x="298175" y="609183"/>
                    <a:pt x="430446" y="635781"/>
                    <a:pt x="465671" y="532983"/>
                  </a:cubicBezTo>
                  <a:cubicBezTo>
                    <a:pt x="500896" y="430185"/>
                    <a:pt x="493707" y="141919"/>
                    <a:pt x="465671" y="58530"/>
                  </a:cubicBezTo>
                  <a:cubicBezTo>
                    <a:pt x="437635" y="-24859"/>
                    <a:pt x="335556" y="-5449"/>
                    <a:pt x="297456" y="32651"/>
                  </a:cubicBezTo>
                  <a:cubicBezTo>
                    <a:pt x="259356" y="70751"/>
                    <a:pt x="284516" y="226026"/>
                    <a:pt x="237071" y="287130"/>
                  </a:cubicBezTo>
                  <a:cubicBezTo>
                    <a:pt x="189626" y="348234"/>
                    <a:pt x="46571" y="291444"/>
                    <a:pt x="12784" y="399274"/>
                  </a:cubicBezTo>
                  <a:cubicBezTo>
                    <a:pt x="-21003" y="507104"/>
                    <a:pt x="21410" y="838502"/>
                    <a:pt x="34350" y="934111"/>
                  </a:cubicBezTo>
                  <a:cubicBezTo>
                    <a:pt x="47290" y="1029720"/>
                    <a:pt x="27880" y="1003842"/>
                    <a:pt x="55916" y="1003123"/>
                  </a:cubicBezTo>
                  <a:close/>
                </a:path>
              </a:pathLst>
            </a:custGeom>
            <a:noFill/>
            <a:ln w="38100">
              <a:solidFill>
                <a:schemeClr val="accent6">
                  <a:lumMod val="60000"/>
                  <a:lumOff val="40000"/>
                </a:schemeClr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 dirty="0"/>
            </a:p>
          </p:txBody>
        </p:sp>
        <p:sp>
          <p:nvSpPr>
            <p:cNvPr id="110" name="TextBox 109">
              <a:extLst>
                <a:ext uri="{FF2B5EF4-FFF2-40B4-BE49-F238E27FC236}">
                  <a16:creationId xmlns:a16="http://schemas.microsoft.com/office/drawing/2014/main" id="{73B3375F-AD2E-68D5-0A26-86F06763A7A2}"/>
                </a:ext>
              </a:extLst>
            </p:cNvPr>
            <p:cNvSpPr txBox="1"/>
            <p:nvPr/>
          </p:nvSpPr>
          <p:spPr>
            <a:xfrm>
              <a:off x="6188599" y="5200651"/>
              <a:ext cx="675185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rgbClr val="92D050"/>
                  </a:solidFill>
                </a:rPr>
                <a:t>PULL UP</a:t>
              </a:r>
              <a:endParaRPr lang="LID4096" sz="1000" b="1" dirty="0">
                <a:solidFill>
                  <a:srgbClr val="92D050"/>
                </a:solidFill>
              </a:endParaRPr>
            </a:p>
          </p:txBody>
        </p:sp>
      </p:grpSp>
      <p:grpSp>
        <p:nvGrpSpPr>
          <p:cNvPr id="112" name="Group 111">
            <a:extLst>
              <a:ext uri="{FF2B5EF4-FFF2-40B4-BE49-F238E27FC236}">
                <a16:creationId xmlns:a16="http://schemas.microsoft.com/office/drawing/2014/main" id="{67A2629F-65D8-3A0C-BAF4-B5FFAAC64816}"/>
              </a:ext>
            </a:extLst>
          </p:cNvPr>
          <p:cNvGrpSpPr/>
          <p:nvPr/>
        </p:nvGrpSpPr>
        <p:grpSpPr>
          <a:xfrm>
            <a:off x="6184123" y="3406953"/>
            <a:ext cx="933269" cy="1238785"/>
            <a:chOff x="6200281" y="4018419"/>
            <a:chExt cx="933269" cy="1238785"/>
          </a:xfrm>
        </p:grpSpPr>
        <p:sp>
          <p:nvSpPr>
            <p:cNvPr id="116" name="Freeform: Shape 115">
              <a:extLst>
                <a:ext uri="{FF2B5EF4-FFF2-40B4-BE49-F238E27FC236}">
                  <a16:creationId xmlns:a16="http://schemas.microsoft.com/office/drawing/2014/main" id="{64F6BCEF-7CCC-AEBE-1104-3CEE31018713}"/>
                </a:ext>
              </a:extLst>
            </p:cNvPr>
            <p:cNvSpPr/>
            <p:nvPr/>
          </p:nvSpPr>
          <p:spPr>
            <a:xfrm>
              <a:off x="6353510" y="4250364"/>
              <a:ext cx="489469" cy="1006840"/>
            </a:xfrm>
            <a:custGeom>
              <a:avLst/>
              <a:gdLst>
                <a:gd name="csX0" fmla="*/ 55916 w 489469"/>
                <a:gd name="csY0" fmla="*/ 1003123 h 1006840"/>
                <a:gd name="csX1" fmla="*/ 202565 w 489469"/>
                <a:gd name="csY1" fmla="*/ 929798 h 1006840"/>
                <a:gd name="csX2" fmla="*/ 254324 w 489469"/>
                <a:gd name="csY2" fmla="*/ 675319 h 1006840"/>
                <a:gd name="csX3" fmla="*/ 465671 w 489469"/>
                <a:gd name="csY3" fmla="*/ 532983 h 1006840"/>
                <a:gd name="csX4" fmla="*/ 465671 w 489469"/>
                <a:gd name="csY4" fmla="*/ 58530 h 1006840"/>
                <a:gd name="csX5" fmla="*/ 297456 w 489469"/>
                <a:gd name="csY5" fmla="*/ 32651 h 1006840"/>
                <a:gd name="csX6" fmla="*/ 237071 w 489469"/>
                <a:gd name="csY6" fmla="*/ 287130 h 1006840"/>
                <a:gd name="csX7" fmla="*/ 12784 w 489469"/>
                <a:gd name="csY7" fmla="*/ 399274 h 1006840"/>
                <a:gd name="csX8" fmla="*/ 34350 w 489469"/>
                <a:gd name="csY8" fmla="*/ 934111 h 1006840"/>
                <a:gd name="csX9" fmla="*/ 55916 w 489469"/>
                <a:gd name="csY9" fmla="*/ 1003123 h 100684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489469" h="1006840">
                  <a:moveTo>
                    <a:pt x="55916" y="1003123"/>
                  </a:moveTo>
                  <a:cubicBezTo>
                    <a:pt x="83952" y="1002404"/>
                    <a:pt x="169497" y="984432"/>
                    <a:pt x="202565" y="929798"/>
                  </a:cubicBezTo>
                  <a:cubicBezTo>
                    <a:pt x="235633" y="875164"/>
                    <a:pt x="210473" y="741455"/>
                    <a:pt x="254324" y="675319"/>
                  </a:cubicBezTo>
                  <a:cubicBezTo>
                    <a:pt x="298175" y="609183"/>
                    <a:pt x="430446" y="635781"/>
                    <a:pt x="465671" y="532983"/>
                  </a:cubicBezTo>
                  <a:cubicBezTo>
                    <a:pt x="500896" y="430185"/>
                    <a:pt x="493707" y="141919"/>
                    <a:pt x="465671" y="58530"/>
                  </a:cubicBezTo>
                  <a:cubicBezTo>
                    <a:pt x="437635" y="-24859"/>
                    <a:pt x="335556" y="-5449"/>
                    <a:pt x="297456" y="32651"/>
                  </a:cubicBezTo>
                  <a:cubicBezTo>
                    <a:pt x="259356" y="70751"/>
                    <a:pt x="284516" y="226026"/>
                    <a:pt x="237071" y="287130"/>
                  </a:cubicBezTo>
                  <a:cubicBezTo>
                    <a:pt x="189626" y="348234"/>
                    <a:pt x="46571" y="291444"/>
                    <a:pt x="12784" y="399274"/>
                  </a:cubicBezTo>
                  <a:cubicBezTo>
                    <a:pt x="-21003" y="507104"/>
                    <a:pt x="21410" y="838502"/>
                    <a:pt x="34350" y="934111"/>
                  </a:cubicBezTo>
                  <a:cubicBezTo>
                    <a:pt x="47290" y="1029720"/>
                    <a:pt x="27880" y="1003842"/>
                    <a:pt x="55916" y="1003123"/>
                  </a:cubicBezTo>
                  <a:close/>
                </a:path>
              </a:pathLst>
            </a:custGeom>
            <a:noFill/>
            <a:ln w="38100">
              <a:solidFill>
                <a:srgbClr val="FFC000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 dirty="0"/>
            </a:p>
          </p:txBody>
        </p:sp>
        <p:sp>
          <p:nvSpPr>
            <p:cNvPr id="118" name="TextBox 117">
              <a:extLst>
                <a:ext uri="{FF2B5EF4-FFF2-40B4-BE49-F238E27FC236}">
                  <a16:creationId xmlns:a16="http://schemas.microsoft.com/office/drawing/2014/main" id="{539CBFA1-D2D6-5F74-C6CB-ED15899FDA0B}"/>
                </a:ext>
              </a:extLst>
            </p:cNvPr>
            <p:cNvSpPr txBox="1"/>
            <p:nvPr/>
          </p:nvSpPr>
          <p:spPr>
            <a:xfrm>
              <a:off x="6200281" y="4018419"/>
              <a:ext cx="933269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rgbClr val="FFC000"/>
                  </a:solidFill>
                </a:rPr>
                <a:t>OPEN DRAIN</a:t>
              </a:r>
              <a:endParaRPr lang="LID4096" sz="1000" b="1" dirty="0">
                <a:solidFill>
                  <a:srgbClr val="FFC000"/>
                </a:solidFill>
              </a:endParaRPr>
            </a:p>
          </p:txBody>
        </p:sp>
      </p:grp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998A4D5-254C-12EA-B40B-0938500F0148}"/>
              </a:ext>
            </a:extLst>
          </p:cNvPr>
          <p:cNvSpPr/>
          <p:nvPr/>
        </p:nvSpPr>
        <p:spPr>
          <a:xfrm>
            <a:off x="5917721" y="2989053"/>
            <a:ext cx="3761117" cy="1466490"/>
          </a:xfrm>
          <a:custGeom>
            <a:avLst/>
            <a:gdLst>
              <a:gd name="csX0" fmla="*/ 470139 w 3761117"/>
              <a:gd name="csY0" fmla="*/ 1466490 h 1466490"/>
              <a:gd name="csX1" fmla="*/ 0 w 3761117"/>
              <a:gd name="csY1" fmla="*/ 1466490 h 1466490"/>
              <a:gd name="csX2" fmla="*/ 0 w 3761117"/>
              <a:gd name="csY2" fmla="*/ 0 h 1466490"/>
              <a:gd name="csX3" fmla="*/ 3761117 w 3761117"/>
              <a:gd name="csY3" fmla="*/ 0 h 1466490"/>
              <a:gd name="csX4" fmla="*/ 3761117 w 3761117"/>
              <a:gd name="csY4" fmla="*/ 944592 h 14664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3761117" h="1466490">
                <a:moveTo>
                  <a:pt x="470139" y="1466490"/>
                </a:moveTo>
                <a:lnTo>
                  <a:pt x="0" y="1466490"/>
                </a:lnTo>
                <a:lnTo>
                  <a:pt x="0" y="0"/>
                </a:lnTo>
                <a:lnTo>
                  <a:pt x="3761117" y="0"/>
                </a:lnTo>
                <a:lnTo>
                  <a:pt x="3761117" y="944592"/>
                </a:lnTo>
              </a:path>
            </a:pathLst>
          </a:cu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986679473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423537-6D94-51EC-84FD-F727D9CAB5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44E5CF-22E7-9F02-CC6A-0323C844B9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dirty="0" err="1"/>
              <a:t>Keypad</a:t>
            </a:r>
            <a:r>
              <a:rPr lang="sv-SE" dirty="0"/>
              <a:t> – Lösning</a:t>
            </a:r>
            <a:endParaRPr lang="LID4096" dirty="0"/>
          </a:p>
        </p:txBody>
      </p:sp>
      <p:sp>
        <p:nvSpPr>
          <p:cNvPr id="155" name="Content Placeholder 154">
            <a:extLst>
              <a:ext uri="{FF2B5EF4-FFF2-40B4-BE49-F238E27FC236}">
                <a16:creationId xmlns:a16="http://schemas.microsoft.com/office/drawing/2014/main" id="{DBCEF073-F337-C131-2BB5-823B6EA042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LID4096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69B556E-E52C-FC70-FFB8-C6A13DB04C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690688"/>
            <a:ext cx="4746017" cy="5167312"/>
          </a:xfrm>
          <a:prstGeom prst="rect">
            <a:avLst/>
          </a:prstGeom>
        </p:spPr>
      </p:pic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0922D618-7D3F-C674-56F1-D8A1ACB58915}"/>
              </a:ext>
            </a:extLst>
          </p:cNvPr>
          <p:cNvSpPr/>
          <p:nvPr/>
        </p:nvSpPr>
        <p:spPr>
          <a:xfrm>
            <a:off x="8625019" y="3694696"/>
            <a:ext cx="2076275" cy="2122414"/>
          </a:xfrm>
          <a:prstGeom prst="roundRect">
            <a:avLst>
              <a:gd name="adj" fmla="val 10606"/>
            </a:avLst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6BB8B8A3-A8F0-6968-6F6E-6FF074B79036}"/>
              </a:ext>
            </a:extLst>
          </p:cNvPr>
          <p:cNvSpPr/>
          <p:nvPr/>
        </p:nvSpPr>
        <p:spPr>
          <a:xfrm>
            <a:off x="8864105" y="3958949"/>
            <a:ext cx="1371600" cy="1514213"/>
          </a:xfrm>
          <a:custGeom>
            <a:avLst/>
            <a:gdLst>
              <a:gd name="connsiteX0" fmla="*/ 541090 w 1371600"/>
              <a:gd name="connsiteY0" fmla="*/ 0 h 1514213"/>
              <a:gd name="connsiteX1" fmla="*/ 541090 w 1371600"/>
              <a:gd name="connsiteY1" fmla="*/ 130029 h 1514213"/>
              <a:gd name="connsiteX2" fmla="*/ 0 w 1371600"/>
              <a:gd name="connsiteY2" fmla="*/ 130029 h 1514213"/>
              <a:gd name="connsiteX3" fmla="*/ 0 w 1371600"/>
              <a:gd name="connsiteY3" fmla="*/ 1497435 h 1514213"/>
              <a:gd name="connsiteX4" fmla="*/ 1371600 w 1371600"/>
              <a:gd name="connsiteY4" fmla="*/ 1514213 h 15142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71600" h="1514213">
                <a:moveTo>
                  <a:pt x="541090" y="0"/>
                </a:moveTo>
                <a:lnTo>
                  <a:pt x="541090" y="130029"/>
                </a:lnTo>
                <a:lnTo>
                  <a:pt x="0" y="130029"/>
                </a:lnTo>
                <a:lnTo>
                  <a:pt x="0" y="1497435"/>
                </a:lnTo>
                <a:lnTo>
                  <a:pt x="1371600" y="1514213"/>
                </a:lnTo>
              </a:path>
            </a:pathLst>
          </a:custGeom>
          <a:noFill/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EED51F20-5F01-BB63-EC84-EEF1B274FEC7}"/>
              </a:ext>
            </a:extLst>
          </p:cNvPr>
          <p:cNvSpPr/>
          <p:nvPr/>
        </p:nvSpPr>
        <p:spPr>
          <a:xfrm>
            <a:off x="8939606" y="3963143"/>
            <a:ext cx="1287710" cy="1170264"/>
          </a:xfrm>
          <a:custGeom>
            <a:avLst/>
            <a:gdLst>
              <a:gd name="connsiteX0" fmla="*/ 545284 w 1287710"/>
              <a:gd name="connsiteY0" fmla="*/ 0 h 1170264"/>
              <a:gd name="connsiteX1" fmla="*/ 541090 w 1287710"/>
              <a:gd name="connsiteY1" fmla="*/ 171975 h 1170264"/>
              <a:gd name="connsiteX2" fmla="*/ 0 w 1287710"/>
              <a:gd name="connsiteY2" fmla="*/ 176169 h 1170264"/>
              <a:gd name="connsiteX3" fmla="*/ 0 w 1287710"/>
              <a:gd name="connsiteY3" fmla="*/ 1166070 h 1170264"/>
              <a:gd name="connsiteX4" fmla="*/ 1287710 w 1287710"/>
              <a:gd name="connsiteY4" fmla="*/ 1170264 h 11702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87710" h="1170264">
                <a:moveTo>
                  <a:pt x="545284" y="0"/>
                </a:moveTo>
                <a:lnTo>
                  <a:pt x="541090" y="171975"/>
                </a:lnTo>
                <a:lnTo>
                  <a:pt x="0" y="176169"/>
                </a:lnTo>
                <a:lnTo>
                  <a:pt x="0" y="1166070"/>
                </a:lnTo>
                <a:lnTo>
                  <a:pt x="1287710" y="1170264"/>
                </a:lnTo>
              </a:path>
            </a:pathLst>
          </a:custGeom>
          <a:noFill/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9258467F-C626-1593-2120-E9958726738D}"/>
              </a:ext>
            </a:extLst>
          </p:cNvPr>
          <p:cNvSpPr/>
          <p:nvPr/>
        </p:nvSpPr>
        <p:spPr>
          <a:xfrm>
            <a:off x="9002523" y="3963143"/>
            <a:ext cx="1224793" cy="855677"/>
          </a:xfrm>
          <a:custGeom>
            <a:avLst/>
            <a:gdLst>
              <a:gd name="connsiteX0" fmla="*/ 587230 w 1224793"/>
              <a:gd name="connsiteY0" fmla="*/ 0 h 855677"/>
              <a:gd name="connsiteX1" fmla="*/ 591424 w 1224793"/>
              <a:gd name="connsiteY1" fmla="*/ 205531 h 855677"/>
              <a:gd name="connsiteX2" fmla="*/ 0 w 1224793"/>
              <a:gd name="connsiteY2" fmla="*/ 209725 h 855677"/>
              <a:gd name="connsiteX3" fmla="*/ 0 w 1224793"/>
              <a:gd name="connsiteY3" fmla="*/ 855677 h 855677"/>
              <a:gd name="connsiteX4" fmla="*/ 1224793 w 1224793"/>
              <a:gd name="connsiteY4" fmla="*/ 855677 h 8556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24793" h="855677">
                <a:moveTo>
                  <a:pt x="587230" y="0"/>
                </a:moveTo>
                <a:lnTo>
                  <a:pt x="591424" y="205531"/>
                </a:lnTo>
                <a:lnTo>
                  <a:pt x="0" y="209725"/>
                </a:lnTo>
                <a:lnTo>
                  <a:pt x="0" y="855677"/>
                </a:lnTo>
                <a:lnTo>
                  <a:pt x="1224793" y="855677"/>
                </a:lnTo>
              </a:path>
            </a:pathLst>
          </a:custGeom>
          <a:noFill/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3E2DBA2F-3D28-82BD-EFC4-51E689B1A2B6}"/>
              </a:ext>
            </a:extLst>
          </p:cNvPr>
          <p:cNvSpPr/>
          <p:nvPr/>
        </p:nvSpPr>
        <p:spPr>
          <a:xfrm>
            <a:off x="9073830" y="3963143"/>
            <a:ext cx="1145097" cy="545285"/>
          </a:xfrm>
          <a:custGeom>
            <a:avLst/>
            <a:gdLst>
              <a:gd name="connsiteX0" fmla="*/ 604007 w 1145097"/>
              <a:gd name="connsiteY0" fmla="*/ 0 h 545285"/>
              <a:gd name="connsiteX1" fmla="*/ 608201 w 1145097"/>
              <a:gd name="connsiteY1" fmla="*/ 239087 h 545285"/>
              <a:gd name="connsiteX2" fmla="*/ 0 w 1145097"/>
              <a:gd name="connsiteY2" fmla="*/ 239087 h 545285"/>
              <a:gd name="connsiteX3" fmla="*/ 0 w 1145097"/>
              <a:gd name="connsiteY3" fmla="*/ 536896 h 545285"/>
              <a:gd name="connsiteX4" fmla="*/ 1145097 w 1145097"/>
              <a:gd name="connsiteY4" fmla="*/ 545285 h 5452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45097" h="545285">
                <a:moveTo>
                  <a:pt x="604007" y="0"/>
                </a:moveTo>
                <a:lnTo>
                  <a:pt x="608201" y="239087"/>
                </a:lnTo>
                <a:lnTo>
                  <a:pt x="0" y="239087"/>
                </a:lnTo>
                <a:lnTo>
                  <a:pt x="0" y="536896"/>
                </a:lnTo>
                <a:lnTo>
                  <a:pt x="1145097" y="545285"/>
                </a:lnTo>
              </a:path>
            </a:pathLst>
          </a:custGeom>
          <a:noFill/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E4E22AF7-1485-BE3E-A517-C12DAEA78FCB}"/>
              </a:ext>
            </a:extLst>
          </p:cNvPr>
          <p:cNvSpPr/>
          <p:nvPr/>
        </p:nvSpPr>
        <p:spPr>
          <a:xfrm>
            <a:off x="9862395" y="3963143"/>
            <a:ext cx="29361" cy="1598103"/>
          </a:xfrm>
          <a:custGeom>
            <a:avLst/>
            <a:gdLst>
              <a:gd name="connsiteX0" fmla="*/ 0 w 29361"/>
              <a:gd name="connsiteY0" fmla="*/ 0 h 1598103"/>
              <a:gd name="connsiteX1" fmla="*/ 29361 w 29361"/>
              <a:gd name="connsiteY1" fmla="*/ 1598103 h 15981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9361" h="1598103">
                <a:moveTo>
                  <a:pt x="0" y="0"/>
                </a:moveTo>
                <a:lnTo>
                  <a:pt x="29361" y="1598103"/>
                </a:lnTo>
              </a:path>
            </a:pathLst>
          </a:custGeom>
          <a:noFill/>
          <a:ln>
            <a:solidFill>
              <a:schemeClr val="accent5">
                <a:lumMod val="60000"/>
                <a:lumOff val="40000"/>
              </a:schemeClr>
            </a:solidFill>
          </a:ln>
          <a:effectLst>
            <a:glow rad="63500">
              <a:schemeClr val="accent2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053C9958-B4CB-6A4B-7016-2DE9D511E60F}"/>
              </a:ext>
            </a:extLst>
          </p:cNvPr>
          <p:cNvSpPr/>
          <p:nvPr/>
        </p:nvSpPr>
        <p:spPr>
          <a:xfrm>
            <a:off x="9765921" y="3950560"/>
            <a:ext cx="453006" cy="1564547"/>
          </a:xfrm>
          <a:custGeom>
            <a:avLst/>
            <a:gdLst>
              <a:gd name="connsiteX0" fmla="*/ 0 w 453006"/>
              <a:gd name="connsiteY0" fmla="*/ 0 h 1564547"/>
              <a:gd name="connsiteX1" fmla="*/ 0 w 453006"/>
              <a:gd name="connsiteY1" fmla="*/ 167780 h 1564547"/>
              <a:gd name="connsiteX2" fmla="*/ 427839 w 453006"/>
              <a:gd name="connsiteY2" fmla="*/ 306198 h 1564547"/>
              <a:gd name="connsiteX3" fmla="*/ 453006 w 453006"/>
              <a:gd name="connsiteY3" fmla="*/ 1564547 h 15645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53006" h="1564547">
                <a:moveTo>
                  <a:pt x="0" y="0"/>
                </a:moveTo>
                <a:lnTo>
                  <a:pt x="0" y="167780"/>
                </a:lnTo>
                <a:lnTo>
                  <a:pt x="427839" y="306198"/>
                </a:lnTo>
                <a:lnTo>
                  <a:pt x="453006" y="1564547"/>
                </a:lnTo>
              </a:path>
            </a:pathLst>
          </a:custGeom>
          <a:noFill/>
          <a:ln>
            <a:solidFill>
              <a:schemeClr val="accent4">
                <a:lumMod val="60000"/>
                <a:lumOff val="40000"/>
              </a:schemeClr>
            </a:solidFill>
          </a:ln>
          <a:effectLst>
            <a:glow rad="63500">
              <a:schemeClr val="accent2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1CB8052C-409A-72B2-8588-0DF6A5019476}"/>
              </a:ext>
            </a:extLst>
          </p:cNvPr>
          <p:cNvSpPr/>
          <p:nvPr/>
        </p:nvSpPr>
        <p:spPr>
          <a:xfrm>
            <a:off x="9577131" y="3955595"/>
            <a:ext cx="377928" cy="1505824"/>
          </a:xfrm>
          <a:custGeom>
            <a:avLst/>
            <a:gdLst>
              <a:gd name="connsiteX0" fmla="*/ 788566 w 788566"/>
              <a:gd name="connsiteY0" fmla="*/ 0 h 1505824"/>
              <a:gd name="connsiteX1" fmla="*/ 788566 w 788566"/>
              <a:gd name="connsiteY1" fmla="*/ 322976 h 1505824"/>
              <a:gd name="connsiteX2" fmla="*/ 4195 w 788566"/>
              <a:gd name="connsiteY2" fmla="*/ 322976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88566 w 788566"/>
              <a:gd name="connsiteY1" fmla="*/ 322976 h 1505824"/>
              <a:gd name="connsiteX2" fmla="*/ 4195 w 788566"/>
              <a:gd name="connsiteY2" fmla="*/ 222308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70865 w 788566"/>
              <a:gd name="connsiteY1" fmla="*/ 230698 h 1505824"/>
              <a:gd name="connsiteX2" fmla="*/ 4195 w 788566"/>
              <a:gd name="connsiteY2" fmla="*/ 222308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70865 w 788566"/>
              <a:gd name="connsiteY1" fmla="*/ 230698 h 1505824"/>
              <a:gd name="connsiteX2" fmla="*/ 13044 w 788566"/>
              <a:gd name="connsiteY2" fmla="*/ 289419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70865 w 788566"/>
              <a:gd name="connsiteY1" fmla="*/ 285226 h 1505824"/>
              <a:gd name="connsiteX2" fmla="*/ 13044 w 788566"/>
              <a:gd name="connsiteY2" fmla="*/ 289419 h 1505824"/>
              <a:gd name="connsiteX3" fmla="*/ 0 w 788566"/>
              <a:gd name="connsiteY3" fmla="*/ 1505824 h 1505824"/>
              <a:gd name="connsiteX0" fmla="*/ 788566 w 797417"/>
              <a:gd name="connsiteY0" fmla="*/ 0 h 1505824"/>
              <a:gd name="connsiteX1" fmla="*/ 797417 w 797417"/>
              <a:gd name="connsiteY1" fmla="*/ 285226 h 1505824"/>
              <a:gd name="connsiteX2" fmla="*/ 13044 w 797417"/>
              <a:gd name="connsiteY2" fmla="*/ 289419 h 1505824"/>
              <a:gd name="connsiteX3" fmla="*/ 0 w 797417"/>
              <a:gd name="connsiteY3" fmla="*/ 1505824 h 1505824"/>
              <a:gd name="connsiteX0" fmla="*/ 788566 w 797417"/>
              <a:gd name="connsiteY0" fmla="*/ 0 h 1505824"/>
              <a:gd name="connsiteX1" fmla="*/ 797417 w 797417"/>
              <a:gd name="connsiteY1" fmla="*/ 285226 h 1505824"/>
              <a:gd name="connsiteX2" fmla="*/ 13044 w 797417"/>
              <a:gd name="connsiteY2" fmla="*/ 285225 h 1505824"/>
              <a:gd name="connsiteX3" fmla="*/ 0 w 797417"/>
              <a:gd name="connsiteY3" fmla="*/ 1505824 h 15058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97417" h="1505824">
                <a:moveTo>
                  <a:pt x="788566" y="0"/>
                </a:moveTo>
                <a:lnTo>
                  <a:pt x="797417" y="285226"/>
                </a:lnTo>
                <a:lnTo>
                  <a:pt x="13044" y="285225"/>
                </a:lnTo>
                <a:cubicBezTo>
                  <a:pt x="11646" y="679508"/>
                  <a:pt x="1398" y="1111541"/>
                  <a:pt x="0" y="1505824"/>
                </a:cubicBezTo>
              </a:path>
            </a:pathLst>
          </a:custGeom>
          <a:noFill/>
          <a:ln>
            <a:solidFill>
              <a:schemeClr val="bg1">
                <a:lumMod val="75000"/>
              </a:schemeClr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321E6492-037A-0821-6366-F2721A05029B}"/>
              </a:ext>
            </a:extLst>
          </p:cNvPr>
          <p:cNvSpPr/>
          <p:nvPr/>
        </p:nvSpPr>
        <p:spPr>
          <a:xfrm>
            <a:off x="9258387" y="3958949"/>
            <a:ext cx="788566" cy="1505824"/>
          </a:xfrm>
          <a:custGeom>
            <a:avLst/>
            <a:gdLst>
              <a:gd name="connsiteX0" fmla="*/ 788566 w 788566"/>
              <a:gd name="connsiteY0" fmla="*/ 0 h 1505824"/>
              <a:gd name="connsiteX1" fmla="*/ 788566 w 788566"/>
              <a:gd name="connsiteY1" fmla="*/ 322976 h 1505824"/>
              <a:gd name="connsiteX2" fmla="*/ 4195 w 788566"/>
              <a:gd name="connsiteY2" fmla="*/ 322976 h 1505824"/>
              <a:gd name="connsiteX3" fmla="*/ 0 w 788566"/>
              <a:gd name="connsiteY3" fmla="*/ 1505824 h 15058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88566" h="1505824">
                <a:moveTo>
                  <a:pt x="788566" y="0"/>
                </a:moveTo>
                <a:lnTo>
                  <a:pt x="788566" y="322976"/>
                </a:lnTo>
                <a:lnTo>
                  <a:pt x="4195" y="322976"/>
                </a:lnTo>
                <a:cubicBezTo>
                  <a:pt x="2797" y="717259"/>
                  <a:pt x="1398" y="1111541"/>
                  <a:pt x="0" y="1505824"/>
                </a:cubicBezTo>
              </a:path>
            </a:pathLst>
          </a:custGeom>
          <a:noFill/>
          <a:ln>
            <a:solidFill>
              <a:schemeClr val="accent2">
                <a:lumMod val="60000"/>
                <a:lumOff val="40000"/>
              </a:schemeClr>
            </a:solidFill>
          </a:ln>
          <a:effectLst>
            <a:glow rad="63500">
              <a:schemeClr val="accent2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C6DC7FAE-AEC6-1E19-7115-FB58B314C263}"/>
              </a:ext>
            </a:extLst>
          </p:cNvPr>
          <p:cNvGrpSpPr/>
          <p:nvPr/>
        </p:nvGrpSpPr>
        <p:grpSpPr>
          <a:xfrm>
            <a:off x="9124170" y="4363941"/>
            <a:ext cx="255090" cy="255090"/>
            <a:chOff x="2766747" y="2052494"/>
            <a:chExt cx="255090" cy="255090"/>
          </a:xfrm>
        </p:grpSpPr>
        <p:sp>
          <p:nvSpPr>
            <p:cNvPr id="18" name="Rectangle: Rounded Corners 17">
              <a:extLst>
                <a:ext uri="{FF2B5EF4-FFF2-40B4-BE49-F238E27FC236}">
                  <a16:creationId xmlns:a16="http://schemas.microsoft.com/office/drawing/2014/main" id="{4DE9EA81-98C5-12A2-C203-33342DB1AB5A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DEF91D5B-96E7-8472-F21C-D477A1398211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5C331636-D247-0CA9-B4AF-3BB5417CD212}"/>
              </a:ext>
            </a:extLst>
          </p:cNvPr>
          <p:cNvGrpSpPr/>
          <p:nvPr/>
        </p:nvGrpSpPr>
        <p:grpSpPr>
          <a:xfrm>
            <a:off x="9444891" y="4363941"/>
            <a:ext cx="255090" cy="255090"/>
            <a:chOff x="2766747" y="2052494"/>
            <a:chExt cx="255090" cy="255090"/>
          </a:xfrm>
        </p:grpSpPr>
        <p:sp>
          <p:nvSpPr>
            <p:cNvPr id="21" name="Rectangle: Rounded Corners 20">
              <a:extLst>
                <a:ext uri="{FF2B5EF4-FFF2-40B4-BE49-F238E27FC236}">
                  <a16:creationId xmlns:a16="http://schemas.microsoft.com/office/drawing/2014/main" id="{DE337346-703D-933F-77FA-47B9217F4C9E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194F2D31-BE72-B20A-B05F-5B632EFCAC8D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00B900C2-FA89-A29C-6940-839C680EA480}"/>
              </a:ext>
            </a:extLst>
          </p:cNvPr>
          <p:cNvGrpSpPr/>
          <p:nvPr/>
        </p:nvGrpSpPr>
        <p:grpSpPr>
          <a:xfrm>
            <a:off x="9765612" y="4363941"/>
            <a:ext cx="255090" cy="255090"/>
            <a:chOff x="2766747" y="2052494"/>
            <a:chExt cx="255090" cy="255090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C2FC707E-E1D5-76EA-24FC-78CE92CB5EFE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061AB81C-02D7-1D0E-4322-93A32761467E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758A68F9-9F9F-F3B3-7E83-232040F126DF}"/>
              </a:ext>
            </a:extLst>
          </p:cNvPr>
          <p:cNvGrpSpPr/>
          <p:nvPr/>
        </p:nvGrpSpPr>
        <p:grpSpPr>
          <a:xfrm>
            <a:off x="10086333" y="4363941"/>
            <a:ext cx="255090" cy="255090"/>
            <a:chOff x="2766747" y="2052494"/>
            <a:chExt cx="255090" cy="255090"/>
          </a:xfrm>
        </p:grpSpPr>
        <p:sp>
          <p:nvSpPr>
            <p:cNvPr id="27" name="Rectangle: Rounded Corners 26">
              <a:extLst>
                <a:ext uri="{FF2B5EF4-FFF2-40B4-BE49-F238E27FC236}">
                  <a16:creationId xmlns:a16="http://schemas.microsoft.com/office/drawing/2014/main" id="{40B27018-3668-6818-C039-4BECAF5A6760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0DBA4F7E-44A2-85BC-2165-DFFBC4B718BE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33FC7C94-B13B-66F4-75A0-3D5387B883EA}"/>
              </a:ext>
            </a:extLst>
          </p:cNvPr>
          <p:cNvGrpSpPr/>
          <p:nvPr/>
        </p:nvGrpSpPr>
        <p:grpSpPr>
          <a:xfrm>
            <a:off x="9124170" y="4684663"/>
            <a:ext cx="255090" cy="255090"/>
            <a:chOff x="2766747" y="2052494"/>
            <a:chExt cx="255090" cy="255090"/>
          </a:xfrm>
        </p:grpSpPr>
        <p:sp>
          <p:nvSpPr>
            <p:cNvPr id="30" name="Rectangle: Rounded Corners 29">
              <a:extLst>
                <a:ext uri="{FF2B5EF4-FFF2-40B4-BE49-F238E27FC236}">
                  <a16:creationId xmlns:a16="http://schemas.microsoft.com/office/drawing/2014/main" id="{12018879-5114-1A27-1F8D-F012A8D14700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5CED7B70-F1BA-9D51-099E-FA354626DACE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2936B0AC-0907-C310-F2E4-43AF09A9363C}"/>
              </a:ext>
            </a:extLst>
          </p:cNvPr>
          <p:cNvGrpSpPr/>
          <p:nvPr/>
        </p:nvGrpSpPr>
        <p:grpSpPr>
          <a:xfrm>
            <a:off x="9444891" y="4684663"/>
            <a:ext cx="255090" cy="255090"/>
            <a:chOff x="2766747" y="2052494"/>
            <a:chExt cx="255090" cy="255090"/>
          </a:xfrm>
        </p:grpSpPr>
        <p:sp>
          <p:nvSpPr>
            <p:cNvPr id="33" name="Rectangle: Rounded Corners 32">
              <a:extLst>
                <a:ext uri="{FF2B5EF4-FFF2-40B4-BE49-F238E27FC236}">
                  <a16:creationId xmlns:a16="http://schemas.microsoft.com/office/drawing/2014/main" id="{25A8EF61-18A7-356B-6D9D-431A5C236C50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34" name="Oval 33">
              <a:extLst>
                <a:ext uri="{FF2B5EF4-FFF2-40B4-BE49-F238E27FC236}">
                  <a16:creationId xmlns:a16="http://schemas.microsoft.com/office/drawing/2014/main" id="{84D9D24A-8AA1-EDFE-9587-226374DC486D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0C8C350A-FE8F-B226-E477-64FE497A0E7C}"/>
              </a:ext>
            </a:extLst>
          </p:cNvPr>
          <p:cNvGrpSpPr/>
          <p:nvPr/>
        </p:nvGrpSpPr>
        <p:grpSpPr>
          <a:xfrm>
            <a:off x="9765612" y="4684663"/>
            <a:ext cx="255090" cy="255090"/>
            <a:chOff x="2766747" y="2052494"/>
            <a:chExt cx="255090" cy="255090"/>
          </a:xfrm>
        </p:grpSpPr>
        <p:sp>
          <p:nvSpPr>
            <p:cNvPr id="36" name="Rectangle: Rounded Corners 35">
              <a:extLst>
                <a:ext uri="{FF2B5EF4-FFF2-40B4-BE49-F238E27FC236}">
                  <a16:creationId xmlns:a16="http://schemas.microsoft.com/office/drawing/2014/main" id="{A8C86DB6-84AC-8039-33CA-1950F2355404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346A1AF5-F652-5CF0-7409-C300965D9CA1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6C8F06D-5848-A74F-E9C6-5D01E4FF788D}"/>
              </a:ext>
            </a:extLst>
          </p:cNvPr>
          <p:cNvGrpSpPr/>
          <p:nvPr/>
        </p:nvGrpSpPr>
        <p:grpSpPr>
          <a:xfrm>
            <a:off x="10086333" y="4684663"/>
            <a:ext cx="255090" cy="255090"/>
            <a:chOff x="2766747" y="2052494"/>
            <a:chExt cx="255090" cy="255090"/>
          </a:xfrm>
        </p:grpSpPr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4AEEFE5A-E292-1840-0695-75424D460EAF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0" name="Oval 39">
              <a:extLst>
                <a:ext uri="{FF2B5EF4-FFF2-40B4-BE49-F238E27FC236}">
                  <a16:creationId xmlns:a16="http://schemas.microsoft.com/office/drawing/2014/main" id="{63973490-2E40-EF11-6375-72769133591B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10E81FCB-358B-687E-54ED-7E5D4F49B25B}"/>
              </a:ext>
            </a:extLst>
          </p:cNvPr>
          <p:cNvGrpSpPr/>
          <p:nvPr/>
        </p:nvGrpSpPr>
        <p:grpSpPr>
          <a:xfrm>
            <a:off x="9124170" y="5005385"/>
            <a:ext cx="255090" cy="255090"/>
            <a:chOff x="2766747" y="2052494"/>
            <a:chExt cx="255090" cy="255090"/>
          </a:xfrm>
        </p:grpSpPr>
        <p:sp>
          <p:nvSpPr>
            <p:cNvPr id="42" name="Rectangle: Rounded Corners 41">
              <a:extLst>
                <a:ext uri="{FF2B5EF4-FFF2-40B4-BE49-F238E27FC236}">
                  <a16:creationId xmlns:a16="http://schemas.microsoft.com/office/drawing/2014/main" id="{EC6BB9A1-A614-6EA8-AAE9-A90CFA69CA0F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3" name="Oval 42">
              <a:extLst>
                <a:ext uri="{FF2B5EF4-FFF2-40B4-BE49-F238E27FC236}">
                  <a16:creationId xmlns:a16="http://schemas.microsoft.com/office/drawing/2014/main" id="{306FD9FA-6756-EB2C-524B-6BCDCEC6F21B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8918AE0D-5DB9-0EB5-8C02-1E9A6E4CDA93}"/>
              </a:ext>
            </a:extLst>
          </p:cNvPr>
          <p:cNvGrpSpPr/>
          <p:nvPr/>
        </p:nvGrpSpPr>
        <p:grpSpPr>
          <a:xfrm>
            <a:off x="9444891" y="5005385"/>
            <a:ext cx="255090" cy="255090"/>
            <a:chOff x="2766747" y="2052494"/>
            <a:chExt cx="255090" cy="255090"/>
          </a:xfrm>
        </p:grpSpPr>
        <p:sp>
          <p:nvSpPr>
            <p:cNvPr id="45" name="Rectangle: Rounded Corners 44">
              <a:extLst>
                <a:ext uri="{FF2B5EF4-FFF2-40B4-BE49-F238E27FC236}">
                  <a16:creationId xmlns:a16="http://schemas.microsoft.com/office/drawing/2014/main" id="{7A8E4F1D-E825-0913-DE46-5E4A8EA12F8F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6" name="Oval 45">
              <a:extLst>
                <a:ext uri="{FF2B5EF4-FFF2-40B4-BE49-F238E27FC236}">
                  <a16:creationId xmlns:a16="http://schemas.microsoft.com/office/drawing/2014/main" id="{F961A371-DBB2-5522-F224-ABBDDA157320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3636D66D-003F-5688-63F9-D87D53B5E7CA}"/>
              </a:ext>
            </a:extLst>
          </p:cNvPr>
          <p:cNvGrpSpPr/>
          <p:nvPr/>
        </p:nvGrpSpPr>
        <p:grpSpPr>
          <a:xfrm>
            <a:off x="9765612" y="5005385"/>
            <a:ext cx="255090" cy="255090"/>
            <a:chOff x="2766747" y="2052494"/>
            <a:chExt cx="255090" cy="255090"/>
          </a:xfrm>
        </p:grpSpPr>
        <p:sp>
          <p:nvSpPr>
            <p:cNvPr id="48" name="Rectangle: Rounded Corners 47">
              <a:extLst>
                <a:ext uri="{FF2B5EF4-FFF2-40B4-BE49-F238E27FC236}">
                  <a16:creationId xmlns:a16="http://schemas.microsoft.com/office/drawing/2014/main" id="{E0647BBA-A527-3CD8-FC18-A148E0FB6049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5F64B671-CDF6-E453-54E1-43EA2BD1FBF3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BC17EDFE-6F1A-1FB8-D4DC-8CC34FBF8F25}"/>
              </a:ext>
            </a:extLst>
          </p:cNvPr>
          <p:cNvGrpSpPr/>
          <p:nvPr/>
        </p:nvGrpSpPr>
        <p:grpSpPr>
          <a:xfrm>
            <a:off x="10086333" y="5005385"/>
            <a:ext cx="255090" cy="255090"/>
            <a:chOff x="2766747" y="2052494"/>
            <a:chExt cx="255090" cy="255090"/>
          </a:xfrm>
        </p:grpSpPr>
        <p:sp>
          <p:nvSpPr>
            <p:cNvPr id="51" name="Rectangle: Rounded Corners 50">
              <a:extLst>
                <a:ext uri="{FF2B5EF4-FFF2-40B4-BE49-F238E27FC236}">
                  <a16:creationId xmlns:a16="http://schemas.microsoft.com/office/drawing/2014/main" id="{FF384B3B-1A3A-F40E-865F-0E045FAB7DFC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747EEF92-EE9B-E715-91F4-45149D7F83F4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A40C6D0A-F598-9A0D-E8B6-336A1E273E17}"/>
              </a:ext>
            </a:extLst>
          </p:cNvPr>
          <p:cNvGrpSpPr/>
          <p:nvPr/>
        </p:nvGrpSpPr>
        <p:grpSpPr>
          <a:xfrm>
            <a:off x="9124170" y="5326107"/>
            <a:ext cx="255090" cy="255090"/>
            <a:chOff x="2766747" y="2052494"/>
            <a:chExt cx="255090" cy="255090"/>
          </a:xfrm>
        </p:grpSpPr>
        <p:sp>
          <p:nvSpPr>
            <p:cNvPr id="54" name="Rectangle: Rounded Corners 53">
              <a:extLst>
                <a:ext uri="{FF2B5EF4-FFF2-40B4-BE49-F238E27FC236}">
                  <a16:creationId xmlns:a16="http://schemas.microsoft.com/office/drawing/2014/main" id="{27B2EB69-369A-2F98-19C6-C52A877FD5BB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5" name="Oval 54">
              <a:extLst>
                <a:ext uri="{FF2B5EF4-FFF2-40B4-BE49-F238E27FC236}">
                  <a16:creationId xmlns:a16="http://schemas.microsoft.com/office/drawing/2014/main" id="{C94AC098-CA60-77C8-153D-663A09DB26CD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1F3D91AA-E520-CC0C-B670-E5CE9686FFCA}"/>
              </a:ext>
            </a:extLst>
          </p:cNvPr>
          <p:cNvGrpSpPr/>
          <p:nvPr/>
        </p:nvGrpSpPr>
        <p:grpSpPr>
          <a:xfrm>
            <a:off x="9444891" y="5326107"/>
            <a:ext cx="255090" cy="255090"/>
            <a:chOff x="2766747" y="2052494"/>
            <a:chExt cx="255090" cy="255090"/>
          </a:xfrm>
        </p:grpSpPr>
        <p:sp>
          <p:nvSpPr>
            <p:cNvPr id="57" name="Rectangle: Rounded Corners 56">
              <a:extLst>
                <a:ext uri="{FF2B5EF4-FFF2-40B4-BE49-F238E27FC236}">
                  <a16:creationId xmlns:a16="http://schemas.microsoft.com/office/drawing/2014/main" id="{1B6F9BF2-F07A-60F1-E17B-58009A34271C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8" name="Oval 57">
              <a:extLst>
                <a:ext uri="{FF2B5EF4-FFF2-40B4-BE49-F238E27FC236}">
                  <a16:creationId xmlns:a16="http://schemas.microsoft.com/office/drawing/2014/main" id="{1EBD6BC5-41C3-F341-6D77-0A498DF0B2E3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7E984BB7-F97C-B485-2FDB-037D988B1DAE}"/>
              </a:ext>
            </a:extLst>
          </p:cNvPr>
          <p:cNvGrpSpPr/>
          <p:nvPr/>
        </p:nvGrpSpPr>
        <p:grpSpPr>
          <a:xfrm>
            <a:off x="9765612" y="5326107"/>
            <a:ext cx="255090" cy="255090"/>
            <a:chOff x="2766747" y="2052494"/>
            <a:chExt cx="255090" cy="255090"/>
          </a:xfrm>
        </p:grpSpPr>
        <p:sp>
          <p:nvSpPr>
            <p:cNvPr id="60" name="Rectangle: Rounded Corners 59">
              <a:extLst>
                <a:ext uri="{FF2B5EF4-FFF2-40B4-BE49-F238E27FC236}">
                  <a16:creationId xmlns:a16="http://schemas.microsoft.com/office/drawing/2014/main" id="{7FEDC758-BA4F-859E-F544-8BE5A4CC4241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1" name="Oval 60">
              <a:extLst>
                <a:ext uri="{FF2B5EF4-FFF2-40B4-BE49-F238E27FC236}">
                  <a16:creationId xmlns:a16="http://schemas.microsoft.com/office/drawing/2014/main" id="{77F8102A-49D2-449F-1263-7905C11A0CBF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0FE844A7-56F6-C2FE-D189-F8376B5DA956}"/>
              </a:ext>
            </a:extLst>
          </p:cNvPr>
          <p:cNvGrpSpPr/>
          <p:nvPr/>
        </p:nvGrpSpPr>
        <p:grpSpPr>
          <a:xfrm>
            <a:off x="10086333" y="5326107"/>
            <a:ext cx="255090" cy="255090"/>
            <a:chOff x="2766747" y="2052494"/>
            <a:chExt cx="255090" cy="255090"/>
          </a:xfrm>
        </p:grpSpPr>
        <p:sp>
          <p:nvSpPr>
            <p:cNvPr id="63" name="Rectangle: Rounded Corners 62">
              <a:extLst>
                <a:ext uri="{FF2B5EF4-FFF2-40B4-BE49-F238E27FC236}">
                  <a16:creationId xmlns:a16="http://schemas.microsoft.com/office/drawing/2014/main" id="{F9E1E118-3E22-71F7-29CC-53FBB7F72DEB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4" name="Oval 63">
              <a:extLst>
                <a:ext uri="{FF2B5EF4-FFF2-40B4-BE49-F238E27FC236}">
                  <a16:creationId xmlns:a16="http://schemas.microsoft.com/office/drawing/2014/main" id="{D01628AC-6BDA-8921-7646-776F3ED162D1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E5808808-7AD3-B54C-48B1-9E4A1EE4B649}"/>
              </a:ext>
            </a:extLst>
          </p:cNvPr>
          <p:cNvGrpSpPr/>
          <p:nvPr/>
        </p:nvGrpSpPr>
        <p:grpSpPr>
          <a:xfrm>
            <a:off x="9317030" y="3891836"/>
            <a:ext cx="815362" cy="138419"/>
            <a:chOff x="5146646" y="1950440"/>
            <a:chExt cx="815362" cy="138419"/>
          </a:xfrm>
        </p:grpSpPr>
        <p:sp>
          <p:nvSpPr>
            <p:cNvPr id="66" name="Rectangle: Rounded Corners 65">
              <a:extLst>
                <a:ext uri="{FF2B5EF4-FFF2-40B4-BE49-F238E27FC236}">
                  <a16:creationId xmlns:a16="http://schemas.microsoft.com/office/drawing/2014/main" id="{1E34A933-A4AB-8269-0E80-D0FEB9C33EDF}"/>
                </a:ext>
              </a:extLst>
            </p:cNvPr>
            <p:cNvSpPr/>
            <p:nvPr/>
          </p:nvSpPr>
          <p:spPr>
            <a:xfrm>
              <a:off x="5146646" y="1950440"/>
              <a:ext cx="815362" cy="138419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C7C9D792-137C-D49B-5A55-3BF223D55962}"/>
                </a:ext>
              </a:extLst>
            </p:cNvPr>
            <p:cNvSpPr/>
            <p:nvPr/>
          </p:nvSpPr>
          <p:spPr>
            <a:xfrm rot="16200000">
              <a:off x="5201236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8" name="Rectangle 67">
              <a:extLst>
                <a:ext uri="{FF2B5EF4-FFF2-40B4-BE49-F238E27FC236}">
                  <a16:creationId xmlns:a16="http://schemas.microsoft.com/office/drawing/2014/main" id="{E34D2499-413C-4136-C5DE-645BEF93A909}"/>
                </a:ext>
              </a:extLst>
            </p:cNvPr>
            <p:cNvSpPr/>
            <p:nvPr/>
          </p:nvSpPr>
          <p:spPr>
            <a:xfrm rot="16200000">
              <a:off x="5294405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94E91BBF-A056-9D88-D8E4-62D8DAB3FE21}"/>
                </a:ext>
              </a:extLst>
            </p:cNvPr>
            <p:cNvSpPr/>
            <p:nvPr/>
          </p:nvSpPr>
          <p:spPr>
            <a:xfrm rot="16200000">
              <a:off x="5387574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5302D07B-05AE-E219-1561-A6A6B1CD4C31}"/>
                </a:ext>
              </a:extLst>
            </p:cNvPr>
            <p:cNvSpPr/>
            <p:nvPr/>
          </p:nvSpPr>
          <p:spPr>
            <a:xfrm rot="16200000">
              <a:off x="5480743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E4F6FB06-70B6-B150-1CFD-E0019A990148}"/>
                </a:ext>
              </a:extLst>
            </p:cNvPr>
            <p:cNvSpPr/>
            <p:nvPr/>
          </p:nvSpPr>
          <p:spPr>
            <a:xfrm rot="16200000">
              <a:off x="5573912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A83F7101-86F6-0534-BE02-378429EB4372}"/>
                </a:ext>
              </a:extLst>
            </p:cNvPr>
            <p:cNvSpPr/>
            <p:nvPr/>
          </p:nvSpPr>
          <p:spPr>
            <a:xfrm rot="16200000">
              <a:off x="5667081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1CB16A15-7FD5-8164-66CA-AC94F729F9C2}"/>
                </a:ext>
              </a:extLst>
            </p:cNvPr>
            <p:cNvSpPr/>
            <p:nvPr/>
          </p:nvSpPr>
          <p:spPr>
            <a:xfrm rot="16200000">
              <a:off x="5760250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4" name="Rectangle 73">
              <a:extLst>
                <a:ext uri="{FF2B5EF4-FFF2-40B4-BE49-F238E27FC236}">
                  <a16:creationId xmlns:a16="http://schemas.microsoft.com/office/drawing/2014/main" id="{0A2CDF87-98A2-1DE1-F4C2-04853CDBE839}"/>
                </a:ext>
              </a:extLst>
            </p:cNvPr>
            <p:cNvSpPr/>
            <p:nvPr/>
          </p:nvSpPr>
          <p:spPr>
            <a:xfrm rot="16200000">
              <a:off x="5853419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sp>
        <p:nvSpPr>
          <p:cNvPr id="75" name="TextBox 74">
            <a:extLst>
              <a:ext uri="{FF2B5EF4-FFF2-40B4-BE49-F238E27FC236}">
                <a16:creationId xmlns:a16="http://schemas.microsoft.com/office/drawing/2014/main" id="{CC602D80-17DE-12B0-9515-DBC01F490968}"/>
              </a:ext>
            </a:extLst>
          </p:cNvPr>
          <p:cNvSpPr txBox="1"/>
          <p:nvPr/>
        </p:nvSpPr>
        <p:spPr>
          <a:xfrm>
            <a:off x="9069930" y="3729000"/>
            <a:ext cx="1128835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700">
                <a:solidFill>
                  <a:schemeClr val="bg1"/>
                </a:solidFill>
                <a:latin typeface="Consolas" panose="020B0609020204030204" pitchFamily="49" charset="0"/>
              </a:rPr>
              <a:t>pin 7 6 5 4 3 2 1 0</a:t>
            </a:r>
            <a:endParaRPr lang="LID4096" sz="70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EED7C70D-AFD4-7333-39E7-5AB74E837BAA}"/>
              </a:ext>
            </a:extLst>
          </p:cNvPr>
          <p:cNvSpPr txBox="1"/>
          <p:nvPr/>
        </p:nvSpPr>
        <p:spPr>
          <a:xfrm>
            <a:off x="9055467" y="4496249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0</a:t>
            </a:r>
            <a:endParaRPr lang="LID4096" sz="500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6D63B5EC-07D8-6FBA-7842-67669ED3963D}"/>
              </a:ext>
            </a:extLst>
          </p:cNvPr>
          <p:cNvSpPr txBox="1"/>
          <p:nvPr/>
        </p:nvSpPr>
        <p:spPr>
          <a:xfrm>
            <a:off x="9377524" y="4497315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</a:t>
            </a:r>
            <a:endParaRPr lang="LID4096" sz="500"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A62B1779-B024-82DD-555A-0F7EF2DD3CDE}"/>
              </a:ext>
            </a:extLst>
          </p:cNvPr>
          <p:cNvSpPr txBox="1"/>
          <p:nvPr/>
        </p:nvSpPr>
        <p:spPr>
          <a:xfrm>
            <a:off x="9699581" y="4498381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2</a:t>
            </a:r>
            <a:endParaRPr lang="LID4096" sz="500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CABCB9BF-3B86-A9FB-DA56-35E337898B06}"/>
              </a:ext>
            </a:extLst>
          </p:cNvPr>
          <p:cNvSpPr txBox="1"/>
          <p:nvPr/>
        </p:nvSpPr>
        <p:spPr>
          <a:xfrm>
            <a:off x="10021638" y="4499447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3</a:t>
            </a:r>
            <a:endParaRPr lang="LID4096" sz="500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F5A01181-B4B3-CD3F-B4E2-55645EB40F2D}"/>
              </a:ext>
            </a:extLst>
          </p:cNvPr>
          <p:cNvSpPr txBox="1"/>
          <p:nvPr/>
        </p:nvSpPr>
        <p:spPr>
          <a:xfrm>
            <a:off x="9055467" y="4798723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4</a:t>
            </a:r>
            <a:endParaRPr lang="LID4096" sz="500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07BF6808-C04E-0308-4CA8-829260DB0C64}"/>
              </a:ext>
            </a:extLst>
          </p:cNvPr>
          <p:cNvSpPr txBox="1"/>
          <p:nvPr/>
        </p:nvSpPr>
        <p:spPr>
          <a:xfrm>
            <a:off x="9377524" y="4799789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5</a:t>
            </a:r>
            <a:endParaRPr lang="LID4096" sz="500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CDE3FE1A-F927-2F01-FD86-359136F3962D}"/>
              </a:ext>
            </a:extLst>
          </p:cNvPr>
          <p:cNvSpPr txBox="1"/>
          <p:nvPr/>
        </p:nvSpPr>
        <p:spPr>
          <a:xfrm>
            <a:off x="9699581" y="4800855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6</a:t>
            </a:r>
            <a:endParaRPr lang="LID4096" sz="500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F3989121-B310-4286-0110-B0D88A3C616E}"/>
              </a:ext>
            </a:extLst>
          </p:cNvPr>
          <p:cNvSpPr txBox="1"/>
          <p:nvPr/>
        </p:nvSpPr>
        <p:spPr>
          <a:xfrm>
            <a:off x="10021638" y="4801921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7</a:t>
            </a:r>
            <a:endParaRPr lang="LID4096" sz="500"/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F2D770FB-1FB5-0F1B-4A3A-1BEFB0A6F566}"/>
              </a:ext>
            </a:extLst>
          </p:cNvPr>
          <p:cNvSpPr txBox="1"/>
          <p:nvPr/>
        </p:nvSpPr>
        <p:spPr>
          <a:xfrm>
            <a:off x="9054531" y="5124319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8</a:t>
            </a:r>
            <a:endParaRPr lang="LID4096" sz="500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E3F52469-835A-A92F-C19A-901791D45ED0}"/>
              </a:ext>
            </a:extLst>
          </p:cNvPr>
          <p:cNvSpPr txBox="1"/>
          <p:nvPr/>
        </p:nvSpPr>
        <p:spPr>
          <a:xfrm>
            <a:off x="9376588" y="5125385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9</a:t>
            </a:r>
            <a:endParaRPr lang="LID4096" sz="500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4DE5AD9E-4176-5C0D-1FF6-3CB2376C984A}"/>
              </a:ext>
            </a:extLst>
          </p:cNvPr>
          <p:cNvSpPr txBox="1"/>
          <p:nvPr/>
        </p:nvSpPr>
        <p:spPr>
          <a:xfrm>
            <a:off x="9698645" y="5126451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10</a:t>
            </a:r>
            <a:endParaRPr lang="LID4096" sz="500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D5FB2109-F171-540A-E7C7-735F5D2A70A7}"/>
              </a:ext>
            </a:extLst>
          </p:cNvPr>
          <p:cNvSpPr txBox="1"/>
          <p:nvPr/>
        </p:nvSpPr>
        <p:spPr>
          <a:xfrm>
            <a:off x="10020702" y="5127517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11</a:t>
            </a:r>
            <a:endParaRPr lang="LID4096" sz="500"/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2A6D79E6-7AFC-A6C6-B1F6-3FE745498120}"/>
              </a:ext>
            </a:extLst>
          </p:cNvPr>
          <p:cNvSpPr txBox="1"/>
          <p:nvPr/>
        </p:nvSpPr>
        <p:spPr>
          <a:xfrm>
            <a:off x="9053595" y="5449915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12</a:t>
            </a:r>
            <a:endParaRPr lang="LID4096" sz="500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EB7EB782-7BDB-0C75-F2F4-F33869F2AB4C}"/>
              </a:ext>
            </a:extLst>
          </p:cNvPr>
          <p:cNvSpPr txBox="1"/>
          <p:nvPr/>
        </p:nvSpPr>
        <p:spPr>
          <a:xfrm>
            <a:off x="9375652" y="5450981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13</a:t>
            </a:r>
            <a:endParaRPr lang="LID4096" sz="500"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4D614646-5F2C-E6BF-CEE3-2F9DE1E064F2}"/>
              </a:ext>
            </a:extLst>
          </p:cNvPr>
          <p:cNvSpPr txBox="1"/>
          <p:nvPr/>
        </p:nvSpPr>
        <p:spPr>
          <a:xfrm>
            <a:off x="9697709" y="5452047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14</a:t>
            </a:r>
            <a:endParaRPr lang="LID4096" sz="500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61D6CF11-48AA-90BF-7DD3-575A26CA015A}"/>
              </a:ext>
            </a:extLst>
          </p:cNvPr>
          <p:cNvSpPr txBox="1"/>
          <p:nvPr/>
        </p:nvSpPr>
        <p:spPr>
          <a:xfrm>
            <a:off x="10019766" y="5453113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15</a:t>
            </a:r>
            <a:endParaRPr lang="LID4096" sz="500"/>
          </a:p>
        </p:txBody>
      </p:sp>
      <p:pic>
        <p:nvPicPr>
          <p:cNvPr id="93" name="Picture 92">
            <a:extLst>
              <a:ext uri="{FF2B5EF4-FFF2-40B4-BE49-F238E27FC236}">
                <a16:creationId xmlns:a16="http://schemas.microsoft.com/office/drawing/2014/main" id="{E636FCF2-96C3-C442-E96D-A11DC61816A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6200000">
            <a:off x="4790492" y="3817567"/>
            <a:ext cx="3095687" cy="1602927"/>
          </a:xfrm>
          <a:prstGeom prst="rect">
            <a:avLst/>
          </a:prstGeom>
        </p:spPr>
      </p:pic>
      <p:sp>
        <p:nvSpPr>
          <p:cNvPr id="94" name="Rectangle 93">
            <a:extLst>
              <a:ext uri="{FF2B5EF4-FFF2-40B4-BE49-F238E27FC236}">
                <a16:creationId xmlns:a16="http://schemas.microsoft.com/office/drawing/2014/main" id="{08D87FA6-AC5F-9407-F9DC-68D2EE30FB55}"/>
              </a:ext>
            </a:extLst>
          </p:cNvPr>
          <p:cNvSpPr/>
          <p:nvPr/>
        </p:nvSpPr>
        <p:spPr>
          <a:xfrm rot="16200000">
            <a:off x="5547725" y="4112390"/>
            <a:ext cx="1955188" cy="810715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5" name="Freeform: Shape 94">
            <a:extLst>
              <a:ext uri="{FF2B5EF4-FFF2-40B4-BE49-F238E27FC236}">
                <a16:creationId xmlns:a16="http://schemas.microsoft.com/office/drawing/2014/main" id="{D0BDE850-61E7-8DC7-9513-E44C2E0C5FCA}"/>
              </a:ext>
            </a:extLst>
          </p:cNvPr>
          <p:cNvSpPr/>
          <p:nvPr/>
        </p:nvSpPr>
        <p:spPr>
          <a:xfrm rot="16200000">
            <a:off x="5014315" y="4418631"/>
            <a:ext cx="2189810" cy="149806"/>
          </a:xfrm>
          <a:custGeom>
            <a:avLst/>
            <a:gdLst>
              <a:gd name="connsiteX0" fmla="*/ 3406140 w 3825240"/>
              <a:gd name="connsiteY0" fmla="*/ 0 h 259080"/>
              <a:gd name="connsiteX1" fmla="*/ 0 w 3825240"/>
              <a:gd name="connsiteY1" fmla="*/ 68580 h 259080"/>
              <a:gd name="connsiteX2" fmla="*/ 228600 w 3825240"/>
              <a:gd name="connsiteY2" fmla="*/ 259080 h 259080"/>
              <a:gd name="connsiteX3" fmla="*/ 3825240 w 3825240"/>
              <a:gd name="connsiteY3" fmla="*/ 167640 h 259080"/>
              <a:gd name="connsiteX4" fmla="*/ 3406140 w 3825240"/>
              <a:gd name="connsiteY4" fmla="*/ 0 h 259080"/>
              <a:gd name="connsiteX0" fmla="*/ 3406140 w 3787140"/>
              <a:gd name="connsiteY0" fmla="*/ 0 h 259080"/>
              <a:gd name="connsiteX1" fmla="*/ 0 w 3787140"/>
              <a:gd name="connsiteY1" fmla="*/ 68580 h 259080"/>
              <a:gd name="connsiteX2" fmla="*/ 228600 w 3787140"/>
              <a:gd name="connsiteY2" fmla="*/ 259080 h 259080"/>
              <a:gd name="connsiteX3" fmla="*/ 3787140 w 3787140"/>
              <a:gd name="connsiteY3" fmla="*/ 153353 h 259080"/>
              <a:gd name="connsiteX4" fmla="*/ 3406140 w 3787140"/>
              <a:gd name="connsiteY4" fmla="*/ 0 h 259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787140" h="259080">
                <a:moveTo>
                  <a:pt x="3406140" y="0"/>
                </a:moveTo>
                <a:lnTo>
                  <a:pt x="0" y="68580"/>
                </a:lnTo>
                <a:lnTo>
                  <a:pt x="228600" y="259080"/>
                </a:lnTo>
                <a:lnTo>
                  <a:pt x="3787140" y="153353"/>
                </a:lnTo>
                <a:lnTo>
                  <a:pt x="3406140" y="0"/>
                </a:lnTo>
                <a:close/>
              </a:path>
            </a:pathLst>
          </a:custGeom>
          <a:solidFill>
            <a:schemeClr val="bg2">
              <a:lumMod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6" name="Freeform: Shape 95">
            <a:extLst>
              <a:ext uri="{FF2B5EF4-FFF2-40B4-BE49-F238E27FC236}">
                <a16:creationId xmlns:a16="http://schemas.microsoft.com/office/drawing/2014/main" id="{84246BCF-2F3F-870F-00BD-EEF9F99B9F3F}"/>
              </a:ext>
            </a:extLst>
          </p:cNvPr>
          <p:cNvSpPr/>
          <p:nvPr/>
        </p:nvSpPr>
        <p:spPr>
          <a:xfrm rot="16200000">
            <a:off x="6514578" y="5020058"/>
            <a:ext cx="118964" cy="991363"/>
          </a:xfrm>
          <a:custGeom>
            <a:avLst/>
            <a:gdLst>
              <a:gd name="connsiteX0" fmla="*/ 0 w 205740"/>
              <a:gd name="connsiteY0" fmla="*/ 0 h 1714500"/>
              <a:gd name="connsiteX1" fmla="*/ 30480 w 205740"/>
              <a:gd name="connsiteY1" fmla="*/ 1539240 h 1714500"/>
              <a:gd name="connsiteX2" fmla="*/ 205740 w 205740"/>
              <a:gd name="connsiteY2" fmla="*/ 1714500 h 1714500"/>
              <a:gd name="connsiteX3" fmla="*/ 198120 w 205740"/>
              <a:gd name="connsiteY3" fmla="*/ 167640 h 1714500"/>
              <a:gd name="connsiteX4" fmla="*/ 0 w 205740"/>
              <a:gd name="connsiteY4" fmla="*/ 0 h 1714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5740" h="1714500">
                <a:moveTo>
                  <a:pt x="0" y="0"/>
                </a:moveTo>
                <a:lnTo>
                  <a:pt x="30480" y="1539240"/>
                </a:lnTo>
                <a:lnTo>
                  <a:pt x="205740" y="1714500"/>
                </a:lnTo>
                <a:lnTo>
                  <a:pt x="198120" y="167640"/>
                </a:lnTo>
                <a:lnTo>
                  <a:pt x="0" y="0"/>
                </a:ln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7" name="Freeform: Shape 96">
            <a:extLst>
              <a:ext uri="{FF2B5EF4-FFF2-40B4-BE49-F238E27FC236}">
                <a16:creationId xmlns:a16="http://schemas.microsoft.com/office/drawing/2014/main" id="{917FC461-C215-DC4E-BAA5-34C436E81B29}"/>
              </a:ext>
            </a:extLst>
          </p:cNvPr>
          <p:cNvSpPr/>
          <p:nvPr/>
        </p:nvSpPr>
        <p:spPr>
          <a:xfrm rot="16200000">
            <a:off x="5560667" y="3942777"/>
            <a:ext cx="2079659" cy="956115"/>
          </a:xfrm>
          <a:custGeom>
            <a:avLst/>
            <a:gdLst>
              <a:gd name="connsiteX0" fmla="*/ 0 w 3680460"/>
              <a:gd name="connsiteY0" fmla="*/ 1653540 h 1653540"/>
              <a:gd name="connsiteX1" fmla="*/ 1463040 w 3680460"/>
              <a:gd name="connsiteY1" fmla="*/ 1592580 h 1653540"/>
              <a:gd name="connsiteX2" fmla="*/ 1463040 w 3680460"/>
              <a:gd name="connsiteY2" fmla="*/ 1417320 h 1653540"/>
              <a:gd name="connsiteX3" fmla="*/ 182880 w 3680460"/>
              <a:gd name="connsiteY3" fmla="*/ 1478280 h 1653540"/>
              <a:gd name="connsiteX4" fmla="*/ 160020 w 3680460"/>
              <a:gd name="connsiteY4" fmla="*/ 266700 h 1653540"/>
              <a:gd name="connsiteX5" fmla="*/ 3474720 w 3680460"/>
              <a:gd name="connsiteY5" fmla="*/ 160020 h 1653540"/>
              <a:gd name="connsiteX6" fmla="*/ 3467100 w 3680460"/>
              <a:gd name="connsiteY6" fmla="*/ 1424940 h 1653540"/>
              <a:gd name="connsiteX7" fmla="*/ 2278380 w 3680460"/>
              <a:gd name="connsiteY7" fmla="*/ 1432560 h 1653540"/>
              <a:gd name="connsiteX8" fmla="*/ 2263140 w 3680460"/>
              <a:gd name="connsiteY8" fmla="*/ 1584960 h 1653540"/>
              <a:gd name="connsiteX9" fmla="*/ 3680460 w 3680460"/>
              <a:gd name="connsiteY9" fmla="*/ 1546860 h 1653540"/>
              <a:gd name="connsiteX10" fmla="*/ 3589020 w 3680460"/>
              <a:gd name="connsiteY10" fmla="*/ 0 h 1653540"/>
              <a:gd name="connsiteX11" fmla="*/ 0 w 3680460"/>
              <a:gd name="connsiteY11" fmla="*/ 91440 h 1653540"/>
              <a:gd name="connsiteX12" fmla="*/ 0 w 3680460"/>
              <a:gd name="connsiteY12" fmla="*/ 1653540 h 1653540"/>
              <a:gd name="connsiteX0" fmla="*/ 0 w 3649980"/>
              <a:gd name="connsiteY0" fmla="*/ 1653540 h 1653540"/>
              <a:gd name="connsiteX1" fmla="*/ 1463040 w 3649980"/>
              <a:gd name="connsiteY1" fmla="*/ 1592580 h 1653540"/>
              <a:gd name="connsiteX2" fmla="*/ 1463040 w 3649980"/>
              <a:gd name="connsiteY2" fmla="*/ 1417320 h 1653540"/>
              <a:gd name="connsiteX3" fmla="*/ 182880 w 3649980"/>
              <a:gd name="connsiteY3" fmla="*/ 1478280 h 1653540"/>
              <a:gd name="connsiteX4" fmla="*/ 160020 w 3649980"/>
              <a:gd name="connsiteY4" fmla="*/ 266700 h 1653540"/>
              <a:gd name="connsiteX5" fmla="*/ 3474720 w 3649980"/>
              <a:gd name="connsiteY5" fmla="*/ 160020 h 1653540"/>
              <a:gd name="connsiteX6" fmla="*/ 3467100 w 3649980"/>
              <a:gd name="connsiteY6" fmla="*/ 1424940 h 1653540"/>
              <a:gd name="connsiteX7" fmla="*/ 2278380 w 3649980"/>
              <a:gd name="connsiteY7" fmla="*/ 1432560 h 1653540"/>
              <a:gd name="connsiteX8" fmla="*/ 2263140 w 3649980"/>
              <a:gd name="connsiteY8" fmla="*/ 1584960 h 1653540"/>
              <a:gd name="connsiteX9" fmla="*/ 3649980 w 3649980"/>
              <a:gd name="connsiteY9" fmla="*/ 1554480 h 1653540"/>
              <a:gd name="connsiteX10" fmla="*/ 3589020 w 3649980"/>
              <a:gd name="connsiteY10" fmla="*/ 0 h 1653540"/>
              <a:gd name="connsiteX11" fmla="*/ 0 w 3649980"/>
              <a:gd name="connsiteY11" fmla="*/ 91440 h 1653540"/>
              <a:gd name="connsiteX12" fmla="*/ 0 w 3649980"/>
              <a:gd name="connsiteY12" fmla="*/ 1653540 h 1653540"/>
              <a:gd name="connsiteX0" fmla="*/ 0 w 3596640"/>
              <a:gd name="connsiteY0" fmla="*/ 1653540 h 1653540"/>
              <a:gd name="connsiteX1" fmla="*/ 1463040 w 3596640"/>
              <a:gd name="connsiteY1" fmla="*/ 1592580 h 1653540"/>
              <a:gd name="connsiteX2" fmla="*/ 1463040 w 3596640"/>
              <a:gd name="connsiteY2" fmla="*/ 1417320 h 1653540"/>
              <a:gd name="connsiteX3" fmla="*/ 182880 w 3596640"/>
              <a:gd name="connsiteY3" fmla="*/ 1478280 h 1653540"/>
              <a:gd name="connsiteX4" fmla="*/ 160020 w 3596640"/>
              <a:gd name="connsiteY4" fmla="*/ 266700 h 1653540"/>
              <a:gd name="connsiteX5" fmla="*/ 3474720 w 3596640"/>
              <a:gd name="connsiteY5" fmla="*/ 160020 h 1653540"/>
              <a:gd name="connsiteX6" fmla="*/ 3467100 w 3596640"/>
              <a:gd name="connsiteY6" fmla="*/ 1424940 h 1653540"/>
              <a:gd name="connsiteX7" fmla="*/ 2278380 w 3596640"/>
              <a:gd name="connsiteY7" fmla="*/ 1432560 h 1653540"/>
              <a:gd name="connsiteX8" fmla="*/ 2263140 w 3596640"/>
              <a:gd name="connsiteY8" fmla="*/ 1584960 h 1653540"/>
              <a:gd name="connsiteX9" fmla="*/ 3596640 w 3596640"/>
              <a:gd name="connsiteY9" fmla="*/ 1546860 h 1653540"/>
              <a:gd name="connsiteX10" fmla="*/ 3589020 w 3596640"/>
              <a:gd name="connsiteY10" fmla="*/ 0 h 1653540"/>
              <a:gd name="connsiteX11" fmla="*/ 0 w 3596640"/>
              <a:gd name="connsiteY11" fmla="*/ 91440 h 1653540"/>
              <a:gd name="connsiteX12" fmla="*/ 0 w 3596640"/>
              <a:gd name="connsiteY12" fmla="*/ 1653540 h 1653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596640" h="1653540">
                <a:moveTo>
                  <a:pt x="0" y="1653540"/>
                </a:moveTo>
                <a:lnTo>
                  <a:pt x="1463040" y="1592580"/>
                </a:lnTo>
                <a:lnTo>
                  <a:pt x="1463040" y="1417320"/>
                </a:lnTo>
                <a:lnTo>
                  <a:pt x="182880" y="1478280"/>
                </a:lnTo>
                <a:lnTo>
                  <a:pt x="160020" y="266700"/>
                </a:lnTo>
                <a:lnTo>
                  <a:pt x="3474720" y="160020"/>
                </a:lnTo>
                <a:lnTo>
                  <a:pt x="3467100" y="1424940"/>
                </a:lnTo>
                <a:lnTo>
                  <a:pt x="2278380" y="1432560"/>
                </a:lnTo>
                <a:lnTo>
                  <a:pt x="2263140" y="1584960"/>
                </a:lnTo>
                <a:lnTo>
                  <a:pt x="3596640" y="1546860"/>
                </a:lnTo>
                <a:lnTo>
                  <a:pt x="3589020" y="0"/>
                </a:lnTo>
                <a:lnTo>
                  <a:pt x="0" y="91440"/>
                </a:lnTo>
                <a:lnTo>
                  <a:pt x="0" y="1653540"/>
                </a:lnTo>
                <a:close/>
              </a:path>
            </a:pathLst>
          </a:cu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8" name="Freeform: Shape 97">
            <a:extLst>
              <a:ext uri="{FF2B5EF4-FFF2-40B4-BE49-F238E27FC236}">
                <a16:creationId xmlns:a16="http://schemas.microsoft.com/office/drawing/2014/main" id="{CAD40FF5-46D5-780F-4481-BFA1A2B93E28}"/>
              </a:ext>
            </a:extLst>
          </p:cNvPr>
          <p:cNvSpPr/>
          <p:nvPr/>
        </p:nvSpPr>
        <p:spPr>
          <a:xfrm rot="16200000">
            <a:off x="5643693" y="4024151"/>
            <a:ext cx="1911127" cy="758668"/>
          </a:xfrm>
          <a:custGeom>
            <a:avLst/>
            <a:gdLst>
              <a:gd name="connsiteX0" fmla="*/ 2943225 w 3305175"/>
              <a:gd name="connsiteY0" fmla="*/ 4762 h 1312068"/>
              <a:gd name="connsiteX1" fmla="*/ 2964657 w 3305175"/>
              <a:gd name="connsiteY1" fmla="*/ 1040606 h 1312068"/>
              <a:gd name="connsiteX2" fmla="*/ 0 w 3305175"/>
              <a:gd name="connsiteY2" fmla="*/ 1133475 h 1312068"/>
              <a:gd name="connsiteX3" fmla="*/ 7144 w 3305175"/>
              <a:gd name="connsiteY3" fmla="*/ 1312068 h 1312068"/>
              <a:gd name="connsiteX4" fmla="*/ 1290638 w 3305175"/>
              <a:gd name="connsiteY4" fmla="*/ 1254918 h 1312068"/>
              <a:gd name="connsiteX5" fmla="*/ 1362075 w 3305175"/>
              <a:gd name="connsiteY5" fmla="*/ 1202531 h 1312068"/>
              <a:gd name="connsiteX6" fmla="*/ 1431132 w 3305175"/>
              <a:gd name="connsiteY6" fmla="*/ 1185862 h 1312068"/>
              <a:gd name="connsiteX7" fmla="*/ 1735932 w 3305175"/>
              <a:gd name="connsiteY7" fmla="*/ 1171575 h 1312068"/>
              <a:gd name="connsiteX8" fmla="*/ 1902619 w 3305175"/>
              <a:gd name="connsiteY8" fmla="*/ 1178718 h 1312068"/>
              <a:gd name="connsiteX9" fmla="*/ 2100263 w 3305175"/>
              <a:gd name="connsiteY9" fmla="*/ 1264443 h 1312068"/>
              <a:gd name="connsiteX10" fmla="*/ 3300413 w 3305175"/>
              <a:gd name="connsiteY10" fmla="*/ 1257300 h 1312068"/>
              <a:gd name="connsiteX11" fmla="*/ 3305175 w 3305175"/>
              <a:gd name="connsiteY11" fmla="*/ 0 h 1312068"/>
              <a:gd name="connsiteX12" fmla="*/ 2943225 w 3305175"/>
              <a:gd name="connsiteY12" fmla="*/ 4762 h 1312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305175" h="1312068">
                <a:moveTo>
                  <a:pt x="2943225" y="4762"/>
                </a:moveTo>
                <a:lnTo>
                  <a:pt x="2964657" y="1040606"/>
                </a:lnTo>
                <a:lnTo>
                  <a:pt x="0" y="1133475"/>
                </a:lnTo>
                <a:lnTo>
                  <a:pt x="7144" y="1312068"/>
                </a:lnTo>
                <a:lnTo>
                  <a:pt x="1290638" y="1254918"/>
                </a:lnTo>
                <a:lnTo>
                  <a:pt x="1362075" y="1202531"/>
                </a:lnTo>
                <a:lnTo>
                  <a:pt x="1431132" y="1185862"/>
                </a:lnTo>
                <a:lnTo>
                  <a:pt x="1735932" y="1171575"/>
                </a:lnTo>
                <a:lnTo>
                  <a:pt x="1902619" y="1178718"/>
                </a:lnTo>
                <a:lnTo>
                  <a:pt x="2100263" y="1264443"/>
                </a:lnTo>
                <a:lnTo>
                  <a:pt x="3300413" y="1257300"/>
                </a:lnTo>
                <a:cubicBezTo>
                  <a:pt x="3302000" y="838200"/>
                  <a:pt x="3303588" y="419100"/>
                  <a:pt x="3305175" y="0"/>
                </a:cubicBezTo>
                <a:lnTo>
                  <a:pt x="2943225" y="4762"/>
                </a:lnTo>
                <a:close/>
              </a:path>
            </a:pathLst>
          </a:cu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9" name="Freeform: Shape 98">
            <a:extLst>
              <a:ext uri="{FF2B5EF4-FFF2-40B4-BE49-F238E27FC236}">
                <a16:creationId xmlns:a16="http://schemas.microsoft.com/office/drawing/2014/main" id="{96AC08EB-6377-1211-4894-22B93786831D}"/>
              </a:ext>
            </a:extLst>
          </p:cNvPr>
          <p:cNvSpPr/>
          <p:nvPr/>
        </p:nvSpPr>
        <p:spPr>
          <a:xfrm rot="16200000">
            <a:off x="6730750" y="4307103"/>
            <a:ext cx="473651" cy="143197"/>
          </a:xfrm>
          <a:custGeom>
            <a:avLst/>
            <a:gdLst>
              <a:gd name="connsiteX0" fmla="*/ 802482 w 819150"/>
              <a:gd name="connsiteY0" fmla="*/ 242888 h 247650"/>
              <a:gd name="connsiteX1" fmla="*/ 588169 w 819150"/>
              <a:gd name="connsiteY1" fmla="*/ 116682 h 247650"/>
              <a:gd name="connsiteX2" fmla="*/ 452438 w 819150"/>
              <a:gd name="connsiteY2" fmla="*/ 95250 h 247650"/>
              <a:gd name="connsiteX3" fmla="*/ 192882 w 819150"/>
              <a:gd name="connsiteY3" fmla="*/ 92869 h 247650"/>
              <a:gd name="connsiteX4" fmla="*/ 76200 w 819150"/>
              <a:gd name="connsiteY4" fmla="*/ 140494 h 247650"/>
              <a:gd name="connsiteX5" fmla="*/ 11907 w 819150"/>
              <a:gd name="connsiteY5" fmla="*/ 247650 h 247650"/>
              <a:gd name="connsiteX6" fmla="*/ 0 w 819150"/>
              <a:gd name="connsiteY6" fmla="*/ 85725 h 247650"/>
              <a:gd name="connsiteX7" fmla="*/ 76200 w 819150"/>
              <a:gd name="connsiteY7" fmla="*/ 33338 h 247650"/>
              <a:gd name="connsiteX8" fmla="*/ 173832 w 819150"/>
              <a:gd name="connsiteY8" fmla="*/ 14288 h 247650"/>
              <a:gd name="connsiteX9" fmla="*/ 469107 w 819150"/>
              <a:gd name="connsiteY9" fmla="*/ 0 h 247650"/>
              <a:gd name="connsiteX10" fmla="*/ 616744 w 819150"/>
              <a:gd name="connsiteY10" fmla="*/ 14288 h 247650"/>
              <a:gd name="connsiteX11" fmla="*/ 819150 w 819150"/>
              <a:gd name="connsiteY11" fmla="*/ 95250 h 247650"/>
              <a:gd name="connsiteX12" fmla="*/ 802482 w 819150"/>
              <a:gd name="connsiteY12" fmla="*/ 242888 h 247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819150" h="247650">
                <a:moveTo>
                  <a:pt x="802482" y="242888"/>
                </a:moveTo>
                <a:lnTo>
                  <a:pt x="588169" y="116682"/>
                </a:lnTo>
                <a:lnTo>
                  <a:pt x="452438" y="95250"/>
                </a:lnTo>
                <a:lnTo>
                  <a:pt x="192882" y="92869"/>
                </a:lnTo>
                <a:lnTo>
                  <a:pt x="76200" y="140494"/>
                </a:lnTo>
                <a:lnTo>
                  <a:pt x="11907" y="247650"/>
                </a:lnTo>
                <a:lnTo>
                  <a:pt x="0" y="85725"/>
                </a:lnTo>
                <a:lnTo>
                  <a:pt x="76200" y="33338"/>
                </a:lnTo>
                <a:lnTo>
                  <a:pt x="173832" y="14288"/>
                </a:lnTo>
                <a:lnTo>
                  <a:pt x="469107" y="0"/>
                </a:lnTo>
                <a:lnTo>
                  <a:pt x="616744" y="14288"/>
                </a:lnTo>
                <a:lnTo>
                  <a:pt x="819150" y="95250"/>
                </a:lnTo>
                <a:lnTo>
                  <a:pt x="802482" y="242888"/>
                </a:lnTo>
                <a:close/>
              </a:path>
            </a:pathLst>
          </a:cu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100" name="Group 99">
            <a:extLst>
              <a:ext uri="{FF2B5EF4-FFF2-40B4-BE49-F238E27FC236}">
                <a16:creationId xmlns:a16="http://schemas.microsoft.com/office/drawing/2014/main" id="{66F16DAE-C52F-CC94-0D1E-8E0AC5C181AF}"/>
              </a:ext>
            </a:extLst>
          </p:cNvPr>
          <p:cNvGrpSpPr/>
          <p:nvPr/>
        </p:nvGrpSpPr>
        <p:grpSpPr>
          <a:xfrm rot="16200000">
            <a:off x="6374135" y="3859612"/>
            <a:ext cx="121167" cy="90875"/>
            <a:chOff x="6669881" y="4393406"/>
            <a:chExt cx="209550" cy="157163"/>
          </a:xfrm>
        </p:grpSpPr>
        <p:sp>
          <p:nvSpPr>
            <p:cNvPr id="148" name="Rectangle 147">
              <a:extLst>
                <a:ext uri="{FF2B5EF4-FFF2-40B4-BE49-F238E27FC236}">
                  <a16:creationId xmlns:a16="http://schemas.microsoft.com/office/drawing/2014/main" id="{C967E488-0FF6-9DB6-132F-DE44D912867B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49" name="Freeform: Shape 148">
              <a:extLst>
                <a:ext uri="{FF2B5EF4-FFF2-40B4-BE49-F238E27FC236}">
                  <a16:creationId xmlns:a16="http://schemas.microsoft.com/office/drawing/2014/main" id="{7734A089-9819-D2E1-3952-DB258FAE8CA9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1" name="Group 100">
            <a:extLst>
              <a:ext uri="{FF2B5EF4-FFF2-40B4-BE49-F238E27FC236}">
                <a16:creationId xmlns:a16="http://schemas.microsoft.com/office/drawing/2014/main" id="{4D40450B-0460-66D7-717F-D33034070A31}"/>
              </a:ext>
            </a:extLst>
          </p:cNvPr>
          <p:cNvGrpSpPr/>
          <p:nvPr/>
        </p:nvGrpSpPr>
        <p:grpSpPr>
          <a:xfrm rot="16200000">
            <a:off x="6392034" y="4117092"/>
            <a:ext cx="121167" cy="90875"/>
            <a:chOff x="6669881" y="4393406"/>
            <a:chExt cx="209550" cy="157163"/>
          </a:xfrm>
        </p:grpSpPr>
        <p:sp>
          <p:nvSpPr>
            <p:cNvPr id="146" name="Rectangle 145">
              <a:extLst>
                <a:ext uri="{FF2B5EF4-FFF2-40B4-BE49-F238E27FC236}">
                  <a16:creationId xmlns:a16="http://schemas.microsoft.com/office/drawing/2014/main" id="{AAFCDFBE-D8E5-D7EC-1BEF-1F3D2A685FA9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47" name="Freeform: Shape 146">
              <a:extLst>
                <a:ext uri="{FF2B5EF4-FFF2-40B4-BE49-F238E27FC236}">
                  <a16:creationId xmlns:a16="http://schemas.microsoft.com/office/drawing/2014/main" id="{F2208915-D750-0DF2-1282-2A9A3135CFAF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2" name="Group 101">
            <a:extLst>
              <a:ext uri="{FF2B5EF4-FFF2-40B4-BE49-F238E27FC236}">
                <a16:creationId xmlns:a16="http://schemas.microsoft.com/office/drawing/2014/main" id="{6F53786C-3091-A8EA-1C9B-022E6209BE39}"/>
              </a:ext>
            </a:extLst>
          </p:cNvPr>
          <p:cNvGrpSpPr/>
          <p:nvPr/>
        </p:nvGrpSpPr>
        <p:grpSpPr>
          <a:xfrm rot="16200000">
            <a:off x="6409934" y="4374571"/>
            <a:ext cx="121167" cy="90875"/>
            <a:chOff x="6669881" y="4393406"/>
            <a:chExt cx="209550" cy="157163"/>
          </a:xfrm>
        </p:grpSpPr>
        <p:sp>
          <p:nvSpPr>
            <p:cNvPr id="144" name="Rectangle 143">
              <a:extLst>
                <a:ext uri="{FF2B5EF4-FFF2-40B4-BE49-F238E27FC236}">
                  <a16:creationId xmlns:a16="http://schemas.microsoft.com/office/drawing/2014/main" id="{625586DB-3689-066F-D0C8-197D4F831478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45" name="Freeform: Shape 144">
              <a:extLst>
                <a:ext uri="{FF2B5EF4-FFF2-40B4-BE49-F238E27FC236}">
                  <a16:creationId xmlns:a16="http://schemas.microsoft.com/office/drawing/2014/main" id="{15814C05-6D16-EAF4-791C-E09C50B7CE46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3" name="Group 102">
            <a:extLst>
              <a:ext uri="{FF2B5EF4-FFF2-40B4-BE49-F238E27FC236}">
                <a16:creationId xmlns:a16="http://schemas.microsoft.com/office/drawing/2014/main" id="{C0CA1477-A42B-434E-14F3-ECF943323950}"/>
              </a:ext>
            </a:extLst>
          </p:cNvPr>
          <p:cNvGrpSpPr/>
          <p:nvPr/>
        </p:nvGrpSpPr>
        <p:grpSpPr>
          <a:xfrm rot="16200000">
            <a:off x="6416818" y="4664408"/>
            <a:ext cx="121167" cy="90875"/>
            <a:chOff x="6669881" y="4393406"/>
            <a:chExt cx="209550" cy="157163"/>
          </a:xfrm>
        </p:grpSpPr>
        <p:sp>
          <p:nvSpPr>
            <p:cNvPr id="142" name="Rectangle 141">
              <a:extLst>
                <a:ext uri="{FF2B5EF4-FFF2-40B4-BE49-F238E27FC236}">
                  <a16:creationId xmlns:a16="http://schemas.microsoft.com/office/drawing/2014/main" id="{4944D4E6-0ED8-1693-E4DC-0A3AF372E16A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43" name="Freeform: Shape 142">
              <a:extLst>
                <a:ext uri="{FF2B5EF4-FFF2-40B4-BE49-F238E27FC236}">
                  <a16:creationId xmlns:a16="http://schemas.microsoft.com/office/drawing/2014/main" id="{29A9A67B-6107-978B-89D5-B4CCB5EA83A4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C8F641A4-9BEC-EA3A-A6C9-076FFCC8A987}"/>
              </a:ext>
            </a:extLst>
          </p:cNvPr>
          <p:cNvGrpSpPr/>
          <p:nvPr/>
        </p:nvGrpSpPr>
        <p:grpSpPr>
          <a:xfrm rot="16200000">
            <a:off x="6428222" y="4957132"/>
            <a:ext cx="121167" cy="90875"/>
            <a:chOff x="6669881" y="4393406"/>
            <a:chExt cx="209550" cy="157163"/>
          </a:xfrm>
        </p:grpSpPr>
        <p:sp>
          <p:nvSpPr>
            <p:cNvPr id="140" name="Rectangle 139">
              <a:extLst>
                <a:ext uri="{FF2B5EF4-FFF2-40B4-BE49-F238E27FC236}">
                  <a16:creationId xmlns:a16="http://schemas.microsoft.com/office/drawing/2014/main" id="{EE1CCB52-ECEC-775B-FBBB-E5D8357E6E30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41" name="Freeform: Shape 140">
              <a:extLst>
                <a:ext uri="{FF2B5EF4-FFF2-40B4-BE49-F238E27FC236}">
                  <a16:creationId xmlns:a16="http://schemas.microsoft.com/office/drawing/2014/main" id="{2D76A50F-5D48-B44B-573F-5EF2E243971D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5" name="Group 104">
            <a:extLst>
              <a:ext uri="{FF2B5EF4-FFF2-40B4-BE49-F238E27FC236}">
                <a16:creationId xmlns:a16="http://schemas.microsoft.com/office/drawing/2014/main" id="{A53C58B8-C95B-4C94-754D-DD60BE3ED5B8}"/>
              </a:ext>
            </a:extLst>
          </p:cNvPr>
          <p:cNvGrpSpPr/>
          <p:nvPr/>
        </p:nvGrpSpPr>
        <p:grpSpPr>
          <a:xfrm rot="16200000">
            <a:off x="6663670" y="4964017"/>
            <a:ext cx="121167" cy="90875"/>
            <a:chOff x="6669881" y="4393406"/>
            <a:chExt cx="209550" cy="157163"/>
          </a:xfrm>
        </p:grpSpPr>
        <p:sp>
          <p:nvSpPr>
            <p:cNvPr id="138" name="Rectangle 137">
              <a:extLst>
                <a:ext uri="{FF2B5EF4-FFF2-40B4-BE49-F238E27FC236}">
                  <a16:creationId xmlns:a16="http://schemas.microsoft.com/office/drawing/2014/main" id="{F23DFBD5-CFE1-8226-C9CE-954474264F88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9" name="Freeform: Shape 138">
              <a:extLst>
                <a:ext uri="{FF2B5EF4-FFF2-40B4-BE49-F238E27FC236}">
                  <a16:creationId xmlns:a16="http://schemas.microsoft.com/office/drawing/2014/main" id="{64666521-AE1C-C396-0B31-D0DCFFF03964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1444D2C7-47BB-A428-4638-3D1A2727CE75}"/>
              </a:ext>
            </a:extLst>
          </p:cNvPr>
          <p:cNvGrpSpPr/>
          <p:nvPr/>
        </p:nvGrpSpPr>
        <p:grpSpPr>
          <a:xfrm rot="16200000">
            <a:off x="6655408" y="4665786"/>
            <a:ext cx="121167" cy="90875"/>
            <a:chOff x="6669881" y="4393406"/>
            <a:chExt cx="209550" cy="157163"/>
          </a:xfrm>
        </p:grpSpPr>
        <p:sp>
          <p:nvSpPr>
            <p:cNvPr id="136" name="Rectangle 135">
              <a:extLst>
                <a:ext uri="{FF2B5EF4-FFF2-40B4-BE49-F238E27FC236}">
                  <a16:creationId xmlns:a16="http://schemas.microsoft.com/office/drawing/2014/main" id="{FDB16AD9-5E2C-C672-7C49-41BD23AA62F1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7" name="Freeform: Shape 136">
              <a:extLst>
                <a:ext uri="{FF2B5EF4-FFF2-40B4-BE49-F238E27FC236}">
                  <a16:creationId xmlns:a16="http://schemas.microsoft.com/office/drawing/2014/main" id="{1E0F20A1-4663-ECE1-713D-98C8C8F7AEAF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EDB4663D-68D2-7388-5DF7-F9DD89BFCE81}"/>
              </a:ext>
            </a:extLst>
          </p:cNvPr>
          <p:cNvGrpSpPr/>
          <p:nvPr/>
        </p:nvGrpSpPr>
        <p:grpSpPr>
          <a:xfrm rot="16200000">
            <a:off x="6651667" y="4370442"/>
            <a:ext cx="121167" cy="90875"/>
            <a:chOff x="6669881" y="4393406"/>
            <a:chExt cx="209550" cy="157163"/>
          </a:xfrm>
        </p:grpSpPr>
        <p:sp>
          <p:nvSpPr>
            <p:cNvPr id="134" name="Rectangle 133">
              <a:extLst>
                <a:ext uri="{FF2B5EF4-FFF2-40B4-BE49-F238E27FC236}">
                  <a16:creationId xmlns:a16="http://schemas.microsoft.com/office/drawing/2014/main" id="{D2D2F03C-9A62-CB5E-3719-B4131CB6C685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5" name="Freeform: Shape 134">
              <a:extLst>
                <a:ext uri="{FF2B5EF4-FFF2-40B4-BE49-F238E27FC236}">
                  <a16:creationId xmlns:a16="http://schemas.microsoft.com/office/drawing/2014/main" id="{F27DD0C8-857B-E321-152F-05BA61F0033F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8" name="Group 107">
            <a:extLst>
              <a:ext uri="{FF2B5EF4-FFF2-40B4-BE49-F238E27FC236}">
                <a16:creationId xmlns:a16="http://schemas.microsoft.com/office/drawing/2014/main" id="{8A9B7373-8871-1E41-EDFE-1987A3A70CA1}"/>
              </a:ext>
            </a:extLst>
          </p:cNvPr>
          <p:cNvGrpSpPr/>
          <p:nvPr/>
        </p:nvGrpSpPr>
        <p:grpSpPr>
          <a:xfrm rot="16200000">
            <a:off x="6654990" y="4099194"/>
            <a:ext cx="121167" cy="90875"/>
            <a:chOff x="6669881" y="4393406"/>
            <a:chExt cx="209550" cy="157163"/>
          </a:xfrm>
        </p:grpSpPr>
        <p:sp>
          <p:nvSpPr>
            <p:cNvPr id="132" name="Rectangle 131">
              <a:extLst>
                <a:ext uri="{FF2B5EF4-FFF2-40B4-BE49-F238E27FC236}">
                  <a16:creationId xmlns:a16="http://schemas.microsoft.com/office/drawing/2014/main" id="{F31DFFE3-4BA4-4CEB-936F-0D0E0E317A5A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3" name="Freeform: Shape 132">
              <a:extLst>
                <a:ext uri="{FF2B5EF4-FFF2-40B4-BE49-F238E27FC236}">
                  <a16:creationId xmlns:a16="http://schemas.microsoft.com/office/drawing/2014/main" id="{48C7D537-1433-D5D8-00DB-7E6957207ACB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9" name="Group 108">
            <a:extLst>
              <a:ext uri="{FF2B5EF4-FFF2-40B4-BE49-F238E27FC236}">
                <a16:creationId xmlns:a16="http://schemas.microsoft.com/office/drawing/2014/main" id="{9DDD4A42-CF3B-65E2-C26B-702662A5C46C}"/>
              </a:ext>
            </a:extLst>
          </p:cNvPr>
          <p:cNvGrpSpPr/>
          <p:nvPr/>
        </p:nvGrpSpPr>
        <p:grpSpPr>
          <a:xfrm rot="16200000">
            <a:off x="6648913" y="3843094"/>
            <a:ext cx="121167" cy="90875"/>
            <a:chOff x="6669881" y="4393406"/>
            <a:chExt cx="209550" cy="157163"/>
          </a:xfrm>
        </p:grpSpPr>
        <p:sp>
          <p:nvSpPr>
            <p:cNvPr id="130" name="Rectangle 129">
              <a:extLst>
                <a:ext uri="{FF2B5EF4-FFF2-40B4-BE49-F238E27FC236}">
                  <a16:creationId xmlns:a16="http://schemas.microsoft.com/office/drawing/2014/main" id="{AB26ACD5-F444-E10C-8A16-325BA8A9D7C2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1" name="Freeform: Shape 130">
              <a:extLst>
                <a:ext uri="{FF2B5EF4-FFF2-40B4-BE49-F238E27FC236}">
                  <a16:creationId xmlns:a16="http://schemas.microsoft.com/office/drawing/2014/main" id="{94269A51-E2A2-85F4-E383-8ECA694937E5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sp>
        <p:nvSpPr>
          <p:cNvPr id="111" name="TextBox 110">
            <a:extLst>
              <a:ext uri="{FF2B5EF4-FFF2-40B4-BE49-F238E27FC236}">
                <a16:creationId xmlns:a16="http://schemas.microsoft.com/office/drawing/2014/main" id="{14632680-2C3F-6561-09C6-A3647852A585}"/>
              </a:ext>
            </a:extLst>
          </p:cNvPr>
          <p:cNvSpPr txBox="1"/>
          <p:nvPr/>
        </p:nvSpPr>
        <p:spPr>
          <a:xfrm>
            <a:off x="7189421" y="4831228"/>
            <a:ext cx="46038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GND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A3992CD7-A231-4CF7-8E0A-FE90B21643B4}"/>
              </a:ext>
            </a:extLst>
          </p:cNvPr>
          <p:cNvSpPr txBox="1"/>
          <p:nvPr/>
        </p:nvSpPr>
        <p:spPr>
          <a:xfrm>
            <a:off x="5183730" y="3690889"/>
            <a:ext cx="43954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3.3V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cxnSp>
        <p:nvCxnSpPr>
          <p:cNvPr id="114" name="Straight Connector 113">
            <a:extLst>
              <a:ext uri="{FF2B5EF4-FFF2-40B4-BE49-F238E27FC236}">
                <a16:creationId xmlns:a16="http://schemas.microsoft.com/office/drawing/2014/main" id="{3935A56B-776D-D447-CA7F-A3016E77E324}"/>
              </a:ext>
            </a:extLst>
          </p:cNvPr>
          <p:cNvCxnSpPr>
            <a:cxnSpLocks/>
          </p:cNvCxnSpPr>
          <p:nvPr/>
        </p:nvCxnSpPr>
        <p:spPr>
          <a:xfrm rot="16200000">
            <a:off x="5870388" y="4585169"/>
            <a:ext cx="0" cy="893411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TextBox 114">
            <a:extLst>
              <a:ext uri="{FF2B5EF4-FFF2-40B4-BE49-F238E27FC236}">
                <a16:creationId xmlns:a16="http://schemas.microsoft.com/office/drawing/2014/main" id="{FF455B2D-55B3-F1E8-B0DD-94DC011B75C5}"/>
              </a:ext>
            </a:extLst>
          </p:cNvPr>
          <p:cNvSpPr txBox="1"/>
          <p:nvPr/>
        </p:nvSpPr>
        <p:spPr>
          <a:xfrm>
            <a:off x="5179544" y="4842093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pin0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67A1CAB3-2B47-C9A6-CA77-2D966A1E28E7}"/>
              </a:ext>
            </a:extLst>
          </p:cNvPr>
          <p:cNvSpPr txBox="1"/>
          <p:nvPr/>
        </p:nvSpPr>
        <p:spPr>
          <a:xfrm>
            <a:off x="5179544" y="4494051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pin2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7F1D247B-A898-1C92-20B5-1174636A412F}"/>
              </a:ext>
            </a:extLst>
          </p:cNvPr>
          <p:cNvSpPr txBox="1"/>
          <p:nvPr/>
        </p:nvSpPr>
        <p:spPr>
          <a:xfrm>
            <a:off x="5696528" y="4230208"/>
            <a:ext cx="25359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0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31239988-68BE-B3C2-D213-E588D595188D}"/>
              </a:ext>
            </a:extLst>
          </p:cNvPr>
          <p:cNvSpPr txBox="1"/>
          <p:nvPr/>
        </p:nvSpPr>
        <p:spPr>
          <a:xfrm>
            <a:off x="5769664" y="3969261"/>
            <a:ext cx="25359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1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E88EFD97-371C-5A86-9BE1-9E24A1D49495}"/>
              </a:ext>
            </a:extLst>
          </p:cNvPr>
          <p:cNvSpPr txBox="1"/>
          <p:nvPr/>
        </p:nvSpPr>
        <p:spPr>
          <a:xfrm>
            <a:off x="7219646" y="4540109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pin1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5CB3907E-3AF3-572B-BFAA-73A449544FE1}"/>
              </a:ext>
            </a:extLst>
          </p:cNvPr>
          <p:cNvSpPr txBox="1"/>
          <p:nvPr/>
        </p:nvSpPr>
        <p:spPr>
          <a:xfrm>
            <a:off x="7218474" y="4241711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pin3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05DC1544-CACC-4767-5492-86D84DC3483C}"/>
              </a:ext>
            </a:extLst>
          </p:cNvPr>
          <p:cNvSpPr txBox="1"/>
          <p:nvPr/>
        </p:nvSpPr>
        <p:spPr>
          <a:xfrm>
            <a:off x="7219062" y="3962749"/>
            <a:ext cx="25359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1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A4115C12-EFDA-D4B4-3D02-CCA269BA7CFC}"/>
              </a:ext>
            </a:extLst>
          </p:cNvPr>
          <p:cNvSpPr txBox="1"/>
          <p:nvPr/>
        </p:nvSpPr>
        <p:spPr>
          <a:xfrm>
            <a:off x="7218475" y="3700725"/>
            <a:ext cx="25359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1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50" name="Freeform: Shape 149">
            <a:extLst>
              <a:ext uri="{FF2B5EF4-FFF2-40B4-BE49-F238E27FC236}">
                <a16:creationId xmlns:a16="http://schemas.microsoft.com/office/drawing/2014/main" id="{0118923D-E668-D4F5-593B-9EBD62495067}"/>
              </a:ext>
            </a:extLst>
          </p:cNvPr>
          <p:cNvSpPr/>
          <p:nvPr/>
        </p:nvSpPr>
        <p:spPr>
          <a:xfrm>
            <a:off x="5000625" y="2609850"/>
            <a:ext cx="5043488" cy="2424113"/>
          </a:xfrm>
          <a:custGeom>
            <a:avLst/>
            <a:gdLst>
              <a:gd name="csX0" fmla="*/ 1304925 w 5043488"/>
              <a:gd name="csY0" fmla="*/ 2424113 h 2424113"/>
              <a:gd name="csX1" fmla="*/ 0 w 5043488"/>
              <a:gd name="csY1" fmla="*/ 2424113 h 2424113"/>
              <a:gd name="csX2" fmla="*/ 0 w 5043488"/>
              <a:gd name="csY2" fmla="*/ 0 h 2424113"/>
              <a:gd name="csX3" fmla="*/ 5043488 w 5043488"/>
              <a:gd name="csY3" fmla="*/ 0 h 2424113"/>
              <a:gd name="csX4" fmla="*/ 5043488 w 5043488"/>
              <a:gd name="csY4" fmla="*/ 1290638 h 24241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5043488" h="2424113">
                <a:moveTo>
                  <a:pt x="1304925" y="2424113"/>
                </a:moveTo>
                <a:lnTo>
                  <a:pt x="0" y="2424113"/>
                </a:lnTo>
                <a:lnTo>
                  <a:pt x="0" y="0"/>
                </a:lnTo>
                <a:lnTo>
                  <a:pt x="5043488" y="0"/>
                </a:lnTo>
                <a:lnTo>
                  <a:pt x="5043488" y="1290638"/>
                </a:lnTo>
              </a:path>
            </a:pathLst>
          </a:custGeom>
          <a:noFill/>
          <a:ln>
            <a:solidFill>
              <a:srgbClr val="FFC000"/>
            </a:solidFill>
          </a:ln>
          <a:effectLst>
            <a:glow rad="63500">
              <a:schemeClr val="accent2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1" name="Freeform: Shape 150">
            <a:extLst>
              <a:ext uri="{FF2B5EF4-FFF2-40B4-BE49-F238E27FC236}">
                <a16:creationId xmlns:a16="http://schemas.microsoft.com/office/drawing/2014/main" id="{A22C194B-F1AD-A68C-6849-137839C67234}"/>
              </a:ext>
            </a:extLst>
          </p:cNvPr>
          <p:cNvSpPr/>
          <p:nvPr/>
        </p:nvSpPr>
        <p:spPr>
          <a:xfrm>
            <a:off x="6829425" y="2671763"/>
            <a:ext cx="3139382" cy="2057400"/>
          </a:xfrm>
          <a:custGeom>
            <a:avLst/>
            <a:gdLst>
              <a:gd name="csX0" fmla="*/ 0 w 3109913"/>
              <a:gd name="csY0" fmla="*/ 2057400 h 2057400"/>
              <a:gd name="csX1" fmla="*/ 1090613 w 3109913"/>
              <a:gd name="csY1" fmla="*/ 2057400 h 2057400"/>
              <a:gd name="csX2" fmla="*/ 1090613 w 3109913"/>
              <a:gd name="csY2" fmla="*/ 0 h 2057400"/>
              <a:gd name="csX3" fmla="*/ 3109913 w 3109913"/>
              <a:gd name="csY3" fmla="*/ 0 h 2057400"/>
              <a:gd name="csX4" fmla="*/ 3109913 w 3109913"/>
              <a:gd name="csY4" fmla="*/ 1228725 h 20574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3109913" h="2057400">
                <a:moveTo>
                  <a:pt x="0" y="2057400"/>
                </a:moveTo>
                <a:lnTo>
                  <a:pt x="1090613" y="2057400"/>
                </a:lnTo>
                <a:lnTo>
                  <a:pt x="1090613" y="0"/>
                </a:lnTo>
                <a:lnTo>
                  <a:pt x="3109913" y="0"/>
                </a:lnTo>
                <a:lnTo>
                  <a:pt x="3109913" y="1228725"/>
                </a:lnTo>
              </a:path>
            </a:pathLst>
          </a:custGeom>
          <a:noFill/>
          <a:ln>
            <a:solidFill>
              <a:schemeClr val="bg1">
                <a:lumMod val="75000"/>
              </a:schemeClr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2" name="Freeform: Shape 151">
            <a:extLst>
              <a:ext uri="{FF2B5EF4-FFF2-40B4-BE49-F238E27FC236}">
                <a16:creationId xmlns:a16="http://schemas.microsoft.com/office/drawing/2014/main" id="{8E4C00B5-2C0B-AFC8-3CA2-BED7649822C5}"/>
              </a:ext>
            </a:extLst>
          </p:cNvPr>
          <p:cNvSpPr/>
          <p:nvPr/>
        </p:nvSpPr>
        <p:spPr>
          <a:xfrm>
            <a:off x="5110163" y="2776538"/>
            <a:ext cx="4757737" cy="1947862"/>
          </a:xfrm>
          <a:custGeom>
            <a:avLst/>
            <a:gdLst>
              <a:gd name="csX0" fmla="*/ 1362075 w 4757737"/>
              <a:gd name="csY0" fmla="*/ 1947862 h 1947862"/>
              <a:gd name="csX1" fmla="*/ 0 w 4757737"/>
              <a:gd name="csY1" fmla="*/ 1947862 h 1947862"/>
              <a:gd name="csX2" fmla="*/ 0 w 4757737"/>
              <a:gd name="csY2" fmla="*/ 0 h 1947862"/>
              <a:gd name="csX3" fmla="*/ 4757737 w 4757737"/>
              <a:gd name="csY3" fmla="*/ 0 h 1947862"/>
              <a:gd name="csX4" fmla="*/ 4757737 w 4757737"/>
              <a:gd name="csY4" fmla="*/ 1138237 h 19478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757737" h="1947862">
                <a:moveTo>
                  <a:pt x="1362075" y="1947862"/>
                </a:moveTo>
                <a:lnTo>
                  <a:pt x="0" y="1947862"/>
                </a:lnTo>
                <a:lnTo>
                  <a:pt x="0" y="0"/>
                </a:lnTo>
                <a:lnTo>
                  <a:pt x="4757737" y="0"/>
                </a:lnTo>
                <a:lnTo>
                  <a:pt x="4757737" y="1138237"/>
                </a:lnTo>
              </a:path>
            </a:pathLst>
          </a:custGeom>
          <a:noFill/>
          <a:ln>
            <a:solidFill>
              <a:schemeClr val="accent5">
                <a:lumMod val="60000"/>
                <a:lumOff val="40000"/>
              </a:schemeClr>
            </a:solidFill>
          </a:ln>
          <a:effectLst>
            <a:glow rad="63500">
              <a:schemeClr val="accent2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3" name="Freeform: Shape 152">
            <a:extLst>
              <a:ext uri="{FF2B5EF4-FFF2-40B4-BE49-F238E27FC236}">
                <a16:creationId xmlns:a16="http://schemas.microsoft.com/office/drawing/2014/main" id="{DF30CB84-E3A8-EA41-E1DA-DDFB16B51436}"/>
              </a:ext>
            </a:extLst>
          </p:cNvPr>
          <p:cNvSpPr/>
          <p:nvPr/>
        </p:nvSpPr>
        <p:spPr>
          <a:xfrm>
            <a:off x="6810374" y="2862263"/>
            <a:ext cx="2955547" cy="1581150"/>
          </a:xfrm>
          <a:custGeom>
            <a:avLst/>
            <a:gdLst>
              <a:gd name="csX0" fmla="*/ 0 w 2857500"/>
              <a:gd name="csY0" fmla="*/ 1581150 h 1581150"/>
              <a:gd name="csX1" fmla="*/ 1209675 w 2857500"/>
              <a:gd name="csY1" fmla="*/ 1581150 h 1581150"/>
              <a:gd name="csX2" fmla="*/ 1209675 w 2857500"/>
              <a:gd name="csY2" fmla="*/ 0 h 1581150"/>
              <a:gd name="csX3" fmla="*/ 2857500 w 2857500"/>
              <a:gd name="csY3" fmla="*/ 0 h 1581150"/>
              <a:gd name="csX4" fmla="*/ 2857500 w 2857500"/>
              <a:gd name="csY4" fmla="*/ 1066800 h 1581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857500" h="1581150">
                <a:moveTo>
                  <a:pt x="0" y="1581150"/>
                </a:moveTo>
                <a:lnTo>
                  <a:pt x="1209675" y="1581150"/>
                </a:lnTo>
                <a:lnTo>
                  <a:pt x="1209675" y="0"/>
                </a:lnTo>
                <a:lnTo>
                  <a:pt x="2857500" y="0"/>
                </a:lnTo>
                <a:lnTo>
                  <a:pt x="2857500" y="1066800"/>
                </a:lnTo>
              </a:path>
            </a:pathLst>
          </a:custGeom>
          <a:noFill/>
          <a:ln>
            <a:solidFill>
              <a:schemeClr val="accent4">
                <a:lumMod val="60000"/>
                <a:lumOff val="40000"/>
              </a:schemeClr>
            </a:solidFill>
          </a:ln>
          <a:effectLst>
            <a:glow rad="63500">
              <a:schemeClr val="accent2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DD40C9D2-A0CD-EAD0-B30B-EC813DB5978F}"/>
              </a:ext>
            </a:extLst>
          </p:cNvPr>
          <p:cNvSpPr txBox="1"/>
          <p:nvPr/>
        </p:nvSpPr>
        <p:spPr>
          <a:xfrm>
            <a:off x="7728283" y="6158985"/>
            <a:ext cx="39837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dirty="0">
                <a:solidFill>
                  <a:schemeClr val="bg1"/>
                </a:solidFill>
                <a:latin typeface="Consolas" panose="020B0609020204030204" pitchFamily="49" charset="0"/>
              </a:rPr>
              <a:t>M(GPIOD_INDATA) &amp; 0xF = 0x1101</a:t>
            </a:r>
            <a:endParaRPr lang="LID4096" dirty="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339E667A-D012-DE60-603E-C9FC33867D9D}"/>
              </a:ext>
            </a:extLst>
          </p:cNvPr>
          <p:cNvGrpSpPr/>
          <p:nvPr/>
        </p:nvGrpSpPr>
        <p:grpSpPr>
          <a:xfrm>
            <a:off x="6188599" y="4250364"/>
            <a:ext cx="675185" cy="1196508"/>
            <a:chOff x="6188599" y="4250364"/>
            <a:chExt cx="675185" cy="1196508"/>
          </a:xfrm>
        </p:grpSpPr>
        <p:sp>
          <p:nvSpPr>
            <p:cNvPr id="92" name="Freeform: Shape 91">
              <a:extLst>
                <a:ext uri="{FF2B5EF4-FFF2-40B4-BE49-F238E27FC236}">
                  <a16:creationId xmlns:a16="http://schemas.microsoft.com/office/drawing/2014/main" id="{E252DF25-2C7B-B58A-6A6B-AF254CDB0A58}"/>
                </a:ext>
              </a:extLst>
            </p:cNvPr>
            <p:cNvSpPr/>
            <p:nvPr/>
          </p:nvSpPr>
          <p:spPr>
            <a:xfrm>
              <a:off x="6353510" y="4250364"/>
              <a:ext cx="489469" cy="1006840"/>
            </a:xfrm>
            <a:custGeom>
              <a:avLst/>
              <a:gdLst>
                <a:gd name="csX0" fmla="*/ 55916 w 489469"/>
                <a:gd name="csY0" fmla="*/ 1003123 h 1006840"/>
                <a:gd name="csX1" fmla="*/ 202565 w 489469"/>
                <a:gd name="csY1" fmla="*/ 929798 h 1006840"/>
                <a:gd name="csX2" fmla="*/ 254324 w 489469"/>
                <a:gd name="csY2" fmla="*/ 675319 h 1006840"/>
                <a:gd name="csX3" fmla="*/ 465671 w 489469"/>
                <a:gd name="csY3" fmla="*/ 532983 h 1006840"/>
                <a:gd name="csX4" fmla="*/ 465671 w 489469"/>
                <a:gd name="csY4" fmla="*/ 58530 h 1006840"/>
                <a:gd name="csX5" fmla="*/ 297456 w 489469"/>
                <a:gd name="csY5" fmla="*/ 32651 h 1006840"/>
                <a:gd name="csX6" fmla="*/ 237071 w 489469"/>
                <a:gd name="csY6" fmla="*/ 287130 h 1006840"/>
                <a:gd name="csX7" fmla="*/ 12784 w 489469"/>
                <a:gd name="csY7" fmla="*/ 399274 h 1006840"/>
                <a:gd name="csX8" fmla="*/ 34350 w 489469"/>
                <a:gd name="csY8" fmla="*/ 934111 h 1006840"/>
                <a:gd name="csX9" fmla="*/ 55916 w 489469"/>
                <a:gd name="csY9" fmla="*/ 1003123 h 100684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489469" h="1006840">
                  <a:moveTo>
                    <a:pt x="55916" y="1003123"/>
                  </a:moveTo>
                  <a:cubicBezTo>
                    <a:pt x="83952" y="1002404"/>
                    <a:pt x="169497" y="984432"/>
                    <a:pt x="202565" y="929798"/>
                  </a:cubicBezTo>
                  <a:cubicBezTo>
                    <a:pt x="235633" y="875164"/>
                    <a:pt x="210473" y="741455"/>
                    <a:pt x="254324" y="675319"/>
                  </a:cubicBezTo>
                  <a:cubicBezTo>
                    <a:pt x="298175" y="609183"/>
                    <a:pt x="430446" y="635781"/>
                    <a:pt x="465671" y="532983"/>
                  </a:cubicBezTo>
                  <a:cubicBezTo>
                    <a:pt x="500896" y="430185"/>
                    <a:pt x="493707" y="141919"/>
                    <a:pt x="465671" y="58530"/>
                  </a:cubicBezTo>
                  <a:cubicBezTo>
                    <a:pt x="437635" y="-24859"/>
                    <a:pt x="335556" y="-5449"/>
                    <a:pt x="297456" y="32651"/>
                  </a:cubicBezTo>
                  <a:cubicBezTo>
                    <a:pt x="259356" y="70751"/>
                    <a:pt x="284516" y="226026"/>
                    <a:pt x="237071" y="287130"/>
                  </a:cubicBezTo>
                  <a:cubicBezTo>
                    <a:pt x="189626" y="348234"/>
                    <a:pt x="46571" y="291444"/>
                    <a:pt x="12784" y="399274"/>
                  </a:cubicBezTo>
                  <a:cubicBezTo>
                    <a:pt x="-21003" y="507104"/>
                    <a:pt x="21410" y="838502"/>
                    <a:pt x="34350" y="934111"/>
                  </a:cubicBezTo>
                  <a:cubicBezTo>
                    <a:pt x="47290" y="1029720"/>
                    <a:pt x="27880" y="1003842"/>
                    <a:pt x="55916" y="1003123"/>
                  </a:cubicBezTo>
                  <a:close/>
                </a:path>
              </a:pathLst>
            </a:custGeom>
            <a:noFill/>
            <a:ln w="38100">
              <a:solidFill>
                <a:schemeClr val="accent6">
                  <a:lumMod val="60000"/>
                  <a:lumOff val="40000"/>
                </a:schemeClr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 dirty="0"/>
            </a:p>
          </p:txBody>
        </p:sp>
        <p:sp>
          <p:nvSpPr>
            <p:cNvPr id="110" name="TextBox 109">
              <a:extLst>
                <a:ext uri="{FF2B5EF4-FFF2-40B4-BE49-F238E27FC236}">
                  <a16:creationId xmlns:a16="http://schemas.microsoft.com/office/drawing/2014/main" id="{DB3FC3D0-D7D3-D7D1-0E43-6BE7C25EF689}"/>
                </a:ext>
              </a:extLst>
            </p:cNvPr>
            <p:cNvSpPr txBox="1"/>
            <p:nvPr/>
          </p:nvSpPr>
          <p:spPr>
            <a:xfrm>
              <a:off x="6188599" y="5200651"/>
              <a:ext cx="675185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rgbClr val="92D050"/>
                  </a:solidFill>
                </a:rPr>
                <a:t>PULL UP</a:t>
              </a:r>
              <a:endParaRPr lang="LID4096" sz="1000" b="1" dirty="0">
                <a:solidFill>
                  <a:srgbClr val="92D050"/>
                </a:solidFill>
              </a:endParaRPr>
            </a:p>
          </p:txBody>
        </p:sp>
      </p:grpSp>
      <p:grpSp>
        <p:nvGrpSpPr>
          <p:cNvPr id="112" name="Group 111">
            <a:extLst>
              <a:ext uri="{FF2B5EF4-FFF2-40B4-BE49-F238E27FC236}">
                <a16:creationId xmlns:a16="http://schemas.microsoft.com/office/drawing/2014/main" id="{26D6AC25-8548-BA6B-E382-A4AF54027F63}"/>
              </a:ext>
            </a:extLst>
          </p:cNvPr>
          <p:cNvGrpSpPr/>
          <p:nvPr/>
        </p:nvGrpSpPr>
        <p:grpSpPr>
          <a:xfrm>
            <a:off x="6184123" y="3406953"/>
            <a:ext cx="933269" cy="1238785"/>
            <a:chOff x="6200281" y="4018419"/>
            <a:chExt cx="933269" cy="1238785"/>
          </a:xfrm>
        </p:grpSpPr>
        <p:sp>
          <p:nvSpPr>
            <p:cNvPr id="116" name="Freeform: Shape 115">
              <a:extLst>
                <a:ext uri="{FF2B5EF4-FFF2-40B4-BE49-F238E27FC236}">
                  <a16:creationId xmlns:a16="http://schemas.microsoft.com/office/drawing/2014/main" id="{A1077016-5A5F-2BEB-4E3A-FD951EC18F46}"/>
                </a:ext>
              </a:extLst>
            </p:cNvPr>
            <p:cNvSpPr/>
            <p:nvPr/>
          </p:nvSpPr>
          <p:spPr>
            <a:xfrm>
              <a:off x="6353510" y="4250364"/>
              <a:ext cx="489469" cy="1006840"/>
            </a:xfrm>
            <a:custGeom>
              <a:avLst/>
              <a:gdLst>
                <a:gd name="csX0" fmla="*/ 55916 w 489469"/>
                <a:gd name="csY0" fmla="*/ 1003123 h 1006840"/>
                <a:gd name="csX1" fmla="*/ 202565 w 489469"/>
                <a:gd name="csY1" fmla="*/ 929798 h 1006840"/>
                <a:gd name="csX2" fmla="*/ 254324 w 489469"/>
                <a:gd name="csY2" fmla="*/ 675319 h 1006840"/>
                <a:gd name="csX3" fmla="*/ 465671 w 489469"/>
                <a:gd name="csY3" fmla="*/ 532983 h 1006840"/>
                <a:gd name="csX4" fmla="*/ 465671 w 489469"/>
                <a:gd name="csY4" fmla="*/ 58530 h 1006840"/>
                <a:gd name="csX5" fmla="*/ 297456 w 489469"/>
                <a:gd name="csY5" fmla="*/ 32651 h 1006840"/>
                <a:gd name="csX6" fmla="*/ 237071 w 489469"/>
                <a:gd name="csY6" fmla="*/ 287130 h 1006840"/>
                <a:gd name="csX7" fmla="*/ 12784 w 489469"/>
                <a:gd name="csY7" fmla="*/ 399274 h 1006840"/>
                <a:gd name="csX8" fmla="*/ 34350 w 489469"/>
                <a:gd name="csY8" fmla="*/ 934111 h 1006840"/>
                <a:gd name="csX9" fmla="*/ 55916 w 489469"/>
                <a:gd name="csY9" fmla="*/ 1003123 h 100684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489469" h="1006840">
                  <a:moveTo>
                    <a:pt x="55916" y="1003123"/>
                  </a:moveTo>
                  <a:cubicBezTo>
                    <a:pt x="83952" y="1002404"/>
                    <a:pt x="169497" y="984432"/>
                    <a:pt x="202565" y="929798"/>
                  </a:cubicBezTo>
                  <a:cubicBezTo>
                    <a:pt x="235633" y="875164"/>
                    <a:pt x="210473" y="741455"/>
                    <a:pt x="254324" y="675319"/>
                  </a:cubicBezTo>
                  <a:cubicBezTo>
                    <a:pt x="298175" y="609183"/>
                    <a:pt x="430446" y="635781"/>
                    <a:pt x="465671" y="532983"/>
                  </a:cubicBezTo>
                  <a:cubicBezTo>
                    <a:pt x="500896" y="430185"/>
                    <a:pt x="493707" y="141919"/>
                    <a:pt x="465671" y="58530"/>
                  </a:cubicBezTo>
                  <a:cubicBezTo>
                    <a:pt x="437635" y="-24859"/>
                    <a:pt x="335556" y="-5449"/>
                    <a:pt x="297456" y="32651"/>
                  </a:cubicBezTo>
                  <a:cubicBezTo>
                    <a:pt x="259356" y="70751"/>
                    <a:pt x="284516" y="226026"/>
                    <a:pt x="237071" y="287130"/>
                  </a:cubicBezTo>
                  <a:cubicBezTo>
                    <a:pt x="189626" y="348234"/>
                    <a:pt x="46571" y="291444"/>
                    <a:pt x="12784" y="399274"/>
                  </a:cubicBezTo>
                  <a:cubicBezTo>
                    <a:pt x="-21003" y="507104"/>
                    <a:pt x="21410" y="838502"/>
                    <a:pt x="34350" y="934111"/>
                  </a:cubicBezTo>
                  <a:cubicBezTo>
                    <a:pt x="47290" y="1029720"/>
                    <a:pt x="27880" y="1003842"/>
                    <a:pt x="55916" y="1003123"/>
                  </a:cubicBezTo>
                  <a:close/>
                </a:path>
              </a:pathLst>
            </a:custGeom>
            <a:noFill/>
            <a:ln w="38100">
              <a:solidFill>
                <a:srgbClr val="FFC000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 dirty="0"/>
            </a:p>
          </p:txBody>
        </p:sp>
        <p:sp>
          <p:nvSpPr>
            <p:cNvPr id="118" name="TextBox 117">
              <a:extLst>
                <a:ext uri="{FF2B5EF4-FFF2-40B4-BE49-F238E27FC236}">
                  <a16:creationId xmlns:a16="http://schemas.microsoft.com/office/drawing/2014/main" id="{759ACBE5-3C7A-5241-6DEE-AACA42AB5A17}"/>
                </a:ext>
              </a:extLst>
            </p:cNvPr>
            <p:cNvSpPr txBox="1"/>
            <p:nvPr/>
          </p:nvSpPr>
          <p:spPr>
            <a:xfrm>
              <a:off x="6200281" y="4018419"/>
              <a:ext cx="933269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rgbClr val="FFC000"/>
                  </a:solidFill>
                </a:rPr>
                <a:t>OPEN DRAIN</a:t>
              </a:r>
              <a:endParaRPr lang="LID4096" sz="1000" b="1" dirty="0">
                <a:solidFill>
                  <a:srgbClr val="FFC000"/>
                </a:solidFill>
              </a:endParaRPr>
            </a:p>
          </p:txBody>
        </p:sp>
      </p:grp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186D1FB-A046-55DC-FD40-88FEB53F9CC5}"/>
              </a:ext>
            </a:extLst>
          </p:cNvPr>
          <p:cNvSpPr/>
          <p:nvPr/>
        </p:nvSpPr>
        <p:spPr>
          <a:xfrm>
            <a:off x="5917721" y="2989053"/>
            <a:ext cx="3761117" cy="1466490"/>
          </a:xfrm>
          <a:custGeom>
            <a:avLst/>
            <a:gdLst>
              <a:gd name="csX0" fmla="*/ 470139 w 3761117"/>
              <a:gd name="csY0" fmla="*/ 1466490 h 1466490"/>
              <a:gd name="csX1" fmla="*/ 0 w 3761117"/>
              <a:gd name="csY1" fmla="*/ 1466490 h 1466490"/>
              <a:gd name="csX2" fmla="*/ 0 w 3761117"/>
              <a:gd name="csY2" fmla="*/ 0 h 1466490"/>
              <a:gd name="csX3" fmla="*/ 3761117 w 3761117"/>
              <a:gd name="csY3" fmla="*/ 0 h 1466490"/>
              <a:gd name="csX4" fmla="*/ 3761117 w 3761117"/>
              <a:gd name="csY4" fmla="*/ 944592 h 14664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3761117" h="1466490">
                <a:moveTo>
                  <a:pt x="470139" y="1466490"/>
                </a:moveTo>
                <a:lnTo>
                  <a:pt x="0" y="1466490"/>
                </a:lnTo>
                <a:lnTo>
                  <a:pt x="0" y="0"/>
                </a:lnTo>
                <a:lnTo>
                  <a:pt x="3761117" y="0"/>
                </a:lnTo>
                <a:lnTo>
                  <a:pt x="3761117" y="944592"/>
                </a:lnTo>
              </a:path>
            </a:pathLst>
          </a:cu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62296251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EE8E35-72EB-5111-BE75-2BC4F67095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903697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/>
        </a:solidFill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2995</TotalTime>
  <Words>3715</Words>
  <Application>Microsoft Office PowerPoint</Application>
  <PresentationFormat>Widescreen</PresentationFormat>
  <Paragraphs>1209</Paragraphs>
  <Slides>52</Slides>
  <Notes>47</Notes>
  <HiddenSlides>1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52</vt:i4>
      </vt:variant>
    </vt:vector>
  </HeadingPairs>
  <TitlesOfParts>
    <vt:vector size="58" baseType="lpstr">
      <vt:lpstr>Aptos</vt:lpstr>
      <vt:lpstr>Aptos Display</vt:lpstr>
      <vt:lpstr>Arial</vt:lpstr>
      <vt:lpstr>Calibri</vt:lpstr>
      <vt:lpstr>Consolas</vt:lpstr>
      <vt:lpstr>Office Theme</vt:lpstr>
      <vt:lpstr>Lektion 5</vt:lpstr>
      <vt:lpstr>Recap: Konfigurera som in- eller ut-pinne.</vt:lpstr>
      <vt:lpstr>Recap: Konfigurera som in- eller ut-pinne.</vt:lpstr>
      <vt:lpstr>Konfigurera pinnar</vt:lpstr>
      <vt:lpstr>Konfigurera pinnar</vt:lpstr>
      <vt:lpstr>Koppla in en knapp</vt:lpstr>
      <vt:lpstr>Koppla in en knapp</vt:lpstr>
      <vt:lpstr>Koppla in en knapp</vt:lpstr>
      <vt:lpstr>Koppla in en knapp</vt:lpstr>
      <vt:lpstr>Koppla in en knapp – Pull Down</vt:lpstr>
      <vt:lpstr>Koppla in en knapp – Pull Down</vt:lpstr>
      <vt:lpstr>Koppla in en knapp – Pull Up</vt:lpstr>
      <vt:lpstr>Koppla in en knapp – Pull Up</vt:lpstr>
      <vt:lpstr>Koppla in en knapp – Pull Up</vt:lpstr>
      <vt:lpstr>Koppla in en knapp – Pull Up</vt:lpstr>
      <vt:lpstr>PowerPoint Presentation</vt:lpstr>
      <vt:lpstr>PowerPoint Presentation</vt:lpstr>
      <vt:lpstr>PowerPoint Presentation</vt:lpstr>
      <vt:lpstr>Konfigurera pinnar</vt:lpstr>
      <vt:lpstr>Exempel</vt:lpstr>
      <vt:lpstr>PowerPoint Presentation</vt:lpstr>
      <vt:lpstr>Digital Output</vt:lpstr>
      <vt:lpstr>Digital Output</vt:lpstr>
      <vt:lpstr>Digital Output</vt:lpstr>
      <vt:lpstr>Digital Output</vt:lpstr>
      <vt:lpstr>Digital Output – Push Pull</vt:lpstr>
      <vt:lpstr>Digital Output – Open Drain</vt:lpstr>
      <vt:lpstr>Digital Output</vt:lpstr>
      <vt:lpstr>Digital Output</vt:lpstr>
      <vt:lpstr>Digital Output</vt:lpstr>
      <vt:lpstr>PowerPoint Presentation</vt:lpstr>
      <vt:lpstr>Keypad</vt:lpstr>
      <vt:lpstr>Keypad</vt:lpstr>
      <vt:lpstr>Keypad</vt:lpstr>
      <vt:lpstr>Keypad</vt:lpstr>
      <vt:lpstr>Keypad</vt:lpstr>
      <vt:lpstr>Keypad</vt:lpstr>
      <vt:lpstr>Keypad</vt:lpstr>
      <vt:lpstr>Keypad</vt:lpstr>
      <vt:lpstr>Keypad</vt:lpstr>
      <vt:lpstr>PowerPoint Presentation</vt:lpstr>
      <vt:lpstr>Keypad – Problem!</vt:lpstr>
      <vt:lpstr>Keypad – Problem!</vt:lpstr>
      <vt:lpstr>Keypad – Problem!</vt:lpstr>
      <vt:lpstr>Keypad – Problem!</vt:lpstr>
      <vt:lpstr>Keypad – Lösning</vt:lpstr>
      <vt:lpstr>Keypad – Lösning</vt:lpstr>
      <vt:lpstr>Keypad – Lösning</vt:lpstr>
      <vt:lpstr>Keypad – Lösning</vt:lpstr>
      <vt:lpstr>Keypad – Lösning</vt:lpstr>
      <vt:lpstr>Keypad – Lösning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Erik Sintorn</dc:creator>
  <cp:lastModifiedBy>Erik Sintorn</cp:lastModifiedBy>
  <cp:revision>50</cp:revision>
  <dcterms:created xsi:type="dcterms:W3CDTF">2026-01-14T14:09:03Z</dcterms:created>
  <dcterms:modified xsi:type="dcterms:W3CDTF">2026-02-03T13:46:45Z</dcterms:modified>
</cp:coreProperties>
</file>