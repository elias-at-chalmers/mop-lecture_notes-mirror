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5" d="100"/>
          <a:sy n="145" d="100"/>
        </p:scale>
        <p:origin x="138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09/29/2025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09/29/2025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09/29/2025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09/29/2025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09/29/2025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09/29/2025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09/29/2025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09/29/2025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09/29/2025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09/29/2025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09/29/2025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09/29/2025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09/29/2025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onnsiteX0" fmla="*/ 1062391 w 1062391"/>
              <a:gd name="connsiteY0" fmla="*/ 0 h 368214"/>
              <a:gd name="connsiteX1" fmla="*/ 541819 w 1062391"/>
              <a:gd name="connsiteY1" fmla="*/ 3007 h 368214"/>
              <a:gd name="connsiteX2" fmla="*/ 0 w 1062391"/>
              <a:gd name="connsiteY2" fmla="*/ 6137 h 368214"/>
              <a:gd name="connsiteX3" fmla="*/ 5365 w 1062391"/>
              <a:gd name="connsiteY3" fmla="*/ 368214 h 368214"/>
              <a:gd name="connsiteX4" fmla="*/ 533878 w 1062391"/>
              <a:gd name="connsiteY4" fmla="*/ 365146 h 368214"/>
              <a:gd name="connsiteX5" fmla="*/ 1062391 w 1062391"/>
              <a:gd name="connsiteY5" fmla="*/ 362078 h 368214"/>
              <a:gd name="connsiteX6" fmla="*/ 1062391 w 1062391"/>
              <a:gd name="connsiteY6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onnsiteX0" fmla="*/ 1344108 w 1344108"/>
              <a:gd name="connsiteY0" fmla="*/ 0 h 368214"/>
              <a:gd name="connsiteX1" fmla="*/ 909513 w 1344108"/>
              <a:gd name="connsiteY1" fmla="*/ 1984 h 368214"/>
              <a:gd name="connsiteX2" fmla="*/ 501800 w 1344108"/>
              <a:gd name="connsiteY2" fmla="*/ 3846 h 368214"/>
              <a:gd name="connsiteX3" fmla="*/ 0 w 1344108"/>
              <a:gd name="connsiteY3" fmla="*/ 6137 h 368214"/>
              <a:gd name="connsiteX4" fmla="*/ 6788 w 1344108"/>
              <a:gd name="connsiteY4" fmla="*/ 368214 h 368214"/>
              <a:gd name="connsiteX5" fmla="*/ 425815 w 1344108"/>
              <a:gd name="connsiteY5" fmla="*/ 366291 h 368214"/>
              <a:gd name="connsiteX6" fmla="*/ 898335 w 1344108"/>
              <a:gd name="connsiteY6" fmla="*/ 364123 h 368214"/>
              <a:gd name="connsiteX7" fmla="*/ 1344108 w 1344108"/>
              <a:gd name="connsiteY7" fmla="*/ 362078 h 368214"/>
              <a:gd name="connsiteX8" fmla="*/ 1344108 w 1344108"/>
              <a:gd name="connsiteY8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54D953-0B4D-75FC-68B1-B570C8467F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7532914" y="2381387"/>
            <a:ext cx="2583575" cy="2493188"/>
          </a:xfrm>
          <a:prstGeom prst="rect">
            <a:avLst/>
          </a:prstGeom>
          <a:ln w="50800">
            <a:solidFill>
              <a:schemeClr val="tx1"/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21341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All GPIO Pins (Ports A-E)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2973" y="2919219"/>
            <a:ext cx="5353797" cy="2772162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4005263" y="393192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3863340" y="377952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3886200" y="385572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4084320" y="393192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4260056" y="410051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5545931" y="526970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6669881" y="439340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6224587" y="442436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5779293" y="445531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5278037" y="446722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4771789" y="448694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4759882" y="489413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5275654" y="487985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5786434" y="487338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6255540" y="487912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6698448" y="486861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4825884" y="5172671"/>
            <a:ext cx="5111" cy="1056158"/>
          </a:xfrm>
          <a:prstGeom prst="line">
            <a:avLst/>
          </a:prstGeom>
          <a:ln w="508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4485887" y="622882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6761420" y="2595397"/>
            <a:ext cx="27524" cy="1673166"/>
          </a:xfrm>
          <a:prstGeom prst="line">
            <a:avLst/>
          </a:prstGeom>
          <a:ln w="508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6434137" y="218079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4825884" y="2723465"/>
            <a:ext cx="0" cy="1545098"/>
          </a:xfrm>
          <a:prstGeom prst="line">
            <a:avLst/>
          </a:prstGeom>
          <a:ln w="508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4532888" y="241765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5361119" y="2723465"/>
            <a:ext cx="0" cy="1545098"/>
          </a:xfrm>
          <a:prstGeom prst="line">
            <a:avLst/>
          </a:prstGeom>
          <a:ln w="508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5068123" y="241765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5880391" y="2723465"/>
            <a:ext cx="0" cy="1545098"/>
          </a:xfrm>
          <a:prstGeom prst="line">
            <a:avLst/>
          </a:prstGeom>
          <a:ln w="508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5587395" y="241765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6334668" y="2709371"/>
            <a:ext cx="0" cy="1545098"/>
          </a:xfrm>
          <a:prstGeom prst="line">
            <a:avLst/>
          </a:prstGeom>
          <a:ln w="508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6041672" y="240355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5347056" y="5119294"/>
            <a:ext cx="0" cy="809818"/>
          </a:xfrm>
          <a:prstGeom prst="line">
            <a:avLst/>
          </a:prstGeom>
          <a:ln w="508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5061308" y="588990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5863117" y="5117266"/>
            <a:ext cx="0" cy="809818"/>
          </a:xfrm>
          <a:prstGeom prst="line">
            <a:avLst/>
          </a:prstGeom>
          <a:ln w="508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5577369" y="588787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6345564" y="5118280"/>
            <a:ext cx="0" cy="809818"/>
          </a:xfrm>
          <a:prstGeom prst="line">
            <a:avLst/>
          </a:prstGeom>
          <a:ln w="508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6059816" y="588888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6798719" y="5117266"/>
            <a:ext cx="0" cy="809818"/>
          </a:xfrm>
          <a:prstGeom prst="line">
            <a:avLst/>
          </a:prstGeom>
          <a:ln w="508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6512971" y="588787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596</TotalTime>
  <Words>523</Words>
  <Application>Microsoft Office PowerPoint</Application>
  <PresentationFormat>Widescreen</PresentationFormat>
  <Paragraphs>154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9</cp:revision>
  <dcterms:created xsi:type="dcterms:W3CDTF">2025-09-03T07:58:20Z</dcterms:created>
  <dcterms:modified xsi:type="dcterms:W3CDTF">2025-09-29T12:25:35Z</dcterms:modified>
</cp:coreProperties>
</file>