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10/13/2025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/>
          <p:nvPr/>
        </p:nvCxnSpPr>
        <p:spPr>
          <a:xfrm>
            <a:off x="4034348" y="2880172"/>
            <a:ext cx="0" cy="385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5859" y="3266161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00C5FFF-D455-4C73-C8A6-773507CABA1E}"/>
              </a:ext>
            </a:extLst>
          </p:cNvPr>
          <p:cNvCxnSpPr>
            <a:cxnSpLocks/>
          </p:cNvCxnSpPr>
          <p:nvPr/>
        </p:nvCxnSpPr>
        <p:spPr>
          <a:xfrm>
            <a:off x="3875365" y="3886214"/>
            <a:ext cx="32573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2A7F1DA-B339-ACAF-BF0D-47D5AC8C6F7A}"/>
              </a:ext>
            </a:extLst>
          </p:cNvPr>
          <p:cNvCxnSpPr>
            <a:cxnSpLocks/>
          </p:cNvCxnSpPr>
          <p:nvPr/>
        </p:nvCxnSpPr>
        <p:spPr>
          <a:xfrm>
            <a:off x="3922131" y="3940503"/>
            <a:ext cx="23219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C2F3E65-0FB5-602B-9452-A975885C9720}"/>
              </a:ext>
            </a:extLst>
          </p:cNvPr>
          <p:cNvCxnSpPr>
            <a:cxnSpLocks/>
          </p:cNvCxnSpPr>
          <p:nvPr/>
        </p:nvCxnSpPr>
        <p:spPr>
          <a:xfrm>
            <a:off x="3982634" y="4002640"/>
            <a:ext cx="1111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6711" y="3639645"/>
            <a:ext cx="1" cy="2414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BC75532-2AB2-0D35-EE93-74CF48DFBBAE}"/>
              </a:ext>
            </a:extLst>
          </p:cNvPr>
          <p:cNvCxnSpPr>
            <a:cxnSpLocks/>
          </p:cNvCxnSpPr>
          <p:nvPr/>
        </p:nvCxnSpPr>
        <p:spPr>
          <a:xfrm rot="10800000">
            <a:off x="4038230" y="2490497"/>
            <a:ext cx="0" cy="3859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12795E24-0EAE-5B9B-3B45-05D40538F8F5}"/>
              </a:ext>
            </a:extLst>
          </p:cNvPr>
          <p:cNvSpPr/>
          <p:nvPr/>
        </p:nvSpPr>
        <p:spPr>
          <a:xfrm rot="10800000">
            <a:off x="3935014" y="2117013"/>
            <a:ext cx="181705" cy="3734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0EBB906-AE0C-3E41-2804-2D4BB5AAF352}"/>
              </a:ext>
            </a:extLst>
          </p:cNvPr>
          <p:cNvCxnSpPr>
            <a:cxnSpLocks/>
            <a:endCxn id="90" idx="2"/>
          </p:cNvCxnSpPr>
          <p:nvPr/>
        </p:nvCxnSpPr>
        <p:spPr>
          <a:xfrm>
            <a:off x="4025866" y="1535185"/>
            <a:ext cx="0" cy="58182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CBFD6F5A-A151-3CA0-9CE2-BFF69782FB48}"/>
              </a:ext>
            </a:extLst>
          </p:cNvPr>
          <p:cNvSpPr txBox="1"/>
          <p:nvPr/>
        </p:nvSpPr>
        <p:spPr>
          <a:xfrm>
            <a:off x="3826939" y="1288616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>
                <a:solidFill>
                  <a:schemeClr val="bg1">
                    <a:lumMod val="75000"/>
                  </a:schemeClr>
                </a:solidFill>
              </a:rPr>
              <a:t>3.3V</a:t>
            </a:r>
            <a:endParaRPr lang="LID4096" sz="1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DEFB01B6-F247-5BDC-CF8E-A21F2413B2D6}"/>
              </a:ext>
            </a:extLst>
          </p:cNvPr>
          <p:cNvSpPr txBox="1"/>
          <p:nvPr/>
        </p:nvSpPr>
        <p:spPr>
          <a:xfrm>
            <a:off x="3806101" y="400900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E188E3C-C50C-894D-A7FB-D9BCC4EFD2C6}"/>
              </a:ext>
            </a:extLst>
          </p:cNvPr>
          <p:cNvSpPr txBox="1"/>
          <p:nvPr/>
        </p:nvSpPr>
        <p:spPr>
          <a:xfrm>
            <a:off x="4116719" y="2170132"/>
            <a:ext cx="1114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>
                <a:solidFill>
                  <a:schemeClr val="bg1">
                    <a:lumMod val="75000"/>
                  </a:schemeClr>
                </a:solidFill>
              </a:rPr>
              <a:t>Pull Up Resistor</a:t>
            </a:r>
            <a:endParaRPr lang="LID4096" sz="1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36677" y="3329652"/>
            <a:ext cx="12859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Pull Down Resistor</a:t>
            </a:r>
            <a:endParaRPr lang="LID4096" sz="10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768951" y="2689781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902282" y="2767290"/>
            <a:ext cx="2394520" cy="123910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32592" h="1223478">
                <a:moveTo>
                  <a:pt x="0" y="6958"/>
                </a:moveTo>
                <a:cubicBezTo>
                  <a:pt x="314587" y="-95108"/>
                  <a:pt x="795024" y="956767"/>
                  <a:pt x="1217123" y="1131308"/>
                </a:cubicBezTo>
                <a:cubicBezTo>
                  <a:pt x="1639222" y="1305849"/>
                  <a:pt x="1915457" y="1205390"/>
                  <a:pt x="2532592" y="1054207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904</TotalTime>
  <Words>654</Words>
  <Application>Microsoft Office PowerPoint</Application>
  <PresentationFormat>Widescreen</PresentationFormat>
  <Paragraphs>264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16</cp:revision>
  <dcterms:created xsi:type="dcterms:W3CDTF">2025-09-03T07:58:20Z</dcterms:created>
  <dcterms:modified xsi:type="dcterms:W3CDTF">2025-10-13T13:22:35Z</dcterms:modified>
</cp:coreProperties>
</file>