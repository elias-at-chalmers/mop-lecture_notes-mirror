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43" d="100"/>
          <a:sy n="243" d="100"/>
        </p:scale>
        <p:origin x="47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10/09/2025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3973364" y="3874688"/>
            <a:ext cx="4361491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865</TotalTime>
  <Words>594</Words>
  <Application>Microsoft Office PowerPoint</Application>
  <PresentationFormat>Widescreen</PresentationFormat>
  <Paragraphs>211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15</cp:revision>
  <dcterms:created xsi:type="dcterms:W3CDTF">2025-09-03T07:58:20Z</dcterms:created>
  <dcterms:modified xsi:type="dcterms:W3CDTF">2025-10-09T09:09:50Z</dcterms:modified>
</cp:coreProperties>
</file>