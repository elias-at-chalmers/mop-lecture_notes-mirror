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437" r:id="rId3"/>
    <p:sldId id="438" r:id="rId4"/>
    <p:sldId id="440" r:id="rId5"/>
    <p:sldId id="441" r:id="rId6"/>
    <p:sldId id="442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9" d="100"/>
          <a:sy n="229" d="100"/>
        </p:scale>
        <p:origin x="22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09/15/2025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B9F360-8B2F-9EE9-62FE-A63C35873815}"/>
              </a:ext>
            </a:extLst>
          </p:cNvPr>
          <p:cNvSpPr/>
          <p:nvPr/>
        </p:nvSpPr>
        <p:spPr>
          <a:xfrm>
            <a:off x="1916769" y="1502679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31DE08-D7C0-3E0A-7DC2-F93B8AEE085A}"/>
              </a:ext>
            </a:extLst>
          </p:cNvPr>
          <p:cNvSpPr/>
          <p:nvPr/>
        </p:nvSpPr>
        <p:spPr>
          <a:xfrm>
            <a:off x="1916769" y="1727104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47A3C6-371E-F6EB-9ADD-DCE68759E86E}"/>
              </a:ext>
            </a:extLst>
          </p:cNvPr>
          <p:cNvSpPr txBox="1"/>
          <p:nvPr/>
        </p:nvSpPr>
        <p:spPr>
          <a:xfrm>
            <a:off x="3173261" y="1723905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0x20010000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66036B-660C-E9BF-9740-69C4753231B5}"/>
              </a:ext>
            </a:extLst>
          </p:cNvPr>
          <p:cNvSpPr txBox="1"/>
          <p:nvPr/>
        </p:nvSpPr>
        <p:spPr>
          <a:xfrm>
            <a:off x="3173261" y="1491707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0x20010004</a:t>
            </a:r>
            <a:endParaRPr lang="LID4096" sz="105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26D6C5-DF11-A6A2-4FCD-4FD75F19F5B6}"/>
              </a:ext>
            </a:extLst>
          </p:cNvPr>
          <p:cNvSpPr/>
          <p:nvPr/>
        </p:nvSpPr>
        <p:spPr>
          <a:xfrm>
            <a:off x="1916769" y="2185859"/>
            <a:ext cx="1256492" cy="2311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87AD07-C549-0056-4197-4C5917307A52}"/>
              </a:ext>
            </a:extLst>
          </p:cNvPr>
          <p:cNvSpPr txBox="1"/>
          <p:nvPr/>
        </p:nvSpPr>
        <p:spPr>
          <a:xfrm>
            <a:off x="3173261" y="2182660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0x2000FFF8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D7F36B-4F17-7A74-6520-A67C95F6397F}"/>
              </a:ext>
            </a:extLst>
          </p:cNvPr>
          <p:cNvSpPr/>
          <p:nvPr/>
        </p:nvSpPr>
        <p:spPr>
          <a:xfrm>
            <a:off x="1916769" y="1961434"/>
            <a:ext cx="1256492" cy="2311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F502B8-130D-B303-C4AE-81B603ACBB6C}"/>
              </a:ext>
            </a:extLst>
          </p:cNvPr>
          <p:cNvSpPr txBox="1"/>
          <p:nvPr/>
        </p:nvSpPr>
        <p:spPr>
          <a:xfrm>
            <a:off x="3173261" y="1950462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3A8E9C-E657-DDB1-978E-0CAC2B997D2A}"/>
              </a:ext>
            </a:extLst>
          </p:cNvPr>
          <p:cNvSpPr/>
          <p:nvPr/>
        </p:nvSpPr>
        <p:spPr>
          <a:xfrm>
            <a:off x="1916769" y="2644614"/>
            <a:ext cx="1256492" cy="2311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854C5-A81C-6672-31D5-0747F90EB254}"/>
              </a:ext>
            </a:extLst>
          </p:cNvPr>
          <p:cNvSpPr txBox="1"/>
          <p:nvPr/>
        </p:nvSpPr>
        <p:spPr>
          <a:xfrm>
            <a:off x="3173261" y="2641415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FDF3AC-C5E1-1658-7995-26F35FDC5FE1}"/>
              </a:ext>
            </a:extLst>
          </p:cNvPr>
          <p:cNvSpPr/>
          <p:nvPr/>
        </p:nvSpPr>
        <p:spPr>
          <a:xfrm>
            <a:off x="1916769" y="2420189"/>
            <a:ext cx="1256492" cy="2311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BEC8B-042E-7699-5A52-A725F872363B}"/>
              </a:ext>
            </a:extLst>
          </p:cNvPr>
          <p:cNvSpPr txBox="1"/>
          <p:nvPr/>
        </p:nvSpPr>
        <p:spPr>
          <a:xfrm>
            <a:off x="3173261" y="2409217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0x2000FFF4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1788E-A6AA-375C-8528-2A3990D6CDFE}"/>
              </a:ext>
            </a:extLst>
          </p:cNvPr>
          <p:cNvSpPr txBox="1"/>
          <p:nvPr/>
        </p:nvSpPr>
        <p:spPr>
          <a:xfrm>
            <a:off x="3173261" y="1018928"/>
            <a:ext cx="1290738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b="1">
                <a:latin typeface="Consolas" panose="020B0609020204030204" pitchFamily="49" charset="0"/>
              </a:rPr>
              <a:t>sp</a:t>
            </a:r>
            <a:r>
              <a:rPr lang="en-GB" sz="1050">
                <a:latin typeface="Consolas" panose="020B0609020204030204" pitchFamily="49" charset="0"/>
              </a:rPr>
              <a:t> = 0x20010000</a:t>
            </a:r>
          </a:p>
          <a:p>
            <a:pPr algn="ctr"/>
            <a:r>
              <a:rPr lang="en-GB" sz="500">
                <a:latin typeface="Consolas" panose="020B0609020204030204" pitchFamily="49" charset="0"/>
              </a:rPr>
              <a:t>= &lt;bottom of stack&gt;</a:t>
            </a:r>
          </a:p>
          <a:p>
            <a:pPr algn="ctr"/>
            <a:r>
              <a:rPr lang="en-GB" sz="500">
                <a:latin typeface="Consolas" panose="020B0609020204030204" pitchFamily="49" charset="0"/>
              </a:rPr>
              <a:t>= &lt;top of stack&gt;</a:t>
            </a:r>
          </a:p>
          <a:p>
            <a:pPr algn="ctr"/>
            <a:endParaRPr lang="en-GB" sz="500">
              <a:latin typeface="Consolas" panose="020B0609020204030204" pitchFamily="49" charset="0"/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8F76212D-ACBE-EC6D-0BFF-CF5D25DDE062}"/>
              </a:ext>
            </a:extLst>
          </p:cNvPr>
          <p:cNvSpPr/>
          <p:nvPr/>
        </p:nvSpPr>
        <p:spPr>
          <a:xfrm flipH="1" flipV="1">
            <a:off x="4062610" y="1306659"/>
            <a:ext cx="304800" cy="623170"/>
          </a:xfrm>
          <a:prstGeom prst="ben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44AD97-B912-D5AA-A96B-BE75FFEDF499}"/>
              </a:ext>
            </a:extLst>
          </p:cNvPr>
          <p:cNvSpPr/>
          <p:nvPr/>
        </p:nvSpPr>
        <p:spPr>
          <a:xfrm>
            <a:off x="4979381" y="1483093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5316FD-E832-922F-DED2-0608DF787AA8}"/>
              </a:ext>
            </a:extLst>
          </p:cNvPr>
          <p:cNvSpPr/>
          <p:nvPr/>
        </p:nvSpPr>
        <p:spPr>
          <a:xfrm>
            <a:off x="4979381" y="1707518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A7E8B7-9B51-7A6B-86E8-EDC37E717772}"/>
              </a:ext>
            </a:extLst>
          </p:cNvPr>
          <p:cNvSpPr txBox="1"/>
          <p:nvPr/>
        </p:nvSpPr>
        <p:spPr>
          <a:xfrm>
            <a:off x="6235873" y="1704319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0x20010000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B9E8E9-19AA-E4B7-DFB7-12010124D8C2}"/>
              </a:ext>
            </a:extLst>
          </p:cNvPr>
          <p:cNvSpPr txBox="1"/>
          <p:nvPr/>
        </p:nvSpPr>
        <p:spPr>
          <a:xfrm>
            <a:off x="6235873" y="1472121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0x20010004</a:t>
            </a:r>
            <a:endParaRPr lang="LID4096" sz="105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40FBC5-A57D-304C-D9A1-E785D773075A}"/>
              </a:ext>
            </a:extLst>
          </p:cNvPr>
          <p:cNvSpPr/>
          <p:nvPr/>
        </p:nvSpPr>
        <p:spPr>
          <a:xfrm>
            <a:off x="4979381" y="2166273"/>
            <a:ext cx="1256492" cy="231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3F74AA-542D-5BB0-5C2C-A05B0DEBD28B}"/>
              </a:ext>
            </a:extLst>
          </p:cNvPr>
          <p:cNvSpPr txBox="1"/>
          <p:nvPr/>
        </p:nvSpPr>
        <p:spPr>
          <a:xfrm>
            <a:off x="6235873" y="2163074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0x2000FFF8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3EA220-8D9F-B2B7-0714-B3EEB8E27D7C}"/>
              </a:ext>
            </a:extLst>
          </p:cNvPr>
          <p:cNvSpPr/>
          <p:nvPr/>
        </p:nvSpPr>
        <p:spPr>
          <a:xfrm>
            <a:off x="4979381" y="1941848"/>
            <a:ext cx="1256492" cy="231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C19A3D-5D9D-9AA4-9614-3D454ACDD7E5}"/>
              </a:ext>
            </a:extLst>
          </p:cNvPr>
          <p:cNvSpPr txBox="1"/>
          <p:nvPr/>
        </p:nvSpPr>
        <p:spPr>
          <a:xfrm>
            <a:off x="6235873" y="1930876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1B17A7-4644-EA91-1F6B-0BD828AF6F7E}"/>
              </a:ext>
            </a:extLst>
          </p:cNvPr>
          <p:cNvSpPr/>
          <p:nvPr/>
        </p:nvSpPr>
        <p:spPr>
          <a:xfrm>
            <a:off x="4979381" y="2625028"/>
            <a:ext cx="1256492" cy="2311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E3C354-F802-1329-3E7F-65BF4DD390CA}"/>
              </a:ext>
            </a:extLst>
          </p:cNvPr>
          <p:cNvSpPr txBox="1"/>
          <p:nvPr/>
        </p:nvSpPr>
        <p:spPr>
          <a:xfrm>
            <a:off x="6235873" y="2621829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29BB9E1-DC40-DB75-BDCE-1049FB1FE1BB}"/>
              </a:ext>
            </a:extLst>
          </p:cNvPr>
          <p:cNvSpPr/>
          <p:nvPr/>
        </p:nvSpPr>
        <p:spPr>
          <a:xfrm>
            <a:off x="4979381" y="2400603"/>
            <a:ext cx="1256492" cy="231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ED3A92-7928-B50D-B9C9-8AF9968DD36F}"/>
              </a:ext>
            </a:extLst>
          </p:cNvPr>
          <p:cNvSpPr txBox="1"/>
          <p:nvPr/>
        </p:nvSpPr>
        <p:spPr>
          <a:xfrm>
            <a:off x="6235873" y="2389631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0x2000FFF4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BE9703-9287-53AB-B9E7-8C2089F8529F}"/>
              </a:ext>
            </a:extLst>
          </p:cNvPr>
          <p:cNvSpPr txBox="1"/>
          <p:nvPr/>
        </p:nvSpPr>
        <p:spPr>
          <a:xfrm>
            <a:off x="6235873" y="999342"/>
            <a:ext cx="129073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b="1">
                <a:latin typeface="Consolas" panose="020B0609020204030204" pitchFamily="49" charset="0"/>
              </a:rPr>
              <a:t>sp</a:t>
            </a:r>
            <a:r>
              <a:rPr lang="en-GB" sz="1050">
                <a:latin typeface="Consolas" panose="020B0609020204030204" pitchFamily="49" charset="0"/>
              </a:rPr>
              <a:t> = 0x2000FFF4</a:t>
            </a:r>
          </a:p>
          <a:p>
            <a:pPr algn="ctr"/>
            <a:r>
              <a:rPr lang="en-GB" sz="500">
                <a:latin typeface="Consolas" panose="020B0609020204030204" pitchFamily="49" charset="0"/>
              </a:rPr>
              <a:t>= &lt;top of stack&gt;</a:t>
            </a:r>
          </a:p>
          <a:p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6" name="Arrow: Bent 35">
            <a:extLst>
              <a:ext uri="{FF2B5EF4-FFF2-40B4-BE49-F238E27FC236}">
                <a16:creationId xmlns:a16="http://schemas.microsoft.com/office/drawing/2014/main" id="{2D52C49E-6190-ADF6-6E72-94DD2B65BF4A}"/>
              </a:ext>
            </a:extLst>
          </p:cNvPr>
          <p:cNvSpPr/>
          <p:nvPr/>
        </p:nvSpPr>
        <p:spPr>
          <a:xfrm flipH="1" flipV="1">
            <a:off x="7125222" y="1287072"/>
            <a:ext cx="304800" cy="1286641"/>
          </a:xfrm>
          <a:prstGeom prst="ben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9B5D2F-3718-77C2-8EEC-F290B105FB44}"/>
              </a:ext>
            </a:extLst>
          </p:cNvPr>
          <p:cNvSpPr/>
          <p:nvPr/>
        </p:nvSpPr>
        <p:spPr>
          <a:xfrm>
            <a:off x="8007747" y="1463507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54C094-1447-94B6-08D3-F693304D7543}"/>
              </a:ext>
            </a:extLst>
          </p:cNvPr>
          <p:cNvSpPr/>
          <p:nvPr/>
        </p:nvSpPr>
        <p:spPr>
          <a:xfrm>
            <a:off x="8007747" y="1687932"/>
            <a:ext cx="1256492" cy="23113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E33384-FB25-6391-EDF2-88AB15CBA9C0}"/>
              </a:ext>
            </a:extLst>
          </p:cNvPr>
          <p:cNvSpPr txBox="1"/>
          <p:nvPr/>
        </p:nvSpPr>
        <p:spPr>
          <a:xfrm>
            <a:off x="9264239" y="1684733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0x20010000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DD5514-C71D-59C2-0BCA-D3B1E7ECAC96}"/>
              </a:ext>
            </a:extLst>
          </p:cNvPr>
          <p:cNvSpPr txBox="1"/>
          <p:nvPr/>
        </p:nvSpPr>
        <p:spPr>
          <a:xfrm>
            <a:off x="9264239" y="1452535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0x20010004</a:t>
            </a:r>
            <a:endParaRPr lang="LID4096" sz="105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C278E5A-1471-FF1D-F3AB-08384BD5A29F}"/>
              </a:ext>
            </a:extLst>
          </p:cNvPr>
          <p:cNvGrpSpPr/>
          <p:nvPr/>
        </p:nvGrpSpPr>
        <p:grpSpPr>
          <a:xfrm>
            <a:off x="8007747" y="2143488"/>
            <a:ext cx="2178539" cy="253916"/>
            <a:chOff x="1916769" y="1723905"/>
            <a:chExt cx="2178539" cy="253916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864059-6715-5D2C-6B26-6A817F75E531}"/>
                </a:ext>
              </a:extLst>
            </p:cNvPr>
            <p:cNvSpPr/>
            <p:nvPr/>
          </p:nvSpPr>
          <p:spPr>
            <a:xfrm>
              <a:off x="1916769" y="1727104"/>
              <a:ext cx="1256492" cy="2311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FD87A6B-B97F-FC24-2E63-542129847593}"/>
                </a:ext>
              </a:extLst>
            </p:cNvPr>
            <p:cNvSpPr txBox="1"/>
            <p:nvPr/>
          </p:nvSpPr>
          <p:spPr>
            <a:xfrm>
              <a:off x="3173261" y="1723905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50">
                  <a:latin typeface="Consolas" panose="020B0609020204030204" pitchFamily="49" charset="0"/>
                </a:rPr>
                <a:t>0x2000FFF8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0528A562-DF4C-DDBB-3896-FF72D7AE9C66}"/>
              </a:ext>
            </a:extLst>
          </p:cNvPr>
          <p:cNvSpPr/>
          <p:nvPr/>
        </p:nvSpPr>
        <p:spPr>
          <a:xfrm>
            <a:off x="8007747" y="1922262"/>
            <a:ext cx="1256492" cy="231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386745-66A8-57CA-45E9-3E868CCF4956}"/>
              </a:ext>
            </a:extLst>
          </p:cNvPr>
          <p:cNvSpPr txBox="1"/>
          <p:nvPr/>
        </p:nvSpPr>
        <p:spPr>
          <a:xfrm>
            <a:off x="9264239" y="1911290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0x2000FFFC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E9C53EF-F98C-D3B9-79FF-ECE721C491C0}"/>
              </a:ext>
            </a:extLst>
          </p:cNvPr>
          <p:cNvGrpSpPr/>
          <p:nvPr/>
        </p:nvGrpSpPr>
        <p:grpSpPr>
          <a:xfrm>
            <a:off x="8007747" y="2602243"/>
            <a:ext cx="2178539" cy="253916"/>
            <a:chOff x="1916769" y="1723905"/>
            <a:chExt cx="2178539" cy="25391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FB4F694-A6F3-06CB-CA3C-8DD78C40E9D9}"/>
                </a:ext>
              </a:extLst>
            </p:cNvPr>
            <p:cNvSpPr/>
            <p:nvPr/>
          </p:nvSpPr>
          <p:spPr>
            <a:xfrm>
              <a:off x="1916769" y="1727104"/>
              <a:ext cx="1256492" cy="2311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B909B8A-649A-76EF-284B-B3F9E5936C06}"/>
                </a:ext>
              </a:extLst>
            </p:cNvPr>
            <p:cNvSpPr txBox="1"/>
            <p:nvPr/>
          </p:nvSpPr>
          <p:spPr>
            <a:xfrm>
              <a:off x="3173261" y="1723905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50">
                  <a:latin typeface="Consolas" panose="020B0609020204030204" pitchFamily="49" charset="0"/>
                </a:rPr>
                <a:t>0x2000FFF0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6DE37775-DBC6-AAED-4DD3-831B98FAA498}"/>
              </a:ext>
            </a:extLst>
          </p:cNvPr>
          <p:cNvSpPr/>
          <p:nvPr/>
        </p:nvSpPr>
        <p:spPr>
          <a:xfrm>
            <a:off x="8007747" y="2381017"/>
            <a:ext cx="1256492" cy="231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7835CE-61DF-F963-4B87-6FBF4CF1F15E}"/>
              </a:ext>
            </a:extLst>
          </p:cNvPr>
          <p:cNvSpPr txBox="1"/>
          <p:nvPr/>
        </p:nvSpPr>
        <p:spPr>
          <a:xfrm>
            <a:off x="9264239" y="2370045"/>
            <a:ext cx="92204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>
                <a:latin typeface="Consolas" panose="020B0609020204030204" pitchFamily="49" charset="0"/>
              </a:rPr>
              <a:t>0x2000FFF4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FFD047-EAFD-3988-AB11-EBA55B5A49B5}"/>
              </a:ext>
            </a:extLst>
          </p:cNvPr>
          <p:cNvSpPr txBox="1"/>
          <p:nvPr/>
        </p:nvSpPr>
        <p:spPr>
          <a:xfrm>
            <a:off x="9264239" y="979756"/>
            <a:ext cx="129073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b="1">
                <a:latin typeface="Consolas" panose="020B0609020204030204" pitchFamily="49" charset="0"/>
              </a:rPr>
              <a:t>sp</a:t>
            </a:r>
            <a:r>
              <a:rPr lang="en-GB" sz="1050">
                <a:latin typeface="Consolas" panose="020B0609020204030204" pitchFamily="49" charset="0"/>
              </a:rPr>
              <a:t> = 0x2000FFF4</a:t>
            </a:r>
          </a:p>
          <a:p>
            <a:pPr algn="ctr"/>
            <a:r>
              <a:rPr lang="en-GB" sz="500">
                <a:latin typeface="Consolas" panose="020B0609020204030204" pitchFamily="49" charset="0"/>
              </a:rPr>
              <a:t>= &lt;top of stack&gt;</a:t>
            </a:r>
          </a:p>
          <a:p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52" name="Arrow: Bent 51">
            <a:extLst>
              <a:ext uri="{FF2B5EF4-FFF2-40B4-BE49-F238E27FC236}">
                <a16:creationId xmlns:a16="http://schemas.microsoft.com/office/drawing/2014/main" id="{1688CFAE-E67A-BD76-8446-853308A3CCD5}"/>
              </a:ext>
            </a:extLst>
          </p:cNvPr>
          <p:cNvSpPr/>
          <p:nvPr/>
        </p:nvSpPr>
        <p:spPr>
          <a:xfrm flipH="1" flipV="1">
            <a:off x="10153588" y="1267486"/>
            <a:ext cx="304800" cy="1286641"/>
          </a:xfrm>
          <a:prstGeom prst="ben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71F57B-B1D4-F697-17FF-37C90A9C2C31}"/>
              </a:ext>
            </a:extLst>
          </p:cNvPr>
          <p:cNvSpPr txBox="1"/>
          <p:nvPr/>
        </p:nvSpPr>
        <p:spPr>
          <a:xfrm>
            <a:off x="8517237" y="2360219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latin typeface="Consolas" panose="020B0609020204030204" pitchFamily="49" charset="0"/>
              </a:rPr>
              <a:t>t2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DF6C16-1997-B019-6886-CA4047AC6B24}"/>
              </a:ext>
            </a:extLst>
          </p:cNvPr>
          <p:cNvSpPr txBox="1"/>
          <p:nvPr/>
        </p:nvSpPr>
        <p:spPr>
          <a:xfrm>
            <a:off x="8517237" y="2139641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latin typeface="Consolas" panose="020B0609020204030204" pitchFamily="49" charset="0"/>
              </a:rPr>
              <a:t>t1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395900-7B18-E88E-675B-7B53900361B7}"/>
              </a:ext>
            </a:extLst>
          </p:cNvPr>
          <p:cNvSpPr txBox="1"/>
          <p:nvPr/>
        </p:nvSpPr>
        <p:spPr>
          <a:xfrm>
            <a:off x="8517237" y="1919063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latin typeface="Consolas" panose="020B0609020204030204" pitchFamily="49" charset="0"/>
              </a:rPr>
              <a:t>t0</a:t>
            </a:r>
            <a:endParaRPr lang="LID4096" sz="1100">
              <a:latin typeface="Consolas" panose="020B0609020204030204" pitchFamily="49" charset="0"/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2D86C9-FCBF-540D-BEC6-556A0DEFB629}"/>
              </a:ext>
            </a:extLst>
          </p:cNvPr>
          <p:cNvCxnSpPr>
            <a:cxnSpLocks/>
          </p:cNvCxnSpPr>
          <p:nvPr/>
        </p:nvCxnSpPr>
        <p:spPr>
          <a:xfrm>
            <a:off x="4668033" y="901874"/>
            <a:ext cx="0" cy="2233808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E3C25E7-0786-51C2-0FCF-D2D2F2657951}"/>
              </a:ext>
            </a:extLst>
          </p:cNvPr>
          <p:cNvCxnSpPr>
            <a:cxnSpLocks/>
          </p:cNvCxnSpPr>
          <p:nvPr/>
        </p:nvCxnSpPr>
        <p:spPr>
          <a:xfrm>
            <a:off x="7693068" y="901874"/>
            <a:ext cx="0" cy="2233808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98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544</Words>
  <Application>Microsoft Office PowerPoint</Application>
  <PresentationFormat>Widescreen</PresentationFormat>
  <Paragraphs>163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8</cp:revision>
  <dcterms:created xsi:type="dcterms:W3CDTF">2025-09-03T07:58:20Z</dcterms:created>
  <dcterms:modified xsi:type="dcterms:W3CDTF">2025-09-15T13:16:54Z</dcterms:modified>
</cp:coreProperties>
</file>