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50" y="3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01/25/2026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7EBA579-D028-0749-FBA4-AFA3A044A3C5}"/>
              </a:ext>
            </a:extLst>
          </p:cNvPr>
          <p:cNvSpPr txBox="1"/>
          <p:nvPr/>
        </p:nvSpPr>
        <p:spPr>
          <a:xfrm>
            <a:off x="1532238" y="1507524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CS</a:t>
            </a:r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15745C4-F24F-5B29-8778-6C17DCBE66C9}"/>
              </a:ext>
            </a:extLst>
          </p:cNvPr>
          <p:cNvSpPr/>
          <p:nvPr/>
        </p:nvSpPr>
        <p:spPr>
          <a:xfrm>
            <a:off x="2125362" y="1507524"/>
            <a:ext cx="5544065" cy="271849"/>
          </a:xfrm>
          <a:custGeom>
            <a:avLst/>
            <a:gdLst>
              <a:gd name="csX0" fmla="*/ 0 w 4209535"/>
              <a:gd name="csY0" fmla="*/ 0 h 263611"/>
              <a:gd name="csX1" fmla="*/ 1021492 w 4209535"/>
              <a:gd name="csY1" fmla="*/ 0 h 263611"/>
              <a:gd name="csX2" fmla="*/ 1103870 w 4209535"/>
              <a:gd name="csY2" fmla="*/ 263611 h 263611"/>
              <a:gd name="csX3" fmla="*/ 2776152 w 4209535"/>
              <a:gd name="csY3" fmla="*/ 263611 h 263611"/>
              <a:gd name="csX4" fmla="*/ 2924433 w 4209535"/>
              <a:gd name="csY4" fmla="*/ 8238 h 263611"/>
              <a:gd name="csX5" fmla="*/ 4209535 w 4209535"/>
              <a:gd name="csY5" fmla="*/ 8238 h 263611"/>
              <a:gd name="csX0" fmla="*/ 0 w 4209535"/>
              <a:gd name="csY0" fmla="*/ 8238 h 271849"/>
              <a:gd name="csX1" fmla="*/ 521102 w 4209535"/>
              <a:gd name="csY1" fmla="*/ 0 h 271849"/>
              <a:gd name="csX2" fmla="*/ 1103870 w 4209535"/>
              <a:gd name="csY2" fmla="*/ 271849 h 271849"/>
              <a:gd name="csX3" fmla="*/ 2776152 w 4209535"/>
              <a:gd name="csY3" fmla="*/ 271849 h 271849"/>
              <a:gd name="csX4" fmla="*/ 2924433 w 4209535"/>
              <a:gd name="csY4" fmla="*/ 16476 h 271849"/>
              <a:gd name="csX5" fmla="*/ 4209535 w 4209535"/>
              <a:gd name="csY5" fmla="*/ 16476 h 271849"/>
              <a:gd name="csX0" fmla="*/ 0 w 4209535"/>
              <a:gd name="csY0" fmla="*/ 8238 h 271849"/>
              <a:gd name="csX1" fmla="*/ 521102 w 4209535"/>
              <a:gd name="csY1" fmla="*/ 0 h 271849"/>
              <a:gd name="csX2" fmla="*/ 584715 w 4209535"/>
              <a:gd name="csY2" fmla="*/ 271849 h 271849"/>
              <a:gd name="csX3" fmla="*/ 2776152 w 4209535"/>
              <a:gd name="csY3" fmla="*/ 271849 h 271849"/>
              <a:gd name="csX4" fmla="*/ 2924433 w 4209535"/>
              <a:gd name="csY4" fmla="*/ 16476 h 271849"/>
              <a:gd name="csX5" fmla="*/ 4209535 w 4209535"/>
              <a:gd name="csY5" fmla="*/ 16476 h 271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209535" h="271849">
                <a:moveTo>
                  <a:pt x="0" y="8238"/>
                </a:moveTo>
                <a:lnTo>
                  <a:pt x="521102" y="0"/>
                </a:lnTo>
                <a:lnTo>
                  <a:pt x="584715" y="271849"/>
                </a:lnTo>
                <a:lnTo>
                  <a:pt x="2776152" y="271849"/>
                </a:lnTo>
                <a:lnTo>
                  <a:pt x="2924433" y="16476"/>
                </a:lnTo>
                <a:lnTo>
                  <a:pt x="4209535" y="1647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D5E3D-DD70-BF3C-37ED-1CD4E3A88362}"/>
              </a:ext>
            </a:extLst>
          </p:cNvPr>
          <p:cNvSpPr txBox="1"/>
          <p:nvPr/>
        </p:nvSpPr>
        <p:spPr>
          <a:xfrm>
            <a:off x="1532238" y="229835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CLK</a:t>
            </a:r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265541C-64DE-E1F9-E7C0-DF9B7D767BF7}"/>
              </a:ext>
            </a:extLst>
          </p:cNvPr>
          <p:cNvSpPr/>
          <p:nvPr/>
        </p:nvSpPr>
        <p:spPr>
          <a:xfrm>
            <a:off x="2191265" y="2273643"/>
            <a:ext cx="3212757" cy="263611"/>
          </a:xfrm>
          <a:custGeom>
            <a:avLst/>
            <a:gdLst>
              <a:gd name="csX0" fmla="*/ 0 w 4143632"/>
              <a:gd name="csY0" fmla="*/ 263611 h 263611"/>
              <a:gd name="csX1" fmla="*/ 1433384 w 4143632"/>
              <a:gd name="csY1" fmla="*/ 255373 h 263611"/>
              <a:gd name="csX2" fmla="*/ 1540476 w 4143632"/>
              <a:gd name="csY2" fmla="*/ 0 h 263611"/>
              <a:gd name="csX3" fmla="*/ 2133600 w 4143632"/>
              <a:gd name="csY3" fmla="*/ 0 h 263611"/>
              <a:gd name="csX4" fmla="*/ 2207740 w 4143632"/>
              <a:gd name="csY4" fmla="*/ 255373 h 263611"/>
              <a:gd name="csX5" fmla="*/ 4143632 w 4143632"/>
              <a:gd name="csY5" fmla="*/ 255373 h 2636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143632" h="263611">
                <a:moveTo>
                  <a:pt x="0" y="263611"/>
                </a:moveTo>
                <a:lnTo>
                  <a:pt x="1433384" y="255373"/>
                </a:lnTo>
                <a:lnTo>
                  <a:pt x="1540476" y="0"/>
                </a:lnTo>
                <a:lnTo>
                  <a:pt x="2133600" y="0"/>
                </a:lnTo>
                <a:lnTo>
                  <a:pt x="2207740" y="255373"/>
                </a:lnTo>
                <a:lnTo>
                  <a:pt x="4143632" y="255373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0CD2B7-BD41-240D-43B4-4B075D6B0A3E}"/>
              </a:ext>
            </a:extLst>
          </p:cNvPr>
          <p:cNvSpPr txBox="1"/>
          <p:nvPr/>
        </p:nvSpPr>
        <p:spPr>
          <a:xfrm>
            <a:off x="1448170" y="3002007"/>
            <a:ext cx="70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DATA</a:t>
            </a:r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EA58526-9A74-D9A6-64C8-6347FE8A5295}"/>
              </a:ext>
            </a:extLst>
          </p:cNvPr>
          <p:cNvSpPr/>
          <p:nvPr/>
        </p:nvSpPr>
        <p:spPr>
          <a:xfrm>
            <a:off x="4296032" y="2272273"/>
            <a:ext cx="3212757" cy="263611"/>
          </a:xfrm>
          <a:custGeom>
            <a:avLst/>
            <a:gdLst>
              <a:gd name="csX0" fmla="*/ 0 w 4143632"/>
              <a:gd name="csY0" fmla="*/ 263611 h 263611"/>
              <a:gd name="csX1" fmla="*/ 1433384 w 4143632"/>
              <a:gd name="csY1" fmla="*/ 255373 h 263611"/>
              <a:gd name="csX2" fmla="*/ 1540476 w 4143632"/>
              <a:gd name="csY2" fmla="*/ 0 h 263611"/>
              <a:gd name="csX3" fmla="*/ 2133600 w 4143632"/>
              <a:gd name="csY3" fmla="*/ 0 h 263611"/>
              <a:gd name="csX4" fmla="*/ 2207740 w 4143632"/>
              <a:gd name="csY4" fmla="*/ 255373 h 263611"/>
              <a:gd name="csX5" fmla="*/ 4143632 w 4143632"/>
              <a:gd name="csY5" fmla="*/ 255373 h 2636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143632" h="263611">
                <a:moveTo>
                  <a:pt x="0" y="263611"/>
                </a:moveTo>
                <a:lnTo>
                  <a:pt x="1433384" y="255373"/>
                </a:lnTo>
                <a:lnTo>
                  <a:pt x="1540476" y="0"/>
                </a:lnTo>
                <a:lnTo>
                  <a:pt x="2133600" y="0"/>
                </a:lnTo>
                <a:lnTo>
                  <a:pt x="2207740" y="255373"/>
                </a:lnTo>
                <a:lnTo>
                  <a:pt x="4143632" y="255373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F9ACE6-4B1E-C1EF-DD2F-A7EDA219C511}"/>
              </a:ext>
            </a:extLst>
          </p:cNvPr>
          <p:cNvSpPr/>
          <p:nvPr/>
        </p:nvSpPr>
        <p:spPr>
          <a:xfrm>
            <a:off x="2166551" y="3031524"/>
            <a:ext cx="5288692" cy="156519"/>
          </a:xfrm>
          <a:custGeom>
            <a:avLst/>
            <a:gdLst>
              <a:gd name="csX0" fmla="*/ 0 w 5288692"/>
              <a:gd name="csY0" fmla="*/ 156519 h 156519"/>
              <a:gd name="csX1" fmla="*/ 881449 w 5288692"/>
              <a:gd name="csY1" fmla="*/ 156519 h 156519"/>
              <a:gd name="csX2" fmla="*/ 947352 w 5288692"/>
              <a:gd name="csY2" fmla="*/ 0 h 156519"/>
              <a:gd name="csX3" fmla="*/ 2380735 w 5288692"/>
              <a:gd name="csY3" fmla="*/ 0 h 156519"/>
              <a:gd name="csX4" fmla="*/ 2421925 w 5288692"/>
              <a:gd name="csY4" fmla="*/ 140044 h 156519"/>
              <a:gd name="csX5" fmla="*/ 5288692 w 5288692"/>
              <a:gd name="csY5" fmla="*/ 140044 h 1565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288692" h="156519">
                <a:moveTo>
                  <a:pt x="0" y="156519"/>
                </a:moveTo>
                <a:lnTo>
                  <a:pt x="881449" y="156519"/>
                </a:lnTo>
                <a:lnTo>
                  <a:pt x="947352" y="0"/>
                </a:lnTo>
                <a:lnTo>
                  <a:pt x="2380735" y="0"/>
                </a:lnTo>
                <a:lnTo>
                  <a:pt x="2421925" y="140044"/>
                </a:lnTo>
                <a:lnTo>
                  <a:pt x="5288692" y="140044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8477F1-8D24-CD3E-CDE0-B3C778C43BD8}"/>
              </a:ext>
            </a:extLst>
          </p:cNvPr>
          <p:cNvSpPr/>
          <p:nvPr/>
        </p:nvSpPr>
        <p:spPr>
          <a:xfrm flipV="1">
            <a:off x="2166551" y="3160589"/>
            <a:ext cx="5288692" cy="210065"/>
          </a:xfrm>
          <a:custGeom>
            <a:avLst/>
            <a:gdLst>
              <a:gd name="csX0" fmla="*/ 0 w 5288692"/>
              <a:gd name="csY0" fmla="*/ 156519 h 156519"/>
              <a:gd name="csX1" fmla="*/ 881449 w 5288692"/>
              <a:gd name="csY1" fmla="*/ 156519 h 156519"/>
              <a:gd name="csX2" fmla="*/ 947352 w 5288692"/>
              <a:gd name="csY2" fmla="*/ 0 h 156519"/>
              <a:gd name="csX3" fmla="*/ 2380735 w 5288692"/>
              <a:gd name="csY3" fmla="*/ 0 h 156519"/>
              <a:gd name="csX4" fmla="*/ 2421925 w 5288692"/>
              <a:gd name="csY4" fmla="*/ 140044 h 156519"/>
              <a:gd name="csX5" fmla="*/ 5288692 w 5288692"/>
              <a:gd name="csY5" fmla="*/ 140044 h 1565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288692" h="156519">
                <a:moveTo>
                  <a:pt x="0" y="156519"/>
                </a:moveTo>
                <a:lnTo>
                  <a:pt x="881449" y="156519"/>
                </a:lnTo>
                <a:lnTo>
                  <a:pt x="947352" y="0"/>
                </a:lnTo>
                <a:lnTo>
                  <a:pt x="2380735" y="0"/>
                </a:lnTo>
                <a:lnTo>
                  <a:pt x="2421925" y="140044"/>
                </a:lnTo>
                <a:lnTo>
                  <a:pt x="5288692" y="140044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74ED44C-8A76-3420-FA2C-DBC678C4240A}"/>
              </a:ext>
            </a:extLst>
          </p:cNvPr>
          <p:cNvCxnSpPr>
            <a:cxnSpLocks/>
          </p:cNvCxnSpPr>
          <p:nvPr/>
        </p:nvCxnSpPr>
        <p:spPr>
          <a:xfrm>
            <a:off x="2858530" y="1501629"/>
            <a:ext cx="0" cy="24360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970103B-42DF-C134-3C7D-6C3E01D3ACFF}"/>
              </a:ext>
            </a:extLst>
          </p:cNvPr>
          <p:cNvCxnSpPr>
            <a:cxnSpLocks/>
          </p:cNvCxnSpPr>
          <p:nvPr/>
        </p:nvCxnSpPr>
        <p:spPr>
          <a:xfrm>
            <a:off x="3363961" y="2277611"/>
            <a:ext cx="0" cy="12835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1E72191-6165-7D03-1DC4-06130A4015C8}"/>
              </a:ext>
            </a:extLst>
          </p:cNvPr>
          <p:cNvCxnSpPr>
            <a:cxnSpLocks/>
          </p:cNvCxnSpPr>
          <p:nvPr/>
        </p:nvCxnSpPr>
        <p:spPr>
          <a:xfrm>
            <a:off x="3873451" y="2395057"/>
            <a:ext cx="0" cy="1549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C09DFD1-6D85-C63D-8012-299F0DDFDC7E}"/>
              </a:ext>
            </a:extLst>
          </p:cNvPr>
          <p:cNvCxnSpPr>
            <a:cxnSpLocks/>
          </p:cNvCxnSpPr>
          <p:nvPr/>
        </p:nvCxnSpPr>
        <p:spPr>
          <a:xfrm>
            <a:off x="4570601" y="3183622"/>
            <a:ext cx="0" cy="7609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763841A-583F-5DE5-EF27-BEA477EA84FC}"/>
              </a:ext>
            </a:extLst>
          </p:cNvPr>
          <p:cNvCxnSpPr>
            <a:cxnSpLocks/>
          </p:cNvCxnSpPr>
          <p:nvPr/>
        </p:nvCxnSpPr>
        <p:spPr>
          <a:xfrm>
            <a:off x="2858530" y="3506587"/>
            <a:ext cx="509650" cy="8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3CEC577-EC92-D2D6-04DB-16A66C639D79}"/>
              </a:ext>
            </a:extLst>
          </p:cNvPr>
          <p:cNvCxnSpPr>
            <a:cxnSpLocks/>
          </p:cNvCxnSpPr>
          <p:nvPr/>
        </p:nvCxnSpPr>
        <p:spPr>
          <a:xfrm flipV="1">
            <a:off x="3074565" y="3801322"/>
            <a:ext cx="798886" cy="30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C4ADCF1-132F-88A7-8D1F-F05294D3A013}"/>
              </a:ext>
            </a:extLst>
          </p:cNvPr>
          <p:cNvCxnSpPr>
            <a:cxnSpLocks/>
          </p:cNvCxnSpPr>
          <p:nvPr/>
        </p:nvCxnSpPr>
        <p:spPr>
          <a:xfrm>
            <a:off x="3873451" y="3982879"/>
            <a:ext cx="69715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3A536C6-C23C-30FD-6889-C411E7434E6E}"/>
              </a:ext>
            </a:extLst>
          </p:cNvPr>
          <p:cNvSpPr txBox="1"/>
          <p:nvPr/>
        </p:nvSpPr>
        <p:spPr>
          <a:xfrm>
            <a:off x="2889234" y="3506587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/>
              <a:t>t0</a:t>
            </a:r>
            <a:endParaRPr lang="LID4096" i="1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0B46FE-AC43-4919-62D9-1A0E4856944E}"/>
              </a:ext>
            </a:extLst>
          </p:cNvPr>
          <p:cNvSpPr txBox="1"/>
          <p:nvPr/>
        </p:nvSpPr>
        <p:spPr>
          <a:xfrm>
            <a:off x="3363961" y="3801322"/>
            <a:ext cx="380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/>
              <a:t>t1</a:t>
            </a:r>
            <a:endParaRPr lang="LID4096" i="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6E2C0B-9291-A699-D2CE-1D4267BE0210}"/>
              </a:ext>
            </a:extLst>
          </p:cNvPr>
          <p:cNvSpPr txBox="1"/>
          <p:nvPr/>
        </p:nvSpPr>
        <p:spPr>
          <a:xfrm>
            <a:off x="4061110" y="3979770"/>
            <a:ext cx="380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/>
              <a:t>t2</a:t>
            </a:r>
            <a:endParaRPr lang="LID4096" i="1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7903B0E-CE52-64E3-A76D-6E1D41D8537C}"/>
              </a:ext>
            </a:extLst>
          </p:cNvPr>
          <p:cNvCxnSpPr>
            <a:cxnSpLocks/>
            <a:stCxn id="13" idx="1"/>
          </p:cNvCxnSpPr>
          <p:nvPr/>
        </p:nvCxnSpPr>
        <p:spPr>
          <a:xfrm>
            <a:off x="3048000" y="3160589"/>
            <a:ext cx="27781" cy="9006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378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2024</TotalTime>
  <Words>1048</Words>
  <Application>Microsoft Office PowerPoint</Application>
  <PresentationFormat>Widescreen</PresentationFormat>
  <Paragraphs>427</Paragraphs>
  <Slides>26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34</cp:revision>
  <dcterms:created xsi:type="dcterms:W3CDTF">2025-09-03T07:58:20Z</dcterms:created>
  <dcterms:modified xsi:type="dcterms:W3CDTF">2026-01-25T15:22:36Z</dcterms:modified>
</cp:coreProperties>
</file>