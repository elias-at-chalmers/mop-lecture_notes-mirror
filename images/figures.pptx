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  <p:sldId id="460" r:id="rId2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8" d="100"/>
          <a:sy n="228" d="100"/>
        </p:scale>
        <p:origin x="21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407A79B-9B47-7591-3900-FAC9B2B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62" y="2063919"/>
            <a:ext cx="6314136" cy="251256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F7D953-AFFB-97BD-B7F3-2529F2C0883C}"/>
              </a:ext>
            </a:extLst>
          </p:cNvPr>
          <p:cNvSpPr/>
          <p:nvPr/>
        </p:nvSpPr>
        <p:spPr>
          <a:xfrm>
            <a:off x="5961185" y="2414954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910420-4271-7A14-C9A6-FCFF3B4E2E83}"/>
              </a:ext>
            </a:extLst>
          </p:cNvPr>
          <p:cNvSpPr/>
          <p:nvPr/>
        </p:nvSpPr>
        <p:spPr>
          <a:xfrm>
            <a:off x="6205683" y="4151573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2883-2A07-222D-6A79-EBF46AB5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64B0C310-9260-2DD7-9DFE-274B8593CA7E}"/>
              </a:ext>
            </a:extLst>
          </p:cNvPr>
          <p:cNvCxnSpPr/>
          <p:nvPr/>
        </p:nvCxnSpPr>
        <p:spPr>
          <a:xfrm flipH="1">
            <a:off x="553031" y="5026979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E19C98BF-1ACA-95CF-CCA9-39E6A8267D60}"/>
              </a:ext>
            </a:extLst>
          </p:cNvPr>
          <p:cNvCxnSpPr/>
          <p:nvPr/>
        </p:nvCxnSpPr>
        <p:spPr>
          <a:xfrm flipH="1">
            <a:off x="553031" y="5179051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543AA268-FE57-B9D8-4507-97151D15252A}"/>
              </a:ext>
            </a:extLst>
          </p:cNvPr>
          <p:cNvCxnSpPr/>
          <p:nvPr/>
        </p:nvCxnSpPr>
        <p:spPr>
          <a:xfrm flipH="1">
            <a:off x="553031" y="5331123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2A9AF7CC-DAE7-E13C-E8D6-1B2C33D01DDD}"/>
              </a:ext>
            </a:extLst>
          </p:cNvPr>
          <p:cNvCxnSpPr/>
          <p:nvPr/>
        </p:nvCxnSpPr>
        <p:spPr>
          <a:xfrm flipH="1">
            <a:off x="553031" y="5495777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09FDF32D-CC3A-D34D-18E6-27B8B9C4F832}"/>
              </a:ext>
            </a:extLst>
          </p:cNvPr>
          <p:cNvCxnSpPr/>
          <p:nvPr/>
        </p:nvCxnSpPr>
        <p:spPr>
          <a:xfrm flipH="1">
            <a:off x="553031" y="5660431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EEB034D3-9FB6-4A66-48EC-700E540BD57A}"/>
              </a:ext>
            </a:extLst>
          </p:cNvPr>
          <p:cNvCxnSpPr/>
          <p:nvPr/>
        </p:nvCxnSpPr>
        <p:spPr>
          <a:xfrm flipH="1">
            <a:off x="553031" y="5825085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46FD827B-7060-CF33-58AC-FCB627FC92F3}"/>
              </a:ext>
            </a:extLst>
          </p:cNvPr>
          <p:cNvCxnSpPr/>
          <p:nvPr/>
        </p:nvCxnSpPr>
        <p:spPr>
          <a:xfrm flipH="1">
            <a:off x="553031" y="5981351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884963E9-199C-ADB9-B643-EE89D804B0CE}"/>
              </a:ext>
            </a:extLst>
          </p:cNvPr>
          <p:cNvSpPr txBox="1"/>
          <p:nvPr/>
        </p:nvSpPr>
        <p:spPr>
          <a:xfrm>
            <a:off x="1543366" y="1403352"/>
            <a:ext cx="8286434" cy="25844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4BAEF93-039F-6588-F448-97FA919B3DB0}"/>
              </a:ext>
            </a:extLst>
          </p:cNvPr>
          <p:cNvSpPr txBox="1"/>
          <p:nvPr/>
        </p:nvSpPr>
        <p:spPr>
          <a:xfrm>
            <a:off x="9236473" y="2709943"/>
            <a:ext cx="593327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 b="1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</a:p>
          <a:p>
            <a:pPr algn="ctr"/>
            <a:r>
              <a:rPr lang="en-US" sz="1050"/>
              <a:t>...</a:t>
            </a:r>
            <a:endParaRPr lang="LID4096" sz="36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E0248A2-DC9D-AD1A-EA17-587CC3D40201}"/>
              </a:ext>
            </a:extLst>
          </p:cNvPr>
          <p:cNvCxnSpPr/>
          <p:nvPr/>
        </p:nvCxnSpPr>
        <p:spPr>
          <a:xfrm flipH="1">
            <a:off x="9929678" y="284461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700F0BA-55B9-28EC-6F33-89DECBA2C8F3}"/>
              </a:ext>
            </a:extLst>
          </p:cNvPr>
          <p:cNvCxnSpPr/>
          <p:nvPr/>
        </p:nvCxnSpPr>
        <p:spPr>
          <a:xfrm flipH="1">
            <a:off x="9929678" y="2999112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E6D3ABF-0C2A-F7CF-2910-6192FB7167CB}"/>
              </a:ext>
            </a:extLst>
          </p:cNvPr>
          <p:cNvCxnSpPr/>
          <p:nvPr/>
        </p:nvCxnSpPr>
        <p:spPr>
          <a:xfrm flipH="1">
            <a:off x="9926507" y="317458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529D73CB-6783-5B82-4415-BD17B6E344E1}"/>
              </a:ext>
            </a:extLst>
          </p:cNvPr>
          <p:cNvCxnSpPr/>
          <p:nvPr/>
        </p:nvCxnSpPr>
        <p:spPr>
          <a:xfrm flipH="1">
            <a:off x="9926507" y="333607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FCBAFB-7C8A-8929-5F92-F4143383B59C}"/>
              </a:ext>
            </a:extLst>
          </p:cNvPr>
          <p:cNvCxnSpPr/>
          <p:nvPr/>
        </p:nvCxnSpPr>
        <p:spPr>
          <a:xfrm flipH="1">
            <a:off x="9926507" y="349436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D5EB330-2DAC-3AF1-BDB3-6436C250F278}"/>
              </a:ext>
            </a:extLst>
          </p:cNvPr>
          <p:cNvCxnSpPr/>
          <p:nvPr/>
        </p:nvCxnSpPr>
        <p:spPr>
          <a:xfrm flipH="1">
            <a:off x="9926507" y="365792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2E0D8318-5F8C-8BC0-676C-CCCBE3989F33}"/>
              </a:ext>
            </a:extLst>
          </p:cNvPr>
          <p:cNvSpPr/>
          <p:nvPr/>
        </p:nvSpPr>
        <p:spPr>
          <a:xfrm>
            <a:off x="9938066" y="312415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BA76EB9-B7E9-C533-2522-66C775178F93}"/>
              </a:ext>
            </a:extLst>
          </p:cNvPr>
          <p:cNvSpPr txBox="1"/>
          <p:nvPr/>
        </p:nvSpPr>
        <p:spPr>
          <a:xfrm>
            <a:off x="1531807" y="2543827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0C41D13-87DC-E7DE-0044-D951AF0A9D91}"/>
              </a:ext>
            </a:extLst>
          </p:cNvPr>
          <p:cNvSpPr txBox="1"/>
          <p:nvPr/>
        </p:nvSpPr>
        <p:spPr>
          <a:xfrm rot="16200000">
            <a:off x="-560591" y="2385372"/>
            <a:ext cx="2584447" cy="6204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3AB1B-3D54-9E4F-4F3B-6880174C846F}"/>
              </a:ext>
            </a:extLst>
          </p:cNvPr>
          <p:cNvSpPr txBox="1"/>
          <p:nvPr/>
        </p:nvSpPr>
        <p:spPr>
          <a:xfrm>
            <a:off x="7079367" y="2841562"/>
            <a:ext cx="167622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/>
              <a:t>Edge Detection Circuit</a:t>
            </a:r>
            <a:endParaRPr lang="LID4096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F26A1-5B9E-7791-586C-A4E3960395F8}"/>
              </a:ext>
            </a:extLst>
          </p:cNvPr>
          <p:cNvSpPr txBox="1"/>
          <p:nvPr/>
        </p:nvSpPr>
        <p:spPr>
          <a:xfrm>
            <a:off x="7965486" y="1862684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EXTI_FTENR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0D8C96-7CF2-B46A-3769-FD3E0892D118}"/>
              </a:ext>
            </a:extLst>
          </p:cNvPr>
          <p:cNvSpPr txBox="1"/>
          <p:nvPr/>
        </p:nvSpPr>
        <p:spPr>
          <a:xfrm>
            <a:off x="7965486" y="2108905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Falling trigger enable register</a:t>
            </a:r>
            <a:endParaRPr lang="LID4096" sz="800" i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E2AB2F-C49D-9160-6580-B7F19E75238A}"/>
              </a:ext>
            </a:extLst>
          </p:cNvPr>
          <p:cNvSpPr txBox="1"/>
          <p:nvPr/>
        </p:nvSpPr>
        <p:spPr>
          <a:xfrm>
            <a:off x="6945406" y="1859203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EXTI_RTENR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E041BF-E902-00D9-FC84-A49A13399C70}"/>
              </a:ext>
            </a:extLst>
          </p:cNvPr>
          <p:cNvSpPr txBox="1"/>
          <p:nvPr/>
        </p:nvSpPr>
        <p:spPr>
          <a:xfrm>
            <a:off x="6945406" y="2105424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Rising trigger enable register</a:t>
            </a:r>
            <a:endParaRPr lang="LID4096" sz="800" i="1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0774A-AA2F-6481-48E4-8EF7A6132EEC}"/>
              </a:ext>
            </a:extLst>
          </p:cNvPr>
          <p:cNvSpPr txBox="1"/>
          <p:nvPr/>
        </p:nvSpPr>
        <p:spPr>
          <a:xfrm>
            <a:off x="5764306" y="1857579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EXTI_SWIEVR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CA803C-17F9-3CBA-75EE-CA033C55367A}"/>
              </a:ext>
            </a:extLst>
          </p:cNvPr>
          <p:cNvSpPr txBox="1"/>
          <p:nvPr/>
        </p:nvSpPr>
        <p:spPr>
          <a:xfrm>
            <a:off x="5764306" y="2103800"/>
            <a:ext cx="96051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Software Interrupt Event Register</a:t>
            </a:r>
            <a:endParaRPr lang="LID4096" sz="800" i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BAD2F6-7DEB-2CD5-CFFB-1110E600571A}"/>
              </a:ext>
            </a:extLst>
          </p:cNvPr>
          <p:cNvSpPr txBox="1"/>
          <p:nvPr/>
        </p:nvSpPr>
        <p:spPr>
          <a:xfrm>
            <a:off x="4337745" y="1856072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28D3E-08C1-588E-A256-876C3C8BB6B7}"/>
              </a:ext>
            </a:extLst>
          </p:cNvPr>
          <p:cNvSpPr txBox="1"/>
          <p:nvPr/>
        </p:nvSpPr>
        <p:spPr>
          <a:xfrm>
            <a:off x="4337745" y="2102293"/>
            <a:ext cx="960519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Enable Register</a:t>
            </a:r>
            <a:endParaRPr lang="LID4096" sz="800" i="1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10307E1-A14A-BAE3-0EAC-22C3B2162C7A}"/>
              </a:ext>
            </a:extLst>
          </p:cNvPr>
          <p:cNvSpPr txBox="1"/>
          <p:nvPr/>
        </p:nvSpPr>
        <p:spPr>
          <a:xfrm>
            <a:off x="2596014" y="2539980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EXTI_INTFR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623DAF-C296-8313-F0FD-62E61B61C995}"/>
              </a:ext>
            </a:extLst>
          </p:cNvPr>
          <p:cNvCxnSpPr>
            <a:cxnSpLocks/>
          </p:cNvCxnSpPr>
          <p:nvPr/>
        </p:nvCxnSpPr>
        <p:spPr>
          <a:xfrm flipH="1">
            <a:off x="8755595" y="2982305"/>
            <a:ext cx="5471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6C0CA2-8BFC-D7EC-C057-952BF2FFFAD3}"/>
              </a:ext>
            </a:extLst>
          </p:cNvPr>
          <p:cNvCxnSpPr>
            <a:cxnSpLocks/>
          </p:cNvCxnSpPr>
          <p:nvPr/>
        </p:nvCxnSpPr>
        <p:spPr>
          <a:xfrm flipV="1">
            <a:off x="8382000" y="2447459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828E8A0-6365-7168-8C2C-AD2DDA15299D}"/>
              </a:ext>
            </a:extLst>
          </p:cNvPr>
          <p:cNvCxnSpPr>
            <a:cxnSpLocks/>
          </p:cNvCxnSpPr>
          <p:nvPr/>
        </p:nvCxnSpPr>
        <p:spPr>
          <a:xfrm flipV="1">
            <a:off x="7411505" y="2438224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F7E6E6B-65F8-C0A7-3C06-975C6BE94C89}"/>
              </a:ext>
            </a:extLst>
          </p:cNvPr>
          <p:cNvCxnSpPr>
            <a:cxnSpLocks/>
          </p:cNvCxnSpPr>
          <p:nvPr/>
        </p:nvCxnSpPr>
        <p:spPr>
          <a:xfrm flipH="1">
            <a:off x="5834201" y="3022931"/>
            <a:ext cx="12451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F041DF-E966-09C3-51CB-55832E3B6E0A}"/>
              </a:ext>
            </a:extLst>
          </p:cNvPr>
          <p:cNvCxnSpPr>
            <a:stCxn id="71" idx="2"/>
          </p:cNvCxnSpPr>
          <p:nvPr/>
        </p:nvCxnSpPr>
        <p:spPr>
          <a:xfrm rot="5400000">
            <a:off x="5864792" y="2534875"/>
            <a:ext cx="349185" cy="41036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0C83828-AB37-8584-F8B1-1D0C95588733}"/>
              </a:ext>
            </a:extLst>
          </p:cNvPr>
          <p:cNvCxnSpPr>
            <a:stCxn id="73" idx="2"/>
            <a:endCxn id="76" idx="3"/>
          </p:cNvCxnSpPr>
          <p:nvPr/>
        </p:nvCxnSpPr>
        <p:spPr>
          <a:xfrm rot="5400000">
            <a:off x="4577976" y="2568398"/>
            <a:ext cx="367580" cy="11247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16151E9-A75C-540F-6B03-205BF3A800CC}"/>
              </a:ext>
            </a:extLst>
          </p:cNvPr>
          <p:cNvCxnSpPr>
            <a:cxnSpLocks/>
          </p:cNvCxnSpPr>
          <p:nvPr/>
        </p:nvCxnSpPr>
        <p:spPr>
          <a:xfrm flipH="1">
            <a:off x="4432301" y="2921331"/>
            <a:ext cx="1008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D7AAD6D-CCF8-0FA1-B9D5-9ADCA2354B4C}"/>
              </a:ext>
            </a:extLst>
          </p:cNvPr>
          <p:cNvSpPr txBox="1"/>
          <p:nvPr/>
        </p:nvSpPr>
        <p:spPr>
          <a:xfrm>
            <a:off x="4365368" y="2623761"/>
            <a:ext cx="34015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/>
              <a:t>&amp;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54CE8-C92A-30AE-E8DE-51AF8F29D814}"/>
              </a:ext>
            </a:extLst>
          </p:cNvPr>
          <p:cNvSpPr txBox="1"/>
          <p:nvPr/>
        </p:nvSpPr>
        <p:spPr>
          <a:xfrm>
            <a:off x="5402673" y="278620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D27CAF-C57E-8A2F-40DE-BCE2435DBB07}"/>
              </a:ext>
            </a:extLst>
          </p:cNvPr>
          <p:cNvCxnSpPr/>
          <p:nvPr/>
        </p:nvCxnSpPr>
        <p:spPr>
          <a:xfrm flipH="1">
            <a:off x="1012153" y="2825565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17B4534-828E-DA47-42C4-33CB30A65094}"/>
              </a:ext>
            </a:extLst>
          </p:cNvPr>
          <p:cNvCxnSpPr>
            <a:cxnSpLocks/>
          </p:cNvCxnSpPr>
          <p:nvPr/>
        </p:nvCxnSpPr>
        <p:spPr>
          <a:xfrm flipH="1">
            <a:off x="4110313" y="2728532"/>
            <a:ext cx="2550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762241E-B07A-3A5C-7489-7DDE4B4BB30A}"/>
              </a:ext>
            </a:extLst>
          </p:cNvPr>
          <p:cNvSpPr txBox="1"/>
          <p:nvPr/>
        </p:nvSpPr>
        <p:spPr>
          <a:xfrm>
            <a:off x="3720921" y="262376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2BA23ED5-6C60-C28D-4DC7-EFBDB3CFB1DE}"/>
              </a:ext>
            </a:extLst>
          </p:cNvPr>
          <p:cNvSpPr/>
          <p:nvPr/>
        </p:nvSpPr>
        <p:spPr>
          <a:xfrm>
            <a:off x="2012950" y="2825750"/>
            <a:ext cx="577850" cy="0"/>
          </a:xfrm>
          <a:custGeom>
            <a:avLst/>
            <a:gdLst>
              <a:gd name="csX0" fmla="*/ 577850 w 577850"/>
              <a:gd name="csY0" fmla="*/ 0 h 0"/>
              <a:gd name="csX1" fmla="*/ 0 w 5778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7850">
                <a:moveTo>
                  <a:pt x="577850" y="0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EF34051E-F15C-8B6F-B23E-009155CC033D}"/>
              </a:ext>
            </a:extLst>
          </p:cNvPr>
          <p:cNvSpPr/>
          <p:nvPr/>
        </p:nvSpPr>
        <p:spPr>
          <a:xfrm>
            <a:off x="2451100" y="2832100"/>
            <a:ext cx="1835150" cy="488950"/>
          </a:xfrm>
          <a:custGeom>
            <a:avLst/>
            <a:gdLst>
              <a:gd name="csX0" fmla="*/ 0 w 1835150"/>
              <a:gd name="csY0" fmla="*/ 0 h 488950"/>
              <a:gd name="csX1" fmla="*/ 0 w 1835150"/>
              <a:gd name="csY1" fmla="*/ 488950 h 488950"/>
              <a:gd name="csX2" fmla="*/ 1835150 w 1835150"/>
              <a:gd name="csY2" fmla="*/ 488950 h 488950"/>
              <a:gd name="csX3" fmla="*/ 1835150 w 1835150"/>
              <a:gd name="csY3" fmla="*/ 82550 h 488950"/>
              <a:gd name="csX4" fmla="*/ 1708150 w 1835150"/>
              <a:gd name="csY4" fmla="*/ 82550 h 488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35150" h="488950">
                <a:moveTo>
                  <a:pt x="0" y="0"/>
                </a:moveTo>
                <a:lnTo>
                  <a:pt x="0" y="488950"/>
                </a:lnTo>
                <a:lnTo>
                  <a:pt x="1835150" y="488950"/>
                </a:lnTo>
                <a:lnTo>
                  <a:pt x="1835150" y="82550"/>
                </a:lnTo>
                <a:lnTo>
                  <a:pt x="1708150" y="82550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1DE2FA5-14A7-BFD8-DADE-B1740F133253}"/>
              </a:ext>
            </a:extLst>
          </p:cNvPr>
          <p:cNvCxnSpPr>
            <a:cxnSpLocks/>
            <a:stCxn id="160" idx="1"/>
          </p:cNvCxnSpPr>
          <p:nvPr/>
        </p:nvCxnSpPr>
        <p:spPr>
          <a:xfrm flipH="1">
            <a:off x="3486001" y="2808427"/>
            <a:ext cx="234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B3AB9B-848C-5A0B-155C-A6386B3BCE8E}"/>
              </a:ext>
            </a:extLst>
          </p:cNvPr>
          <p:cNvSpPr txBox="1"/>
          <p:nvPr/>
        </p:nvSpPr>
        <p:spPr>
          <a:xfrm>
            <a:off x="2596014" y="2786201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Flag Register</a:t>
            </a:r>
            <a:endParaRPr lang="LID4096" sz="800" i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44C66E2-CD71-45B1-963B-C7A613F5124B}"/>
              </a:ext>
            </a:extLst>
          </p:cNvPr>
          <p:cNvSpPr txBox="1"/>
          <p:nvPr/>
        </p:nvSpPr>
        <p:spPr>
          <a:xfrm>
            <a:off x="2596014" y="2078316"/>
            <a:ext cx="889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Only reset from software</a:t>
            </a:r>
            <a:endParaRPr lang="LID4096" sz="800" i="1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32216BC-C705-BAF0-D5AC-032C6AFC34E3}"/>
              </a:ext>
            </a:extLst>
          </p:cNvPr>
          <p:cNvCxnSpPr>
            <a:cxnSpLocks/>
          </p:cNvCxnSpPr>
          <p:nvPr/>
        </p:nvCxnSpPr>
        <p:spPr>
          <a:xfrm>
            <a:off x="3043287" y="2382977"/>
            <a:ext cx="0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249AA789-6FBE-3AE6-56D9-459D4EBB37C0}"/>
              </a:ext>
            </a:extLst>
          </p:cNvPr>
          <p:cNvSpPr/>
          <p:nvPr/>
        </p:nvSpPr>
        <p:spPr>
          <a:xfrm>
            <a:off x="6724825" y="3146932"/>
            <a:ext cx="226503" cy="247475"/>
          </a:xfrm>
          <a:custGeom>
            <a:avLst/>
            <a:gdLst>
              <a:gd name="csX0" fmla="*/ 0 w 226503"/>
              <a:gd name="csY0" fmla="*/ 247475 h 247475"/>
              <a:gd name="csX1" fmla="*/ 83890 w 226503"/>
              <a:gd name="csY1" fmla="*/ 247475 h 247475"/>
              <a:gd name="csX2" fmla="*/ 83890 w 226503"/>
              <a:gd name="csY2" fmla="*/ 0 h 247475"/>
              <a:gd name="csX3" fmla="*/ 146808 w 226503"/>
              <a:gd name="csY3" fmla="*/ 0 h 247475"/>
              <a:gd name="csX4" fmla="*/ 146808 w 226503"/>
              <a:gd name="csY4" fmla="*/ 247475 h 247475"/>
              <a:gd name="csX5" fmla="*/ 226503 w 226503"/>
              <a:gd name="csY5" fmla="*/ 247475 h 247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26503" h="247475">
                <a:moveTo>
                  <a:pt x="0" y="247475"/>
                </a:moveTo>
                <a:lnTo>
                  <a:pt x="83890" y="247475"/>
                </a:lnTo>
                <a:lnTo>
                  <a:pt x="83890" y="0"/>
                </a:lnTo>
                <a:lnTo>
                  <a:pt x="146808" y="0"/>
                </a:lnTo>
                <a:lnTo>
                  <a:pt x="146808" y="247475"/>
                </a:lnTo>
                <a:lnTo>
                  <a:pt x="226503" y="247475"/>
                </a:lnTo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65EFA4C-3F21-6C3A-4CA2-A25351C1FCDC}"/>
              </a:ext>
            </a:extLst>
          </p:cNvPr>
          <p:cNvCxnSpPr>
            <a:cxnSpLocks/>
          </p:cNvCxnSpPr>
          <p:nvPr/>
        </p:nvCxnSpPr>
        <p:spPr>
          <a:xfrm flipH="1" flipV="1">
            <a:off x="6564395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4A229B1-0CAE-00BA-457E-4642169A344D}"/>
              </a:ext>
            </a:extLst>
          </p:cNvPr>
          <p:cNvCxnSpPr>
            <a:cxnSpLocks/>
          </p:cNvCxnSpPr>
          <p:nvPr/>
        </p:nvCxnSpPr>
        <p:spPr>
          <a:xfrm flipH="1" flipV="1">
            <a:off x="6969561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1AA9208C-A43D-5772-6087-AB93E41F3578}"/>
              </a:ext>
            </a:extLst>
          </p:cNvPr>
          <p:cNvSpPr txBox="1"/>
          <p:nvPr/>
        </p:nvSpPr>
        <p:spPr>
          <a:xfrm>
            <a:off x="6393082" y="3404942"/>
            <a:ext cx="88998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pulse</a:t>
            </a:r>
            <a:endParaRPr lang="LID4096" sz="800" i="1"/>
          </a:p>
        </p:txBody>
      </p:sp>
    </p:spTree>
    <p:extLst>
      <p:ext uri="{BB962C8B-B14F-4D97-AF65-F5344CB8AC3E}">
        <p14:creationId xmlns:p14="http://schemas.microsoft.com/office/powerpoint/2010/main" val="121957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1781</TotalTime>
  <Words>982</Words>
  <Application>Microsoft Office PowerPoint</Application>
  <PresentationFormat>Widescreen</PresentationFormat>
  <Paragraphs>408</Paragraphs>
  <Slides>23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Agency FB</vt:lpstr>
      <vt:lpstr>Aptos</vt:lpstr>
      <vt:lpstr>Aptos Display</vt:lpstr>
      <vt:lpstr>Arial</vt:lpstr>
      <vt:lpstr>Calibri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31</cp:revision>
  <dcterms:created xsi:type="dcterms:W3CDTF">2025-09-03T07:58:20Z</dcterms:created>
  <dcterms:modified xsi:type="dcterms:W3CDTF">2026-01-02T13:40:24Z</dcterms:modified>
</cp:coreProperties>
</file>