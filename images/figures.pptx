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  <p:sldId id="464" r:id="rId2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0E1D92-CA2C-9792-B793-46620098CE57}"/>
              </a:ext>
            </a:extLst>
          </p:cNvPr>
          <p:cNvSpPr/>
          <p:nvPr/>
        </p:nvSpPr>
        <p:spPr>
          <a:xfrm>
            <a:off x="1993627" y="1440278"/>
            <a:ext cx="5635530" cy="24270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27274-D09F-2EEB-1929-6E78AB420FFC}"/>
              </a:ext>
            </a:extLst>
          </p:cNvPr>
          <p:cNvGrpSpPr/>
          <p:nvPr/>
        </p:nvGrpSpPr>
        <p:grpSpPr>
          <a:xfrm>
            <a:off x="1993627" y="1754697"/>
            <a:ext cx="5635530" cy="324375"/>
            <a:chOff x="1993627" y="1754697"/>
            <a:chExt cx="5635530" cy="3243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D98433-5BDD-7B0F-7039-8260673A96F3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B01F36-646E-E584-F14B-826DB363EEA6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E046C7-B9A3-B68B-D630-D77D8C1E722B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9BBCCB-4910-E27B-8DE0-A93D80604D73}"/>
              </a:ext>
            </a:extLst>
          </p:cNvPr>
          <p:cNvGrpSpPr/>
          <p:nvPr/>
        </p:nvGrpSpPr>
        <p:grpSpPr>
          <a:xfrm>
            <a:off x="1993627" y="2241259"/>
            <a:ext cx="5635530" cy="324375"/>
            <a:chOff x="1993627" y="1754697"/>
            <a:chExt cx="5635530" cy="32437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6A1551F-F3F7-4704-B26A-B6A46B47E5B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8C1452-5DC0-882F-F0F7-312CB3ACF12B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91DC227-8AEF-277B-86DF-BB8DB6E74CF0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8CF7D6-09D8-F72E-0AD6-E1D782F5075A}"/>
              </a:ext>
            </a:extLst>
          </p:cNvPr>
          <p:cNvGrpSpPr/>
          <p:nvPr/>
        </p:nvGrpSpPr>
        <p:grpSpPr>
          <a:xfrm>
            <a:off x="1993627" y="2727821"/>
            <a:ext cx="5635530" cy="324375"/>
            <a:chOff x="1993627" y="1754697"/>
            <a:chExt cx="5635530" cy="3243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C3146B-8909-651E-867A-A911A16FDEF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4AA15D0-3D01-9E43-D757-99FB4837AEEA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B60028-50ED-5BFE-9D6B-D0BE78869CD5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484314-B9E6-8CFE-EBF9-7EED7FBC75E9}"/>
              </a:ext>
            </a:extLst>
          </p:cNvPr>
          <p:cNvGrpSpPr/>
          <p:nvPr/>
        </p:nvGrpSpPr>
        <p:grpSpPr>
          <a:xfrm>
            <a:off x="1993627" y="3214383"/>
            <a:ext cx="5635530" cy="324375"/>
            <a:chOff x="1993627" y="1754697"/>
            <a:chExt cx="5635530" cy="324375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F0356C-AEEA-4010-3B4C-1CB7163822FC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D4A4263-F289-45FA-E395-AAE1C8CB504F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85CA1F-4944-D242-FC22-4C8D3F09730D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18F9CF0-0833-3DEE-9630-61E2873A5685}"/>
              </a:ext>
            </a:extLst>
          </p:cNvPr>
          <p:cNvSpPr txBox="1"/>
          <p:nvPr/>
        </p:nvSpPr>
        <p:spPr>
          <a:xfrm>
            <a:off x="1476883" y="1728027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72F22-9CBB-A71E-2901-F319B2E3F364}"/>
              </a:ext>
            </a:extLst>
          </p:cNvPr>
          <p:cNvSpPr txBox="1"/>
          <p:nvPr/>
        </p:nvSpPr>
        <p:spPr>
          <a:xfrm>
            <a:off x="1392992" y="2214589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43773-16CE-E0D0-B5FE-5D9ECEDD8FED}"/>
              </a:ext>
            </a:extLst>
          </p:cNvPr>
          <p:cNvSpPr txBox="1"/>
          <p:nvPr/>
        </p:nvSpPr>
        <p:spPr>
          <a:xfrm>
            <a:off x="1683653" y="2714486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8A7A3E-9080-A94F-22A3-52210A321A0F}"/>
              </a:ext>
            </a:extLst>
          </p:cNvPr>
          <p:cNvSpPr txBox="1"/>
          <p:nvPr/>
        </p:nvSpPr>
        <p:spPr>
          <a:xfrm>
            <a:off x="913316" y="3191905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6DF480-B2C2-6483-BD36-0A6C4E3F336D}"/>
              </a:ext>
            </a:extLst>
          </p:cNvPr>
          <p:cNvCxnSpPr>
            <a:cxnSpLocks/>
          </p:cNvCxnSpPr>
          <p:nvPr/>
        </p:nvCxnSpPr>
        <p:spPr>
          <a:xfrm>
            <a:off x="2453989" y="1440278"/>
            <a:ext cx="0" cy="112535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A0AC9C-0FFC-8EE2-1308-10DD51AA3B9A}"/>
              </a:ext>
            </a:extLst>
          </p:cNvPr>
          <p:cNvCxnSpPr>
            <a:cxnSpLocks/>
          </p:cNvCxnSpPr>
          <p:nvPr/>
        </p:nvCxnSpPr>
        <p:spPr>
          <a:xfrm>
            <a:off x="2929365" y="1754697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0966356-E92E-C497-39CE-2AB40BD0E81E}"/>
              </a:ext>
            </a:extLst>
          </p:cNvPr>
          <p:cNvCxnSpPr>
            <a:cxnSpLocks/>
          </p:cNvCxnSpPr>
          <p:nvPr/>
        </p:nvCxnSpPr>
        <p:spPr>
          <a:xfrm>
            <a:off x="3559937" y="2241259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2B2E5F-A7B5-D1D6-1690-AA7347D24807}"/>
              </a:ext>
            </a:extLst>
          </p:cNvPr>
          <p:cNvCxnSpPr>
            <a:cxnSpLocks/>
          </p:cNvCxnSpPr>
          <p:nvPr/>
        </p:nvCxnSpPr>
        <p:spPr>
          <a:xfrm>
            <a:off x="4622542" y="1754697"/>
            <a:ext cx="0" cy="11353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B576B2-7788-37BB-1096-F97511494D73}"/>
              </a:ext>
            </a:extLst>
          </p:cNvPr>
          <p:cNvCxnSpPr>
            <a:cxnSpLocks/>
          </p:cNvCxnSpPr>
          <p:nvPr/>
        </p:nvCxnSpPr>
        <p:spPr>
          <a:xfrm>
            <a:off x="5685147" y="1440276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540922-2DA0-52C0-601D-2B6802660D47}"/>
              </a:ext>
            </a:extLst>
          </p:cNvPr>
          <p:cNvSpPr/>
          <p:nvPr/>
        </p:nvSpPr>
        <p:spPr>
          <a:xfrm>
            <a:off x="2399251" y="1749105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50117A-E0C8-6E37-75AD-9B5C67ECF60C}"/>
              </a:ext>
            </a:extLst>
          </p:cNvPr>
          <p:cNvCxnSpPr/>
          <p:nvPr/>
        </p:nvCxnSpPr>
        <p:spPr>
          <a:xfrm>
            <a:off x="1993627" y="2241259"/>
            <a:ext cx="4056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AB865D-F881-2E3B-0BA4-2F70D4236E20}"/>
              </a:ext>
            </a:extLst>
          </p:cNvPr>
          <p:cNvCxnSpPr>
            <a:cxnSpLocks/>
          </p:cNvCxnSpPr>
          <p:nvPr/>
        </p:nvCxnSpPr>
        <p:spPr>
          <a:xfrm>
            <a:off x="2399251" y="2238461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7F3782B-B1CA-D7F0-4E58-48447EDD38C3}"/>
              </a:ext>
            </a:extLst>
          </p:cNvPr>
          <p:cNvCxnSpPr>
            <a:cxnSpLocks/>
          </p:cNvCxnSpPr>
          <p:nvPr/>
        </p:nvCxnSpPr>
        <p:spPr>
          <a:xfrm>
            <a:off x="2491739" y="2561443"/>
            <a:ext cx="3144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0794EF2-B5B4-B80E-4084-2A491E11B3BA}"/>
              </a:ext>
            </a:extLst>
          </p:cNvPr>
          <p:cNvCxnSpPr>
            <a:cxnSpLocks/>
          </p:cNvCxnSpPr>
          <p:nvPr/>
        </p:nvCxnSpPr>
        <p:spPr>
          <a:xfrm flipV="1">
            <a:off x="5636420" y="2238461"/>
            <a:ext cx="97455" cy="327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86DBF6-23FF-EA68-52FD-5F0FB206BE5F}"/>
              </a:ext>
            </a:extLst>
          </p:cNvPr>
          <p:cNvCxnSpPr>
            <a:cxnSpLocks/>
          </p:cNvCxnSpPr>
          <p:nvPr/>
        </p:nvCxnSpPr>
        <p:spPr>
          <a:xfrm>
            <a:off x="5733875" y="2238465"/>
            <a:ext cx="10360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1C45FF6-751A-758E-2F56-C9A960C3730E}"/>
              </a:ext>
            </a:extLst>
          </p:cNvPr>
          <p:cNvCxnSpPr>
            <a:cxnSpLocks/>
          </p:cNvCxnSpPr>
          <p:nvPr/>
        </p:nvCxnSpPr>
        <p:spPr>
          <a:xfrm>
            <a:off x="1993627" y="3052196"/>
            <a:ext cx="9047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E07008-152C-DB8F-2783-2D749EF27037}"/>
              </a:ext>
            </a:extLst>
          </p:cNvPr>
          <p:cNvCxnSpPr>
            <a:cxnSpLocks/>
          </p:cNvCxnSpPr>
          <p:nvPr/>
        </p:nvCxnSpPr>
        <p:spPr>
          <a:xfrm flipV="1">
            <a:off x="2891613" y="2714486"/>
            <a:ext cx="97455" cy="34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9175F11-B6D1-CF56-1CFD-A6E03B3045AB}"/>
              </a:ext>
            </a:extLst>
          </p:cNvPr>
          <p:cNvCxnSpPr>
            <a:cxnSpLocks/>
          </p:cNvCxnSpPr>
          <p:nvPr/>
        </p:nvCxnSpPr>
        <p:spPr>
          <a:xfrm>
            <a:off x="2989068" y="2718682"/>
            <a:ext cx="1599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8924D94-7F85-5F10-5FD4-295A2046C8EC}"/>
              </a:ext>
            </a:extLst>
          </p:cNvPr>
          <p:cNvCxnSpPr>
            <a:cxnSpLocks/>
          </p:cNvCxnSpPr>
          <p:nvPr/>
        </p:nvCxnSpPr>
        <p:spPr>
          <a:xfrm>
            <a:off x="4591208" y="2715163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99B4D63-DD29-2AB5-5E6C-8F80F1F58717}"/>
              </a:ext>
            </a:extLst>
          </p:cNvPr>
          <p:cNvCxnSpPr>
            <a:cxnSpLocks/>
          </p:cNvCxnSpPr>
          <p:nvPr/>
        </p:nvCxnSpPr>
        <p:spPr>
          <a:xfrm>
            <a:off x="4689290" y="3045133"/>
            <a:ext cx="20260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5CE3B9-2A56-1322-839C-5EEF67CE4DC4}"/>
              </a:ext>
            </a:extLst>
          </p:cNvPr>
          <p:cNvSpPr/>
          <p:nvPr/>
        </p:nvSpPr>
        <p:spPr>
          <a:xfrm>
            <a:off x="3510793" y="3212983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6B02FD2-DBD6-E449-83A6-B3F12C7CF4CF}"/>
              </a:ext>
            </a:extLst>
          </p:cNvPr>
          <p:cNvCxnSpPr>
            <a:cxnSpLocks/>
          </p:cNvCxnSpPr>
          <p:nvPr/>
        </p:nvCxnSpPr>
        <p:spPr>
          <a:xfrm flipV="1">
            <a:off x="6708604" y="2723630"/>
            <a:ext cx="82491" cy="3250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BEE993-9A3B-412B-24A0-280DE8162F4C}"/>
              </a:ext>
            </a:extLst>
          </p:cNvPr>
          <p:cNvCxnSpPr>
            <a:cxnSpLocks/>
          </p:cNvCxnSpPr>
          <p:nvPr/>
        </p:nvCxnSpPr>
        <p:spPr>
          <a:xfrm>
            <a:off x="6769916" y="2729117"/>
            <a:ext cx="8592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B2CC6B-7D4A-6AB7-C82D-4CF5EAF321D5}"/>
              </a:ext>
            </a:extLst>
          </p:cNvPr>
          <p:cNvCxnSpPr>
            <a:cxnSpLocks/>
          </p:cNvCxnSpPr>
          <p:nvPr/>
        </p:nvCxnSpPr>
        <p:spPr>
          <a:xfrm>
            <a:off x="6421772" y="1440276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236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78F4-F7D7-066A-FB6B-7AEDEA0A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116DA7-F6CF-45B2-CFC1-89A97410344C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E39920-DB58-DB19-9E9B-968C69E02C95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68D1127-529B-F98E-4EA4-06FF785F3F12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13E08D-25C9-73CE-0B57-5E2185D6A833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7E84B80-F92E-E593-60F0-8F4527339C26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5BC49-A696-4C45-E1A3-D6228418420A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E89367-4A78-EB5A-19E5-447B58D62879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BDE032-C245-C8D1-6B02-84CD563888B8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B7E191-06F7-6656-1162-2D5C2AF309CE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EB1FE3-828B-EBBE-C49E-8DCA9BED8CFC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1CA20A-9107-9C24-386D-B4234F4268E6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6F63F9-361C-B3A9-ABB4-F5AA177B54E5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942EBAD-E093-1FAB-EF98-2C36695EB8ED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8257931-8398-D861-05B1-410A574CE736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59CDC4B-3A62-C9E9-DEB0-2BE0713969A9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50F9BA-780C-27BB-DB53-76564E0D2BFC}"/>
              </a:ext>
            </a:extLst>
          </p:cNvPr>
          <p:cNvSpPr/>
          <p:nvPr/>
        </p:nvSpPr>
        <p:spPr>
          <a:xfrm>
            <a:off x="2593211" y="2160165"/>
            <a:ext cx="4928532" cy="322976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DEA72C3-B402-6AD6-4BF8-5EE4E20C2891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blipFill>
                <a:blip r:embed="rId2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D5851A-578E-070E-9A83-05976BA9CECB}"/>
              </a:ext>
            </a:extLst>
          </p:cNvPr>
          <p:cNvCxnSpPr>
            <a:cxnSpLocks/>
          </p:cNvCxnSpPr>
          <p:nvPr/>
        </p:nvCxnSpPr>
        <p:spPr>
          <a:xfrm>
            <a:off x="4168998" y="3009645"/>
            <a:ext cx="1055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/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389389A-ADE5-C4B9-8016-12D8A3707C82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4B32AE6-83C2-6884-F33D-6C2D79D2AC17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6F327E-F8E8-7E07-046E-31C5B3FAB72A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500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230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40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data signals must be valid before the E falling edge	80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265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2040</TotalTime>
  <Words>1162</Words>
  <Application>Microsoft Office PowerPoint</Application>
  <PresentationFormat>Widescreen</PresentationFormat>
  <Paragraphs>439</Paragraphs>
  <Slides>27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Agency FB</vt:lpstr>
      <vt:lpstr>Aptos</vt:lpstr>
      <vt:lpstr>Aptos Display</vt:lpstr>
      <vt:lpstr>Arial</vt:lpstr>
      <vt:lpstr>Calibri</vt:lpstr>
      <vt:lpstr>Cambria Math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34</cp:revision>
  <dcterms:created xsi:type="dcterms:W3CDTF">2025-09-03T07:58:20Z</dcterms:created>
  <dcterms:modified xsi:type="dcterms:W3CDTF">2026-01-28T11:49:31Z</dcterms:modified>
</cp:coreProperties>
</file>