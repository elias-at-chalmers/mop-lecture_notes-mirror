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794500" cy="9906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83595" autoAdjust="0"/>
  </p:normalViewPr>
  <p:slideViewPr>
    <p:cSldViewPr snapToGrid="0">
      <p:cViewPr varScale="1">
        <p:scale>
          <a:sx n="214" d="100"/>
          <a:sy n="214" d="100"/>
        </p:scale>
        <p:origin x="64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Nu när ni fått några dagar att smälta grundläggande interrupts (vi fick maskinen att avbryta vårat program när systick räknat ner till 0)</a:t>
            </a:r>
          </a:p>
          <a:p>
            <a:r>
              <a:rPr lang="sv-SE" i="0"/>
              <a:t>så skall vi gå vidare och lära oss hur man hanterar många interruptkällor på samma gång, och hur man kan hantera interrupts från GPIO pinnarna. </a:t>
            </a:r>
          </a:p>
          <a:p>
            <a:endParaRPr lang="sv-SE" i="0"/>
          </a:p>
          <a:p>
            <a:r>
              <a:rPr lang="sv-SE" i="0"/>
              <a:t>Vi har en del att gå igenom idag, men detta är sista lektionen med saker som dom skall förstå så väl att dom faktiskt kan programmera dem. </a:t>
            </a:r>
          </a:p>
          <a:p>
            <a:endParaRPr lang="sv-SE" i="0"/>
          </a:p>
          <a:p>
            <a:endParaRPr lang="sv-SE" i="0"/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Alla interrupts f</a:t>
            </a:r>
            <a:r>
              <a:rPr lang="sv-SE"/>
              <a:t>rån alla möjliga källor går igenom PFICen</a:t>
            </a:r>
          </a:p>
          <a:p>
            <a:endParaRPr lang="sv-SE"/>
          </a:p>
          <a:p>
            <a:r>
              <a:rPr lang="sv-SE"/>
              <a:t>Varje möjligt interrupt har ett eget hårdkodat nummer IRQ som vi hittar i vector tabellen</a:t>
            </a:r>
          </a:p>
          <a:p>
            <a:endParaRPr lang="sv-SE"/>
          </a:p>
          <a:p>
            <a:r>
              <a:rPr lang="sv-SE"/>
              <a:t>Vi har hittills konfigurerat PFICen bara genom att enabla ett visst interrupt i IENR registret. </a:t>
            </a:r>
          </a:p>
          <a:p>
            <a:endParaRPr lang="sv-SE"/>
          </a:p>
          <a:p>
            <a:r>
              <a:rPr lang="sv-SE"/>
              <a:t>Idag kommer vi lära oss lite mer om några av dessa register.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10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Går att lösa, om man programmerar om systick varje gång man får ett interrupt, </a:t>
            </a:r>
          </a:p>
          <a:p>
            <a:r>
              <a:rPr lang="sv-SE"/>
              <a:t>Men mycket enklare att använda tre olika timers?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7656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 igenom koden. </a:t>
            </a:r>
          </a:p>
          <a:p>
            <a:endParaRPr lang="sv-SE"/>
          </a:p>
          <a:p>
            <a:r>
              <a:rPr lang="sv-SE"/>
              <a:t>Vi har sagt åt alla timers att skapa ett interrupt när dom räknat klart, men det betyder bara att det kommer fram ett interrupt till PFIC:en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0595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Sedan måste vi säga till PFIC:en att dessa interrupts skall vara enablade.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6742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Förklara mcause</a:t>
            </a:r>
          </a:p>
          <a:p>
            <a:r>
              <a:rPr lang="sv-SE"/>
              <a:t>Förklara koden</a:t>
            </a:r>
          </a:p>
          <a:p>
            <a:r>
              <a:rPr lang="sv-SE"/>
              <a:t>Förklara att vi måste ankowledga interrupten för att kunna få nya. </a:t>
            </a:r>
          </a:p>
          <a:p>
            <a:endParaRPr lang="sv-SE"/>
          </a:p>
          <a:p>
            <a:r>
              <a:rPr lang="sv-SE"/>
              <a:t>Detta funkar, och på dom enklaste RISCV maskinerna är detta allt som behöver finnas. </a:t>
            </a:r>
          </a:p>
          <a:p>
            <a:r>
              <a:rPr lang="sv-SE"/>
              <a:t>Men när allt vi behöver göra är att flippa en bit så är detta ganska ineffektivt.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1223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En riscv processor kan hantera avbrott på olika sätt beroende på hur den är konfigurerad. </a:t>
            </a:r>
          </a:p>
          <a:p>
            <a:r>
              <a:rPr lang="sv-SE"/>
              <a:t>Vilket mode vi skall ha ställs in med dom två nedersta bitarna i mtvec. </a:t>
            </a:r>
          </a:p>
          <a:p>
            <a:r>
              <a:rPr lang="sv-SE"/>
              <a:t>Hittills har vi bara använt mode 0. </a:t>
            </a:r>
          </a:p>
          <a:p>
            <a:r>
              <a:rPr lang="en-GB"/>
              <a:t>&lt;click&gt;</a:t>
            </a:r>
            <a:endParaRPr lang="sv-SE"/>
          </a:p>
          <a:p>
            <a:r>
              <a:rPr lang="sv-SE"/>
              <a:t>Repetera vad mode 0 är. </a:t>
            </a:r>
          </a:p>
          <a:p>
            <a:endParaRPr lang="sv-SE"/>
          </a:p>
          <a:p>
            <a:r>
              <a:rPr lang="sv-SE"/>
              <a:t>men... vi har ju aldrig ändrat dom nedersta två bitarna? Hur har vi kommit undan med detta? </a:t>
            </a:r>
          </a:p>
          <a:p>
            <a:endParaRPr lang="sv-SE"/>
          </a:p>
          <a:p>
            <a:r>
              <a:rPr lang="sv-SE"/>
              <a:t>Idag skall vi lära oss hur man använder vectored mode. </a:t>
            </a:r>
          </a:p>
          <a:p>
            <a:r>
              <a:rPr lang="sv-SE"/>
              <a:t>För att välja detta skriver vi alltså addressen till mtvec, och sedan sätter vi de nedersta två bitarna till 01.</a:t>
            </a:r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631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Då fungerar det istället så här. </a:t>
            </a:r>
          </a:p>
          <a:p>
            <a:r>
              <a:rPr lang="sv-SE"/>
              <a:t>mcause pekar alltså nu istället på en lång lista med jump instruktioner.</a:t>
            </a:r>
          </a:p>
          <a:p>
            <a:r>
              <a:rPr lang="sv-SE"/>
              <a:t>Utan att vi behöver göra något speciellt alls så hoppar alltså processorn till den interrupthanterare vi vill. </a:t>
            </a:r>
          </a:p>
          <a:p>
            <a:r>
              <a:rPr lang="sv-SE"/>
              <a:t>Hur får vi en sådan här lista med jump instruktioner någonstans i minnet då?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5085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Enklast (och vanligast) är att vi låter kompilatorn ta hand om det. </a:t>
            </a:r>
          </a:p>
          <a:p>
            <a:r>
              <a:rPr lang="sv-SE"/>
              <a:t>Vi skapar en assembler fil, och skapar våran lista med jump instruktioner på det här viset. </a:t>
            </a:r>
          </a:p>
          <a:p>
            <a:endParaRPr lang="sv-SE"/>
          </a:p>
          <a:p>
            <a:r>
              <a:rPr lang="sv-SE"/>
              <a:t>Gå igenom vad koden gör:</a:t>
            </a:r>
          </a:p>
          <a:p>
            <a:r>
              <a:rPr lang="sv-SE"/>
              <a:t>align</a:t>
            </a:r>
          </a:p>
          <a:p>
            <a:r>
              <a:rPr lang="sv-SE"/>
              <a:t>org</a:t>
            </a:r>
          </a:p>
          <a:p>
            <a:endParaRPr lang="sv-SE"/>
          </a:p>
          <a:p>
            <a:r>
              <a:rPr lang="sv-SE"/>
              <a:t>Påpeka igen att när ett timer6 interrupt kommer så hoppar processorn direkt </a:t>
            </a:r>
            <a:r>
              <a:rPr lang="sv-SE" i="1"/>
              <a:t>hit</a:t>
            </a:r>
            <a:r>
              <a:rPr lang="sv-SE" i="0"/>
              <a:t> vilket i sin tur gör att det hoppas till interrupt handlern. </a:t>
            </a:r>
          </a:p>
          <a:p>
            <a:r>
              <a:rPr lang="en-GB" i="0"/>
              <a:t>&lt;click&gt;</a:t>
            </a:r>
          </a:p>
          <a:p>
            <a:r>
              <a:rPr lang="en-GB" i="0"/>
              <a:t>F</a:t>
            </a:r>
            <a:r>
              <a:rPr lang="sv-SE" i="0"/>
              <a:t>ör att skriva sätt värde till mtvec så använder vi antingen inline asm, eller så skriver vi en liten funktion på det här viset. </a:t>
            </a:r>
          </a:p>
          <a:p>
            <a:endParaRPr lang="sv-SE" i="0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5579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Om jag har tid över här så skulle jag kunna gå igenom ett färdigskrivet program som blinkar de tre lamporna. </a:t>
            </a:r>
          </a:p>
          <a:p>
            <a:r>
              <a:rPr lang="sv-SE"/>
              <a:t>Annars pekar jag bara på den här koden.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7349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prata </a:t>
            </a:r>
            <a:r>
              <a:rPr lang="en-US" dirty="0" err="1"/>
              <a:t>mer</a:t>
            </a:r>
            <a:r>
              <a:rPr lang="en-US" dirty="0"/>
              <a:t> om,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testa</a:t>
            </a:r>
            <a:r>
              <a:rPr lang="en-US" dirty="0"/>
              <a:t> er, p</a:t>
            </a:r>
            <a:r>
              <a:rPr lang="sv-SE" dirty="0"/>
              <a:t>å prioriteter, men ni skall veta att det fungerar.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8203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Så nu skall vi lära oss hur den här kedjan fungerar. </a:t>
            </a:r>
          </a:p>
          <a:p>
            <a:r>
              <a:rPr lang="sv-SE" dirty="0"/>
              <a:t>EXTI enheten har 16 ingångar (en </a:t>
            </a:r>
            <a:r>
              <a:rPr lang="sv-SE" dirty="0" err="1"/>
              <a:t>en</a:t>
            </a:r>
            <a:r>
              <a:rPr lang="sv-SE" dirty="0"/>
              <a:t> för pinne 0, en för pinne 1, en för pinne 2, o.s.v.)</a:t>
            </a:r>
          </a:p>
          <a:p>
            <a:r>
              <a:rPr lang="sv-SE" dirty="0"/>
              <a:t>På något sätt måste vi alltså välja vilken av portarna som skall få </a:t>
            </a:r>
            <a:r>
              <a:rPr lang="sv-SE"/>
              <a:t>skicka vid</a:t>
            </a:r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9257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Detta gör vi med EXTICR registren i AFIO blocket. </a:t>
            </a:r>
          </a:p>
          <a:p>
            <a:r>
              <a:rPr lang="sv-SE" dirty="0"/>
              <a:t>Förklara, och </a:t>
            </a:r>
          </a:p>
          <a:p>
            <a:r>
              <a:rPr lang="en-US" dirty="0"/>
              <a:t>&lt;click&gt;</a:t>
            </a:r>
          </a:p>
          <a:p>
            <a:r>
              <a:rPr lang="sv-SE" dirty="0"/>
              <a:t>I kod skulle det se ut så här: </a:t>
            </a:r>
          </a:p>
          <a:p>
            <a:r>
              <a:rPr lang="en-US" dirty="0"/>
              <a:t>&lt;click&gt;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8387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 vi </a:t>
            </a:r>
            <a:r>
              <a:rPr lang="en-US" dirty="0" err="1"/>
              <a:t>ville</a:t>
            </a:r>
            <a:r>
              <a:rPr lang="en-US" dirty="0"/>
              <a:t> </a:t>
            </a:r>
            <a:r>
              <a:rPr lang="sv-SE" dirty="0"/>
              <a:t>läsa av ett </a:t>
            </a:r>
            <a:r>
              <a:rPr lang="sv-SE" dirty="0" err="1"/>
              <a:t>interrupt</a:t>
            </a:r>
            <a:r>
              <a:rPr lang="sv-SE" dirty="0"/>
              <a:t> från pinne 0 på någon port skulle vi istället konfigurera EXTI0, och så vidare. </a:t>
            </a:r>
          </a:p>
          <a:p>
            <a:endParaRPr lang="sv-SE" dirty="0"/>
          </a:p>
          <a:p>
            <a:r>
              <a:rPr lang="sv-SE" dirty="0"/>
              <a:t>När vi är klara med </a:t>
            </a:r>
            <a:r>
              <a:rPr lang="sv-SE" dirty="0" err="1"/>
              <a:t>routingen</a:t>
            </a:r>
            <a:r>
              <a:rPr lang="sv-SE" dirty="0"/>
              <a:t> kommer alltså pinnens värde in i EXTI blocket. </a:t>
            </a:r>
          </a:p>
          <a:p>
            <a:r>
              <a:rPr lang="sv-SE" dirty="0"/>
              <a:t>Det här vi måste konfigurera när vi faktiskt vill att den skall skapa ett </a:t>
            </a:r>
            <a:r>
              <a:rPr lang="sv-SE" dirty="0" err="1"/>
              <a:t>interrupt</a:t>
            </a:r>
            <a:r>
              <a:rPr lang="sv-SE" dirty="0"/>
              <a:t>, som går vidare till </a:t>
            </a:r>
            <a:r>
              <a:rPr lang="sv-SE" dirty="0" err="1"/>
              <a:t>PFICen</a:t>
            </a:r>
            <a:r>
              <a:rPr lang="sv-SE" dirty="0"/>
              <a:t>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0075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Nu när vi har rätt pinnes signal in till EXTI så skall vi konfigurera den så att den bara skapar ett </a:t>
            </a:r>
            <a:r>
              <a:rPr lang="sv-SE" dirty="0" err="1"/>
              <a:t>interrupt</a:t>
            </a:r>
            <a:r>
              <a:rPr lang="sv-SE" dirty="0"/>
              <a:t> precis när vi vill det. </a:t>
            </a:r>
          </a:p>
          <a:p>
            <a:r>
              <a:rPr lang="sv-SE" dirty="0"/>
              <a:t>Det gör vi genom att konfigurera dessa </a:t>
            </a:r>
            <a:r>
              <a:rPr lang="sv-SE" dirty="0" err="1"/>
              <a:t>registrena</a:t>
            </a:r>
            <a:r>
              <a:rPr lang="sv-SE" dirty="0"/>
              <a:t>. Vi tar dem i ordning.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9056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0F94-FA4D-9A95-F209-070D9FF2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14C5D-A39E-FE3F-3905-28ED220D8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595AA-B156-52AF-7AF0-4060DC1D7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Först har vi en </a:t>
            </a:r>
            <a:r>
              <a:rPr lang="sv-SE" dirty="0" err="1"/>
              <a:t>edge</a:t>
            </a:r>
            <a:r>
              <a:rPr lang="sv-SE" dirty="0"/>
              <a:t> detektion </a:t>
            </a:r>
            <a:r>
              <a:rPr lang="sv-SE" dirty="0" err="1"/>
              <a:t>curcuit</a:t>
            </a:r>
            <a:r>
              <a:rPr lang="sv-SE" dirty="0"/>
              <a:t>. Vi vill ju bara ha </a:t>
            </a:r>
            <a:r>
              <a:rPr lang="sv-SE" dirty="0" err="1"/>
              <a:t>interrupts</a:t>
            </a:r>
            <a:r>
              <a:rPr lang="sv-SE" dirty="0"/>
              <a:t> när någonting </a:t>
            </a:r>
            <a:r>
              <a:rPr lang="sv-SE" i="1" dirty="0"/>
              <a:t>händer</a:t>
            </a:r>
            <a:r>
              <a:rPr lang="sv-SE" dirty="0"/>
              <a:t>, d.v.s., när pinnens värde går från </a:t>
            </a:r>
          </a:p>
          <a:p>
            <a:pPr marL="171450" indent="-171450">
              <a:buFontTx/>
              <a:buChar char="-"/>
            </a:pPr>
            <a:r>
              <a:rPr lang="sv-SE" dirty="0"/>
              <a:t>noll till ett (</a:t>
            </a:r>
            <a:r>
              <a:rPr lang="sv-SE" dirty="0" err="1"/>
              <a:t>rising</a:t>
            </a:r>
            <a:r>
              <a:rPr lang="sv-SE" dirty="0"/>
              <a:t> trigger)</a:t>
            </a:r>
          </a:p>
          <a:p>
            <a:pPr marL="171450" indent="-171450">
              <a:buFontTx/>
              <a:buChar char="-"/>
            </a:pPr>
            <a:r>
              <a:rPr lang="sv-SE" dirty="0"/>
              <a:t>eller ett till noll (</a:t>
            </a:r>
            <a:r>
              <a:rPr lang="sv-SE" dirty="0" err="1"/>
              <a:t>falling</a:t>
            </a:r>
            <a:r>
              <a:rPr lang="sv-SE" dirty="0"/>
              <a:t> trigger)</a:t>
            </a:r>
          </a:p>
          <a:p>
            <a:pPr marL="171450" indent="-171450">
              <a:buFontTx/>
              <a:buChar char="-"/>
            </a:pPr>
            <a:r>
              <a:rPr lang="sv-SE" dirty="0"/>
              <a:t>eller båda två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26380-844F-0B7F-76B4-1A5A7D8F0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5832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8A17-12D4-F2FB-24B2-E3ED7183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985B8-F9DE-32A1-B66A-4EE490E25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44847-E957-80F7-3293-39E6DA3C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Nu när vi har rätt pinnes signal in till EXTI så skall vi konfigurera den så att den bara skapar ett </a:t>
            </a:r>
            <a:r>
              <a:rPr lang="sv-SE" dirty="0" err="1"/>
              <a:t>interrupt</a:t>
            </a:r>
            <a:r>
              <a:rPr lang="sv-SE" dirty="0"/>
              <a:t> precis när vi vill det. </a:t>
            </a:r>
          </a:p>
          <a:p>
            <a:r>
              <a:rPr lang="sv-SE" dirty="0"/>
              <a:t>Det gör vi genom att konfigurera dessa </a:t>
            </a:r>
            <a:r>
              <a:rPr lang="sv-SE" dirty="0" err="1"/>
              <a:t>registrena</a:t>
            </a:r>
            <a:r>
              <a:rPr lang="sv-SE" dirty="0"/>
              <a:t>. Vi tar dem i ordning.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DBDEF-2169-CD15-31AC-AD54FA40A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091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43F1B-5C31-8357-7C5B-028155F6D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1688" y="1333500"/>
            <a:ext cx="10552112" cy="4702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8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452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9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External Interrupts</a:t>
            </a:r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B3F5-78EF-EAD9-EE87-2B7C973C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Recap: PFIC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F34D8-DC02-7938-6265-639246E2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80" y="2357572"/>
            <a:ext cx="11256899" cy="348833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0E9A9E0-4B49-F287-B61D-B2FBDB2DCF03}"/>
              </a:ext>
            </a:extLst>
          </p:cNvPr>
          <p:cNvGrpSpPr/>
          <p:nvPr/>
        </p:nvGrpSpPr>
        <p:grpSpPr>
          <a:xfrm>
            <a:off x="6888801" y="0"/>
            <a:ext cx="5303199" cy="6858000"/>
            <a:chOff x="6888801" y="0"/>
            <a:chExt cx="5303199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BB209E1-B318-E95C-8E19-350F8BB3F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8801" y="0"/>
              <a:ext cx="5303199" cy="685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7BE72CE-CAAC-1FC4-1968-1C5CE330DA2E}"/>
                </a:ext>
              </a:extLst>
            </p:cNvPr>
            <p:cNvSpPr/>
            <p:nvPr/>
          </p:nvSpPr>
          <p:spPr>
            <a:xfrm>
              <a:off x="6954819" y="3313355"/>
              <a:ext cx="5158292" cy="941294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2361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3647-B573-B62A-0E96-00E704A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Challenge! 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8E1BE-0403-CA40-67C5-68494A503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/>
              <a:t>Få tre led lampor att blinka med tre olika frekvenser (f1, f2, f3)</a:t>
            </a:r>
          </a:p>
          <a:p>
            <a:endParaRPr lang="sv-SE"/>
          </a:p>
          <a:p>
            <a:r>
              <a:rPr lang="sv-SE" sz="2400"/>
              <a:t>f1 = 1Hz, f2 = 2Hz, f3 = 3Hz:</a:t>
            </a:r>
            <a:br>
              <a:rPr lang="sv-SE" sz="2400"/>
            </a:br>
            <a:r>
              <a:rPr lang="sv-SE" sz="2400"/>
              <a:t>Med systick? </a:t>
            </a:r>
          </a:p>
          <a:p>
            <a:endParaRPr lang="sv-SE"/>
          </a:p>
          <a:p>
            <a:endParaRPr lang="sv-SE"/>
          </a:p>
          <a:p>
            <a:endParaRPr lang="sv-SE"/>
          </a:p>
          <a:p>
            <a:r>
              <a:rPr lang="en-US" sz="2400"/>
              <a:t>f1 = 1Hz, f2 = 3, and f3 = 5</a:t>
            </a:r>
          </a:p>
          <a:p>
            <a:pPr lvl="1"/>
            <a:r>
              <a:rPr lang="en-US" sz="2000"/>
              <a:t>systick måste köras i 15Hz, och oftast</a:t>
            </a:r>
            <a:br>
              <a:rPr lang="en-US" sz="2000"/>
            </a:br>
            <a:r>
              <a:rPr lang="en-US" sz="2000"/>
              <a:t>inte göra någonting</a:t>
            </a:r>
            <a:endParaRPr lang="sv-SE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54C14-67A2-11B5-5C82-6D0E28E98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26" y="3708600"/>
            <a:ext cx="6000974" cy="314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707B04-7022-202E-59C8-A787D9ECFB3A}"/>
              </a:ext>
            </a:extLst>
          </p:cNvPr>
          <p:cNvSpPr txBox="1"/>
          <p:nvPr/>
        </p:nvSpPr>
        <p:spPr>
          <a:xfrm>
            <a:off x="11013140" y="3870489"/>
            <a:ext cx="5997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100">
                <a:latin typeface="Consolas" panose="020B0609020204030204" pitchFamily="49" charset="0"/>
              </a:rPr>
              <a:t>f1</a:t>
            </a:r>
            <a:endParaRPr lang="LID4096" sz="11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0C769-8015-284A-2CA8-050139AD4979}"/>
              </a:ext>
            </a:extLst>
          </p:cNvPr>
          <p:cNvSpPr txBox="1"/>
          <p:nvPr/>
        </p:nvSpPr>
        <p:spPr>
          <a:xfrm>
            <a:off x="10950387" y="4892921"/>
            <a:ext cx="5997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100">
                <a:latin typeface="Consolas" panose="020B0609020204030204" pitchFamily="49" charset="0"/>
              </a:rPr>
              <a:t>f2</a:t>
            </a:r>
            <a:endParaRPr lang="LID4096" sz="11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63B05-D28A-D5E5-CD25-B1FD08880246}"/>
              </a:ext>
            </a:extLst>
          </p:cNvPr>
          <p:cNvSpPr txBox="1"/>
          <p:nvPr/>
        </p:nvSpPr>
        <p:spPr>
          <a:xfrm>
            <a:off x="11802034" y="5093730"/>
            <a:ext cx="5997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100">
                <a:latin typeface="Consolas" panose="020B0609020204030204" pitchFamily="49" charset="0"/>
              </a:rPr>
              <a:t>f3</a:t>
            </a:r>
            <a:endParaRPr lang="LID4096" sz="110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670589-CB8A-2B62-EAA7-CB7024575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01" y="3771411"/>
            <a:ext cx="5243571" cy="14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2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4AEA-50C9-2758-31AF-A6BFAB72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Basic Timers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7E876-0CB3-05FA-C6A7-F315124F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76" y="1893345"/>
            <a:ext cx="4993576" cy="21773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A6EFCB0-9C7F-AF3F-BE3A-E46D993DC142}"/>
              </a:ext>
            </a:extLst>
          </p:cNvPr>
          <p:cNvGrpSpPr/>
          <p:nvPr/>
        </p:nvGrpSpPr>
        <p:grpSpPr>
          <a:xfrm>
            <a:off x="4512833" y="2241185"/>
            <a:ext cx="2959441" cy="426712"/>
            <a:chOff x="4512833" y="2241185"/>
            <a:chExt cx="2959441" cy="4267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8DAC031-A10F-01EA-D5BC-5EE516805303}"/>
                </a:ext>
              </a:extLst>
            </p:cNvPr>
            <p:cNvSpPr/>
            <p:nvPr/>
          </p:nvSpPr>
          <p:spPr>
            <a:xfrm>
              <a:off x="4512833" y="2463501"/>
              <a:ext cx="129092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1664FF-6C5C-62E1-9F28-DBC81673B938}"/>
                </a:ext>
              </a:extLst>
            </p:cNvPr>
            <p:cNvCxnSpPr>
              <a:stCxn id="6" idx="0"/>
            </p:cNvCxnSpPr>
            <p:nvPr/>
          </p:nvCxnSpPr>
          <p:spPr>
            <a:xfrm>
              <a:off x="4577379" y="2463501"/>
              <a:ext cx="2791609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865F1D-43F4-98C4-0E6B-9111E49D1625}"/>
                </a:ext>
              </a:extLst>
            </p:cNvPr>
            <p:cNvSpPr txBox="1"/>
            <p:nvPr/>
          </p:nvSpPr>
          <p:spPr>
            <a:xfrm>
              <a:off x="5859332" y="2241185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Enable/Disable Timer</a:t>
              </a:r>
              <a:endParaRPr lang="LID4096" sz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718BF6-8B5E-A696-D4CC-AFCA28287F9C}"/>
              </a:ext>
            </a:extLst>
          </p:cNvPr>
          <p:cNvGrpSpPr/>
          <p:nvPr/>
        </p:nvGrpSpPr>
        <p:grpSpPr>
          <a:xfrm>
            <a:off x="4512833" y="2641969"/>
            <a:ext cx="3240223" cy="426712"/>
            <a:chOff x="4512833" y="2241185"/>
            <a:chExt cx="3240223" cy="42671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8A6331B-7E04-77D2-A9E1-04CD5DF89AC3}"/>
                </a:ext>
              </a:extLst>
            </p:cNvPr>
            <p:cNvSpPr/>
            <p:nvPr/>
          </p:nvSpPr>
          <p:spPr>
            <a:xfrm>
              <a:off x="4512833" y="2463501"/>
              <a:ext cx="129092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E7576B-F0A0-6C40-10B8-D146A68FB8BF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4577379" y="2463501"/>
              <a:ext cx="3087445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716BCA-29F0-C9E5-CB7E-F3A2229AB562}"/>
                </a:ext>
              </a:extLst>
            </p:cNvPr>
            <p:cNvSpPr txBox="1"/>
            <p:nvPr/>
          </p:nvSpPr>
          <p:spPr>
            <a:xfrm>
              <a:off x="5859332" y="2241185"/>
              <a:ext cx="18937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Enable/Disable Interrupts</a:t>
              </a:r>
              <a:endParaRPr lang="LID4096" sz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02348A-E95A-10F9-0468-03055FDED642}"/>
              </a:ext>
            </a:extLst>
          </p:cNvPr>
          <p:cNvGrpSpPr/>
          <p:nvPr/>
        </p:nvGrpSpPr>
        <p:grpSpPr>
          <a:xfrm>
            <a:off x="2770094" y="3227354"/>
            <a:ext cx="5267142" cy="426712"/>
            <a:chOff x="2770094" y="2241185"/>
            <a:chExt cx="5267142" cy="42671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BE2F79A-192F-FAB5-6E57-0086781BF78F}"/>
                </a:ext>
              </a:extLst>
            </p:cNvPr>
            <p:cNvSpPr/>
            <p:nvPr/>
          </p:nvSpPr>
          <p:spPr>
            <a:xfrm>
              <a:off x="2770094" y="2463501"/>
              <a:ext cx="1871831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14CE08C-3939-F8F5-A593-59256A1C165A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>
              <a:off x="3706010" y="2463501"/>
              <a:ext cx="4249270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3074B5-38F1-411B-65EE-F256814B18E0}"/>
                </a:ext>
              </a:extLst>
            </p:cNvPr>
            <p:cNvSpPr txBox="1"/>
            <p:nvPr/>
          </p:nvSpPr>
          <p:spPr>
            <a:xfrm>
              <a:off x="5859332" y="2241185"/>
              <a:ext cx="2177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R</a:t>
              </a:r>
              <a:r>
                <a:rPr lang="sv-SE" sz="1200"/>
                <a:t>äknas upp varje klockcykel...</a:t>
              </a:r>
              <a:endParaRPr lang="LID4096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924D58B-623C-778F-E321-FA7E7E0414BE}"/>
              </a:ext>
            </a:extLst>
          </p:cNvPr>
          <p:cNvGrpSpPr/>
          <p:nvPr/>
        </p:nvGrpSpPr>
        <p:grpSpPr>
          <a:xfrm>
            <a:off x="2779797" y="3608343"/>
            <a:ext cx="4943528" cy="426712"/>
            <a:chOff x="2770094" y="2241185"/>
            <a:chExt cx="4943528" cy="42671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1B0340-74BB-6B06-5A8F-E4500668EF72}"/>
                </a:ext>
              </a:extLst>
            </p:cNvPr>
            <p:cNvSpPr/>
            <p:nvPr/>
          </p:nvSpPr>
          <p:spPr>
            <a:xfrm>
              <a:off x="2770094" y="2463501"/>
              <a:ext cx="1871831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0E5CB0-7616-AD1A-962B-243F69A67B31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>
              <a:off x="3706010" y="2463501"/>
              <a:ext cx="3879186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6E81D6-CA5A-1D28-D3E4-FB8F4648392E}"/>
                </a:ext>
              </a:extLst>
            </p:cNvPr>
            <p:cNvSpPr txBox="1"/>
            <p:nvPr/>
          </p:nvSpPr>
          <p:spPr>
            <a:xfrm>
              <a:off x="5859332" y="2241185"/>
              <a:ext cx="1854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/>
                <a:t>tills den är lika med detta</a:t>
              </a:r>
              <a:endParaRPr lang="LID4096" sz="120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54644D7-1BD0-54BE-FAC3-D7A99FDF607E}"/>
              </a:ext>
            </a:extLst>
          </p:cNvPr>
          <p:cNvSpPr txBox="1"/>
          <p:nvPr/>
        </p:nvSpPr>
        <p:spPr>
          <a:xfrm>
            <a:off x="8304903" y="3213062"/>
            <a:ext cx="263623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200"/>
              <a:t>Dessa registrena är bara 16 bitar.</a:t>
            </a:r>
          </a:p>
          <a:p>
            <a:r>
              <a:rPr lang="sv-SE" sz="1200"/>
              <a:t>Kan som max räkna till 65536 cykler!</a:t>
            </a:r>
          </a:p>
          <a:p>
            <a:r>
              <a:rPr lang="sv-SE" sz="1200"/>
              <a:t>(</a:t>
            </a:r>
            <a:r>
              <a:rPr lang="en-GB" sz="1200"/>
              <a:t>&lt;0.5ms i 144MHz</a:t>
            </a:r>
            <a:r>
              <a:rPr lang="sv-SE" sz="1200"/>
              <a:t>)</a:t>
            </a:r>
            <a:endParaRPr lang="LID4096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0ECBF4-84A5-6CF2-C01B-80618113B5F0}"/>
              </a:ext>
            </a:extLst>
          </p:cNvPr>
          <p:cNvSpPr txBox="1"/>
          <p:nvPr/>
        </p:nvSpPr>
        <p:spPr>
          <a:xfrm>
            <a:off x="4455833" y="361477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/>
              <a:t>0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639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9FCB9-0E93-AFF9-57DE-DAC76D30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5636-387F-F630-DA65-79C75E74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Basic Timers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5B626-C64F-741B-FE93-DD66549D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76" y="1893345"/>
            <a:ext cx="4993576" cy="21773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872F908-8BA8-9C0D-9B6D-2D49A7149FCC}"/>
              </a:ext>
            </a:extLst>
          </p:cNvPr>
          <p:cNvGrpSpPr/>
          <p:nvPr/>
        </p:nvGrpSpPr>
        <p:grpSpPr>
          <a:xfrm>
            <a:off x="4512833" y="2241185"/>
            <a:ext cx="2959441" cy="426712"/>
            <a:chOff x="4512833" y="2241185"/>
            <a:chExt cx="2959441" cy="4267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446045D-D537-95B6-3499-5A96E915D347}"/>
                </a:ext>
              </a:extLst>
            </p:cNvPr>
            <p:cNvSpPr/>
            <p:nvPr/>
          </p:nvSpPr>
          <p:spPr>
            <a:xfrm>
              <a:off x="4512833" y="2463501"/>
              <a:ext cx="129092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202BB1-78A5-9563-CDB7-1875C844EFF5}"/>
                </a:ext>
              </a:extLst>
            </p:cNvPr>
            <p:cNvCxnSpPr>
              <a:stCxn id="6" idx="0"/>
            </p:cNvCxnSpPr>
            <p:nvPr/>
          </p:nvCxnSpPr>
          <p:spPr>
            <a:xfrm>
              <a:off x="4577379" y="2463501"/>
              <a:ext cx="2791609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ADD6A0-A1E5-A030-F8E8-BEF7D5059F07}"/>
                </a:ext>
              </a:extLst>
            </p:cNvPr>
            <p:cNvSpPr txBox="1"/>
            <p:nvPr/>
          </p:nvSpPr>
          <p:spPr>
            <a:xfrm>
              <a:off x="5859332" y="2241185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Enable/Disable Timer</a:t>
              </a:r>
              <a:endParaRPr lang="LID4096" sz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70D0C4-8F92-A71B-5AAB-5171E6854805}"/>
              </a:ext>
            </a:extLst>
          </p:cNvPr>
          <p:cNvGrpSpPr/>
          <p:nvPr/>
        </p:nvGrpSpPr>
        <p:grpSpPr>
          <a:xfrm>
            <a:off x="4512833" y="2641969"/>
            <a:ext cx="3240223" cy="426712"/>
            <a:chOff x="4512833" y="2241185"/>
            <a:chExt cx="3240223" cy="42671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985C48F-0284-D9E2-DA78-9C32494FE2EA}"/>
                </a:ext>
              </a:extLst>
            </p:cNvPr>
            <p:cNvSpPr/>
            <p:nvPr/>
          </p:nvSpPr>
          <p:spPr>
            <a:xfrm>
              <a:off x="4512833" y="2463501"/>
              <a:ext cx="129092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41224-5D3B-2E54-D766-537981139537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4577379" y="2463501"/>
              <a:ext cx="3087445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4A31EF-C9A2-ADE9-C745-FEFD577AD8F8}"/>
                </a:ext>
              </a:extLst>
            </p:cNvPr>
            <p:cNvSpPr txBox="1"/>
            <p:nvPr/>
          </p:nvSpPr>
          <p:spPr>
            <a:xfrm>
              <a:off x="5859332" y="2241185"/>
              <a:ext cx="18937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Enable/Disable Interrupts</a:t>
              </a:r>
              <a:endParaRPr lang="LID4096" sz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7AB123-B399-D253-74B0-EEEEE29E33FA}"/>
              </a:ext>
            </a:extLst>
          </p:cNvPr>
          <p:cNvGrpSpPr/>
          <p:nvPr/>
        </p:nvGrpSpPr>
        <p:grpSpPr>
          <a:xfrm>
            <a:off x="2770094" y="3227354"/>
            <a:ext cx="5816972" cy="426712"/>
            <a:chOff x="2770094" y="2241185"/>
            <a:chExt cx="5816972" cy="42671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C158401-A120-8853-80CF-E48DDE40FACF}"/>
                </a:ext>
              </a:extLst>
            </p:cNvPr>
            <p:cNvSpPr/>
            <p:nvPr/>
          </p:nvSpPr>
          <p:spPr>
            <a:xfrm>
              <a:off x="2770094" y="2463501"/>
              <a:ext cx="1871831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23E952-DD36-297A-2253-92C214072771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>
              <a:off x="3706010" y="2463501"/>
              <a:ext cx="4814046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0A20C0-0746-A60E-8653-39E8CBBB6A9D}"/>
                </a:ext>
              </a:extLst>
            </p:cNvPr>
            <p:cNvSpPr txBox="1"/>
            <p:nvPr/>
          </p:nvSpPr>
          <p:spPr>
            <a:xfrm>
              <a:off x="5859332" y="2241185"/>
              <a:ext cx="27277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R</a:t>
              </a:r>
              <a:r>
                <a:rPr lang="sv-SE" sz="1200"/>
                <a:t>äknas upp var </a:t>
              </a:r>
              <a:r>
                <a:rPr lang="sv-SE" sz="1200">
                  <a:solidFill>
                    <a:srgbClr val="C00000"/>
                  </a:solidFill>
                </a:rPr>
                <a:t>(PSC + 1)de </a:t>
              </a:r>
              <a:r>
                <a:rPr lang="sv-SE" sz="1200"/>
                <a:t>klockcykel</a:t>
              </a:r>
              <a:endParaRPr lang="LID4096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1DA649-F85D-7532-8529-C8ED906620A5}"/>
              </a:ext>
            </a:extLst>
          </p:cNvPr>
          <p:cNvGrpSpPr/>
          <p:nvPr/>
        </p:nvGrpSpPr>
        <p:grpSpPr>
          <a:xfrm>
            <a:off x="2779797" y="3608343"/>
            <a:ext cx="4943528" cy="426712"/>
            <a:chOff x="2770094" y="2241185"/>
            <a:chExt cx="4943528" cy="42671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482ECD5-95E5-F63A-D7F7-1199B6209D15}"/>
                </a:ext>
              </a:extLst>
            </p:cNvPr>
            <p:cNvSpPr/>
            <p:nvPr/>
          </p:nvSpPr>
          <p:spPr>
            <a:xfrm>
              <a:off x="2770094" y="2463501"/>
              <a:ext cx="1871831" cy="204396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E93F0F-3D91-315C-0CC9-2785E3A4EC5B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>
              <a:off x="3706010" y="2463501"/>
              <a:ext cx="3879186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3598AD-E0EB-13BF-29D3-7257FBFBAE91}"/>
                </a:ext>
              </a:extLst>
            </p:cNvPr>
            <p:cNvSpPr txBox="1"/>
            <p:nvPr/>
          </p:nvSpPr>
          <p:spPr>
            <a:xfrm>
              <a:off x="5859332" y="2241185"/>
              <a:ext cx="1854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/>
                <a:t>tills den är lika med detta</a:t>
              </a:r>
              <a:endParaRPr lang="LID4096" sz="120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B441A52-65BA-EA71-EC87-5573E15AE156}"/>
              </a:ext>
            </a:extLst>
          </p:cNvPr>
          <p:cNvSpPr txBox="1"/>
          <p:nvPr/>
        </p:nvSpPr>
        <p:spPr>
          <a:xfrm>
            <a:off x="4380493" y="3610330"/>
            <a:ext cx="335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rgbClr val="C00000"/>
                </a:solidFill>
              </a:rPr>
              <a:t>99</a:t>
            </a:r>
            <a:endParaRPr lang="LID4096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CE9AB-8C6E-186C-8F7B-F6BC95B58E41}"/>
              </a:ext>
            </a:extLst>
          </p:cNvPr>
          <p:cNvSpPr txBox="1"/>
          <p:nvPr/>
        </p:nvSpPr>
        <p:spPr>
          <a:xfrm>
            <a:off x="6665803" y="4455634"/>
            <a:ext cx="318927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200"/>
              <a:t>Vi f</a:t>
            </a:r>
            <a:r>
              <a:rPr lang="sv-SE" sz="1200"/>
              <a:t>år ett interrupt efter (ATRLR + 1) * (PSC + 1)</a:t>
            </a:r>
            <a:br>
              <a:rPr lang="sv-SE" sz="1200"/>
            </a:br>
            <a:r>
              <a:rPr lang="sv-SE" sz="1200"/>
              <a:t>klockcykler</a:t>
            </a:r>
            <a:endParaRPr lang="LID4096" sz="1200"/>
          </a:p>
        </p:txBody>
      </p:sp>
    </p:spTree>
    <p:extLst>
      <p:ext uri="{BB962C8B-B14F-4D97-AF65-F5344CB8AC3E}">
        <p14:creationId xmlns:p14="http://schemas.microsoft.com/office/powerpoint/2010/main" val="1052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4D1-4240-D5B0-AFA5-496F403C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Konfigurera timers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ECDFE-862B-7C00-8688-D3FDDBC3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8312633" cy="516731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2BF4954-5EDC-F928-3740-08C9A3CD0BA8}"/>
              </a:ext>
            </a:extLst>
          </p:cNvPr>
          <p:cNvGrpSpPr/>
          <p:nvPr/>
        </p:nvGrpSpPr>
        <p:grpSpPr>
          <a:xfrm>
            <a:off x="4362226" y="3130475"/>
            <a:ext cx="7369333" cy="3462169"/>
            <a:chOff x="4362226" y="3130475"/>
            <a:chExt cx="7369333" cy="346216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BD96E9-6C04-B458-DFBF-635169F6DD55}"/>
                </a:ext>
              </a:extLst>
            </p:cNvPr>
            <p:cNvCxnSpPr/>
            <p:nvPr/>
          </p:nvCxnSpPr>
          <p:spPr>
            <a:xfrm flipH="1">
              <a:off x="4362226" y="3130475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18B029F-34E5-5684-4FD3-95613AA5E9F1}"/>
                </a:ext>
              </a:extLst>
            </p:cNvPr>
            <p:cNvCxnSpPr/>
            <p:nvPr/>
          </p:nvCxnSpPr>
          <p:spPr>
            <a:xfrm flipH="1">
              <a:off x="4665233" y="4982583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D3967B-5B85-2B64-2343-85A0A349A3E1}"/>
                </a:ext>
              </a:extLst>
            </p:cNvPr>
            <p:cNvCxnSpPr/>
            <p:nvPr/>
          </p:nvCxnSpPr>
          <p:spPr>
            <a:xfrm flipH="1">
              <a:off x="4419600" y="6592644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02E204F-F3A0-D067-5983-51005F9C6786}"/>
                </a:ext>
              </a:extLst>
            </p:cNvPr>
            <p:cNvCxnSpPr/>
            <p:nvPr/>
          </p:nvCxnSpPr>
          <p:spPr>
            <a:xfrm>
              <a:off x="8713694" y="3130475"/>
              <a:ext cx="303007" cy="18521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BF774F-97E1-F245-A6CC-42A9FD0453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1068" y="4982583"/>
              <a:ext cx="245633" cy="1610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D31926-A57D-9753-2FA9-D7F6430C35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6701" y="4982582"/>
              <a:ext cx="4584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551602-5B0A-09A4-32E5-4A0AF8B6290B}"/>
                </a:ext>
              </a:extLst>
            </p:cNvPr>
            <p:cNvSpPr txBox="1"/>
            <p:nvPr/>
          </p:nvSpPr>
          <p:spPr>
            <a:xfrm>
              <a:off x="9462027" y="4751749"/>
              <a:ext cx="226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 sz="1200"/>
                <a:t>Vi säger åt alla timers att skicka</a:t>
              </a:r>
            </a:p>
            <a:p>
              <a:r>
                <a:rPr lang="sv-SE" sz="1200"/>
                <a:t>en interruptrequest till PFIC</a:t>
              </a:r>
              <a:br>
                <a:rPr lang="sv-SE" sz="1200"/>
              </a:br>
              <a:r>
                <a:rPr lang="sv-SE" sz="1200"/>
                <a:t>när dom räknat klart</a:t>
              </a:r>
              <a:endParaRPr lang="LID4096" sz="1200"/>
            </a:p>
          </p:txBody>
        </p:sp>
      </p:grpSp>
    </p:spTree>
    <p:extLst>
      <p:ext uri="{BB962C8B-B14F-4D97-AF65-F5344CB8AC3E}">
        <p14:creationId xmlns:p14="http://schemas.microsoft.com/office/powerpoint/2010/main" val="111521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338E-07C8-2B1F-C736-DD1B9689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Enabla interrupts i PFIC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ACD8A9-95E5-C067-32A8-FB1621549957}"/>
              </a:ext>
            </a:extLst>
          </p:cNvPr>
          <p:cNvGrpSpPr/>
          <p:nvPr/>
        </p:nvGrpSpPr>
        <p:grpSpPr>
          <a:xfrm>
            <a:off x="6888801" y="0"/>
            <a:ext cx="5303199" cy="6858000"/>
            <a:chOff x="6888801" y="0"/>
            <a:chExt cx="5303199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30705D-5D1F-DCF0-52D7-58B793449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801" y="0"/>
              <a:ext cx="5303199" cy="685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62537D1-3C68-47D6-6897-226D282CFAE7}"/>
                </a:ext>
              </a:extLst>
            </p:cNvPr>
            <p:cNvSpPr/>
            <p:nvPr/>
          </p:nvSpPr>
          <p:spPr>
            <a:xfrm>
              <a:off x="6954819" y="3313355"/>
              <a:ext cx="5158292" cy="941294"/>
            </a:xfrm>
            <a:prstGeom prst="roundRect">
              <a:avLst>
                <a:gd name="adj" fmla="val 866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4705D-7C90-7758-D5C2-906B295EC559}"/>
              </a:ext>
            </a:extLst>
          </p:cNvPr>
          <p:cNvGrpSpPr/>
          <p:nvPr/>
        </p:nvGrpSpPr>
        <p:grpSpPr>
          <a:xfrm>
            <a:off x="435857" y="2055813"/>
            <a:ext cx="2512537" cy="4130935"/>
            <a:chOff x="645407" y="1807285"/>
            <a:chExt cx="2512537" cy="41309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5608B9-D26A-0B26-EBA5-FA322AAA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407" y="4087229"/>
              <a:ext cx="2512537" cy="185099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F47D9F-17CC-1C83-4972-61DDF9B5A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407" y="1807285"/>
              <a:ext cx="2512537" cy="2065765"/>
            </a:xfrm>
            <a:prstGeom prst="rect">
              <a:avLst/>
            </a:prstGeom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345054-1370-6674-76A1-76632B9B92ED}"/>
                </a:ext>
              </a:extLst>
            </p:cNvPr>
            <p:cNvSpPr/>
            <p:nvPr/>
          </p:nvSpPr>
          <p:spPr>
            <a:xfrm>
              <a:off x="671513" y="3890963"/>
              <a:ext cx="2486025" cy="128587"/>
            </a:xfrm>
            <a:custGeom>
              <a:avLst/>
              <a:gdLst>
                <a:gd name="csX0" fmla="*/ 0 w 2486025"/>
                <a:gd name="csY0" fmla="*/ 123825 h 128587"/>
                <a:gd name="csX1" fmla="*/ 209550 w 2486025"/>
                <a:gd name="csY1" fmla="*/ 42862 h 128587"/>
                <a:gd name="csX2" fmla="*/ 200025 w 2486025"/>
                <a:gd name="csY2" fmla="*/ 128587 h 128587"/>
                <a:gd name="csX3" fmla="*/ 466725 w 2486025"/>
                <a:gd name="csY3" fmla="*/ 47625 h 128587"/>
                <a:gd name="csX4" fmla="*/ 461962 w 2486025"/>
                <a:gd name="csY4" fmla="*/ 123825 h 128587"/>
                <a:gd name="csX5" fmla="*/ 714375 w 2486025"/>
                <a:gd name="csY5" fmla="*/ 33337 h 128587"/>
                <a:gd name="csX6" fmla="*/ 723900 w 2486025"/>
                <a:gd name="csY6" fmla="*/ 95250 h 128587"/>
                <a:gd name="csX7" fmla="*/ 933450 w 2486025"/>
                <a:gd name="csY7" fmla="*/ 19050 h 128587"/>
                <a:gd name="csX8" fmla="*/ 933450 w 2486025"/>
                <a:gd name="csY8" fmla="*/ 104775 h 128587"/>
                <a:gd name="csX9" fmla="*/ 1200150 w 2486025"/>
                <a:gd name="csY9" fmla="*/ 28575 h 128587"/>
                <a:gd name="csX10" fmla="*/ 1204912 w 2486025"/>
                <a:gd name="csY10" fmla="*/ 95250 h 128587"/>
                <a:gd name="csX11" fmla="*/ 1533525 w 2486025"/>
                <a:gd name="csY11" fmla="*/ 23812 h 128587"/>
                <a:gd name="csX12" fmla="*/ 1547812 w 2486025"/>
                <a:gd name="csY12" fmla="*/ 80962 h 128587"/>
                <a:gd name="csX13" fmla="*/ 1824037 w 2486025"/>
                <a:gd name="csY13" fmla="*/ 0 h 128587"/>
                <a:gd name="csX14" fmla="*/ 1814512 w 2486025"/>
                <a:gd name="csY14" fmla="*/ 61912 h 128587"/>
                <a:gd name="csX15" fmla="*/ 2128837 w 2486025"/>
                <a:gd name="csY15" fmla="*/ 14287 h 128587"/>
                <a:gd name="csX16" fmla="*/ 2124075 w 2486025"/>
                <a:gd name="csY16" fmla="*/ 95250 h 128587"/>
                <a:gd name="csX17" fmla="*/ 2486025 w 2486025"/>
                <a:gd name="csY17" fmla="*/ 28575 h 1285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486025" h="128587">
                  <a:moveTo>
                    <a:pt x="0" y="123825"/>
                  </a:moveTo>
                  <a:lnTo>
                    <a:pt x="209550" y="42862"/>
                  </a:lnTo>
                  <a:lnTo>
                    <a:pt x="200025" y="128587"/>
                  </a:lnTo>
                  <a:lnTo>
                    <a:pt x="466725" y="47625"/>
                  </a:lnTo>
                  <a:lnTo>
                    <a:pt x="461962" y="123825"/>
                  </a:lnTo>
                  <a:lnTo>
                    <a:pt x="714375" y="33337"/>
                  </a:lnTo>
                  <a:lnTo>
                    <a:pt x="723900" y="95250"/>
                  </a:lnTo>
                  <a:lnTo>
                    <a:pt x="933450" y="19050"/>
                  </a:lnTo>
                  <a:lnTo>
                    <a:pt x="933450" y="104775"/>
                  </a:lnTo>
                  <a:lnTo>
                    <a:pt x="1200150" y="28575"/>
                  </a:lnTo>
                  <a:lnTo>
                    <a:pt x="1204912" y="95250"/>
                  </a:lnTo>
                  <a:lnTo>
                    <a:pt x="1533525" y="23812"/>
                  </a:lnTo>
                  <a:lnTo>
                    <a:pt x="1547812" y="80962"/>
                  </a:lnTo>
                  <a:lnTo>
                    <a:pt x="1824037" y="0"/>
                  </a:lnTo>
                  <a:lnTo>
                    <a:pt x="1814512" y="61912"/>
                  </a:lnTo>
                  <a:lnTo>
                    <a:pt x="2128837" y="14287"/>
                  </a:lnTo>
                  <a:lnTo>
                    <a:pt x="2124075" y="95250"/>
                  </a:lnTo>
                  <a:lnTo>
                    <a:pt x="2486025" y="28575"/>
                  </a:lnTo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9642E2-89A4-AE2E-EF85-AA215BB8CF1F}"/>
                </a:ext>
              </a:extLst>
            </p:cNvPr>
            <p:cNvSpPr/>
            <p:nvPr/>
          </p:nvSpPr>
          <p:spPr>
            <a:xfrm>
              <a:off x="645407" y="3924802"/>
              <a:ext cx="2486025" cy="128587"/>
            </a:xfrm>
            <a:custGeom>
              <a:avLst/>
              <a:gdLst>
                <a:gd name="csX0" fmla="*/ 0 w 2486025"/>
                <a:gd name="csY0" fmla="*/ 123825 h 128587"/>
                <a:gd name="csX1" fmla="*/ 209550 w 2486025"/>
                <a:gd name="csY1" fmla="*/ 42862 h 128587"/>
                <a:gd name="csX2" fmla="*/ 200025 w 2486025"/>
                <a:gd name="csY2" fmla="*/ 128587 h 128587"/>
                <a:gd name="csX3" fmla="*/ 466725 w 2486025"/>
                <a:gd name="csY3" fmla="*/ 47625 h 128587"/>
                <a:gd name="csX4" fmla="*/ 461962 w 2486025"/>
                <a:gd name="csY4" fmla="*/ 123825 h 128587"/>
                <a:gd name="csX5" fmla="*/ 714375 w 2486025"/>
                <a:gd name="csY5" fmla="*/ 33337 h 128587"/>
                <a:gd name="csX6" fmla="*/ 723900 w 2486025"/>
                <a:gd name="csY6" fmla="*/ 95250 h 128587"/>
                <a:gd name="csX7" fmla="*/ 933450 w 2486025"/>
                <a:gd name="csY7" fmla="*/ 19050 h 128587"/>
                <a:gd name="csX8" fmla="*/ 933450 w 2486025"/>
                <a:gd name="csY8" fmla="*/ 104775 h 128587"/>
                <a:gd name="csX9" fmla="*/ 1200150 w 2486025"/>
                <a:gd name="csY9" fmla="*/ 28575 h 128587"/>
                <a:gd name="csX10" fmla="*/ 1204912 w 2486025"/>
                <a:gd name="csY10" fmla="*/ 95250 h 128587"/>
                <a:gd name="csX11" fmla="*/ 1533525 w 2486025"/>
                <a:gd name="csY11" fmla="*/ 23812 h 128587"/>
                <a:gd name="csX12" fmla="*/ 1547812 w 2486025"/>
                <a:gd name="csY12" fmla="*/ 80962 h 128587"/>
                <a:gd name="csX13" fmla="*/ 1824037 w 2486025"/>
                <a:gd name="csY13" fmla="*/ 0 h 128587"/>
                <a:gd name="csX14" fmla="*/ 1814512 w 2486025"/>
                <a:gd name="csY14" fmla="*/ 61912 h 128587"/>
                <a:gd name="csX15" fmla="*/ 2128837 w 2486025"/>
                <a:gd name="csY15" fmla="*/ 14287 h 128587"/>
                <a:gd name="csX16" fmla="*/ 2124075 w 2486025"/>
                <a:gd name="csY16" fmla="*/ 95250 h 128587"/>
                <a:gd name="csX17" fmla="*/ 2486025 w 2486025"/>
                <a:gd name="csY17" fmla="*/ 28575 h 1285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486025" h="128587">
                  <a:moveTo>
                    <a:pt x="0" y="123825"/>
                  </a:moveTo>
                  <a:lnTo>
                    <a:pt x="209550" y="42862"/>
                  </a:lnTo>
                  <a:lnTo>
                    <a:pt x="200025" y="128587"/>
                  </a:lnTo>
                  <a:lnTo>
                    <a:pt x="466725" y="47625"/>
                  </a:lnTo>
                  <a:lnTo>
                    <a:pt x="461962" y="123825"/>
                  </a:lnTo>
                  <a:lnTo>
                    <a:pt x="714375" y="33337"/>
                  </a:lnTo>
                  <a:lnTo>
                    <a:pt x="723900" y="95250"/>
                  </a:lnTo>
                  <a:lnTo>
                    <a:pt x="933450" y="19050"/>
                  </a:lnTo>
                  <a:lnTo>
                    <a:pt x="933450" y="104775"/>
                  </a:lnTo>
                  <a:lnTo>
                    <a:pt x="1200150" y="28575"/>
                  </a:lnTo>
                  <a:lnTo>
                    <a:pt x="1204912" y="95250"/>
                  </a:lnTo>
                  <a:lnTo>
                    <a:pt x="1533525" y="23812"/>
                  </a:lnTo>
                  <a:lnTo>
                    <a:pt x="1547812" y="80962"/>
                  </a:lnTo>
                  <a:lnTo>
                    <a:pt x="1824037" y="0"/>
                  </a:lnTo>
                  <a:lnTo>
                    <a:pt x="1814512" y="61912"/>
                  </a:lnTo>
                  <a:lnTo>
                    <a:pt x="2128837" y="14287"/>
                  </a:lnTo>
                  <a:lnTo>
                    <a:pt x="2124075" y="95250"/>
                  </a:lnTo>
                  <a:lnTo>
                    <a:pt x="2486025" y="28575"/>
                  </a:lnTo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6ABF9D-AC96-B046-518C-A689A5AE8D59}"/>
              </a:ext>
            </a:extLst>
          </p:cNvPr>
          <p:cNvSpPr/>
          <p:nvPr/>
        </p:nvSpPr>
        <p:spPr>
          <a:xfrm>
            <a:off x="461963" y="3143250"/>
            <a:ext cx="2459919" cy="11430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8ECC6B-04D4-3D9E-10DA-5DD7D59B8DD6}"/>
              </a:ext>
            </a:extLst>
          </p:cNvPr>
          <p:cNvSpPr/>
          <p:nvPr/>
        </p:nvSpPr>
        <p:spPr>
          <a:xfrm>
            <a:off x="461963" y="5361415"/>
            <a:ext cx="2459919" cy="1143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77CB81-5DBE-525D-9598-D572FC8C63D9}"/>
              </a:ext>
            </a:extLst>
          </p:cNvPr>
          <p:cNvSpPr/>
          <p:nvPr/>
        </p:nvSpPr>
        <p:spPr>
          <a:xfrm>
            <a:off x="461963" y="5486244"/>
            <a:ext cx="2459919" cy="1143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93C057-A899-30D8-4B31-9D639C4382C8}"/>
              </a:ext>
            </a:extLst>
          </p:cNvPr>
          <p:cNvSpPr/>
          <p:nvPr/>
        </p:nvSpPr>
        <p:spPr>
          <a:xfrm>
            <a:off x="9845200" y="3313355"/>
            <a:ext cx="165575" cy="248996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121779-EEAF-DD36-3A9D-FE9A1DECBD33}"/>
              </a:ext>
            </a:extLst>
          </p:cNvPr>
          <p:cNvSpPr/>
          <p:nvPr/>
        </p:nvSpPr>
        <p:spPr>
          <a:xfrm>
            <a:off x="10171648" y="3784002"/>
            <a:ext cx="165576" cy="24899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B86E35-8D8C-B923-37A6-8018DE67D140}"/>
              </a:ext>
            </a:extLst>
          </p:cNvPr>
          <p:cNvSpPr/>
          <p:nvPr/>
        </p:nvSpPr>
        <p:spPr>
          <a:xfrm>
            <a:off x="10006073" y="3784001"/>
            <a:ext cx="165576" cy="239247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5180C-9E49-AEF6-D496-82EE6CF29C9D}"/>
              </a:ext>
            </a:extLst>
          </p:cNvPr>
          <p:cNvSpPr txBox="1"/>
          <p:nvPr/>
        </p:nvSpPr>
        <p:spPr>
          <a:xfrm>
            <a:off x="9797983" y="3313355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1</a:t>
            </a:r>
            <a:endParaRPr lang="LID4096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6CA9C-F82E-3E98-345A-BA9C69657795}"/>
              </a:ext>
            </a:extLst>
          </p:cNvPr>
          <p:cNvSpPr txBox="1"/>
          <p:nvPr/>
        </p:nvSpPr>
        <p:spPr>
          <a:xfrm>
            <a:off x="10124433" y="3774251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1</a:t>
            </a:r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3C5C95-9E27-FA7C-4189-3B18529D4433}"/>
              </a:ext>
            </a:extLst>
          </p:cNvPr>
          <p:cNvSpPr txBox="1"/>
          <p:nvPr/>
        </p:nvSpPr>
        <p:spPr>
          <a:xfrm>
            <a:off x="9961420" y="3784001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1</a:t>
            </a:r>
            <a:endParaRPr lang="LID4096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9C04E3-F369-2C22-7A32-293515290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203" y="3679467"/>
            <a:ext cx="3786694" cy="8160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113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9FF7-0A3C-64FA-D2A6-78190F41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Skriv en interrupt hanterare</a:t>
            </a:r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B1584C-87D6-BB7D-A4F8-908F83706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023" y="2115112"/>
            <a:ext cx="6830378" cy="3315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1C0CF-1BA6-DBF3-E06A-2C1F47E01EFF}"/>
              </a:ext>
            </a:extLst>
          </p:cNvPr>
          <p:cNvSpPr txBox="1"/>
          <p:nvPr/>
        </p:nvSpPr>
        <p:spPr>
          <a:xfrm>
            <a:off x="2103328" y="2991148"/>
            <a:ext cx="24999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200"/>
              <a:t>Öhmm.... vem var det som avbröt? </a:t>
            </a:r>
            <a:endParaRPr lang="LID4096" sz="1200"/>
          </a:p>
        </p:txBody>
      </p:sp>
    </p:spTree>
    <p:extLst>
      <p:ext uri="{BB962C8B-B14F-4D97-AF65-F5344CB8AC3E}">
        <p14:creationId xmlns:p14="http://schemas.microsoft.com/office/powerpoint/2010/main" val="80688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A6BC-1608-CCFE-4EB9-9D9BA058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B713-D2C5-6CDB-06C3-C894F5D4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Skriv en interrupt hanterare</a:t>
            </a:r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0D7CCC-2E53-1019-3ACC-32E437CD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482092" cy="5143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A7314A-0E05-CD70-C9B2-A99E2F3DF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32" y="1847792"/>
            <a:ext cx="7211018" cy="10336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A09BC0E-A314-259B-F449-FDB55136A26D}"/>
              </a:ext>
            </a:extLst>
          </p:cNvPr>
          <p:cNvGrpSpPr/>
          <p:nvPr/>
        </p:nvGrpSpPr>
        <p:grpSpPr>
          <a:xfrm>
            <a:off x="2780880" y="3857625"/>
            <a:ext cx="6405982" cy="2514873"/>
            <a:chOff x="1437175" y="3130475"/>
            <a:chExt cx="15058165" cy="5949659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906EF8E-605A-1FCB-A5A5-867696E33F5C}"/>
                </a:ext>
              </a:extLst>
            </p:cNvPr>
            <p:cNvCxnSpPr/>
            <p:nvPr/>
          </p:nvCxnSpPr>
          <p:spPr>
            <a:xfrm flipH="1">
              <a:off x="4362226" y="3130475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AC429E-BFC9-4935-C4B0-DE9A4B86D750}"/>
                </a:ext>
              </a:extLst>
            </p:cNvPr>
            <p:cNvCxnSpPr/>
            <p:nvPr/>
          </p:nvCxnSpPr>
          <p:spPr>
            <a:xfrm flipH="1">
              <a:off x="4665233" y="4982583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595656B-E325-702C-0E8D-7BE6F89A329F}"/>
                </a:ext>
              </a:extLst>
            </p:cNvPr>
            <p:cNvCxnSpPr/>
            <p:nvPr/>
          </p:nvCxnSpPr>
          <p:spPr>
            <a:xfrm flipH="1">
              <a:off x="4419600" y="6592644"/>
              <a:ext cx="43514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AD4D4-A888-9AEE-3738-81F7CE7E2047}"/>
                </a:ext>
              </a:extLst>
            </p:cNvPr>
            <p:cNvCxnSpPr/>
            <p:nvPr/>
          </p:nvCxnSpPr>
          <p:spPr>
            <a:xfrm>
              <a:off x="8713694" y="3130475"/>
              <a:ext cx="303007" cy="18521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5A3668-C2F1-5965-D6AB-820400E724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1068" y="4982583"/>
              <a:ext cx="245633" cy="1610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AB9B11-BFED-33F3-CBAE-BB4DB38FF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6701" y="4982582"/>
              <a:ext cx="4584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526D2A-D605-979E-E907-86A18774D736}"/>
                </a:ext>
              </a:extLst>
            </p:cNvPr>
            <p:cNvSpPr txBox="1"/>
            <p:nvPr/>
          </p:nvSpPr>
          <p:spPr>
            <a:xfrm>
              <a:off x="9475134" y="4258531"/>
              <a:ext cx="7020206" cy="15290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dirty="0"/>
                <a:t>Säg åt timern att vi har tagit hand om</a:t>
              </a:r>
            </a:p>
            <a:p>
              <a:r>
                <a:rPr lang="sv-SE" sz="1200" dirty="0" err="1"/>
                <a:t>interruptet</a:t>
              </a:r>
              <a:r>
                <a:rPr lang="sv-SE" sz="1200" dirty="0"/>
                <a:t>, så det är fritt fram att skicka </a:t>
              </a:r>
            </a:p>
            <a:p>
              <a:r>
                <a:rPr lang="sv-SE" sz="1200" dirty="0"/>
                <a:t>ett nytt</a:t>
              </a:r>
              <a:endParaRPr lang="LID4096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D39585-D256-0845-892E-9C0A408E8836}"/>
                </a:ext>
              </a:extLst>
            </p:cNvPr>
            <p:cNvSpPr txBox="1"/>
            <p:nvPr/>
          </p:nvSpPr>
          <p:spPr>
            <a:xfrm>
              <a:off x="1437175" y="7987932"/>
              <a:ext cx="7020206" cy="10922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/>
                <a:t>Detta är ganska mycket kod, när allt vi ville göra var att flippa en bit.</a:t>
              </a:r>
              <a:endParaRPr lang="LID4096" sz="1200"/>
            </a:p>
          </p:txBody>
        </p:sp>
      </p:grpSp>
    </p:spTree>
    <p:extLst>
      <p:ext uri="{BB962C8B-B14F-4D97-AF65-F5344CB8AC3E}">
        <p14:creationId xmlns:p14="http://schemas.microsoft.com/office/powerpoint/2010/main" val="128246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9086-43C0-F389-1A84-B1919E40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Vectored Interrupt Handling</a:t>
            </a:r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5A33D-B8CC-ED86-ECB7-F3A88DAE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472" y="3536632"/>
            <a:ext cx="5596066" cy="10373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62E98A0-EB29-9F0B-C326-EAE12786A36F}"/>
              </a:ext>
            </a:extLst>
          </p:cNvPr>
          <p:cNvSpPr/>
          <p:nvPr/>
        </p:nvSpPr>
        <p:spPr>
          <a:xfrm>
            <a:off x="2843662" y="3990221"/>
            <a:ext cx="5525644" cy="144037"/>
          </a:xfrm>
          <a:prstGeom prst="rect">
            <a:avLst/>
          </a:prstGeom>
          <a:solidFill>
            <a:schemeClr val="accent2">
              <a:lumMod val="75000"/>
              <a:alpha val="33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399B08-331C-9F25-8CD6-EDD08D34E5F9}"/>
              </a:ext>
            </a:extLst>
          </p:cNvPr>
          <p:cNvGrpSpPr/>
          <p:nvPr/>
        </p:nvGrpSpPr>
        <p:grpSpPr>
          <a:xfrm>
            <a:off x="422905" y="2344759"/>
            <a:ext cx="10951152" cy="2650313"/>
            <a:chOff x="422905" y="2344759"/>
            <a:chExt cx="10951152" cy="265031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EF2E08F-75CE-7004-58FA-42A1A22E3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905" y="3115546"/>
              <a:ext cx="1954823" cy="187952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638005-336D-8A5A-549A-F0BE61E0EBFF}"/>
                </a:ext>
              </a:extLst>
            </p:cNvPr>
            <p:cNvSpPr txBox="1"/>
            <p:nvPr/>
          </p:nvSpPr>
          <p:spPr>
            <a:xfrm>
              <a:off x="8524946" y="2367958"/>
              <a:ext cx="2849111" cy="136357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__attribute__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interrupt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GB" sz="1000" b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"machine"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Interrupt_Handler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GB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...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E97D96-5BDB-46FC-48B8-A5F857BC011B}"/>
                </a:ext>
              </a:extLst>
            </p:cNvPr>
            <p:cNvSpPr/>
            <p:nvPr/>
          </p:nvSpPr>
          <p:spPr>
            <a:xfrm>
              <a:off x="6430117" y="2716360"/>
              <a:ext cx="2051109" cy="1275051"/>
            </a:xfrm>
            <a:custGeom>
              <a:avLst/>
              <a:gdLst>
                <a:gd name="csX0" fmla="*/ 0 w 1199626"/>
                <a:gd name="csY0" fmla="*/ 1082180 h 1082180"/>
                <a:gd name="csX1" fmla="*/ 322976 w 1199626"/>
                <a:gd name="csY1" fmla="*/ 209725 h 1082180"/>
                <a:gd name="csX2" fmla="*/ 1199626 w 1199626"/>
                <a:gd name="csY2" fmla="*/ 0 h 1082180"/>
                <a:gd name="csX0" fmla="*/ 0 w 2051109"/>
                <a:gd name="csY0" fmla="*/ 1270932 h 1270932"/>
                <a:gd name="csX1" fmla="*/ 322976 w 2051109"/>
                <a:gd name="csY1" fmla="*/ 398477 h 1270932"/>
                <a:gd name="csX2" fmla="*/ 2051109 w 2051109"/>
                <a:gd name="csY2" fmla="*/ 0 h 1270932"/>
                <a:gd name="csX0" fmla="*/ 0 w 2051109"/>
                <a:gd name="csY0" fmla="*/ 1275051 h 1275051"/>
                <a:gd name="csX1" fmla="*/ 322976 w 2051109"/>
                <a:gd name="csY1" fmla="*/ 402596 h 1275051"/>
                <a:gd name="csX2" fmla="*/ 2051109 w 2051109"/>
                <a:gd name="csY2" fmla="*/ 4119 h 1275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51109" h="1275051">
                  <a:moveTo>
                    <a:pt x="0" y="1275051"/>
                  </a:moveTo>
                  <a:cubicBezTo>
                    <a:pt x="61519" y="929005"/>
                    <a:pt x="123038" y="582959"/>
                    <a:pt x="322976" y="402596"/>
                  </a:cubicBezTo>
                  <a:cubicBezTo>
                    <a:pt x="522914" y="222233"/>
                    <a:pt x="1276525" y="-35729"/>
                    <a:pt x="2051109" y="4119"/>
                  </a:cubicBezTo>
                </a:path>
              </a:pathLst>
            </a:custGeom>
            <a:noFill/>
            <a:ln w="635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E3A691-8422-C541-02FC-A4F7FE0C6AFE}"/>
                </a:ext>
              </a:extLst>
            </p:cNvPr>
            <p:cNvSpPr txBox="1"/>
            <p:nvPr/>
          </p:nvSpPr>
          <p:spPr>
            <a:xfrm>
              <a:off x="6022695" y="2497772"/>
              <a:ext cx="1704313" cy="64633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>
                  <a:latin typeface="+mj-lt"/>
                </a:rPr>
                <a:t>mode 0: </a:t>
              </a:r>
            </a:p>
            <a:p>
              <a:r>
                <a:rPr lang="en-GB">
                  <a:latin typeface="Consolas" panose="020B0609020204030204" pitchFamily="49" charset="0"/>
                </a:rPr>
                <a:t>pc = address</a:t>
              </a:r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C72B1BC-CDFE-98A5-9C51-54BD65450379}"/>
                </a:ext>
              </a:extLst>
            </p:cNvPr>
            <p:cNvSpPr/>
            <p:nvPr/>
          </p:nvSpPr>
          <p:spPr>
            <a:xfrm>
              <a:off x="1388334" y="2738151"/>
              <a:ext cx="1858297" cy="804449"/>
            </a:xfrm>
            <a:custGeom>
              <a:avLst/>
              <a:gdLst>
                <a:gd name="csX0" fmla="*/ 0 w 1832994"/>
                <a:gd name="csY0" fmla="*/ 0 h 427838"/>
                <a:gd name="csX1" fmla="*/ 1832994 w 1832994"/>
                <a:gd name="csY1" fmla="*/ 427838 h 427838"/>
                <a:gd name="csX0" fmla="*/ 0 w 1858161"/>
                <a:gd name="csY0" fmla="*/ 0 h 423644"/>
                <a:gd name="csX1" fmla="*/ 1858161 w 1858161"/>
                <a:gd name="csY1" fmla="*/ 423644 h 423644"/>
                <a:gd name="csX0" fmla="*/ 0 w 1858356"/>
                <a:gd name="csY0" fmla="*/ 0 h 423644"/>
                <a:gd name="csX1" fmla="*/ 1858161 w 1858356"/>
                <a:gd name="csY1" fmla="*/ 423644 h 423644"/>
                <a:gd name="csX0" fmla="*/ 0 w 1858297"/>
                <a:gd name="csY0" fmla="*/ 380805 h 804449"/>
                <a:gd name="csX1" fmla="*/ 1858161 w 1858297"/>
                <a:gd name="csY1" fmla="*/ 804449 h 804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8297" h="804449">
                  <a:moveTo>
                    <a:pt x="0" y="380805"/>
                  </a:moveTo>
                  <a:cubicBezTo>
                    <a:pt x="74103" y="-430130"/>
                    <a:pt x="1876338" y="218618"/>
                    <a:pt x="1858161" y="804449"/>
                  </a:cubicBezTo>
                </a:path>
              </a:pathLst>
            </a:custGeom>
            <a:noFill/>
            <a:ln w="635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7FCD14-CBB5-A50A-777E-94D2585B6645}"/>
                </a:ext>
              </a:extLst>
            </p:cNvPr>
            <p:cNvSpPr txBox="1"/>
            <p:nvPr/>
          </p:nvSpPr>
          <p:spPr>
            <a:xfrm>
              <a:off x="1681697" y="2344759"/>
              <a:ext cx="3927807" cy="64633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+mj-lt"/>
                </a:rPr>
                <a:t>When an interrupt occurs, the processor</a:t>
              </a:r>
              <a:br>
                <a:rPr lang="en-GB">
                  <a:latin typeface="+mj-lt"/>
                </a:rPr>
              </a:br>
              <a:r>
                <a:rPr lang="en-GB">
                  <a:latin typeface="+mj-lt"/>
                </a:rPr>
                <a:t>checks </a:t>
              </a:r>
              <a:r>
                <a:rPr lang="en-GB" b="1">
                  <a:latin typeface="Consolas" panose="020B0609020204030204" pitchFamily="49" charset="0"/>
                </a:rPr>
                <a:t>mtvec</a:t>
              </a:r>
              <a:r>
                <a:rPr lang="en-GB">
                  <a:latin typeface="+mj-lt"/>
                </a:rPr>
                <a:t> to see where to jump</a:t>
              </a:r>
              <a:endParaRPr lang="LID4096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396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05A7-E985-FA83-E4D2-F0E33E7D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7DE9-C573-6DA9-9192-860917FD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Vectored Interrupt Handling</a:t>
            </a:r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05ED32-9BF3-9B43-45DC-11B16EAC6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472" y="3536632"/>
            <a:ext cx="5596066" cy="1037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772C5D-B588-C86F-A1D9-BF8F4166A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05" y="3115546"/>
            <a:ext cx="1954823" cy="18795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717C53B-6CC1-8B93-229B-C408F600E8B9}"/>
              </a:ext>
            </a:extLst>
          </p:cNvPr>
          <p:cNvSpPr/>
          <p:nvPr/>
        </p:nvSpPr>
        <p:spPr>
          <a:xfrm>
            <a:off x="2843662" y="3990221"/>
            <a:ext cx="5525644" cy="144037"/>
          </a:xfrm>
          <a:prstGeom prst="rect">
            <a:avLst/>
          </a:prstGeom>
          <a:solidFill>
            <a:schemeClr val="accent2">
              <a:lumMod val="75000"/>
              <a:alpha val="33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A0F73A-05F2-AB0C-185C-647A12554CAD}"/>
              </a:ext>
            </a:extLst>
          </p:cNvPr>
          <p:cNvSpPr/>
          <p:nvPr/>
        </p:nvSpPr>
        <p:spPr>
          <a:xfrm>
            <a:off x="2845069" y="4142621"/>
            <a:ext cx="5525644" cy="144037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8971A-245A-B7B0-D598-DE0BF6ACE49E}"/>
              </a:ext>
            </a:extLst>
          </p:cNvPr>
          <p:cNvSpPr txBox="1"/>
          <p:nvPr/>
        </p:nvSpPr>
        <p:spPr>
          <a:xfrm>
            <a:off x="8524946" y="2367958"/>
            <a:ext cx="2849111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Interrupt_Handler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78C2AD-C6B9-ADC7-D545-4A2BC3F6C357}"/>
              </a:ext>
            </a:extLst>
          </p:cNvPr>
          <p:cNvSpPr/>
          <p:nvPr/>
        </p:nvSpPr>
        <p:spPr>
          <a:xfrm>
            <a:off x="6430117" y="2716360"/>
            <a:ext cx="2051109" cy="1275051"/>
          </a:xfrm>
          <a:custGeom>
            <a:avLst/>
            <a:gdLst>
              <a:gd name="csX0" fmla="*/ 0 w 1199626"/>
              <a:gd name="csY0" fmla="*/ 1082180 h 1082180"/>
              <a:gd name="csX1" fmla="*/ 322976 w 1199626"/>
              <a:gd name="csY1" fmla="*/ 209725 h 1082180"/>
              <a:gd name="csX2" fmla="*/ 1199626 w 1199626"/>
              <a:gd name="csY2" fmla="*/ 0 h 1082180"/>
              <a:gd name="csX0" fmla="*/ 0 w 2051109"/>
              <a:gd name="csY0" fmla="*/ 1270932 h 1270932"/>
              <a:gd name="csX1" fmla="*/ 322976 w 2051109"/>
              <a:gd name="csY1" fmla="*/ 398477 h 1270932"/>
              <a:gd name="csX2" fmla="*/ 2051109 w 2051109"/>
              <a:gd name="csY2" fmla="*/ 0 h 1270932"/>
              <a:gd name="csX0" fmla="*/ 0 w 2051109"/>
              <a:gd name="csY0" fmla="*/ 1275051 h 1275051"/>
              <a:gd name="csX1" fmla="*/ 322976 w 2051109"/>
              <a:gd name="csY1" fmla="*/ 402596 h 1275051"/>
              <a:gd name="csX2" fmla="*/ 2051109 w 2051109"/>
              <a:gd name="csY2" fmla="*/ 4119 h 1275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51109" h="1275051">
                <a:moveTo>
                  <a:pt x="0" y="1275051"/>
                </a:moveTo>
                <a:cubicBezTo>
                  <a:pt x="61519" y="929005"/>
                  <a:pt x="123038" y="582959"/>
                  <a:pt x="322976" y="402596"/>
                </a:cubicBezTo>
                <a:cubicBezTo>
                  <a:pt x="522914" y="222233"/>
                  <a:pt x="1276525" y="-35729"/>
                  <a:pt x="2051109" y="4119"/>
                </a:cubicBezTo>
              </a:path>
            </a:pathLst>
          </a:custGeom>
          <a:noFill/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811DE-7C5F-F03F-5FB1-9269232EEDB9}"/>
              </a:ext>
            </a:extLst>
          </p:cNvPr>
          <p:cNvSpPr txBox="1"/>
          <p:nvPr/>
        </p:nvSpPr>
        <p:spPr>
          <a:xfrm>
            <a:off x="6022695" y="2497772"/>
            <a:ext cx="1704313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latin typeface="+mj-lt"/>
              </a:rPr>
              <a:t>mode 0: </a:t>
            </a:r>
          </a:p>
          <a:p>
            <a:r>
              <a:rPr lang="en-GB">
                <a:latin typeface="Consolas" panose="020B0609020204030204" pitchFamily="49" charset="0"/>
              </a:rPr>
              <a:t>pc = address</a:t>
            </a:r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F8C41B8-03AA-510F-EF0C-E85F6CF353DA}"/>
              </a:ext>
            </a:extLst>
          </p:cNvPr>
          <p:cNvSpPr/>
          <p:nvPr/>
        </p:nvSpPr>
        <p:spPr>
          <a:xfrm>
            <a:off x="1388334" y="2738151"/>
            <a:ext cx="1858297" cy="804449"/>
          </a:xfrm>
          <a:custGeom>
            <a:avLst/>
            <a:gdLst>
              <a:gd name="csX0" fmla="*/ 0 w 1832994"/>
              <a:gd name="csY0" fmla="*/ 0 h 427838"/>
              <a:gd name="csX1" fmla="*/ 1832994 w 1832994"/>
              <a:gd name="csY1" fmla="*/ 427838 h 427838"/>
              <a:gd name="csX0" fmla="*/ 0 w 1858161"/>
              <a:gd name="csY0" fmla="*/ 0 h 423644"/>
              <a:gd name="csX1" fmla="*/ 1858161 w 1858161"/>
              <a:gd name="csY1" fmla="*/ 423644 h 423644"/>
              <a:gd name="csX0" fmla="*/ 0 w 1858356"/>
              <a:gd name="csY0" fmla="*/ 0 h 423644"/>
              <a:gd name="csX1" fmla="*/ 1858161 w 1858356"/>
              <a:gd name="csY1" fmla="*/ 423644 h 423644"/>
              <a:gd name="csX0" fmla="*/ 0 w 1858297"/>
              <a:gd name="csY0" fmla="*/ 380805 h 804449"/>
              <a:gd name="csX1" fmla="*/ 1858161 w 1858297"/>
              <a:gd name="csY1" fmla="*/ 804449 h 80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8297" h="804449">
                <a:moveTo>
                  <a:pt x="0" y="380805"/>
                </a:moveTo>
                <a:cubicBezTo>
                  <a:pt x="74103" y="-430130"/>
                  <a:pt x="1876338" y="218618"/>
                  <a:pt x="1858161" y="804449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3266F-85FE-A419-530F-2BF4D38EB225}"/>
              </a:ext>
            </a:extLst>
          </p:cNvPr>
          <p:cNvSpPr txBox="1"/>
          <p:nvPr/>
        </p:nvSpPr>
        <p:spPr>
          <a:xfrm>
            <a:off x="1681697" y="2344759"/>
            <a:ext cx="3927807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>
                <a:latin typeface="+mj-lt"/>
              </a:rPr>
              <a:t>When an interrupt occurs, the processor</a:t>
            </a:r>
            <a:br>
              <a:rPr lang="en-GB">
                <a:latin typeface="+mj-lt"/>
              </a:rPr>
            </a:br>
            <a:r>
              <a:rPr lang="en-GB">
                <a:latin typeface="+mj-lt"/>
              </a:rPr>
              <a:t>checks </a:t>
            </a:r>
            <a:r>
              <a:rPr lang="en-GB" b="1">
                <a:latin typeface="Consolas" panose="020B0609020204030204" pitchFamily="49" charset="0"/>
              </a:rPr>
              <a:t>mtvec</a:t>
            </a:r>
            <a:r>
              <a:rPr lang="en-GB">
                <a:latin typeface="+mj-lt"/>
              </a:rPr>
              <a:t> to see where to jump</a:t>
            </a:r>
            <a:endParaRPr lang="LID4096"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C09114-3605-B3DC-0E9A-CBC42B8CBF3C}"/>
              </a:ext>
            </a:extLst>
          </p:cNvPr>
          <p:cNvGrpSpPr/>
          <p:nvPr/>
        </p:nvGrpSpPr>
        <p:grpSpPr>
          <a:xfrm>
            <a:off x="2105592" y="4271863"/>
            <a:ext cx="9798369" cy="1893256"/>
            <a:chOff x="2105592" y="4271863"/>
            <a:chExt cx="9798369" cy="189325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1DFCCEF-31C0-74A0-0986-354CF6ECC23B}"/>
                </a:ext>
              </a:extLst>
            </p:cNvPr>
            <p:cNvSpPr/>
            <p:nvPr/>
          </p:nvSpPr>
          <p:spPr>
            <a:xfrm>
              <a:off x="3512144" y="4271863"/>
              <a:ext cx="1707161" cy="1774751"/>
            </a:xfrm>
            <a:custGeom>
              <a:avLst/>
              <a:gdLst>
                <a:gd name="csX0" fmla="*/ 0 w 1199626"/>
                <a:gd name="csY0" fmla="*/ 1082180 h 1082180"/>
                <a:gd name="csX1" fmla="*/ 322976 w 1199626"/>
                <a:gd name="csY1" fmla="*/ 209725 h 1082180"/>
                <a:gd name="csX2" fmla="*/ 1199626 w 1199626"/>
                <a:gd name="csY2" fmla="*/ 0 h 1082180"/>
                <a:gd name="csX0" fmla="*/ 0 w 1421935"/>
                <a:gd name="csY0" fmla="*/ 56753 h 903857"/>
                <a:gd name="csX1" fmla="*/ 545285 w 1421935"/>
                <a:gd name="csY1" fmla="*/ 887263 h 903857"/>
                <a:gd name="csX2" fmla="*/ 1421935 w 1421935"/>
                <a:gd name="csY2" fmla="*/ 677538 h 903857"/>
                <a:gd name="csX0" fmla="*/ 0 w 1421935"/>
                <a:gd name="csY0" fmla="*/ 0 h 872637"/>
                <a:gd name="csX1" fmla="*/ 545285 w 1421935"/>
                <a:gd name="csY1" fmla="*/ 830510 h 872637"/>
                <a:gd name="csX2" fmla="*/ 1421935 w 1421935"/>
                <a:gd name="csY2" fmla="*/ 620785 h 872637"/>
                <a:gd name="csX0" fmla="*/ 0 w 1421935"/>
                <a:gd name="csY0" fmla="*/ 0 h 963973"/>
                <a:gd name="csX1" fmla="*/ 545285 w 1421935"/>
                <a:gd name="csY1" fmla="*/ 830510 h 963973"/>
                <a:gd name="csX2" fmla="*/ 1421935 w 1421935"/>
                <a:gd name="csY2" fmla="*/ 620785 h 963973"/>
                <a:gd name="csX0" fmla="*/ 0 w 1421935"/>
                <a:gd name="csY0" fmla="*/ 0 h 2100598"/>
                <a:gd name="csX1" fmla="*/ 692092 w 1421935"/>
                <a:gd name="csY1" fmla="*/ 2080470 h 2100598"/>
                <a:gd name="csX2" fmla="*/ 1421935 w 1421935"/>
                <a:gd name="csY2" fmla="*/ 620785 h 2100598"/>
                <a:gd name="csX0" fmla="*/ 0 w 1707161"/>
                <a:gd name="csY0" fmla="*/ 0 h 2100598"/>
                <a:gd name="csX1" fmla="*/ 692092 w 1707161"/>
                <a:gd name="csY1" fmla="*/ 2080470 h 2100598"/>
                <a:gd name="csX2" fmla="*/ 1707161 w 1707161"/>
                <a:gd name="csY2" fmla="*/ 1774272 h 2100598"/>
                <a:gd name="csX0" fmla="*/ 0 w 1707161"/>
                <a:gd name="csY0" fmla="*/ 0 h 1774818"/>
                <a:gd name="csX1" fmla="*/ 440423 w 1707161"/>
                <a:gd name="csY1" fmla="*/ 1681993 h 1774818"/>
                <a:gd name="csX2" fmla="*/ 1707161 w 1707161"/>
                <a:gd name="csY2" fmla="*/ 1774272 h 1774818"/>
                <a:gd name="csX0" fmla="*/ 0 w 1707161"/>
                <a:gd name="csY0" fmla="*/ 0 h 1775381"/>
                <a:gd name="csX1" fmla="*/ 440423 w 1707161"/>
                <a:gd name="csY1" fmla="*/ 1681993 h 1775381"/>
                <a:gd name="csX2" fmla="*/ 1707161 w 1707161"/>
                <a:gd name="csY2" fmla="*/ 1774272 h 1775381"/>
                <a:gd name="csX0" fmla="*/ 0 w 1707161"/>
                <a:gd name="csY0" fmla="*/ 0 h 1775381"/>
                <a:gd name="csX1" fmla="*/ 440423 w 1707161"/>
                <a:gd name="csY1" fmla="*/ 1681993 h 1775381"/>
                <a:gd name="csX2" fmla="*/ 1707161 w 1707161"/>
                <a:gd name="csY2" fmla="*/ 1774272 h 1775381"/>
                <a:gd name="csX0" fmla="*/ 0 w 1707161"/>
                <a:gd name="csY0" fmla="*/ 0 h 1775880"/>
                <a:gd name="csX1" fmla="*/ 440423 w 1707161"/>
                <a:gd name="csY1" fmla="*/ 1681993 h 1775880"/>
                <a:gd name="csX2" fmla="*/ 1707161 w 1707161"/>
                <a:gd name="csY2" fmla="*/ 1774272 h 1775880"/>
                <a:gd name="csX0" fmla="*/ 0 w 1707161"/>
                <a:gd name="csY0" fmla="*/ 0 h 1774751"/>
                <a:gd name="csX1" fmla="*/ 440423 w 1707161"/>
                <a:gd name="csY1" fmla="*/ 1681993 h 1774751"/>
                <a:gd name="csX2" fmla="*/ 1707161 w 1707161"/>
                <a:gd name="csY2" fmla="*/ 1774272 h 177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07161" h="1774751">
                  <a:moveTo>
                    <a:pt x="0" y="0"/>
                  </a:moveTo>
                  <a:cubicBezTo>
                    <a:pt x="137020" y="1201723"/>
                    <a:pt x="60122" y="1652631"/>
                    <a:pt x="440423" y="1681993"/>
                  </a:cubicBezTo>
                  <a:cubicBezTo>
                    <a:pt x="1055616" y="1459686"/>
                    <a:pt x="1368805" y="1788953"/>
                    <a:pt x="1707161" y="1774272"/>
                  </a:cubicBezTo>
                </a:path>
              </a:pathLst>
            </a:custGeom>
            <a:noFill/>
            <a:ln w="635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749C33-BC26-EFF4-944A-647D6ED9715F}"/>
                </a:ext>
              </a:extLst>
            </p:cNvPr>
            <p:cNvSpPr txBox="1"/>
            <p:nvPr/>
          </p:nvSpPr>
          <p:spPr>
            <a:xfrm>
              <a:off x="2105592" y="5032543"/>
              <a:ext cx="2999539" cy="64633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>
                  <a:latin typeface="+mj-lt"/>
                </a:rPr>
                <a:t>mode 1:</a:t>
              </a:r>
            </a:p>
            <a:p>
              <a:r>
                <a:rPr lang="en-GB">
                  <a:latin typeface="Consolas" panose="020B0609020204030204" pitchFamily="49" charset="0"/>
                </a:rPr>
                <a:t>pc = address</a:t>
              </a:r>
              <a:r>
                <a:rPr lang="en-GB"/>
                <a:t> + </a:t>
              </a:r>
              <a:r>
                <a:rPr lang="en-GB">
                  <a:latin typeface="Consolas" panose="020B0609020204030204" pitchFamily="49" charset="0"/>
                </a:rPr>
                <a:t>mcause</a:t>
              </a:r>
              <a:r>
                <a:rPr lang="en-GB"/>
                <a:t> x 4</a:t>
              </a:r>
              <a:endParaRPr lang="LID409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63BFA2-180C-3D7E-836A-AD9BE934DCCE}"/>
                </a:ext>
              </a:extLst>
            </p:cNvPr>
            <p:cNvSpPr txBox="1"/>
            <p:nvPr/>
          </p:nvSpPr>
          <p:spPr>
            <a:xfrm>
              <a:off x="9054850" y="4609216"/>
              <a:ext cx="2849111" cy="136357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__attribute__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interrupt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GB" sz="1000" b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"machine"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000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SysTick_Handler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GB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...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pPr>
                <a:lnSpc>
                  <a:spcPts val="1425"/>
                </a:lnSpc>
                <a:buNone/>
              </a:pPr>
              <a:br>
                <a:rPr lang="en-GB" sz="1000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61AB58D-AF1B-BE72-D0A3-98EB95880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5150" y="4995072"/>
              <a:ext cx="2901194" cy="1170047"/>
            </a:xfrm>
            <a:prstGeom prst="rect">
              <a:avLst/>
            </a:prstGeom>
          </p:spPr>
        </p:pic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65B2F1-4E61-374C-2F51-F70668BC6558}"/>
                </a:ext>
              </a:extLst>
            </p:cNvPr>
            <p:cNvSpPr/>
            <p:nvPr/>
          </p:nvSpPr>
          <p:spPr>
            <a:xfrm>
              <a:off x="8070165" y="4939306"/>
              <a:ext cx="973123" cy="1166132"/>
            </a:xfrm>
            <a:custGeom>
              <a:avLst/>
              <a:gdLst>
                <a:gd name="csX0" fmla="*/ 0 w 973123"/>
                <a:gd name="csY0" fmla="*/ 1166070 h 1166070"/>
                <a:gd name="csX1" fmla="*/ 478172 w 973123"/>
                <a:gd name="csY1" fmla="*/ 562062 h 1166070"/>
                <a:gd name="csX2" fmla="*/ 973123 w 973123"/>
                <a:gd name="csY2" fmla="*/ 0 h 1166070"/>
                <a:gd name="csX0" fmla="*/ 0 w 973123"/>
                <a:gd name="csY0" fmla="*/ 1166070 h 1166070"/>
                <a:gd name="csX1" fmla="*/ 478172 w 973123"/>
                <a:gd name="csY1" fmla="*/ 562062 h 1166070"/>
                <a:gd name="csX2" fmla="*/ 973123 w 973123"/>
                <a:gd name="csY2" fmla="*/ 0 h 1166070"/>
                <a:gd name="csX0" fmla="*/ 0 w 973123"/>
                <a:gd name="csY0" fmla="*/ 1166070 h 1166070"/>
                <a:gd name="csX1" fmla="*/ 478172 w 973123"/>
                <a:gd name="csY1" fmla="*/ 562062 h 1166070"/>
                <a:gd name="csX2" fmla="*/ 973123 w 973123"/>
                <a:gd name="csY2" fmla="*/ 0 h 1166070"/>
                <a:gd name="csX0" fmla="*/ 0 w 973123"/>
                <a:gd name="csY0" fmla="*/ 1166070 h 1166070"/>
                <a:gd name="csX1" fmla="*/ 973123 w 973123"/>
                <a:gd name="csY1" fmla="*/ 0 h 1166070"/>
                <a:gd name="csX0" fmla="*/ 0 w 973123"/>
                <a:gd name="csY0" fmla="*/ 1166070 h 1166070"/>
                <a:gd name="csX1" fmla="*/ 973123 w 973123"/>
                <a:gd name="csY1" fmla="*/ 0 h 1166070"/>
                <a:gd name="csX0" fmla="*/ 0 w 973123"/>
                <a:gd name="csY0" fmla="*/ 1166132 h 1166132"/>
                <a:gd name="csX1" fmla="*/ 973123 w 973123"/>
                <a:gd name="csY1" fmla="*/ 62 h 1166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73123" h="1166132">
                  <a:moveTo>
                    <a:pt x="0" y="1166132"/>
                  </a:moveTo>
                  <a:cubicBezTo>
                    <a:pt x="399875" y="1142363"/>
                    <a:pt x="409663" y="-9725"/>
                    <a:pt x="973123" y="62"/>
                  </a:cubicBezTo>
                </a:path>
              </a:pathLst>
            </a:custGeom>
            <a:noFill/>
            <a:ln w="635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397751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468131-2775-8ADD-8915-977D618E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180" y="2252429"/>
            <a:ext cx="9648729" cy="3929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EB8041-3E63-3D1D-C268-09112BFB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Vector Table</a:t>
            </a:r>
            <a:endParaRPr lang="LID4096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B9457A-FAC1-7581-056B-A62F7F0E82FC}"/>
              </a:ext>
            </a:extLst>
          </p:cNvPr>
          <p:cNvGrpSpPr/>
          <p:nvPr/>
        </p:nvGrpSpPr>
        <p:grpSpPr>
          <a:xfrm>
            <a:off x="9344025" y="2085858"/>
            <a:ext cx="2590799" cy="4262438"/>
            <a:chOff x="9039225" y="1952625"/>
            <a:chExt cx="2590799" cy="4262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1327E3-DF45-F693-9EE5-F5DB897A98D5}"/>
                </a:ext>
              </a:extLst>
            </p:cNvPr>
            <p:cNvSpPr/>
            <p:nvPr/>
          </p:nvSpPr>
          <p:spPr>
            <a:xfrm>
              <a:off x="9039225" y="1952625"/>
              <a:ext cx="2590799" cy="4262438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2C2178-2874-0C75-F8DC-2E3B0FB20765}"/>
                </a:ext>
              </a:extLst>
            </p:cNvPr>
            <p:cNvGrpSpPr/>
            <p:nvPr/>
          </p:nvGrpSpPr>
          <p:grpSpPr>
            <a:xfrm>
              <a:off x="9078355" y="1990492"/>
              <a:ext cx="2512537" cy="4130935"/>
              <a:chOff x="645407" y="1807285"/>
              <a:chExt cx="2512537" cy="4130935"/>
            </a:xfrm>
            <a:noFill/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A408803-4FDD-EF8F-65B1-AA642827B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407" y="4087229"/>
                <a:ext cx="2512537" cy="1850991"/>
              </a:xfrm>
              <a:prstGeom prst="rect">
                <a:avLst/>
              </a:prstGeom>
              <a:grpFill/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5331399-587B-ADA2-6A54-A02BE1036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407" y="1807285"/>
                <a:ext cx="2512537" cy="2065765"/>
              </a:xfrm>
              <a:prstGeom prst="rect">
                <a:avLst/>
              </a:prstGeom>
              <a:grpFill/>
            </p:spPr>
          </p:pic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99D16DC4-0DE4-A0E6-543A-64B467336C9D}"/>
                  </a:ext>
                </a:extLst>
              </p:cNvPr>
              <p:cNvSpPr/>
              <p:nvPr/>
            </p:nvSpPr>
            <p:spPr>
              <a:xfrm>
                <a:off x="671513" y="3890963"/>
                <a:ext cx="2486025" cy="128587"/>
              </a:xfrm>
              <a:custGeom>
                <a:avLst/>
                <a:gdLst>
                  <a:gd name="csX0" fmla="*/ 0 w 2486025"/>
                  <a:gd name="csY0" fmla="*/ 123825 h 128587"/>
                  <a:gd name="csX1" fmla="*/ 209550 w 2486025"/>
                  <a:gd name="csY1" fmla="*/ 42862 h 128587"/>
                  <a:gd name="csX2" fmla="*/ 200025 w 2486025"/>
                  <a:gd name="csY2" fmla="*/ 128587 h 128587"/>
                  <a:gd name="csX3" fmla="*/ 466725 w 2486025"/>
                  <a:gd name="csY3" fmla="*/ 47625 h 128587"/>
                  <a:gd name="csX4" fmla="*/ 461962 w 2486025"/>
                  <a:gd name="csY4" fmla="*/ 123825 h 128587"/>
                  <a:gd name="csX5" fmla="*/ 714375 w 2486025"/>
                  <a:gd name="csY5" fmla="*/ 33337 h 128587"/>
                  <a:gd name="csX6" fmla="*/ 723900 w 2486025"/>
                  <a:gd name="csY6" fmla="*/ 95250 h 128587"/>
                  <a:gd name="csX7" fmla="*/ 933450 w 2486025"/>
                  <a:gd name="csY7" fmla="*/ 19050 h 128587"/>
                  <a:gd name="csX8" fmla="*/ 933450 w 2486025"/>
                  <a:gd name="csY8" fmla="*/ 104775 h 128587"/>
                  <a:gd name="csX9" fmla="*/ 1200150 w 2486025"/>
                  <a:gd name="csY9" fmla="*/ 28575 h 128587"/>
                  <a:gd name="csX10" fmla="*/ 1204912 w 2486025"/>
                  <a:gd name="csY10" fmla="*/ 95250 h 128587"/>
                  <a:gd name="csX11" fmla="*/ 1533525 w 2486025"/>
                  <a:gd name="csY11" fmla="*/ 23812 h 128587"/>
                  <a:gd name="csX12" fmla="*/ 1547812 w 2486025"/>
                  <a:gd name="csY12" fmla="*/ 80962 h 128587"/>
                  <a:gd name="csX13" fmla="*/ 1824037 w 2486025"/>
                  <a:gd name="csY13" fmla="*/ 0 h 128587"/>
                  <a:gd name="csX14" fmla="*/ 1814512 w 2486025"/>
                  <a:gd name="csY14" fmla="*/ 61912 h 128587"/>
                  <a:gd name="csX15" fmla="*/ 2128837 w 2486025"/>
                  <a:gd name="csY15" fmla="*/ 14287 h 128587"/>
                  <a:gd name="csX16" fmla="*/ 2124075 w 2486025"/>
                  <a:gd name="csY16" fmla="*/ 95250 h 128587"/>
                  <a:gd name="csX17" fmla="*/ 2486025 w 2486025"/>
                  <a:gd name="csY17" fmla="*/ 28575 h 128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486025" h="128587">
                    <a:moveTo>
                      <a:pt x="0" y="123825"/>
                    </a:moveTo>
                    <a:lnTo>
                      <a:pt x="209550" y="42862"/>
                    </a:lnTo>
                    <a:lnTo>
                      <a:pt x="200025" y="128587"/>
                    </a:lnTo>
                    <a:lnTo>
                      <a:pt x="466725" y="47625"/>
                    </a:lnTo>
                    <a:lnTo>
                      <a:pt x="461962" y="123825"/>
                    </a:lnTo>
                    <a:lnTo>
                      <a:pt x="714375" y="33337"/>
                    </a:lnTo>
                    <a:lnTo>
                      <a:pt x="723900" y="95250"/>
                    </a:lnTo>
                    <a:lnTo>
                      <a:pt x="933450" y="19050"/>
                    </a:lnTo>
                    <a:lnTo>
                      <a:pt x="933450" y="104775"/>
                    </a:lnTo>
                    <a:lnTo>
                      <a:pt x="1200150" y="28575"/>
                    </a:lnTo>
                    <a:lnTo>
                      <a:pt x="1204912" y="95250"/>
                    </a:lnTo>
                    <a:lnTo>
                      <a:pt x="1533525" y="23812"/>
                    </a:lnTo>
                    <a:lnTo>
                      <a:pt x="1547812" y="80962"/>
                    </a:lnTo>
                    <a:lnTo>
                      <a:pt x="1824037" y="0"/>
                    </a:lnTo>
                    <a:lnTo>
                      <a:pt x="1814512" y="61912"/>
                    </a:lnTo>
                    <a:lnTo>
                      <a:pt x="2128837" y="14287"/>
                    </a:lnTo>
                    <a:lnTo>
                      <a:pt x="2124075" y="95250"/>
                    </a:lnTo>
                    <a:lnTo>
                      <a:pt x="2486025" y="28575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293E6F7-3868-AB1F-E4E3-54FCED3C325B}"/>
                  </a:ext>
                </a:extLst>
              </p:cNvPr>
              <p:cNvSpPr/>
              <p:nvPr/>
            </p:nvSpPr>
            <p:spPr>
              <a:xfrm>
                <a:off x="645407" y="3924802"/>
                <a:ext cx="2486025" cy="128587"/>
              </a:xfrm>
              <a:custGeom>
                <a:avLst/>
                <a:gdLst>
                  <a:gd name="csX0" fmla="*/ 0 w 2486025"/>
                  <a:gd name="csY0" fmla="*/ 123825 h 128587"/>
                  <a:gd name="csX1" fmla="*/ 209550 w 2486025"/>
                  <a:gd name="csY1" fmla="*/ 42862 h 128587"/>
                  <a:gd name="csX2" fmla="*/ 200025 w 2486025"/>
                  <a:gd name="csY2" fmla="*/ 128587 h 128587"/>
                  <a:gd name="csX3" fmla="*/ 466725 w 2486025"/>
                  <a:gd name="csY3" fmla="*/ 47625 h 128587"/>
                  <a:gd name="csX4" fmla="*/ 461962 w 2486025"/>
                  <a:gd name="csY4" fmla="*/ 123825 h 128587"/>
                  <a:gd name="csX5" fmla="*/ 714375 w 2486025"/>
                  <a:gd name="csY5" fmla="*/ 33337 h 128587"/>
                  <a:gd name="csX6" fmla="*/ 723900 w 2486025"/>
                  <a:gd name="csY6" fmla="*/ 95250 h 128587"/>
                  <a:gd name="csX7" fmla="*/ 933450 w 2486025"/>
                  <a:gd name="csY7" fmla="*/ 19050 h 128587"/>
                  <a:gd name="csX8" fmla="*/ 933450 w 2486025"/>
                  <a:gd name="csY8" fmla="*/ 104775 h 128587"/>
                  <a:gd name="csX9" fmla="*/ 1200150 w 2486025"/>
                  <a:gd name="csY9" fmla="*/ 28575 h 128587"/>
                  <a:gd name="csX10" fmla="*/ 1204912 w 2486025"/>
                  <a:gd name="csY10" fmla="*/ 95250 h 128587"/>
                  <a:gd name="csX11" fmla="*/ 1533525 w 2486025"/>
                  <a:gd name="csY11" fmla="*/ 23812 h 128587"/>
                  <a:gd name="csX12" fmla="*/ 1547812 w 2486025"/>
                  <a:gd name="csY12" fmla="*/ 80962 h 128587"/>
                  <a:gd name="csX13" fmla="*/ 1824037 w 2486025"/>
                  <a:gd name="csY13" fmla="*/ 0 h 128587"/>
                  <a:gd name="csX14" fmla="*/ 1814512 w 2486025"/>
                  <a:gd name="csY14" fmla="*/ 61912 h 128587"/>
                  <a:gd name="csX15" fmla="*/ 2128837 w 2486025"/>
                  <a:gd name="csY15" fmla="*/ 14287 h 128587"/>
                  <a:gd name="csX16" fmla="*/ 2124075 w 2486025"/>
                  <a:gd name="csY16" fmla="*/ 95250 h 128587"/>
                  <a:gd name="csX17" fmla="*/ 2486025 w 2486025"/>
                  <a:gd name="csY17" fmla="*/ 28575 h 128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486025" h="128587">
                    <a:moveTo>
                      <a:pt x="0" y="123825"/>
                    </a:moveTo>
                    <a:lnTo>
                      <a:pt x="209550" y="42862"/>
                    </a:lnTo>
                    <a:lnTo>
                      <a:pt x="200025" y="128587"/>
                    </a:lnTo>
                    <a:lnTo>
                      <a:pt x="466725" y="47625"/>
                    </a:lnTo>
                    <a:lnTo>
                      <a:pt x="461962" y="123825"/>
                    </a:lnTo>
                    <a:lnTo>
                      <a:pt x="714375" y="33337"/>
                    </a:lnTo>
                    <a:lnTo>
                      <a:pt x="723900" y="95250"/>
                    </a:lnTo>
                    <a:lnTo>
                      <a:pt x="933450" y="19050"/>
                    </a:lnTo>
                    <a:lnTo>
                      <a:pt x="933450" y="104775"/>
                    </a:lnTo>
                    <a:lnTo>
                      <a:pt x="1200150" y="28575"/>
                    </a:lnTo>
                    <a:lnTo>
                      <a:pt x="1204912" y="95250"/>
                    </a:lnTo>
                    <a:lnTo>
                      <a:pt x="1533525" y="23812"/>
                    </a:lnTo>
                    <a:lnTo>
                      <a:pt x="1547812" y="80962"/>
                    </a:lnTo>
                    <a:lnTo>
                      <a:pt x="1824037" y="0"/>
                    </a:lnTo>
                    <a:lnTo>
                      <a:pt x="1814512" y="61912"/>
                    </a:lnTo>
                    <a:lnTo>
                      <a:pt x="2128837" y="14287"/>
                    </a:lnTo>
                    <a:lnTo>
                      <a:pt x="2124075" y="95250"/>
                    </a:lnTo>
                    <a:lnTo>
                      <a:pt x="2486025" y="28575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E4D91E4-0FAD-764A-40EA-4FC2B34BC9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942" y="1908658"/>
            <a:ext cx="5487166" cy="124794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975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B64B-A15E-D16C-FE62-9EC49ED2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Exempel? 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18F7E-5350-3F1F-4FF9-D162C98D6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865" y="1890398"/>
            <a:ext cx="3896269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6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E085-772C-2D65-70F4-F32411F5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Avbryta interrupthanteraren </a:t>
            </a:r>
            <a:r>
              <a:rPr lang="sv-SE" sz="2800"/>
              <a:t>(nästlade avbrott)</a:t>
            </a:r>
            <a:r>
              <a:rPr lang="sv-SE"/>
              <a:t>? </a:t>
            </a:r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31D2D7-0DD7-3821-66A5-424A38801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7550" cy="4351338"/>
          </a:xfrm>
        </p:spPr>
        <p:txBody>
          <a:bodyPr/>
          <a:lstStyle/>
          <a:p>
            <a:r>
              <a:rPr lang="sv-SE"/>
              <a:t>Kan ett avbrott (t.ex. systick) avbryta sig självt? </a:t>
            </a:r>
          </a:p>
          <a:p>
            <a:pPr lvl="1"/>
            <a:r>
              <a:rPr lang="sv-SE" sz="2000"/>
              <a:t>Nope. När processorn börjar ta hand om ett avbrott med IRQ </a:t>
            </a:r>
            <a:r>
              <a:rPr lang="sv-SE" sz="2000" i="1"/>
              <a:t>x</a:t>
            </a:r>
            <a:r>
              <a:rPr lang="sv-SE" sz="2000"/>
              <a:t> så sätter den bit </a:t>
            </a:r>
            <a:r>
              <a:rPr lang="sv-SE" sz="2000" i="1"/>
              <a:t>x</a:t>
            </a:r>
            <a:r>
              <a:rPr lang="sv-SE" sz="2000"/>
              <a:t> i </a:t>
            </a:r>
            <a:r>
              <a:rPr lang="sv-SE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IACTR</a:t>
            </a:r>
          </a:p>
          <a:p>
            <a:pPr lvl="1"/>
            <a:r>
              <a:rPr lang="sv-SE" sz="2000"/>
              <a:t>Om</a:t>
            </a:r>
            <a:r>
              <a:rPr lang="sv-SE" sz="2000" b="1"/>
              <a:t> </a:t>
            </a:r>
            <a:r>
              <a:rPr lang="sv-SE" sz="2000"/>
              <a:t>det kommer ett avbrott till med IRQ x och processorn ser att det aktivt hanteras just nu så sätts istället en bit i </a:t>
            </a:r>
            <a:r>
              <a:rPr lang="sv-SE" sz="2000" b="1">
                <a:solidFill>
                  <a:schemeClr val="accent6">
                    <a:lumMod val="75000"/>
                  </a:schemeClr>
                </a:solidFill>
              </a:rPr>
              <a:t>IPR</a:t>
            </a:r>
          </a:p>
          <a:p>
            <a:pPr lvl="1"/>
            <a:r>
              <a:rPr lang="sv-SE" sz="2000"/>
              <a:t>När interupthanteraren returnerar så clearas IACTR, men om IPR är satt sätts den omeddelbart igen och nästa interrupt hanteras direkt.</a:t>
            </a:r>
          </a:p>
          <a:p>
            <a:pPr lvl="2"/>
            <a:r>
              <a:rPr lang="sv-SE" sz="1400"/>
              <a:t> Om systick interrupts händer för ofta kan huvudprogrammet </a:t>
            </a:r>
            <a:r>
              <a:rPr lang="sv-SE" sz="1400" i="1"/>
              <a:t>svältas</a:t>
            </a:r>
            <a:r>
              <a:rPr lang="sv-SE" sz="1400"/>
              <a:t>. </a:t>
            </a:r>
          </a:p>
          <a:p>
            <a:pPr lvl="2"/>
            <a:r>
              <a:rPr lang="sv-SE" sz="1400"/>
              <a:t>(Om det kommer ett nytt interrupt medans pending biten är satt så ignoreras det)</a:t>
            </a:r>
            <a:endParaRPr lang="LID4096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06EEE-1976-33F5-B60D-EBE40EC3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76" y="1690688"/>
            <a:ext cx="4055424" cy="5167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C431B5-1ADC-4721-58EB-E9274CE83139}"/>
              </a:ext>
            </a:extLst>
          </p:cNvPr>
          <p:cNvSpPr/>
          <p:nvPr/>
        </p:nvSpPr>
        <p:spPr>
          <a:xfrm>
            <a:off x="8198119" y="5938838"/>
            <a:ext cx="3927206" cy="338545"/>
          </a:xfrm>
          <a:prstGeom prst="rect">
            <a:avLst/>
          </a:prstGeom>
          <a:solidFill>
            <a:schemeClr val="tx2">
              <a:lumMod val="75000"/>
              <a:lumOff val="25000"/>
              <a:alpha val="33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E85D5-48BF-DB0B-E874-90C61680D93C}"/>
              </a:ext>
            </a:extLst>
          </p:cNvPr>
          <p:cNvSpPr/>
          <p:nvPr/>
        </p:nvSpPr>
        <p:spPr>
          <a:xfrm>
            <a:off x="8198119" y="2457451"/>
            <a:ext cx="3927206" cy="338545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99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D1F6-09A1-D6FD-9369-226C9A75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70A3-4222-4946-9BF4-31C61D57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Avbryta interrupthanteraren </a:t>
            </a:r>
            <a:r>
              <a:rPr lang="sv-SE" sz="2800"/>
              <a:t>(nästlade avbrott)</a:t>
            </a:r>
            <a:r>
              <a:rPr lang="sv-SE"/>
              <a:t>? </a:t>
            </a:r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81E5B8-E3A6-F2CA-42E0-981F2AC12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7550" cy="4351338"/>
          </a:xfrm>
        </p:spPr>
        <p:txBody>
          <a:bodyPr/>
          <a:lstStyle/>
          <a:p>
            <a:r>
              <a:rPr lang="sv-SE"/>
              <a:t>Kan ett </a:t>
            </a:r>
            <a:r>
              <a:rPr lang="sv-SE" b="1"/>
              <a:t>Fault</a:t>
            </a:r>
            <a:r>
              <a:rPr lang="sv-SE"/>
              <a:t> (t.ex. unaligned memory access) avbryta ett interrupt? </a:t>
            </a:r>
          </a:p>
          <a:p>
            <a:pPr lvl="1"/>
            <a:r>
              <a:rPr lang="sv-SE"/>
              <a:t>Yep. Alltid. På så vis kan processorn skyddas mot felaktiga interrupthanterare. </a:t>
            </a:r>
          </a:p>
          <a:p>
            <a:pPr lvl="1"/>
            <a:r>
              <a:rPr lang="sv-SE" sz="2000"/>
              <a:t>(mcause, mepc, etc sparas på en hårdvarustack)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7857B-39F9-A5B8-B520-B8088FB2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76" y="1690688"/>
            <a:ext cx="4055424" cy="51673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099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9E38-39F6-EE93-3F78-FDA822DE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4DB9-5CEF-AB60-FC4C-F969F679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Avbryta interrupthanteraren </a:t>
            </a:r>
            <a:r>
              <a:rPr lang="sv-SE" sz="2800"/>
              <a:t>(nästlade avbrott)</a:t>
            </a:r>
            <a:r>
              <a:rPr lang="sv-SE"/>
              <a:t>? </a:t>
            </a:r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09B220-B728-CC8E-E36F-F5FB6F5A1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7550" cy="4351338"/>
          </a:xfrm>
        </p:spPr>
        <p:txBody>
          <a:bodyPr/>
          <a:lstStyle/>
          <a:p>
            <a:r>
              <a:rPr lang="sv-SE"/>
              <a:t>Kan t.ex. Timer6 avbryta en Systick interrupthanterare? </a:t>
            </a:r>
          </a:p>
          <a:p>
            <a:pPr lvl="1"/>
            <a:r>
              <a:rPr lang="sv-SE"/>
              <a:t>Ja, </a:t>
            </a:r>
            <a:r>
              <a:rPr lang="sv-SE" i="1"/>
              <a:t>om</a:t>
            </a:r>
            <a:r>
              <a:rPr lang="sv-SE"/>
              <a:t> Timer6 har givits högre prioritet än systick i </a:t>
            </a:r>
            <a:r>
              <a:rPr lang="sv-SE" b="1">
                <a:solidFill>
                  <a:schemeClr val="accent2">
                    <a:lumMod val="75000"/>
                  </a:schemeClr>
                </a:solidFill>
              </a:rPr>
              <a:t>IPRIOR </a:t>
            </a:r>
            <a:r>
              <a:rPr lang="sv-SE"/>
              <a:t>registrena.</a:t>
            </a:r>
          </a:p>
          <a:p>
            <a:pPr lvl="1"/>
            <a:r>
              <a:rPr lang="sv-SE"/>
              <a:t>Timer6’s interrupthanterare kör då klart och sedan återupptas Systickhanteraren där den avbröts.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585E6-06C4-501A-9E68-68AE76D38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576" y="1690688"/>
            <a:ext cx="4055424" cy="5167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9481A3-902A-D36C-79FE-B1F6DABFC055}"/>
              </a:ext>
            </a:extLst>
          </p:cNvPr>
          <p:cNvSpPr/>
          <p:nvPr/>
        </p:nvSpPr>
        <p:spPr>
          <a:xfrm>
            <a:off x="8200685" y="6281738"/>
            <a:ext cx="3927206" cy="338545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19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5FEB-F6C9-3C42-41B9-217B8C84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Avbrott</a:t>
            </a:r>
            <a:r>
              <a:rPr lang="en-US" dirty="0"/>
              <a:t> </a:t>
            </a:r>
            <a:r>
              <a:rPr lang="en-US" dirty="0" err="1"/>
              <a:t>fr</a:t>
            </a:r>
            <a:r>
              <a:rPr lang="sv-SE" dirty="0"/>
              <a:t>ån </a:t>
            </a:r>
            <a:r>
              <a:rPr lang="en-US" dirty="0"/>
              <a:t>GPIO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22914-E309-8A40-D6B2-4FEC921D9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555634" y="2891395"/>
            <a:ext cx="2583575" cy="249318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8BA6D9-A152-49D3-961B-24A23812B168}"/>
              </a:ext>
            </a:extLst>
          </p:cNvPr>
          <p:cNvSpPr txBox="1"/>
          <p:nvPr/>
        </p:nvSpPr>
        <p:spPr>
          <a:xfrm>
            <a:off x="8021313" y="3292677"/>
            <a:ext cx="1005108" cy="845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600"/>
              <a:t>CPU</a:t>
            </a:r>
          </a:p>
          <a:p>
            <a:pPr algn="ctr"/>
            <a:r>
              <a:rPr lang="en-US" sz="500"/>
              <a:t>Qingke V4</a:t>
            </a:r>
            <a:endParaRPr lang="LID4096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5DD31-4BF1-4FD2-6E67-7D6F9FEC23A9}"/>
              </a:ext>
            </a:extLst>
          </p:cNvPr>
          <p:cNvSpPr txBox="1"/>
          <p:nvPr/>
        </p:nvSpPr>
        <p:spPr>
          <a:xfrm>
            <a:off x="9028230" y="4651215"/>
            <a:ext cx="673132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EXTI</a:t>
            </a:r>
            <a:br>
              <a:rPr lang="en-US" sz="1000" dirty="0"/>
            </a:br>
            <a:r>
              <a:rPr lang="en-US" sz="500" dirty="0"/>
              <a:t>(GPIO Interrupts)</a:t>
            </a:r>
            <a:endParaRPr lang="LID4096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82D34-646B-2B5B-6E36-B5386043DDA8}"/>
              </a:ext>
            </a:extLst>
          </p:cNvPr>
          <p:cNvSpPr txBox="1"/>
          <p:nvPr/>
        </p:nvSpPr>
        <p:spPr>
          <a:xfrm>
            <a:off x="8481137" y="3840700"/>
            <a:ext cx="48796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PFIC</a:t>
            </a:r>
            <a:endParaRPr lang="LID4096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26098-402D-9CAC-5F56-724270A1D574}"/>
              </a:ext>
            </a:extLst>
          </p:cNvPr>
          <p:cNvSpPr txBox="1"/>
          <p:nvPr/>
        </p:nvSpPr>
        <p:spPr>
          <a:xfrm rot="16200000">
            <a:off x="7945581" y="3774719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SysTick</a:t>
            </a:r>
            <a:endParaRPr lang="LID4096" sz="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D6D5A-9344-113C-CD06-0A1FBA88D0DA}"/>
              </a:ext>
            </a:extLst>
          </p:cNvPr>
          <p:cNvSpPr txBox="1"/>
          <p:nvPr/>
        </p:nvSpPr>
        <p:spPr>
          <a:xfrm rot="16200000">
            <a:off x="9367176" y="4184410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USB</a:t>
            </a:r>
            <a:endParaRPr lang="LID4096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865E4-6419-844E-ABAA-70C0599757F8}"/>
              </a:ext>
            </a:extLst>
          </p:cNvPr>
          <p:cNvSpPr txBox="1"/>
          <p:nvPr/>
        </p:nvSpPr>
        <p:spPr>
          <a:xfrm rot="16200000">
            <a:off x="9367176" y="3571921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ETH</a:t>
            </a:r>
            <a:endParaRPr lang="LID4096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C7C4F-19AA-BDDF-BEC6-376CC83430D6}"/>
              </a:ext>
            </a:extLst>
          </p:cNvPr>
          <p:cNvSpPr txBox="1"/>
          <p:nvPr/>
        </p:nvSpPr>
        <p:spPr>
          <a:xfrm>
            <a:off x="8021313" y="4311380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TIMER6</a:t>
            </a:r>
            <a:endParaRPr lang="LID4096" sz="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0F2BE-1FFD-14E2-A170-E69197D354DE}"/>
              </a:ext>
            </a:extLst>
          </p:cNvPr>
          <p:cNvSpPr txBox="1"/>
          <p:nvPr/>
        </p:nvSpPr>
        <p:spPr>
          <a:xfrm>
            <a:off x="8021313" y="4558882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TIMER7</a:t>
            </a:r>
            <a:endParaRPr lang="LID4096" sz="6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F53CF1B-5AB3-32E1-42A9-8B47D905CB30}"/>
              </a:ext>
            </a:extLst>
          </p:cNvPr>
          <p:cNvCxnSpPr>
            <a:stCxn id="11" idx="3"/>
          </p:cNvCxnSpPr>
          <p:nvPr/>
        </p:nvCxnSpPr>
        <p:spPr>
          <a:xfrm flipV="1">
            <a:off x="8461051" y="4058501"/>
            <a:ext cx="108258" cy="345212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81D6205-BD48-94E6-D6E0-3576392A2FE2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8461051" y="4058501"/>
            <a:ext cx="179696" cy="592714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CE8391D-0EA7-8BB8-A2CC-AE090585B3ED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8716948" y="4060884"/>
            <a:ext cx="311283" cy="751915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7B71868-AB4F-E53F-17C1-044C6882279A}"/>
              </a:ext>
            </a:extLst>
          </p:cNvPr>
          <p:cNvCxnSpPr>
            <a:cxnSpLocks/>
            <a:stCxn id="9" idx="0"/>
          </p:cNvCxnSpPr>
          <p:nvPr/>
        </p:nvCxnSpPr>
        <p:spPr>
          <a:xfrm rot="10800000">
            <a:off x="8969359" y="4027545"/>
            <a:ext cx="485782" cy="279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2E9D538-FC12-3689-B98F-4D9564644E58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rot="10800000" flipV="1">
            <a:off x="8969097" y="3695031"/>
            <a:ext cx="486044" cy="26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D36CA67-E90A-63ED-2623-FC9C16401382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8257783" y="3867052"/>
            <a:ext cx="223354" cy="967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55723CA-D5E5-9927-FB1F-74AF55439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00" y="2832242"/>
            <a:ext cx="5236475" cy="263347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703E412-C492-B916-111D-FD3C6948B022}"/>
              </a:ext>
            </a:extLst>
          </p:cNvPr>
          <p:cNvSpPr/>
          <p:nvPr/>
        </p:nvSpPr>
        <p:spPr>
          <a:xfrm>
            <a:off x="4921706" y="3878158"/>
            <a:ext cx="802567" cy="82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9E75EC-77C0-5CB1-3733-24DE44B78301}"/>
              </a:ext>
            </a:extLst>
          </p:cNvPr>
          <p:cNvCxnSpPr/>
          <p:nvPr/>
        </p:nvCxnSpPr>
        <p:spPr>
          <a:xfrm flipV="1">
            <a:off x="4921706" y="2891395"/>
            <a:ext cx="2690572" cy="986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E9B5E5-4194-141C-3E65-18FE51270A9A}"/>
              </a:ext>
            </a:extLst>
          </p:cNvPr>
          <p:cNvCxnSpPr>
            <a:cxnSpLocks/>
          </p:cNvCxnSpPr>
          <p:nvPr/>
        </p:nvCxnSpPr>
        <p:spPr>
          <a:xfrm>
            <a:off x="4921706" y="4707038"/>
            <a:ext cx="2690572" cy="677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B94C6562-F017-4E80-0B08-9D8E6A943933}"/>
              </a:ext>
            </a:extLst>
          </p:cNvPr>
          <p:cNvSpPr/>
          <p:nvPr/>
        </p:nvSpPr>
        <p:spPr>
          <a:xfrm rot="5400000">
            <a:off x="2724515" y="5200420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1FCDA-825B-9697-0EF5-38C3EA72013C}"/>
              </a:ext>
            </a:extLst>
          </p:cNvPr>
          <p:cNvSpPr txBox="1"/>
          <p:nvPr/>
        </p:nvSpPr>
        <p:spPr>
          <a:xfrm>
            <a:off x="2375859" y="5588546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Upper Byte</a:t>
            </a:r>
            <a:endParaRPr lang="LID4096" sz="1000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1A11F2D-E3DB-602A-229F-A8BF812ACFB2}"/>
              </a:ext>
            </a:extLst>
          </p:cNvPr>
          <p:cNvSpPr/>
          <p:nvPr/>
        </p:nvSpPr>
        <p:spPr>
          <a:xfrm rot="5400000">
            <a:off x="3811050" y="5200420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C94806-3C63-DF0F-03D2-CD5062F4F70A}"/>
              </a:ext>
            </a:extLst>
          </p:cNvPr>
          <p:cNvSpPr txBox="1"/>
          <p:nvPr/>
        </p:nvSpPr>
        <p:spPr>
          <a:xfrm>
            <a:off x="3462394" y="5588546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Lower Byte</a:t>
            </a:r>
            <a:endParaRPr lang="LID4096" sz="1000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4FEB0B31-D627-211D-6E3B-274D99FE1EF7}"/>
              </a:ext>
            </a:extLst>
          </p:cNvPr>
          <p:cNvSpPr/>
          <p:nvPr/>
        </p:nvSpPr>
        <p:spPr>
          <a:xfrm rot="5400000">
            <a:off x="3271125" y="4890764"/>
            <a:ext cx="78941" cy="18880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75337-1556-5BCB-117B-4F3A30AFA8EB}"/>
              </a:ext>
            </a:extLst>
          </p:cNvPr>
          <p:cNvSpPr txBox="1"/>
          <p:nvPr/>
        </p:nvSpPr>
        <p:spPr>
          <a:xfrm>
            <a:off x="2773564" y="5874237"/>
            <a:ext cx="1119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GPIO Port E</a:t>
            </a:r>
            <a:endParaRPr lang="LID4096" sz="1400" b="1" dirty="0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50E7DCDC-CD33-B1BC-30D5-E558C15AB3EC}"/>
              </a:ext>
            </a:extLst>
          </p:cNvPr>
          <p:cNvSpPr/>
          <p:nvPr/>
        </p:nvSpPr>
        <p:spPr>
          <a:xfrm rot="16200000">
            <a:off x="4871879" y="1378883"/>
            <a:ext cx="147597" cy="26801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65C449-A421-726A-5BB1-75EE89114636}"/>
              </a:ext>
            </a:extLst>
          </p:cNvPr>
          <p:cNvSpPr txBox="1"/>
          <p:nvPr/>
        </p:nvSpPr>
        <p:spPr>
          <a:xfrm>
            <a:off x="3961701" y="2337397"/>
            <a:ext cx="1904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GPIO </a:t>
            </a:r>
            <a:r>
              <a:rPr lang="en-US" sz="1400" b="1" dirty="0"/>
              <a:t>Pins (</a:t>
            </a:r>
            <a:r>
              <a:rPr lang="en-US" sz="1400" b="1"/>
              <a:t>Ports A-C)</a:t>
            </a:r>
            <a:endParaRPr lang="LID4096" sz="1400" b="1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7C084F9-C79A-2AA4-EEE3-11D7839AF841}"/>
              </a:ext>
            </a:extLst>
          </p:cNvPr>
          <p:cNvSpPr/>
          <p:nvPr/>
        </p:nvSpPr>
        <p:spPr>
          <a:xfrm>
            <a:off x="3709204" y="4539758"/>
            <a:ext cx="1268464" cy="561299"/>
          </a:xfrm>
          <a:custGeom>
            <a:avLst/>
            <a:gdLst>
              <a:gd name="connsiteX0" fmla="*/ 2317750 w 2317750"/>
              <a:gd name="connsiteY0" fmla="*/ 0 h 723900"/>
              <a:gd name="connsiteX1" fmla="*/ 1022350 w 2317750"/>
              <a:gd name="connsiteY1" fmla="*/ 15875 h 723900"/>
              <a:gd name="connsiteX2" fmla="*/ 549275 w 2317750"/>
              <a:gd name="connsiteY2" fmla="*/ 482600 h 723900"/>
              <a:gd name="connsiteX3" fmla="*/ 228600 w 2317750"/>
              <a:gd name="connsiteY3" fmla="*/ 482600 h 723900"/>
              <a:gd name="connsiteX4" fmla="*/ 0 w 2317750"/>
              <a:gd name="connsiteY4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750" h="723900">
                <a:moveTo>
                  <a:pt x="2317750" y="0"/>
                </a:moveTo>
                <a:lnTo>
                  <a:pt x="1022350" y="15875"/>
                </a:lnTo>
                <a:lnTo>
                  <a:pt x="549275" y="482600"/>
                </a:lnTo>
                <a:lnTo>
                  <a:pt x="228600" y="482600"/>
                </a:lnTo>
                <a:lnTo>
                  <a:pt x="0" y="723900"/>
                </a:lnTo>
              </a:path>
            </a:pathLst>
          </a:custGeom>
          <a:noFill/>
          <a:ln w="25400">
            <a:solidFill>
              <a:srgbClr val="92D050"/>
            </a:solidFill>
            <a:prstDash val="sysDot"/>
            <a:head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29A43E5-7AC8-AFE4-7829-F6FA913D0441}"/>
              </a:ext>
            </a:extLst>
          </p:cNvPr>
          <p:cNvCxnSpPr>
            <a:cxnSpLocks/>
          </p:cNvCxnSpPr>
          <p:nvPr/>
        </p:nvCxnSpPr>
        <p:spPr>
          <a:xfrm>
            <a:off x="7921269" y="4888509"/>
            <a:ext cx="1105152" cy="0"/>
          </a:xfrm>
          <a:prstGeom prst="straightConnector1">
            <a:avLst/>
          </a:prstGeom>
          <a:ln w="25400">
            <a:solidFill>
              <a:srgbClr val="92D050"/>
            </a:solidFill>
            <a:prstDash val="sysDash"/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002FB85-D916-C234-9292-0D6BF1615C2A}"/>
              </a:ext>
            </a:extLst>
          </p:cNvPr>
          <p:cNvCxnSpPr>
            <a:cxnSpLocks/>
          </p:cNvCxnSpPr>
          <p:nvPr/>
        </p:nvCxnSpPr>
        <p:spPr>
          <a:xfrm rot="10800000">
            <a:off x="8719211" y="4060822"/>
            <a:ext cx="311283" cy="751915"/>
          </a:xfrm>
          <a:prstGeom prst="bentConnector2">
            <a:avLst/>
          </a:prstGeom>
          <a:ln w="25400">
            <a:solidFill>
              <a:srgbClr val="92D050"/>
            </a:solidFill>
            <a:prstDash val="sysDot"/>
            <a:tailEnd type="triangle" w="med" len="sm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79292FD-6261-89AB-8BBA-4F56E8138606}"/>
              </a:ext>
            </a:extLst>
          </p:cNvPr>
          <p:cNvGrpSpPr/>
          <p:nvPr/>
        </p:nvGrpSpPr>
        <p:grpSpPr>
          <a:xfrm>
            <a:off x="3501989" y="5101057"/>
            <a:ext cx="2044024" cy="1599086"/>
            <a:chOff x="3166980" y="1392353"/>
            <a:chExt cx="5678825" cy="444267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0C71DC-928B-6E51-F9F7-8BFB7995DAD2}"/>
                </a:ext>
              </a:extLst>
            </p:cNvPr>
            <p:cNvSpPr/>
            <p:nvPr/>
          </p:nvSpPr>
          <p:spPr>
            <a:xfrm flipH="1">
              <a:off x="8228595" y="5020754"/>
              <a:ext cx="617210" cy="410586"/>
            </a:xfrm>
            <a:custGeom>
              <a:avLst/>
              <a:gdLst>
                <a:gd name="connsiteX0" fmla="*/ 0 w 321468"/>
                <a:gd name="connsiteY0" fmla="*/ 200025 h 200025"/>
                <a:gd name="connsiteX1" fmla="*/ 0 w 321468"/>
                <a:gd name="connsiteY1" fmla="*/ 0 h 200025"/>
                <a:gd name="connsiteX2" fmla="*/ 321468 w 321468"/>
                <a:gd name="connsiteY2" fmla="*/ 0 h 200025"/>
                <a:gd name="connsiteX3" fmla="*/ 321468 w 321468"/>
                <a:gd name="connsiteY3" fmla="*/ 61913 h 200025"/>
                <a:gd name="connsiteX4" fmla="*/ 71437 w 321468"/>
                <a:gd name="connsiteY4" fmla="*/ 61913 h 200025"/>
                <a:gd name="connsiteX5" fmla="*/ 71437 w 321468"/>
                <a:gd name="connsiteY5" fmla="*/ 192882 h 200025"/>
                <a:gd name="connsiteX6" fmla="*/ 0 w 321468"/>
                <a:gd name="connsiteY6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468" h="200025">
                  <a:moveTo>
                    <a:pt x="0" y="200025"/>
                  </a:moveTo>
                  <a:lnTo>
                    <a:pt x="0" y="0"/>
                  </a:lnTo>
                  <a:lnTo>
                    <a:pt x="321468" y="0"/>
                  </a:lnTo>
                  <a:lnTo>
                    <a:pt x="321468" y="61913"/>
                  </a:lnTo>
                  <a:lnTo>
                    <a:pt x="71437" y="61913"/>
                  </a:lnTo>
                  <a:lnTo>
                    <a:pt x="71437" y="192882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2211029-75E7-DB39-797E-DBE44C99B802}"/>
                </a:ext>
              </a:extLst>
            </p:cNvPr>
            <p:cNvSpPr/>
            <p:nvPr/>
          </p:nvSpPr>
          <p:spPr>
            <a:xfrm>
              <a:off x="7282167" y="5023187"/>
              <a:ext cx="659869" cy="410586"/>
            </a:xfrm>
            <a:custGeom>
              <a:avLst/>
              <a:gdLst>
                <a:gd name="connsiteX0" fmla="*/ 0 w 321468"/>
                <a:gd name="connsiteY0" fmla="*/ 200025 h 200025"/>
                <a:gd name="connsiteX1" fmla="*/ 0 w 321468"/>
                <a:gd name="connsiteY1" fmla="*/ 0 h 200025"/>
                <a:gd name="connsiteX2" fmla="*/ 321468 w 321468"/>
                <a:gd name="connsiteY2" fmla="*/ 0 h 200025"/>
                <a:gd name="connsiteX3" fmla="*/ 321468 w 321468"/>
                <a:gd name="connsiteY3" fmla="*/ 61913 h 200025"/>
                <a:gd name="connsiteX4" fmla="*/ 71437 w 321468"/>
                <a:gd name="connsiteY4" fmla="*/ 61913 h 200025"/>
                <a:gd name="connsiteX5" fmla="*/ 71437 w 321468"/>
                <a:gd name="connsiteY5" fmla="*/ 192882 h 200025"/>
                <a:gd name="connsiteX6" fmla="*/ 0 w 321468"/>
                <a:gd name="connsiteY6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468" h="200025">
                  <a:moveTo>
                    <a:pt x="0" y="200025"/>
                  </a:moveTo>
                  <a:lnTo>
                    <a:pt x="0" y="0"/>
                  </a:lnTo>
                  <a:lnTo>
                    <a:pt x="321468" y="0"/>
                  </a:lnTo>
                  <a:lnTo>
                    <a:pt x="321468" y="61913"/>
                  </a:lnTo>
                  <a:lnTo>
                    <a:pt x="71437" y="61913"/>
                  </a:lnTo>
                  <a:lnTo>
                    <a:pt x="71437" y="192882"/>
                  </a:lnTo>
                  <a:lnTo>
                    <a:pt x="0" y="200025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779AF19-C7F7-BB2A-3742-674509AE3DA7}"/>
                </a:ext>
              </a:extLst>
            </p:cNvPr>
            <p:cNvSpPr/>
            <p:nvPr/>
          </p:nvSpPr>
          <p:spPr>
            <a:xfrm>
              <a:off x="8038392" y="4540257"/>
              <a:ext cx="93846" cy="565768"/>
            </a:xfrm>
            <a:prstGeom prst="rect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381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8A551F5-22D7-0E95-D4E9-88D115AD7404}"/>
                </a:ext>
              </a:extLst>
            </p:cNvPr>
            <p:cNvSpPr/>
            <p:nvPr/>
          </p:nvSpPr>
          <p:spPr>
            <a:xfrm>
              <a:off x="7710872" y="3655879"/>
              <a:ext cx="748889" cy="8910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BBF6CBF-FCAA-95BC-F37D-A2799679701D}"/>
                </a:ext>
              </a:extLst>
            </p:cNvPr>
            <p:cNvGrpSpPr/>
            <p:nvPr/>
          </p:nvGrpSpPr>
          <p:grpSpPr>
            <a:xfrm>
              <a:off x="7762047" y="4546963"/>
              <a:ext cx="631874" cy="503488"/>
              <a:chOff x="5198211" y="3413816"/>
              <a:chExt cx="307830" cy="260468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3343F6E-A38E-C338-E106-6E3693135586}"/>
                  </a:ext>
                </a:extLst>
              </p:cNvPr>
              <p:cNvSpPr/>
              <p:nvPr/>
            </p:nvSpPr>
            <p:spPr>
              <a:xfrm>
                <a:off x="5198211" y="3413816"/>
                <a:ext cx="300686" cy="117593"/>
              </a:xfrm>
              <a:custGeom>
                <a:avLst/>
                <a:gdLst>
                  <a:gd name="connsiteX0" fmla="*/ 157594 w 310623"/>
                  <a:gd name="connsiteY0" fmla="*/ 3666 h 63205"/>
                  <a:gd name="connsiteX1" fmla="*/ 76632 w 310623"/>
                  <a:gd name="connsiteY1" fmla="*/ 3666 h 63205"/>
                  <a:gd name="connsiteX2" fmla="*/ 2813 w 310623"/>
                  <a:gd name="connsiteY2" fmla="*/ 41766 h 63205"/>
                  <a:gd name="connsiteX3" fmla="*/ 179026 w 310623"/>
                  <a:gd name="connsiteY3" fmla="*/ 63197 h 63205"/>
                  <a:gd name="connsiteX4" fmla="*/ 309994 w 310623"/>
                  <a:gd name="connsiteY4" fmla="*/ 44147 h 63205"/>
                  <a:gd name="connsiteX5" fmla="*/ 219507 w 310623"/>
                  <a:gd name="connsiteY5" fmla="*/ 25097 h 63205"/>
                  <a:gd name="connsiteX0" fmla="*/ 159989 w 310637"/>
                  <a:gd name="connsiteY0" fmla="*/ 666 h 74492"/>
                  <a:gd name="connsiteX1" fmla="*/ 76646 w 310637"/>
                  <a:gd name="connsiteY1" fmla="*/ 14953 h 74492"/>
                  <a:gd name="connsiteX2" fmla="*/ 2827 w 310637"/>
                  <a:gd name="connsiteY2" fmla="*/ 53053 h 74492"/>
                  <a:gd name="connsiteX3" fmla="*/ 179040 w 310637"/>
                  <a:gd name="connsiteY3" fmla="*/ 74484 h 74492"/>
                  <a:gd name="connsiteX4" fmla="*/ 310008 w 310637"/>
                  <a:gd name="connsiteY4" fmla="*/ 55434 h 74492"/>
                  <a:gd name="connsiteX5" fmla="*/ 219521 w 310637"/>
                  <a:gd name="connsiteY5" fmla="*/ 36384 h 74492"/>
                  <a:gd name="connsiteX0" fmla="*/ 159989 w 310297"/>
                  <a:gd name="connsiteY0" fmla="*/ 666 h 74492"/>
                  <a:gd name="connsiteX1" fmla="*/ 76646 w 310297"/>
                  <a:gd name="connsiteY1" fmla="*/ 14953 h 74492"/>
                  <a:gd name="connsiteX2" fmla="*/ 2827 w 310297"/>
                  <a:gd name="connsiteY2" fmla="*/ 53053 h 74492"/>
                  <a:gd name="connsiteX3" fmla="*/ 179040 w 310297"/>
                  <a:gd name="connsiteY3" fmla="*/ 74484 h 74492"/>
                  <a:gd name="connsiteX4" fmla="*/ 310008 w 310297"/>
                  <a:gd name="connsiteY4" fmla="*/ 55434 h 74492"/>
                  <a:gd name="connsiteX5" fmla="*/ 155228 w 310297"/>
                  <a:gd name="connsiteY5" fmla="*/ 31621 h 74492"/>
                  <a:gd name="connsiteX0" fmla="*/ 159989 w 310598"/>
                  <a:gd name="connsiteY0" fmla="*/ 666 h 74492"/>
                  <a:gd name="connsiteX1" fmla="*/ 76646 w 310598"/>
                  <a:gd name="connsiteY1" fmla="*/ 14953 h 74492"/>
                  <a:gd name="connsiteX2" fmla="*/ 2827 w 310598"/>
                  <a:gd name="connsiteY2" fmla="*/ 53053 h 74492"/>
                  <a:gd name="connsiteX3" fmla="*/ 179040 w 310598"/>
                  <a:gd name="connsiteY3" fmla="*/ 74484 h 74492"/>
                  <a:gd name="connsiteX4" fmla="*/ 310008 w 310598"/>
                  <a:gd name="connsiteY4" fmla="*/ 55434 h 74492"/>
                  <a:gd name="connsiteX5" fmla="*/ 155228 w 310598"/>
                  <a:gd name="connsiteY5" fmla="*/ 31621 h 74492"/>
                  <a:gd name="connsiteX0" fmla="*/ 162970 w 313579"/>
                  <a:gd name="connsiteY0" fmla="*/ 830 h 74656"/>
                  <a:gd name="connsiteX1" fmla="*/ 53433 w 313579"/>
                  <a:gd name="connsiteY1" fmla="*/ 12736 h 74656"/>
                  <a:gd name="connsiteX2" fmla="*/ 5808 w 313579"/>
                  <a:gd name="connsiteY2" fmla="*/ 53217 h 74656"/>
                  <a:gd name="connsiteX3" fmla="*/ 182021 w 313579"/>
                  <a:gd name="connsiteY3" fmla="*/ 74648 h 74656"/>
                  <a:gd name="connsiteX4" fmla="*/ 312989 w 313579"/>
                  <a:gd name="connsiteY4" fmla="*/ 55598 h 74656"/>
                  <a:gd name="connsiteX5" fmla="*/ 158209 w 313579"/>
                  <a:gd name="connsiteY5" fmla="*/ 31785 h 74656"/>
                  <a:gd name="connsiteX0" fmla="*/ 145931 w 296540"/>
                  <a:gd name="connsiteY0" fmla="*/ 1014 h 75464"/>
                  <a:gd name="connsiteX1" fmla="*/ 36394 w 296540"/>
                  <a:gd name="connsiteY1" fmla="*/ 12920 h 75464"/>
                  <a:gd name="connsiteX2" fmla="*/ 7819 w 296540"/>
                  <a:gd name="connsiteY2" fmla="*/ 65307 h 75464"/>
                  <a:gd name="connsiteX3" fmla="*/ 164982 w 296540"/>
                  <a:gd name="connsiteY3" fmla="*/ 74832 h 75464"/>
                  <a:gd name="connsiteX4" fmla="*/ 295950 w 296540"/>
                  <a:gd name="connsiteY4" fmla="*/ 55782 h 75464"/>
                  <a:gd name="connsiteX5" fmla="*/ 141170 w 296540"/>
                  <a:gd name="connsiteY5" fmla="*/ 31969 h 75464"/>
                  <a:gd name="connsiteX0" fmla="*/ 150077 w 300686"/>
                  <a:gd name="connsiteY0" fmla="*/ 897 h 74731"/>
                  <a:gd name="connsiteX1" fmla="*/ 40540 w 300686"/>
                  <a:gd name="connsiteY1" fmla="*/ 12803 h 74731"/>
                  <a:gd name="connsiteX2" fmla="*/ 7202 w 300686"/>
                  <a:gd name="connsiteY2" fmla="*/ 58047 h 74731"/>
                  <a:gd name="connsiteX3" fmla="*/ 169128 w 300686"/>
                  <a:gd name="connsiteY3" fmla="*/ 74715 h 74731"/>
                  <a:gd name="connsiteX4" fmla="*/ 300096 w 300686"/>
                  <a:gd name="connsiteY4" fmla="*/ 55665 h 74731"/>
                  <a:gd name="connsiteX5" fmla="*/ 145316 w 300686"/>
                  <a:gd name="connsiteY5" fmla="*/ 31852 h 7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86" h="74731">
                    <a:moveTo>
                      <a:pt x="150077" y="897"/>
                    </a:moveTo>
                    <a:cubicBezTo>
                      <a:pt x="122494" y="-2278"/>
                      <a:pt x="64353" y="3278"/>
                      <a:pt x="40540" y="12803"/>
                    </a:cubicBezTo>
                    <a:cubicBezTo>
                      <a:pt x="16728" y="22328"/>
                      <a:pt x="-14229" y="47728"/>
                      <a:pt x="7202" y="58047"/>
                    </a:cubicBezTo>
                    <a:cubicBezTo>
                      <a:pt x="28633" y="68366"/>
                      <a:pt x="120312" y="75112"/>
                      <a:pt x="169128" y="74715"/>
                    </a:cubicBezTo>
                    <a:cubicBezTo>
                      <a:pt x="217944" y="74318"/>
                      <a:pt x="293349" y="62015"/>
                      <a:pt x="300096" y="55665"/>
                    </a:cubicBezTo>
                    <a:cubicBezTo>
                      <a:pt x="306843" y="49315"/>
                      <a:pt x="255845" y="23915"/>
                      <a:pt x="145316" y="31852"/>
                    </a:cubicBezTo>
                  </a:path>
                </a:pathLst>
              </a:custGeom>
              <a:noFill/>
              <a:ln w="381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94530A5-5A2E-D66D-5B60-C2CD8C3698B0}"/>
                  </a:ext>
                </a:extLst>
              </p:cNvPr>
              <p:cNvSpPr/>
              <p:nvPr/>
            </p:nvSpPr>
            <p:spPr>
              <a:xfrm>
                <a:off x="5205355" y="3461441"/>
                <a:ext cx="300686" cy="117593"/>
              </a:xfrm>
              <a:custGeom>
                <a:avLst/>
                <a:gdLst>
                  <a:gd name="connsiteX0" fmla="*/ 157594 w 310623"/>
                  <a:gd name="connsiteY0" fmla="*/ 3666 h 63205"/>
                  <a:gd name="connsiteX1" fmla="*/ 76632 w 310623"/>
                  <a:gd name="connsiteY1" fmla="*/ 3666 h 63205"/>
                  <a:gd name="connsiteX2" fmla="*/ 2813 w 310623"/>
                  <a:gd name="connsiteY2" fmla="*/ 41766 h 63205"/>
                  <a:gd name="connsiteX3" fmla="*/ 179026 w 310623"/>
                  <a:gd name="connsiteY3" fmla="*/ 63197 h 63205"/>
                  <a:gd name="connsiteX4" fmla="*/ 309994 w 310623"/>
                  <a:gd name="connsiteY4" fmla="*/ 44147 h 63205"/>
                  <a:gd name="connsiteX5" fmla="*/ 219507 w 310623"/>
                  <a:gd name="connsiteY5" fmla="*/ 25097 h 63205"/>
                  <a:gd name="connsiteX0" fmla="*/ 159989 w 310637"/>
                  <a:gd name="connsiteY0" fmla="*/ 666 h 74492"/>
                  <a:gd name="connsiteX1" fmla="*/ 76646 w 310637"/>
                  <a:gd name="connsiteY1" fmla="*/ 14953 h 74492"/>
                  <a:gd name="connsiteX2" fmla="*/ 2827 w 310637"/>
                  <a:gd name="connsiteY2" fmla="*/ 53053 h 74492"/>
                  <a:gd name="connsiteX3" fmla="*/ 179040 w 310637"/>
                  <a:gd name="connsiteY3" fmla="*/ 74484 h 74492"/>
                  <a:gd name="connsiteX4" fmla="*/ 310008 w 310637"/>
                  <a:gd name="connsiteY4" fmla="*/ 55434 h 74492"/>
                  <a:gd name="connsiteX5" fmla="*/ 219521 w 310637"/>
                  <a:gd name="connsiteY5" fmla="*/ 36384 h 74492"/>
                  <a:gd name="connsiteX0" fmla="*/ 159989 w 310297"/>
                  <a:gd name="connsiteY0" fmla="*/ 666 h 74492"/>
                  <a:gd name="connsiteX1" fmla="*/ 76646 w 310297"/>
                  <a:gd name="connsiteY1" fmla="*/ 14953 h 74492"/>
                  <a:gd name="connsiteX2" fmla="*/ 2827 w 310297"/>
                  <a:gd name="connsiteY2" fmla="*/ 53053 h 74492"/>
                  <a:gd name="connsiteX3" fmla="*/ 179040 w 310297"/>
                  <a:gd name="connsiteY3" fmla="*/ 74484 h 74492"/>
                  <a:gd name="connsiteX4" fmla="*/ 310008 w 310297"/>
                  <a:gd name="connsiteY4" fmla="*/ 55434 h 74492"/>
                  <a:gd name="connsiteX5" fmla="*/ 155228 w 310297"/>
                  <a:gd name="connsiteY5" fmla="*/ 31621 h 74492"/>
                  <a:gd name="connsiteX0" fmla="*/ 159989 w 310598"/>
                  <a:gd name="connsiteY0" fmla="*/ 666 h 74492"/>
                  <a:gd name="connsiteX1" fmla="*/ 76646 w 310598"/>
                  <a:gd name="connsiteY1" fmla="*/ 14953 h 74492"/>
                  <a:gd name="connsiteX2" fmla="*/ 2827 w 310598"/>
                  <a:gd name="connsiteY2" fmla="*/ 53053 h 74492"/>
                  <a:gd name="connsiteX3" fmla="*/ 179040 w 310598"/>
                  <a:gd name="connsiteY3" fmla="*/ 74484 h 74492"/>
                  <a:gd name="connsiteX4" fmla="*/ 310008 w 310598"/>
                  <a:gd name="connsiteY4" fmla="*/ 55434 h 74492"/>
                  <a:gd name="connsiteX5" fmla="*/ 155228 w 310598"/>
                  <a:gd name="connsiteY5" fmla="*/ 31621 h 74492"/>
                  <a:gd name="connsiteX0" fmla="*/ 162970 w 313579"/>
                  <a:gd name="connsiteY0" fmla="*/ 830 h 74656"/>
                  <a:gd name="connsiteX1" fmla="*/ 53433 w 313579"/>
                  <a:gd name="connsiteY1" fmla="*/ 12736 h 74656"/>
                  <a:gd name="connsiteX2" fmla="*/ 5808 w 313579"/>
                  <a:gd name="connsiteY2" fmla="*/ 53217 h 74656"/>
                  <a:gd name="connsiteX3" fmla="*/ 182021 w 313579"/>
                  <a:gd name="connsiteY3" fmla="*/ 74648 h 74656"/>
                  <a:gd name="connsiteX4" fmla="*/ 312989 w 313579"/>
                  <a:gd name="connsiteY4" fmla="*/ 55598 h 74656"/>
                  <a:gd name="connsiteX5" fmla="*/ 158209 w 313579"/>
                  <a:gd name="connsiteY5" fmla="*/ 31785 h 74656"/>
                  <a:gd name="connsiteX0" fmla="*/ 145931 w 296540"/>
                  <a:gd name="connsiteY0" fmla="*/ 1014 h 75464"/>
                  <a:gd name="connsiteX1" fmla="*/ 36394 w 296540"/>
                  <a:gd name="connsiteY1" fmla="*/ 12920 h 75464"/>
                  <a:gd name="connsiteX2" fmla="*/ 7819 w 296540"/>
                  <a:gd name="connsiteY2" fmla="*/ 65307 h 75464"/>
                  <a:gd name="connsiteX3" fmla="*/ 164982 w 296540"/>
                  <a:gd name="connsiteY3" fmla="*/ 74832 h 75464"/>
                  <a:gd name="connsiteX4" fmla="*/ 295950 w 296540"/>
                  <a:gd name="connsiteY4" fmla="*/ 55782 h 75464"/>
                  <a:gd name="connsiteX5" fmla="*/ 141170 w 296540"/>
                  <a:gd name="connsiteY5" fmla="*/ 31969 h 75464"/>
                  <a:gd name="connsiteX0" fmla="*/ 150077 w 300686"/>
                  <a:gd name="connsiteY0" fmla="*/ 897 h 74731"/>
                  <a:gd name="connsiteX1" fmla="*/ 40540 w 300686"/>
                  <a:gd name="connsiteY1" fmla="*/ 12803 h 74731"/>
                  <a:gd name="connsiteX2" fmla="*/ 7202 w 300686"/>
                  <a:gd name="connsiteY2" fmla="*/ 58047 h 74731"/>
                  <a:gd name="connsiteX3" fmla="*/ 169128 w 300686"/>
                  <a:gd name="connsiteY3" fmla="*/ 74715 h 74731"/>
                  <a:gd name="connsiteX4" fmla="*/ 300096 w 300686"/>
                  <a:gd name="connsiteY4" fmla="*/ 55665 h 74731"/>
                  <a:gd name="connsiteX5" fmla="*/ 145316 w 300686"/>
                  <a:gd name="connsiteY5" fmla="*/ 31852 h 7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86" h="74731">
                    <a:moveTo>
                      <a:pt x="150077" y="897"/>
                    </a:moveTo>
                    <a:cubicBezTo>
                      <a:pt x="122494" y="-2278"/>
                      <a:pt x="64353" y="3278"/>
                      <a:pt x="40540" y="12803"/>
                    </a:cubicBezTo>
                    <a:cubicBezTo>
                      <a:pt x="16728" y="22328"/>
                      <a:pt x="-14229" y="47728"/>
                      <a:pt x="7202" y="58047"/>
                    </a:cubicBezTo>
                    <a:cubicBezTo>
                      <a:pt x="28633" y="68366"/>
                      <a:pt x="120312" y="75112"/>
                      <a:pt x="169128" y="74715"/>
                    </a:cubicBezTo>
                    <a:cubicBezTo>
                      <a:pt x="217944" y="74318"/>
                      <a:pt x="293349" y="62015"/>
                      <a:pt x="300096" y="55665"/>
                    </a:cubicBezTo>
                    <a:cubicBezTo>
                      <a:pt x="306843" y="49315"/>
                      <a:pt x="255845" y="23915"/>
                      <a:pt x="145316" y="31852"/>
                    </a:cubicBezTo>
                  </a:path>
                </a:pathLst>
              </a:custGeom>
              <a:noFill/>
              <a:ln w="381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825BCAC-5B11-28DC-655C-DF9883D4C376}"/>
                  </a:ext>
                </a:extLst>
              </p:cNvPr>
              <p:cNvSpPr/>
              <p:nvPr/>
            </p:nvSpPr>
            <p:spPr>
              <a:xfrm>
                <a:off x="5202974" y="3509066"/>
                <a:ext cx="300686" cy="117593"/>
              </a:xfrm>
              <a:custGeom>
                <a:avLst/>
                <a:gdLst>
                  <a:gd name="connsiteX0" fmla="*/ 157594 w 310623"/>
                  <a:gd name="connsiteY0" fmla="*/ 3666 h 63205"/>
                  <a:gd name="connsiteX1" fmla="*/ 76632 w 310623"/>
                  <a:gd name="connsiteY1" fmla="*/ 3666 h 63205"/>
                  <a:gd name="connsiteX2" fmla="*/ 2813 w 310623"/>
                  <a:gd name="connsiteY2" fmla="*/ 41766 h 63205"/>
                  <a:gd name="connsiteX3" fmla="*/ 179026 w 310623"/>
                  <a:gd name="connsiteY3" fmla="*/ 63197 h 63205"/>
                  <a:gd name="connsiteX4" fmla="*/ 309994 w 310623"/>
                  <a:gd name="connsiteY4" fmla="*/ 44147 h 63205"/>
                  <a:gd name="connsiteX5" fmla="*/ 219507 w 310623"/>
                  <a:gd name="connsiteY5" fmla="*/ 25097 h 63205"/>
                  <a:gd name="connsiteX0" fmla="*/ 159989 w 310637"/>
                  <a:gd name="connsiteY0" fmla="*/ 666 h 74492"/>
                  <a:gd name="connsiteX1" fmla="*/ 76646 w 310637"/>
                  <a:gd name="connsiteY1" fmla="*/ 14953 h 74492"/>
                  <a:gd name="connsiteX2" fmla="*/ 2827 w 310637"/>
                  <a:gd name="connsiteY2" fmla="*/ 53053 h 74492"/>
                  <a:gd name="connsiteX3" fmla="*/ 179040 w 310637"/>
                  <a:gd name="connsiteY3" fmla="*/ 74484 h 74492"/>
                  <a:gd name="connsiteX4" fmla="*/ 310008 w 310637"/>
                  <a:gd name="connsiteY4" fmla="*/ 55434 h 74492"/>
                  <a:gd name="connsiteX5" fmla="*/ 219521 w 310637"/>
                  <a:gd name="connsiteY5" fmla="*/ 36384 h 74492"/>
                  <a:gd name="connsiteX0" fmla="*/ 159989 w 310297"/>
                  <a:gd name="connsiteY0" fmla="*/ 666 h 74492"/>
                  <a:gd name="connsiteX1" fmla="*/ 76646 w 310297"/>
                  <a:gd name="connsiteY1" fmla="*/ 14953 h 74492"/>
                  <a:gd name="connsiteX2" fmla="*/ 2827 w 310297"/>
                  <a:gd name="connsiteY2" fmla="*/ 53053 h 74492"/>
                  <a:gd name="connsiteX3" fmla="*/ 179040 w 310297"/>
                  <a:gd name="connsiteY3" fmla="*/ 74484 h 74492"/>
                  <a:gd name="connsiteX4" fmla="*/ 310008 w 310297"/>
                  <a:gd name="connsiteY4" fmla="*/ 55434 h 74492"/>
                  <a:gd name="connsiteX5" fmla="*/ 155228 w 310297"/>
                  <a:gd name="connsiteY5" fmla="*/ 31621 h 74492"/>
                  <a:gd name="connsiteX0" fmla="*/ 159989 w 310598"/>
                  <a:gd name="connsiteY0" fmla="*/ 666 h 74492"/>
                  <a:gd name="connsiteX1" fmla="*/ 76646 w 310598"/>
                  <a:gd name="connsiteY1" fmla="*/ 14953 h 74492"/>
                  <a:gd name="connsiteX2" fmla="*/ 2827 w 310598"/>
                  <a:gd name="connsiteY2" fmla="*/ 53053 h 74492"/>
                  <a:gd name="connsiteX3" fmla="*/ 179040 w 310598"/>
                  <a:gd name="connsiteY3" fmla="*/ 74484 h 74492"/>
                  <a:gd name="connsiteX4" fmla="*/ 310008 w 310598"/>
                  <a:gd name="connsiteY4" fmla="*/ 55434 h 74492"/>
                  <a:gd name="connsiteX5" fmla="*/ 155228 w 310598"/>
                  <a:gd name="connsiteY5" fmla="*/ 31621 h 74492"/>
                  <a:gd name="connsiteX0" fmla="*/ 162970 w 313579"/>
                  <a:gd name="connsiteY0" fmla="*/ 830 h 74656"/>
                  <a:gd name="connsiteX1" fmla="*/ 53433 w 313579"/>
                  <a:gd name="connsiteY1" fmla="*/ 12736 h 74656"/>
                  <a:gd name="connsiteX2" fmla="*/ 5808 w 313579"/>
                  <a:gd name="connsiteY2" fmla="*/ 53217 h 74656"/>
                  <a:gd name="connsiteX3" fmla="*/ 182021 w 313579"/>
                  <a:gd name="connsiteY3" fmla="*/ 74648 h 74656"/>
                  <a:gd name="connsiteX4" fmla="*/ 312989 w 313579"/>
                  <a:gd name="connsiteY4" fmla="*/ 55598 h 74656"/>
                  <a:gd name="connsiteX5" fmla="*/ 158209 w 313579"/>
                  <a:gd name="connsiteY5" fmla="*/ 31785 h 74656"/>
                  <a:gd name="connsiteX0" fmla="*/ 145931 w 296540"/>
                  <a:gd name="connsiteY0" fmla="*/ 1014 h 75464"/>
                  <a:gd name="connsiteX1" fmla="*/ 36394 w 296540"/>
                  <a:gd name="connsiteY1" fmla="*/ 12920 h 75464"/>
                  <a:gd name="connsiteX2" fmla="*/ 7819 w 296540"/>
                  <a:gd name="connsiteY2" fmla="*/ 65307 h 75464"/>
                  <a:gd name="connsiteX3" fmla="*/ 164982 w 296540"/>
                  <a:gd name="connsiteY3" fmla="*/ 74832 h 75464"/>
                  <a:gd name="connsiteX4" fmla="*/ 295950 w 296540"/>
                  <a:gd name="connsiteY4" fmla="*/ 55782 h 75464"/>
                  <a:gd name="connsiteX5" fmla="*/ 141170 w 296540"/>
                  <a:gd name="connsiteY5" fmla="*/ 31969 h 75464"/>
                  <a:gd name="connsiteX0" fmla="*/ 150077 w 300686"/>
                  <a:gd name="connsiteY0" fmla="*/ 897 h 74731"/>
                  <a:gd name="connsiteX1" fmla="*/ 40540 w 300686"/>
                  <a:gd name="connsiteY1" fmla="*/ 12803 h 74731"/>
                  <a:gd name="connsiteX2" fmla="*/ 7202 w 300686"/>
                  <a:gd name="connsiteY2" fmla="*/ 58047 h 74731"/>
                  <a:gd name="connsiteX3" fmla="*/ 169128 w 300686"/>
                  <a:gd name="connsiteY3" fmla="*/ 74715 h 74731"/>
                  <a:gd name="connsiteX4" fmla="*/ 300096 w 300686"/>
                  <a:gd name="connsiteY4" fmla="*/ 55665 h 74731"/>
                  <a:gd name="connsiteX5" fmla="*/ 145316 w 300686"/>
                  <a:gd name="connsiteY5" fmla="*/ 31852 h 7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86" h="74731">
                    <a:moveTo>
                      <a:pt x="150077" y="897"/>
                    </a:moveTo>
                    <a:cubicBezTo>
                      <a:pt x="122494" y="-2278"/>
                      <a:pt x="64353" y="3278"/>
                      <a:pt x="40540" y="12803"/>
                    </a:cubicBezTo>
                    <a:cubicBezTo>
                      <a:pt x="16728" y="22328"/>
                      <a:pt x="-14229" y="47728"/>
                      <a:pt x="7202" y="58047"/>
                    </a:cubicBezTo>
                    <a:cubicBezTo>
                      <a:pt x="28633" y="68366"/>
                      <a:pt x="120312" y="75112"/>
                      <a:pt x="169128" y="74715"/>
                    </a:cubicBezTo>
                    <a:cubicBezTo>
                      <a:pt x="217944" y="74318"/>
                      <a:pt x="293349" y="62015"/>
                      <a:pt x="300096" y="55665"/>
                    </a:cubicBezTo>
                    <a:cubicBezTo>
                      <a:pt x="306843" y="49315"/>
                      <a:pt x="255845" y="23915"/>
                      <a:pt x="145316" y="31852"/>
                    </a:cubicBezTo>
                  </a:path>
                </a:pathLst>
              </a:custGeom>
              <a:noFill/>
              <a:ln w="381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4DDC678-CFA1-180B-171F-BBB21BB63747}"/>
                  </a:ext>
                </a:extLst>
              </p:cNvPr>
              <p:cNvSpPr/>
              <p:nvPr/>
            </p:nvSpPr>
            <p:spPr>
              <a:xfrm>
                <a:off x="5200593" y="3556691"/>
                <a:ext cx="300686" cy="117593"/>
              </a:xfrm>
              <a:custGeom>
                <a:avLst/>
                <a:gdLst>
                  <a:gd name="connsiteX0" fmla="*/ 157594 w 310623"/>
                  <a:gd name="connsiteY0" fmla="*/ 3666 h 63205"/>
                  <a:gd name="connsiteX1" fmla="*/ 76632 w 310623"/>
                  <a:gd name="connsiteY1" fmla="*/ 3666 h 63205"/>
                  <a:gd name="connsiteX2" fmla="*/ 2813 w 310623"/>
                  <a:gd name="connsiteY2" fmla="*/ 41766 h 63205"/>
                  <a:gd name="connsiteX3" fmla="*/ 179026 w 310623"/>
                  <a:gd name="connsiteY3" fmla="*/ 63197 h 63205"/>
                  <a:gd name="connsiteX4" fmla="*/ 309994 w 310623"/>
                  <a:gd name="connsiteY4" fmla="*/ 44147 h 63205"/>
                  <a:gd name="connsiteX5" fmla="*/ 219507 w 310623"/>
                  <a:gd name="connsiteY5" fmla="*/ 25097 h 63205"/>
                  <a:gd name="connsiteX0" fmla="*/ 159989 w 310637"/>
                  <a:gd name="connsiteY0" fmla="*/ 666 h 74492"/>
                  <a:gd name="connsiteX1" fmla="*/ 76646 w 310637"/>
                  <a:gd name="connsiteY1" fmla="*/ 14953 h 74492"/>
                  <a:gd name="connsiteX2" fmla="*/ 2827 w 310637"/>
                  <a:gd name="connsiteY2" fmla="*/ 53053 h 74492"/>
                  <a:gd name="connsiteX3" fmla="*/ 179040 w 310637"/>
                  <a:gd name="connsiteY3" fmla="*/ 74484 h 74492"/>
                  <a:gd name="connsiteX4" fmla="*/ 310008 w 310637"/>
                  <a:gd name="connsiteY4" fmla="*/ 55434 h 74492"/>
                  <a:gd name="connsiteX5" fmla="*/ 219521 w 310637"/>
                  <a:gd name="connsiteY5" fmla="*/ 36384 h 74492"/>
                  <a:gd name="connsiteX0" fmla="*/ 159989 w 310297"/>
                  <a:gd name="connsiteY0" fmla="*/ 666 h 74492"/>
                  <a:gd name="connsiteX1" fmla="*/ 76646 w 310297"/>
                  <a:gd name="connsiteY1" fmla="*/ 14953 h 74492"/>
                  <a:gd name="connsiteX2" fmla="*/ 2827 w 310297"/>
                  <a:gd name="connsiteY2" fmla="*/ 53053 h 74492"/>
                  <a:gd name="connsiteX3" fmla="*/ 179040 w 310297"/>
                  <a:gd name="connsiteY3" fmla="*/ 74484 h 74492"/>
                  <a:gd name="connsiteX4" fmla="*/ 310008 w 310297"/>
                  <a:gd name="connsiteY4" fmla="*/ 55434 h 74492"/>
                  <a:gd name="connsiteX5" fmla="*/ 155228 w 310297"/>
                  <a:gd name="connsiteY5" fmla="*/ 31621 h 74492"/>
                  <a:gd name="connsiteX0" fmla="*/ 159989 w 310598"/>
                  <a:gd name="connsiteY0" fmla="*/ 666 h 74492"/>
                  <a:gd name="connsiteX1" fmla="*/ 76646 w 310598"/>
                  <a:gd name="connsiteY1" fmla="*/ 14953 h 74492"/>
                  <a:gd name="connsiteX2" fmla="*/ 2827 w 310598"/>
                  <a:gd name="connsiteY2" fmla="*/ 53053 h 74492"/>
                  <a:gd name="connsiteX3" fmla="*/ 179040 w 310598"/>
                  <a:gd name="connsiteY3" fmla="*/ 74484 h 74492"/>
                  <a:gd name="connsiteX4" fmla="*/ 310008 w 310598"/>
                  <a:gd name="connsiteY4" fmla="*/ 55434 h 74492"/>
                  <a:gd name="connsiteX5" fmla="*/ 155228 w 310598"/>
                  <a:gd name="connsiteY5" fmla="*/ 31621 h 74492"/>
                  <a:gd name="connsiteX0" fmla="*/ 162970 w 313579"/>
                  <a:gd name="connsiteY0" fmla="*/ 830 h 74656"/>
                  <a:gd name="connsiteX1" fmla="*/ 53433 w 313579"/>
                  <a:gd name="connsiteY1" fmla="*/ 12736 h 74656"/>
                  <a:gd name="connsiteX2" fmla="*/ 5808 w 313579"/>
                  <a:gd name="connsiteY2" fmla="*/ 53217 h 74656"/>
                  <a:gd name="connsiteX3" fmla="*/ 182021 w 313579"/>
                  <a:gd name="connsiteY3" fmla="*/ 74648 h 74656"/>
                  <a:gd name="connsiteX4" fmla="*/ 312989 w 313579"/>
                  <a:gd name="connsiteY4" fmla="*/ 55598 h 74656"/>
                  <a:gd name="connsiteX5" fmla="*/ 158209 w 313579"/>
                  <a:gd name="connsiteY5" fmla="*/ 31785 h 74656"/>
                  <a:gd name="connsiteX0" fmla="*/ 145931 w 296540"/>
                  <a:gd name="connsiteY0" fmla="*/ 1014 h 75464"/>
                  <a:gd name="connsiteX1" fmla="*/ 36394 w 296540"/>
                  <a:gd name="connsiteY1" fmla="*/ 12920 h 75464"/>
                  <a:gd name="connsiteX2" fmla="*/ 7819 w 296540"/>
                  <a:gd name="connsiteY2" fmla="*/ 65307 h 75464"/>
                  <a:gd name="connsiteX3" fmla="*/ 164982 w 296540"/>
                  <a:gd name="connsiteY3" fmla="*/ 74832 h 75464"/>
                  <a:gd name="connsiteX4" fmla="*/ 295950 w 296540"/>
                  <a:gd name="connsiteY4" fmla="*/ 55782 h 75464"/>
                  <a:gd name="connsiteX5" fmla="*/ 141170 w 296540"/>
                  <a:gd name="connsiteY5" fmla="*/ 31969 h 75464"/>
                  <a:gd name="connsiteX0" fmla="*/ 150077 w 300686"/>
                  <a:gd name="connsiteY0" fmla="*/ 897 h 74731"/>
                  <a:gd name="connsiteX1" fmla="*/ 40540 w 300686"/>
                  <a:gd name="connsiteY1" fmla="*/ 12803 h 74731"/>
                  <a:gd name="connsiteX2" fmla="*/ 7202 w 300686"/>
                  <a:gd name="connsiteY2" fmla="*/ 58047 h 74731"/>
                  <a:gd name="connsiteX3" fmla="*/ 169128 w 300686"/>
                  <a:gd name="connsiteY3" fmla="*/ 74715 h 74731"/>
                  <a:gd name="connsiteX4" fmla="*/ 300096 w 300686"/>
                  <a:gd name="connsiteY4" fmla="*/ 55665 h 74731"/>
                  <a:gd name="connsiteX5" fmla="*/ 145316 w 300686"/>
                  <a:gd name="connsiteY5" fmla="*/ 31852 h 7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86" h="74731">
                    <a:moveTo>
                      <a:pt x="150077" y="897"/>
                    </a:moveTo>
                    <a:cubicBezTo>
                      <a:pt x="122494" y="-2278"/>
                      <a:pt x="64353" y="3278"/>
                      <a:pt x="40540" y="12803"/>
                    </a:cubicBezTo>
                    <a:cubicBezTo>
                      <a:pt x="16728" y="22328"/>
                      <a:pt x="-14229" y="47728"/>
                      <a:pt x="7202" y="58047"/>
                    </a:cubicBezTo>
                    <a:cubicBezTo>
                      <a:pt x="28633" y="68366"/>
                      <a:pt x="120312" y="75112"/>
                      <a:pt x="169128" y="74715"/>
                    </a:cubicBezTo>
                    <a:cubicBezTo>
                      <a:pt x="217944" y="74318"/>
                      <a:pt x="293349" y="62015"/>
                      <a:pt x="300096" y="55665"/>
                    </a:cubicBezTo>
                    <a:cubicBezTo>
                      <a:pt x="306843" y="49315"/>
                      <a:pt x="255845" y="23915"/>
                      <a:pt x="145316" y="31852"/>
                    </a:cubicBezTo>
                  </a:path>
                </a:pathLst>
              </a:custGeom>
              <a:noFill/>
              <a:ln w="381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4B7B16C-8080-E5F5-154C-920F07BD7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9925" y="5524548"/>
              <a:ext cx="268837" cy="112423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91E432-6774-9717-5F6A-E66459A50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3973" y="5529435"/>
              <a:ext cx="381202" cy="147409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F4A2134-0B96-60F7-D6F0-4493F2F5C994}"/>
                </a:ext>
              </a:extLst>
            </p:cNvPr>
            <p:cNvSpPr/>
            <p:nvPr/>
          </p:nvSpPr>
          <p:spPr>
            <a:xfrm>
              <a:off x="7807971" y="3741890"/>
              <a:ext cx="140598" cy="381299"/>
            </a:xfrm>
            <a:custGeom>
              <a:avLst/>
              <a:gdLst>
                <a:gd name="connsiteX0" fmla="*/ 140598 w 140598"/>
                <a:gd name="connsiteY0" fmla="*/ 3794 h 381299"/>
                <a:gd name="connsiteX1" fmla="*/ 18957 w 140598"/>
                <a:gd name="connsiteY1" fmla="*/ 54128 h 381299"/>
                <a:gd name="connsiteX2" fmla="*/ 2179 w 140598"/>
                <a:gd name="connsiteY2" fmla="*/ 381299 h 381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598" h="381299">
                  <a:moveTo>
                    <a:pt x="140598" y="3794"/>
                  </a:moveTo>
                  <a:cubicBezTo>
                    <a:pt x="91312" y="-2498"/>
                    <a:pt x="42027" y="-8789"/>
                    <a:pt x="18957" y="54128"/>
                  </a:cubicBezTo>
                  <a:cubicBezTo>
                    <a:pt x="-4113" y="117045"/>
                    <a:pt x="-967" y="249172"/>
                    <a:pt x="2179" y="381299"/>
                  </a:cubicBezTo>
                </a:path>
              </a:pathLst>
            </a:custGeom>
            <a:noFill/>
            <a:ln w="38100" cap="rnd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290C3E6-5FC8-079B-5EAD-DE1E644BA47F}"/>
                </a:ext>
              </a:extLst>
            </p:cNvPr>
            <p:cNvSpPr/>
            <p:nvPr/>
          </p:nvSpPr>
          <p:spPr>
            <a:xfrm>
              <a:off x="3166980" y="1654543"/>
              <a:ext cx="4764125" cy="4077727"/>
            </a:xfrm>
            <a:custGeom>
              <a:avLst/>
              <a:gdLst>
                <a:gd name="connsiteX0" fmla="*/ 0 w 5180202"/>
                <a:gd name="connsiteY0" fmla="*/ 0 h 850096"/>
                <a:gd name="connsiteX1" fmla="*/ 1249960 w 5180202"/>
                <a:gd name="connsiteY1" fmla="*/ 826315 h 850096"/>
                <a:gd name="connsiteX2" fmla="*/ 5180202 w 5180202"/>
                <a:gd name="connsiteY2" fmla="*/ 545284 h 850096"/>
                <a:gd name="connsiteX0" fmla="*/ 0 w 5415094"/>
                <a:gd name="connsiteY0" fmla="*/ 0 h 1936470"/>
                <a:gd name="connsiteX1" fmla="*/ 1484852 w 5415094"/>
                <a:gd name="connsiteY1" fmla="*/ 1912689 h 1936470"/>
                <a:gd name="connsiteX2" fmla="*/ 5415094 w 5415094"/>
                <a:gd name="connsiteY2" fmla="*/ 1631658 h 1936470"/>
                <a:gd name="connsiteX0" fmla="*/ 3044 w 5418138"/>
                <a:gd name="connsiteY0" fmla="*/ 0 h 1936470"/>
                <a:gd name="connsiteX1" fmla="*/ 1487896 w 5418138"/>
                <a:gd name="connsiteY1" fmla="*/ 1912689 h 1936470"/>
                <a:gd name="connsiteX2" fmla="*/ 5418138 w 5418138"/>
                <a:gd name="connsiteY2" fmla="*/ 1631658 h 1936470"/>
                <a:gd name="connsiteX0" fmla="*/ 2804 w 5480816"/>
                <a:gd name="connsiteY0" fmla="*/ 0 h 1978415"/>
                <a:gd name="connsiteX1" fmla="*/ 1550574 w 5480816"/>
                <a:gd name="connsiteY1" fmla="*/ 1954634 h 1978415"/>
                <a:gd name="connsiteX2" fmla="*/ 5480816 w 5480816"/>
                <a:gd name="connsiteY2" fmla="*/ 1673603 h 1978415"/>
                <a:gd name="csX0" fmla="*/ 80742 w 4554970"/>
                <a:gd name="csY0" fmla="*/ 0 h 4382536"/>
                <a:gd name="csX1" fmla="*/ 624728 w 4554970"/>
                <a:gd name="csY1" fmla="*/ 4358755 h 4382536"/>
                <a:gd name="csX2" fmla="*/ 4554970 w 4554970"/>
                <a:gd name="csY2" fmla="*/ 4077724 h 4382536"/>
                <a:gd name="csX0" fmla="*/ 835792 w 5310020"/>
                <a:gd name="csY0" fmla="*/ 0 h 4382536"/>
                <a:gd name="csX1" fmla="*/ 1379778 w 5310020"/>
                <a:gd name="csY1" fmla="*/ 4358755 h 4382536"/>
                <a:gd name="csX2" fmla="*/ 5310020 w 5310020"/>
                <a:gd name="csY2" fmla="*/ 4077724 h 4382536"/>
                <a:gd name="csX0" fmla="*/ 0 w 4474228"/>
                <a:gd name="csY0" fmla="*/ 0 h 4077725"/>
                <a:gd name="csX1" fmla="*/ 4474228 w 4474228"/>
                <a:gd name="csY1" fmla="*/ 4077724 h 4077725"/>
                <a:gd name="csX0" fmla="*/ 0 w 4474228"/>
                <a:gd name="csY0" fmla="*/ 0 h 4077725"/>
                <a:gd name="csX1" fmla="*/ 4474228 w 4474228"/>
                <a:gd name="csY1" fmla="*/ 4077724 h 4077725"/>
                <a:gd name="csX0" fmla="*/ 289897 w 4764125"/>
                <a:gd name="csY0" fmla="*/ 0 h 4077725"/>
                <a:gd name="csX1" fmla="*/ 4764125 w 4764125"/>
                <a:gd name="csY1" fmla="*/ 4077724 h 4077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4125" h="4077725">
                  <a:moveTo>
                    <a:pt x="289897" y="0"/>
                  </a:moveTo>
                  <a:cubicBezTo>
                    <a:pt x="-362577" y="2387810"/>
                    <a:pt x="-308681" y="4069251"/>
                    <a:pt x="4764125" y="4077724"/>
                  </a:cubicBezTo>
                </a:path>
              </a:pathLst>
            </a:cu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62849F-ADF5-9B5E-1292-F8403D0EAB16}"/>
                </a:ext>
              </a:extLst>
            </p:cNvPr>
            <p:cNvSpPr/>
            <p:nvPr/>
          </p:nvSpPr>
          <p:spPr>
            <a:xfrm>
              <a:off x="3714805" y="1392353"/>
              <a:ext cx="4342136" cy="4258251"/>
            </a:xfrm>
            <a:custGeom>
              <a:avLst/>
              <a:gdLst>
                <a:gd name="connsiteX0" fmla="*/ 0 w 5549318"/>
                <a:gd name="connsiteY0" fmla="*/ 178006 h 1556019"/>
                <a:gd name="connsiteX1" fmla="*/ 973123 w 5549318"/>
                <a:gd name="connsiteY1" fmla="*/ 6032 h 1556019"/>
                <a:gd name="connsiteX2" fmla="*/ 2063692 w 5549318"/>
                <a:gd name="connsiteY2" fmla="*/ 370953 h 1556019"/>
                <a:gd name="connsiteX3" fmla="*/ 4467138 w 5549318"/>
                <a:gd name="connsiteY3" fmla="*/ 1524439 h 1556019"/>
                <a:gd name="connsiteX4" fmla="*/ 5549318 w 5549318"/>
                <a:gd name="connsiteY4" fmla="*/ 1117573 h 1556019"/>
                <a:gd name="csX0" fmla="*/ 0 w 5549318"/>
                <a:gd name="csY0" fmla="*/ 1 h 1378014"/>
                <a:gd name="csX1" fmla="*/ 2063692 w 5549318"/>
                <a:gd name="csY1" fmla="*/ 192948 h 1378014"/>
                <a:gd name="csX2" fmla="*/ 4467138 w 5549318"/>
                <a:gd name="csY2" fmla="*/ 1346434 h 1378014"/>
                <a:gd name="csX3" fmla="*/ 5549318 w 5549318"/>
                <a:gd name="csY3" fmla="*/ 939568 h 1378014"/>
                <a:gd name="csX0" fmla="*/ 0 w 4592512"/>
                <a:gd name="csY0" fmla="*/ 0 h 4204562"/>
                <a:gd name="csX1" fmla="*/ 1106886 w 4592512"/>
                <a:gd name="csY1" fmla="*/ 3019496 h 4204562"/>
                <a:gd name="csX2" fmla="*/ 3510332 w 4592512"/>
                <a:gd name="csY2" fmla="*/ 4172982 h 4204562"/>
                <a:gd name="csX3" fmla="*/ 4592512 w 4592512"/>
                <a:gd name="csY3" fmla="*/ 3766116 h 4204562"/>
                <a:gd name="csX0" fmla="*/ 0 w 4592512"/>
                <a:gd name="csY0" fmla="*/ 0 h 4204562"/>
                <a:gd name="csX1" fmla="*/ 530183 w 4592512"/>
                <a:gd name="csY1" fmla="*/ 2982789 h 4204562"/>
                <a:gd name="csX2" fmla="*/ 3510332 w 4592512"/>
                <a:gd name="csY2" fmla="*/ 4172982 h 4204562"/>
                <a:gd name="csX3" fmla="*/ 4592512 w 4592512"/>
                <a:gd name="csY3" fmla="*/ 3766116 h 4204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92512" h="4204562">
                  <a:moveTo>
                    <a:pt x="0" y="0"/>
                  </a:moveTo>
                  <a:cubicBezTo>
                    <a:pt x="429936" y="40197"/>
                    <a:pt x="-54872" y="2287292"/>
                    <a:pt x="530183" y="2982789"/>
                  </a:cubicBezTo>
                  <a:cubicBezTo>
                    <a:pt x="1115238" y="3678286"/>
                    <a:pt x="2929394" y="4048545"/>
                    <a:pt x="3510332" y="4172982"/>
                  </a:cubicBezTo>
                  <a:cubicBezTo>
                    <a:pt x="4091270" y="4297419"/>
                    <a:pt x="4341891" y="4031767"/>
                    <a:pt x="4592512" y="3766116"/>
                  </a:cubicBezTo>
                </a:path>
              </a:pathLst>
            </a:custGeom>
            <a:noFill/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3D83E73F-4597-74B1-8969-F7EBD1862810}"/>
                </a:ext>
              </a:extLst>
            </p:cNvPr>
            <p:cNvSpPr/>
            <p:nvPr/>
          </p:nvSpPr>
          <p:spPr>
            <a:xfrm>
              <a:off x="7996787" y="5106025"/>
              <a:ext cx="185740" cy="325316"/>
            </a:xfrm>
            <a:prstGeom prst="roundRect">
              <a:avLst/>
            </a:pr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984F29-8FA9-663F-2E49-F94CC6426714}"/>
                </a:ext>
              </a:extLst>
            </p:cNvPr>
            <p:cNvCxnSpPr>
              <a:cxnSpLocks/>
            </p:cNvCxnSpPr>
            <p:nvPr/>
          </p:nvCxnSpPr>
          <p:spPr>
            <a:xfrm>
              <a:off x="8045665" y="5153066"/>
              <a:ext cx="0" cy="175965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0821B34-F690-0AC8-E794-5222E332F6C3}"/>
                </a:ext>
              </a:extLst>
            </p:cNvPr>
            <p:cNvSpPr/>
            <p:nvPr/>
          </p:nvSpPr>
          <p:spPr>
            <a:xfrm>
              <a:off x="7710872" y="5590628"/>
              <a:ext cx="816282" cy="244395"/>
            </a:xfrm>
            <a:custGeom>
              <a:avLst/>
              <a:gdLst>
                <a:gd name="connsiteX0" fmla="*/ 328612 w 397668"/>
                <a:gd name="connsiteY0" fmla="*/ 2381 h 119062"/>
                <a:gd name="connsiteX1" fmla="*/ 66675 w 397668"/>
                <a:gd name="connsiteY1" fmla="*/ 0 h 119062"/>
                <a:gd name="connsiteX2" fmla="*/ 0 w 397668"/>
                <a:gd name="connsiteY2" fmla="*/ 119062 h 119062"/>
                <a:gd name="connsiteX3" fmla="*/ 397668 w 397668"/>
                <a:gd name="connsiteY3" fmla="*/ 119062 h 119062"/>
                <a:gd name="connsiteX4" fmla="*/ 328612 w 397668"/>
                <a:gd name="connsiteY4" fmla="*/ 2381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668" h="119062">
                  <a:moveTo>
                    <a:pt x="328612" y="2381"/>
                  </a:moveTo>
                  <a:lnTo>
                    <a:pt x="66675" y="0"/>
                  </a:lnTo>
                  <a:lnTo>
                    <a:pt x="0" y="119062"/>
                  </a:lnTo>
                  <a:lnTo>
                    <a:pt x="397668" y="119062"/>
                  </a:lnTo>
                  <a:lnTo>
                    <a:pt x="328612" y="2381"/>
                  </a:lnTo>
                  <a:close/>
                </a:path>
              </a:pathLst>
            </a:cu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85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>
            <a:extLst>
              <a:ext uri="{FF2B5EF4-FFF2-40B4-BE49-F238E27FC236}">
                <a16:creationId xmlns:a16="http://schemas.microsoft.com/office/drawing/2014/main" id="{99FA8A21-6907-AD2E-C27A-56825E5BF1EE}"/>
              </a:ext>
            </a:extLst>
          </p:cNvPr>
          <p:cNvSpPr/>
          <p:nvPr/>
        </p:nvSpPr>
        <p:spPr>
          <a:xfrm>
            <a:off x="4545237" y="0"/>
            <a:ext cx="7646763" cy="182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D1B4F-9B9A-7E72-9F45-024DEB9B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AFIO_EXTICR</a:t>
            </a:r>
            <a:endParaRPr lang="LID4096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98F524C-4DAE-50B3-A61D-F42846203403}"/>
              </a:ext>
            </a:extLst>
          </p:cNvPr>
          <p:cNvCxnSpPr/>
          <p:nvPr/>
        </p:nvCxnSpPr>
        <p:spPr>
          <a:xfrm flipH="1">
            <a:off x="6560866" y="3560881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E2BFB7-020C-439E-D6F1-F0BDB44603C8}"/>
              </a:ext>
            </a:extLst>
          </p:cNvPr>
          <p:cNvCxnSpPr/>
          <p:nvPr/>
        </p:nvCxnSpPr>
        <p:spPr>
          <a:xfrm flipH="1">
            <a:off x="6560866" y="37129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C5005F-BA98-A2EA-A306-61B398BE784D}"/>
              </a:ext>
            </a:extLst>
          </p:cNvPr>
          <p:cNvCxnSpPr/>
          <p:nvPr/>
        </p:nvCxnSpPr>
        <p:spPr>
          <a:xfrm flipH="1">
            <a:off x="6560866" y="3865025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4E0CA1-3B70-D6C2-5BC9-F21FFB7B2633}"/>
              </a:ext>
            </a:extLst>
          </p:cNvPr>
          <p:cNvCxnSpPr/>
          <p:nvPr/>
        </p:nvCxnSpPr>
        <p:spPr>
          <a:xfrm flipH="1">
            <a:off x="6560866" y="4029679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714D07-F94A-C0EC-C7A1-D73161ED25E8}"/>
              </a:ext>
            </a:extLst>
          </p:cNvPr>
          <p:cNvCxnSpPr/>
          <p:nvPr/>
        </p:nvCxnSpPr>
        <p:spPr>
          <a:xfrm flipH="1">
            <a:off x="6560866" y="419433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B019D1-147C-A281-28C0-AEB3B1411D58}"/>
              </a:ext>
            </a:extLst>
          </p:cNvPr>
          <p:cNvCxnSpPr/>
          <p:nvPr/>
        </p:nvCxnSpPr>
        <p:spPr>
          <a:xfrm flipH="1">
            <a:off x="6560866" y="4358987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E3900D-F733-BFBA-EEB5-73DEA01272AD}"/>
              </a:ext>
            </a:extLst>
          </p:cNvPr>
          <p:cNvCxnSpPr/>
          <p:nvPr/>
        </p:nvCxnSpPr>
        <p:spPr>
          <a:xfrm flipH="1">
            <a:off x="6560866" y="45152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7287D8C-FF2C-DF13-FFF2-FA293F052645}"/>
              </a:ext>
            </a:extLst>
          </p:cNvPr>
          <p:cNvSpPr/>
          <p:nvPr/>
        </p:nvSpPr>
        <p:spPr>
          <a:xfrm>
            <a:off x="10824545" y="5970889"/>
            <a:ext cx="863289" cy="63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FEEA11-8E23-E031-1EC6-7DAD8DC2A9CF}"/>
              </a:ext>
            </a:extLst>
          </p:cNvPr>
          <p:cNvSpPr/>
          <p:nvPr/>
        </p:nvSpPr>
        <p:spPr>
          <a:xfrm>
            <a:off x="10830863" y="2326231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76176-49BC-F419-1168-97FD3DF03879}"/>
              </a:ext>
            </a:extLst>
          </p:cNvPr>
          <p:cNvSpPr txBox="1"/>
          <p:nvPr/>
        </p:nvSpPr>
        <p:spPr>
          <a:xfrm>
            <a:off x="11296286" y="2619342"/>
            <a:ext cx="39786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6E1DED-5169-B13F-D87C-FE68063FCDE9}"/>
              </a:ext>
            </a:extLst>
          </p:cNvPr>
          <p:cNvCxnSpPr>
            <a:cxnSpLocks/>
          </p:cNvCxnSpPr>
          <p:nvPr/>
        </p:nvCxnSpPr>
        <p:spPr>
          <a:xfrm>
            <a:off x="10901174" y="2727066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0A4BF04-730C-3688-D35D-8747D843688E}"/>
              </a:ext>
            </a:extLst>
          </p:cNvPr>
          <p:cNvSpPr/>
          <p:nvPr/>
        </p:nvSpPr>
        <p:spPr>
          <a:xfrm>
            <a:off x="11256443" y="2682348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25692-F754-13A3-510A-296CD0EA417D}"/>
              </a:ext>
            </a:extLst>
          </p:cNvPr>
          <p:cNvSpPr txBox="1"/>
          <p:nvPr/>
        </p:nvSpPr>
        <p:spPr>
          <a:xfrm>
            <a:off x="11296286" y="27585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64EED3-8C30-E88F-C0F8-8E60FE1F5900}"/>
              </a:ext>
            </a:extLst>
          </p:cNvPr>
          <p:cNvCxnSpPr>
            <a:cxnSpLocks/>
          </p:cNvCxnSpPr>
          <p:nvPr/>
        </p:nvCxnSpPr>
        <p:spPr>
          <a:xfrm>
            <a:off x="10901174" y="2866291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93054A2-67F5-E212-DF59-B724427F7689}"/>
              </a:ext>
            </a:extLst>
          </p:cNvPr>
          <p:cNvSpPr/>
          <p:nvPr/>
        </p:nvSpPr>
        <p:spPr>
          <a:xfrm>
            <a:off x="11256443" y="2821573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8D89AD-452B-81E3-EBAA-905E8ACBDA2A}"/>
              </a:ext>
            </a:extLst>
          </p:cNvPr>
          <p:cNvSpPr txBox="1"/>
          <p:nvPr/>
        </p:nvSpPr>
        <p:spPr>
          <a:xfrm>
            <a:off x="11296286" y="28977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9CAA38-5498-85D6-A391-9694D1E148B4}"/>
              </a:ext>
            </a:extLst>
          </p:cNvPr>
          <p:cNvCxnSpPr>
            <a:cxnSpLocks/>
          </p:cNvCxnSpPr>
          <p:nvPr/>
        </p:nvCxnSpPr>
        <p:spPr>
          <a:xfrm>
            <a:off x="10901174" y="30055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701B476C-1393-D048-72E7-893D38610BD5}"/>
              </a:ext>
            </a:extLst>
          </p:cNvPr>
          <p:cNvSpPr/>
          <p:nvPr/>
        </p:nvSpPr>
        <p:spPr>
          <a:xfrm>
            <a:off x="11256443" y="29607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B5E881-815C-06AF-FD9D-EFFC9CAAD3BB}"/>
              </a:ext>
            </a:extLst>
          </p:cNvPr>
          <p:cNvSpPr txBox="1"/>
          <p:nvPr/>
        </p:nvSpPr>
        <p:spPr>
          <a:xfrm>
            <a:off x="11296286" y="30370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B44DEB4-04D2-96D8-0AB3-101BF5713748}"/>
              </a:ext>
            </a:extLst>
          </p:cNvPr>
          <p:cNvCxnSpPr>
            <a:cxnSpLocks/>
          </p:cNvCxnSpPr>
          <p:nvPr/>
        </p:nvCxnSpPr>
        <p:spPr>
          <a:xfrm>
            <a:off x="10901174" y="31447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50678BC4-641A-5F58-7D84-330DFE6D9C71}"/>
              </a:ext>
            </a:extLst>
          </p:cNvPr>
          <p:cNvSpPr/>
          <p:nvPr/>
        </p:nvSpPr>
        <p:spPr>
          <a:xfrm>
            <a:off x="11256443" y="31000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0FD08E-D556-F685-23A4-AE0C3397CA0A}"/>
              </a:ext>
            </a:extLst>
          </p:cNvPr>
          <p:cNvSpPr txBox="1"/>
          <p:nvPr/>
        </p:nvSpPr>
        <p:spPr>
          <a:xfrm>
            <a:off x="11296286" y="317624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326A27-1A83-1691-C6B8-2290AED8B99A}"/>
              </a:ext>
            </a:extLst>
          </p:cNvPr>
          <p:cNvCxnSpPr>
            <a:cxnSpLocks/>
          </p:cNvCxnSpPr>
          <p:nvPr/>
        </p:nvCxnSpPr>
        <p:spPr>
          <a:xfrm>
            <a:off x="10901174" y="328396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95A8D3F-7F1A-E3D7-334A-48440239167E}"/>
              </a:ext>
            </a:extLst>
          </p:cNvPr>
          <p:cNvSpPr/>
          <p:nvPr/>
        </p:nvSpPr>
        <p:spPr>
          <a:xfrm>
            <a:off x="11256443" y="323924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504374-E797-2FAF-FC2E-9ADCE4A5561B}"/>
              </a:ext>
            </a:extLst>
          </p:cNvPr>
          <p:cNvSpPr txBox="1"/>
          <p:nvPr/>
        </p:nvSpPr>
        <p:spPr>
          <a:xfrm>
            <a:off x="11296286" y="33154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58C164-E7DB-9E7A-05D3-B3EC1BDC2D2D}"/>
              </a:ext>
            </a:extLst>
          </p:cNvPr>
          <p:cNvCxnSpPr>
            <a:cxnSpLocks/>
          </p:cNvCxnSpPr>
          <p:nvPr/>
        </p:nvCxnSpPr>
        <p:spPr>
          <a:xfrm>
            <a:off x="10901174" y="342319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132EA0B-2A27-4082-DBCE-843AAC809422}"/>
              </a:ext>
            </a:extLst>
          </p:cNvPr>
          <p:cNvSpPr/>
          <p:nvPr/>
        </p:nvSpPr>
        <p:spPr>
          <a:xfrm>
            <a:off x="11256443" y="337847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958F3C-C1E7-EFE4-8AC4-F754AC58D57F}"/>
              </a:ext>
            </a:extLst>
          </p:cNvPr>
          <p:cNvSpPr txBox="1"/>
          <p:nvPr/>
        </p:nvSpPr>
        <p:spPr>
          <a:xfrm>
            <a:off x="11296286" y="34546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ABC715D-2115-4BE2-2B11-386580995EBD}"/>
              </a:ext>
            </a:extLst>
          </p:cNvPr>
          <p:cNvCxnSpPr>
            <a:cxnSpLocks/>
          </p:cNvCxnSpPr>
          <p:nvPr/>
        </p:nvCxnSpPr>
        <p:spPr>
          <a:xfrm>
            <a:off x="10901174" y="35624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1AD0020-5E47-2749-B77C-CDB2C3D6D800}"/>
              </a:ext>
            </a:extLst>
          </p:cNvPr>
          <p:cNvSpPr/>
          <p:nvPr/>
        </p:nvSpPr>
        <p:spPr>
          <a:xfrm>
            <a:off x="11256443" y="35176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C249D9-134B-C904-4D93-DCBFB7F2DD19}"/>
              </a:ext>
            </a:extLst>
          </p:cNvPr>
          <p:cNvSpPr txBox="1"/>
          <p:nvPr/>
        </p:nvSpPr>
        <p:spPr>
          <a:xfrm>
            <a:off x="11296286" y="35939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A6207D-D8C0-6A9C-708A-A28FB0BB7A88}"/>
              </a:ext>
            </a:extLst>
          </p:cNvPr>
          <p:cNvCxnSpPr>
            <a:cxnSpLocks/>
          </p:cNvCxnSpPr>
          <p:nvPr/>
        </p:nvCxnSpPr>
        <p:spPr>
          <a:xfrm>
            <a:off x="10901174" y="37016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C22A75A7-505D-DB2C-D73B-40D0B1077746}"/>
              </a:ext>
            </a:extLst>
          </p:cNvPr>
          <p:cNvSpPr/>
          <p:nvPr/>
        </p:nvSpPr>
        <p:spPr>
          <a:xfrm>
            <a:off x="11256443" y="36569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A84912-5295-47D0-59F1-15C586287025}"/>
              </a:ext>
            </a:extLst>
          </p:cNvPr>
          <p:cNvSpPr txBox="1"/>
          <p:nvPr/>
        </p:nvSpPr>
        <p:spPr>
          <a:xfrm rot="5400000">
            <a:off x="11145211" y="37192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2E1A9A-E37E-370A-62AC-48BA36BBB914}"/>
              </a:ext>
            </a:extLst>
          </p:cNvPr>
          <p:cNvSpPr txBox="1"/>
          <p:nvPr/>
        </p:nvSpPr>
        <p:spPr>
          <a:xfrm>
            <a:off x="10878042" y="2326231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D</a:t>
            </a:r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0676AF9-E34E-DC41-E6B2-AA4B9B6BFA3C}"/>
              </a:ext>
            </a:extLst>
          </p:cNvPr>
          <p:cNvSpPr/>
          <p:nvPr/>
        </p:nvSpPr>
        <p:spPr>
          <a:xfrm>
            <a:off x="10830863" y="4150819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6A4549-153D-253F-C642-57EA3BC65598}"/>
              </a:ext>
            </a:extLst>
          </p:cNvPr>
          <p:cNvSpPr txBox="1"/>
          <p:nvPr/>
        </p:nvSpPr>
        <p:spPr>
          <a:xfrm>
            <a:off x="11296286" y="44439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0D40215-D9B3-AC95-C2CE-350EFD3A6E59}"/>
              </a:ext>
            </a:extLst>
          </p:cNvPr>
          <p:cNvCxnSpPr>
            <a:cxnSpLocks/>
          </p:cNvCxnSpPr>
          <p:nvPr/>
        </p:nvCxnSpPr>
        <p:spPr>
          <a:xfrm>
            <a:off x="10901174" y="4551654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0E0099F-8D73-7123-E9E7-1D12B600BA77}"/>
              </a:ext>
            </a:extLst>
          </p:cNvPr>
          <p:cNvSpPr/>
          <p:nvPr/>
        </p:nvSpPr>
        <p:spPr>
          <a:xfrm>
            <a:off x="11256443" y="4506936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671EBF-8E52-87BF-946E-8F3562ED8F96}"/>
              </a:ext>
            </a:extLst>
          </p:cNvPr>
          <p:cNvSpPr txBox="1"/>
          <p:nvPr/>
        </p:nvSpPr>
        <p:spPr>
          <a:xfrm>
            <a:off x="11296286" y="45831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F2C828-1B68-DCB2-0EAA-50E92CB1C715}"/>
              </a:ext>
            </a:extLst>
          </p:cNvPr>
          <p:cNvCxnSpPr>
            <a:cxnSpLocks/>
          </p:cNvCxnSpPr>
          <p:nvPr/>
        </p:nvCxnSpPr>
        <p:spPr>
          <a:xfrm>
            <a:off x="10901174" y="4690879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C540A3A4-6CB1-7B2F-15B4-15D7580B6468}"/>
              </a:ext>
            </a:extLst>
          </p:cNvPr>
          <p:cNvSpPr/>
          <p:nvPr/>
        </p:nvSpPr>
        <p:spPr>
          <a:xfrm>
            <a:off x="11256443" y="4646161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23428B-22F3-2DD3-7897-646AAB3BCE43}"/>
              </a:ext>
            </a:extLst>
          </p:cNvPr>
          <p:cNvSpPr txBox="1"/>
          <p:nvPr/>
        </p:nvSpPr>
        <p:spPr>
          <a:xfrm>
            <a:off x="11296286" y="47223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2CA3344-2DEA-E5B7-2A11-DE04C1159FD7}"/>
              </a:ext>
            </a:extLst>
          </p:cNvPr>
          <p:cNvCxnSpPr>
            <a:cxnSpLocks/>
          </p:cNvCxnSpPr>
          <p:nvPr/>
        </p:nvCxnSpPr>
        <p:spPr>
          <a:xfrm>
            <a:off x="10901174" y="48301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033A796B-EAA2-8D3B-BE68-8EDB0D79D625}"/>
              </a:ext>
            </a:extLst>
          </p:cNvPr>
          <p:cNvSpPr/>
          <p:nvPr/>
        </p:nvSpPr>
        <p:spPr>
          <a:xfrm>
            <a:off x="11256443" y="47853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1F8234-FA57-B14D-C4EF-C1E4FF6CF4D3}"/>
              </a:ext>
            </a:extLst>
          </p:cNvPr>
          <p:cNvSpPr txBox="1"/>
          <p:nvPr/>
        </p:nvSpPr>
        <p:spPr>
          <a:xfrm>
            <a:off x="11296286" y="48616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79092B9-73E2-0DC2-53CB-0A1ED7DB10CD}"/>
              </a:ext>
            </a:extLst>
          </p:cNvPr>
          <p:cNvCxnSpPr>
            <a:cxnSpLocks/>
          </p:cNvCxnSpPr>
          <p:nvPr/>
        </p:nvCxnSpPr>
        <p:spPr>
          <a:xfrm>
            <a:off x="10901174" y="49693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EBA15F00-5C06-305B-E7E0-2CFBA8BB65AF}"/>
              </a:ext>
            </a:extLst>
          </p:cNvPr>
          <p:cNvSpPr/>
          <p:nvPr/>
        </p:nvSpPr>
        <p:spPr>
          <a:xfrm>
            <a:off x="11256443" y="49246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22D763-28B4-02EB-E2A9-D6C35639AA54}"/>
              </a:ext>
            </a:extLst>
          </p:cNvPr>
          <p:cNvSpPr txBox="1"/>
          <p:nvPr/>
        </p:nvSpPr>
        <p:spPr>
          <a:xfrm>
            <a:off x="11296286" y="50008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C9D598-7042-15F2-34FA-B0B8144F04B0}"/>
              </a:ext>
            </a:extLst>
          </p:cNvPr>
          <p:cNvCxnSpPr>
            <a:cxnSpLocks/>
          </p:cNvCxnSpPr>
          <p:nvPr/>
        </p:nvCxnSpPr>
        <p:spPr>
          <a:xfrm>
            <a:off x="10901174" y="510855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9401516-7C95-DCBA-41BA-B3FF24A51268}"/>
              </a:ext>
            </a:extLst>
          </p:cNvPr>
          <p:cNvSpPr/>
          <p:nvPr/>
        </p:nvSpPr>
        <p:spPr>
          <a:xfrm>
            <a:off x="11256443" y="506383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F5466D-36B0-C42A-BFEC-F1FB34C9E378}"/>
              </a:ext>
            </a:extLst>
          </p:cNvPr>
          <p:cNvSpPr txBox="1"/>
          <p:nvPr/>
        </p:nvSpPr>
        <p:spPr>
          <a:xfrm>
            <a:off x="11296286" y="51400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DF2C3F0-542E-74AF-8028-6CEF7BB6AB36}"/>
              </a:ext>
            </a:extLst>
          </p:cNvPr>
          <p:cNvCxnSpPr>
            <a:cxnSpLocks/>
          </p:cNvCxnSpPr>
          <p:nvPr/>
        </p:nvCxnSpPr>
        <p:spPr>
          <a:xfrm>
            <a:off x="10901174" y="524777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67EE4A69-BF3B-F4B0-2EBA-35FE33B8F34E}"/>
              </a:ext>
            </a:extLst>
          </p:cNvPr>
          <p:cNvSpPr/>
          <p:nvPr/>
        </p:nvSpPr>
        <p:spPr>
          <a:xfrm>
            <a:off x="11256443" y="520306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093F5A-F71B-B422-FF1D-65CDD715498E}"/>
              </a:ext>
            </a:extLst>
          </p:cNvPr>
          <p:cNvSpPr txBox="1"/>
          <p:nvPr/>
        </p:nvSpPr>
        <p:spPr>
          <a:xfrm>
            <a:off x="11296286" y="52792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ECBEACB-C91D-39EE-6CF1-4C215B136587}"/>
              </a:ext>
            </a:extLst>
          </p:cNvPr>
          <p:cNvCxnSpPr>
            <a:cxnSpLocks/>
          </p:cNvCxnSpPr>
          <p:nvPr/>
        </p:nvCxnSpPr>
        <p:spPr>
          <a:xfrm>
            <a:off x="10901174" y="53870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A49E31F0-AAD9-FDB4-973B-AD23900E49A1}"/>
              </a:ext>
            </a:extLst>
          </p:cNvPr>
          <p:cNvSpPr/>
          <p:nvPr/>
        </p:nvSpPr>
        <p:spPr>
          <a:xfrm>
            <a:off x="11256443" y="53422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E02BFC-C668-0F1B-6C10-303CD5BA98A7}"/>
              </a:ext>
            </a:extLst>
          </p:cNvPr>
          <p:cNvSpPr txBox="1"/>
          <p:nvPr/>
        </p:nvSpPr>
        <p:spPr>
          <a:xfrm>
            <a:off x="11296286" y="54185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DB01020-10B6-C7D4-49B6-67CB5887D622}"/>
              </a:ext>
            </a:extLst>
          </p:cNvPr>
          <p:cNvCxnSpPr>
            <a:cxnSpLocks/>
          </p:cNvCxnSpPr>
          <p:nvPr/>
        </p:nvCxnSpPr>
        <p:spPr>
          <a:xfrm>
            <a:off x="10901174" y="55262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C4655CE7-6299-3DDE-4F2E-14440ECFF2BE}"/>
              </a:ext>
            </a:extLst>
          </p:cNvPr>
          <p:cNvSpPr/>
          <p:nvPr/>
        </p:nvSpPr>
        <p:spPr>
          <a:xfrm>
            <a:off x="11256443" y="54815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88EB6C-F665-00E5-A83A-0A9FCFC16D16}"/>
              </a:ext>
            </a:extLst>
          </p:cNvPr>
          <p:cNvSpPr txBox="1"/>
          <p:nvPr/>
        </p:nvSpPr>
        <p:spPr>
          <a:xfrm rot="5400000">
            <a:off x="11145211" y="554379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808CC8-7D4D-A7F3-708C-F670961F5DB7}"/>
              </a:ext>
            </a:extLst>
          </p:cNvPr>
          <p:cNvSpPr txBox="1"/>
          <p:nvPr/>
        </p:nvSpPr>
        <p:spPr>
          <a:xfrm>
            <a:off x="10878042" y="4150819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E</a:t>
            </a:r>
            <a:endParaRPr lang="LID4096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17E197-B886-D02A-92B0-754F3025A571}"/>
              </a:ext>
            </a:extLst>
          </p:cNvPr>
          <p:cNvSpPr txBox="1"/>
          <p:nvPr/>
        </p:nvSpPr>
        <p:spPr>
          <a:xfrm>
            <a:off x="10878042" y="5990962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F</a:t>
            </a:r>
            <a:endParaRPr lang="LID4096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D82986E-C558-1B1C-BB86-E47001682729}"/>
              </a:ext>
            </a:extLst>
          </p:cNvPr>
          <p:cNvSpPr/>
          <p:nvPr/>
        </p:nvSpPr>
        <p:spPr>
          <a:xfrm>
            <a:off x="10830863" y="1921712"/>
            <a:ext cx="863289" cy="31879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09E6B4-68D9-990A-038B-859ECADE9937}"/>
              </a:ext>
            </a:extLst>
          </p:cNvPr>
          <p:cNvSpPr txBox="1"/>
          <p:nvPr/>
        </p:nvSpPr>
        <p:spPr>
          <a:xfrm rot="5400000">
            <a:off x="11145211" y="1901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AD9FD8-8A2E-3451-4216-FABFFFF4CA61}"/>
              </a:ext>
            </a:extLst>
          </p:cNvPr>
          <p:cNvSpPr txBox="1"/>
          <p:nvPr/>
        </p:nvSpPr>
        <p:spPr>
          <a:xfrm>
            <a:off x="11296286" y="626984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AB9331-9A2E-8229-E30B-6BF62581D29E}"/>
              </a:ext>
            </a:extLst>
          </p:cNvPr>
          <p:cNvCxnSpPr>
            <a:cxnSpLocks/>
          </p:cNvCxnSpPr>
          <p:nvPr/>
        </p:nvCxnSpPr>
        <p:spPr>
          <a:xfrm>
            <a:off x="10901174" y="6377567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059E42B-9FE2-CF9C-73F4-3B64E0F1C397}"/>
              </a:ext>
            </a:extLst>
          </p:cNvPr>
          <p:cNvSpPr/>
          <p:nvPr/>
        </p:nvSpPr>
        <p:spPr>
          <a:xfrm>
            <a:off x="11256443" y="6332849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0E8F5DB-670D-1846-1F5E-FCF91A4E8133}"/>
              </a:ext>
            </a:extLst>
          </p:cNvPr>
          <p:cNvSpPr/>
          <p:nvPr/>
        </p:nvSpPr>
        <p:spPr>
          <a:xfrm>
            <a:off x="10802122" y="6420385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4299E4-9101-6F34-92F9-9FB43EE297EF}"/>
              </a:ext>
            </a:extLst>
          </p:cNvPr>
          <p:cNvSpPr/>
          <p:nvPr/>
        </p:nvSpPr>
        <p:spPr>
          <a:xfrm rot="10800000">
            <a:off x="10820558" y="1885826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A009D67-FB61-C6A4-9630-CB400D27049A}"/>
              </a:ext>
            </a:extLst>
          </p:cNvPr>
          <p:cNvSpPr/>
          <p:nvPr/>
        </p:nvSpPr>
        <p:spPr>
          <a:xfrm rot="5400000">
            <a:off x="5819793" y="216258"/>
            <a:ext cx="1239500" cy="3109219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DCA0F8-2546-EF6C-F250-29691EF3121B}"/>
              </a:ext>
            </a:extLst>
          </p:cNvPr>
          <p:cNvSpPr txBox="1"/>
          <p:nvPr/>
        </p:nvSpPr>
        <p:spPr>
          <a:xfrm>
            <a:off x="7345238" y="3059155"/>
            <a:ext cx="1236729" cy="306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3B88C81-6732-F432-55CF-296A68BCC5D7}"/>
              </a:ext>
            </a:extLst>
          </p:cNvPr>
          <p:cNvSpPr txBox="1"/>
          <p:nvPr/>
        </p:nvSpPr>
        <p:spPr>
          <a:xfrm>
            <a:off x="7982968" y="3435239"/>
            <a:ext cx="5933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  <a:br>
              <a:rPr lang="en-US" sz="1050"/>
            </a:br>
            <a:r>
              <a:rPr lang="en-US" sz="1050"/>
              <a:t>EXTI6</a:t>
            </a:r>
            <a:br>
              <a:rPr lang="en-US" sz="1050"/>
            </a:br>
            <a:r>
              <a:rPr lang="en-US" sz="1050"/>
              <a:t>EXTI7</a:t>
            </a:r>
            <a:br>
              <a:rPr lang="en-US" sz="1050"/>
            </a:br>
            <a:r>
              <a:rPr lang="en-US" sz="1050"/>
              <a:t>EXTI8</a:t>
            </a:r>
            <a:br>
              <a:rPr lang="en-US" sz="1050"/>
            </a:br>
            <a:r>
              <a:rPr lang="en-US" sz="1050"/>
              <a:t>EXTI9</a:t>
            </a:r>
            <a:br>
              <a:rPr lang="en-US" sz="1050"/>
            </a:br>
            <a:r>
              <a:rPr lang="en-US" sz="1050"/>
              <a:t>EXTI10</a:t>
            </a:r>
            <a:br>
              <a:rPr lang="en-US" sz="1050"/>
            </a:br>
            <a:r>
              <a:rPr lang="en-US" sz="1050"/>
              <a:t>EXTI11</a:t>
            </a:r>
            <a:br>
              <a:rPr lang="en-US" sz="1050"/>
            </a:br>
            <a:r>
              <a:rPr lang="en-US" sz="1050"/>
              <a:t>EXTI12</a:t>
            </a:r>
            <a:br>
              <a:rPr lang="en-US" sz="1050"/>
            </a:br>
            <a:r>
              <a:rPr lang="en-US" sz="1050"/>
              <a:t>EXTI13</a:t>
            </a:r>
            <a:br>
              <a:rPr lang="en-US" sz="1050"/>
            </a:br>
            <a:r>
              <a:rPr lang="en-US" sz="1050"/>
              <a:t>EXTI14</a:t>
            </a:r>
            <a:br>
              <a:rPr lang="en-US" sz="1050"/>
            </a:br>
            <a:r>
              <a:rPr lang="en-US" sz="1050"/>
              <a:t>EXTI15</a:t>
            </a:r>
            <a:endParaRPr lang="LID4096" sz="3600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C485B81-5CB7-C4C8-0555-B94EFD61945D}"/>
              </a:ext>
            </a:extLst>
          </p:cNvPr>
          <p:cNvCxnSpPr/>
          <p:nvPr/>
        </p:nvCxnSpPr>
        <p:spPr>
          <a:xfrm flipH="1">
            <a:off x="8582613" y="387127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094F033-1EA8-60A1-7BB3-C114DAC77596}"/>
              </a:ext>
            </a:extLst>
          </p:cNvPr>
          <p:cNvCxnSpPr/>
          <p:nvPr/>
        </p:nvCxnSpPr>
        <p:spPr>
          <a:xfrm flipH="1">
            <a:off x="8582613" y="4025771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81984CA-C4F6-4DEE-F6D1-4E8B51BA9FD9}"/>
              </a:ext>
            </a:extLst>
          </p:cNvPr>
          <p:cNvCxnSpPr/>
          <p:nvPr/>
        </p:nvCxnSpPr>
        <p:spPr>
          <a:xfrm flipH="1">
            <a:off x="8579442" y="420124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C96A6DC-39FE-D6B2-3AD6-BF1C2D91A745}"/>
              </a:ext>
            </a:extLst>
          </p:cNvPr>
          <p:cNvCxnSpPr/>
          <p:nvPr/>
        </p:nvCxnSpPr>
        <p:spPr>
          <a:xfrm flipH="1">
            <a:off x="8579442" y="4362729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632095A-A9FC-085C-CBAC-6BACAB658B0C}"/>
              </a:ext>
            </a:extLst>
          </p:cNvPr>
          <p:cNvCxnSpPr/>
          <p:nvPr/>
        </p:nvCxnSpPr>
        <p:spPr>
          <a:xfrm flipH="1">
            <a:off x="8579442" y="452102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C23F20A-4854-68AE-E981-E78241F1A1E0}"/>
              </a:ext>
            </a:extLst>
          </p:cNvPr>
          <p:cNvCxnSpPr/>
          <p:nvPr/>
        </p:nvCxnSpPr>
        <p:spPr>
          <a:xfrm flipH="1">
            <a:off x="8579442" y="468458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3178896-C25C-190A-1E70-9BF38A986B44}"/>
              </a:ext>
            </a:extLst>
          </p:cNvPr>
          <p:cNvSpPr/>
          <p:nvPr/>
        </p:nvSpPr>
        <p:spPr>
          <a:xfrm>
            <a:off x="8591001" y="4150818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7A73D42-438A-BCD8-3EFA-010C2BD5A618}"/>
              </a:ext>
            </a:extLst>
          </p:cNvPr>
          <p:cNvSpPr txBox="1"/>
          <p:nvPr/>
        </p:nvSpPr>
        <p:spPr>
          <a:xfrm>
            <a:off x="7336800" y="343523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13432C6-0AED-DC43-A6DF-FA232E5DF78B}"/>
              </a:ext>
            </a:extLst>
          </p:cNvPr>
          <p:cNvSpPr txBox="1"/>
          <p:nvPr/>
        </p:nvSpPr>
        <p:spPr>
          <a:xfrm>
            <a:off x="4025651" y="3050231"/>
            <a:ext cx="2535215" cy="1761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3600"/>
          </a:p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A9EF79E-B293-8655-9C20-C41A7564F2D6}"/>
              </a:ext>
            </a:extLst>
          </p:cNvPr>
          <p:cNvCxnSpPr/>
          <p:nvPr/>
        </p:nvCxnSpPr>
        <p:spPr>
          <a:xfrm flipH="1">
            <a:off x="8582613" y="3701641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394C91B-EB04-9E7F-956B-EFCB5F31F7FF}"/>
              </a:ext>
            </a:extLst>
          </p:cNvPr>
          <p:cNvCxnSpPr/>
          <p:nvPr/>
        </p:nvCxnSpPr>
        <p:spPr>
          <a:xfrm flipH="1">
            <a:off x="8582613" y="353200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F0C2E23-FAF4-4FCB-505F-68A2261A692E}"/>
              </a:ext>
            </a:extLst>
          </p:cNvPr>
          <p:cNvSpPr txBox="1"/>
          <p:nvPr/>
        </p:nvSpPr>
        <p:spPr>
          <a:xfrm>
            <a:off x="9214025" y="3610272"/>
            <a:ext cx="14520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1200" dirty="0"/>
              <a:t>16 inputs. Ett per</a:t>
            </a:r>
            <a:br>
              <a:rPr lang="sv-SE" sz="1200" dirty="0"/>
            </a:br>
            <a:r>
              <a:rPr lang="sv-SE" sz="1200" i="1" dirty="0"/>
              <a:t>pinne. </a:t>
            </a:r>
            <a:r>
              <a:rPr lang="sv-SE" sz="1200" dirty="0"/>
              <a:t>Varje pinne måste väljas från en av portarna. 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362691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ACB9-5D89-A019-9E5B-29629F16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>
            <a:extLst>
              <a:ext uri="{FF2B5EF4-FFF2-40B4-BE49-F238E27FC236}">
                <a16:creationId xmlns:a16="http://schemas.microsoft.com/office/drawing/2014/main" id="{7A53215E-985B-6914-84DF-A508D9878004}"/>
              </a:ext>
            </a:extLst>
          </p:cNvPr>
          <p:cNvSpPr/>
          <p:nvPr/>
        </p:nvSpPr>
        <p:spPr>
          <a:xfrm>
            <a:off x="4545237" y="0"/>
            <a:ext cx="7646763" cy="182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F499F-F4CE-A700-22FA-CB205030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Routing</a:t>
            </a:r>
            <a:br>
              <a:rPr lang="sv-SE" dirty="0"/>
            </a:br>
            <a:r>
              <a:rPr lang="sv-SE" sz="2800" dirty="0"/>
              <a:t>AFIO_EXTICR</a:t>
            </a:r>
            <a:endParaRPr lang="LID4096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C6C7CE8-98C5-1CBE-0AD8-BFBF4DF8436F}"/>
              </a:ext>
            </a:extLst>
          </p:cNvPr>
          <p:cNvCxnSpPr/>
          <p:nvPr/>
        </p:nvCxnSpPr>
        <p:spPr>
          <a:xfrm flipH="1">
            <a:off x="6560866" y="3560881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63DE74-F504-BE36-D880-DCB2B4AA1FA4}"/>
              </a:ext>
            </a:extLst>
          </p:cNvPr>
          <p:cNvCxnSpPr/>
          <p:nvPr/>
        </p:nvCxnSpPr>
        <p:spPr>
          <a:xfrm flipH="1">
            <a:off x="6560866" y="37129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3EA05B-8A24-EB49-96EE-787BB99399F4}"/>
              </a:ext>
            </a:extLst>
          </p:cNvPr>
          <p:cNvCxnSpPr/>
          <p:nvPr/>
        </p:nvCxnSpPr>
        <p:spPr>
          <a:xfrm flipH="1">
            <a:off x="6560866" y="3865025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511EF0-A9DB-05BB-0580-E6FF1AFD9789}"/>
              </a:ext>
            </a:extLst>
          </p:cNvPr>
          <p:cNvCxnSpPr/>
          <p:nvPr/>
        </p:nvCxnSpPr>
        <p:spPr>
          <a:xfrm flipH="1">
            <a:off x="6560866" y="4029679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E92562-05E8-D5BA-66A9-2CCDBCBCE19B}"/>
              </a:ext>
            </a:extLst>
          </p:cNvPr>
          <p:cNvCxnSpPr/>
          <p:nvPr/>
        </p:nvCxnSpPr>
        <p:spPr>
          <a:xfrm flipH="1">
            <a:off x="6560866" y="419433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A87343-F59D-65C9-5D06-E713654F9705}"/>
              </a:ext>
            </a:extLst>
          </p:cNvPr>
          <p:cNvCxnSpPr/>
          <p:nvPr/>
        </p:nvCxnSpPr>
        <p:spPr>
          <a:xfrm flipH="1">
            <a:off x="6560866" y="4358987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BF18ED-25F3-8B44-9E7C-1A0A916EAA4F}"/>
              </a:ext>
            </a:extLst>
          </p:cNvPr>
          <p:cNvCxnSpPr/>
          <p:nvPr/>
        </p:nvCxnSpPr>
        <p:spPr>
          <a:xfrm flipH="1">
            <a:off x="6560866" y="45152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89C4193-1216-7DD9-DA09-7E6EB36C1EB8}"/>
              </a:ext>
            </a:extLst>
          </p:cNvPr>
          <p:cNvSpPr/>
          <p:nvPr/>
        </p:nvSpPr>
        <p:spPr>
          <a:xfrm>
            <a:off x="7396501" y="1652537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85BF0-5317-AEB5-CFCB-8577055C29EB}"/>
              </a:ext>
            </a:extLst>
          </p:cNvPr>
          <p:cNvSpPr txBox="1"/>
          <p:nvPr/>
        </p:nvSpPr>
        <p:spPr>
          <a:xfrm rot="5400000">
            <a:off x="7390249" y="20655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D83BA88-1D5E-D9BB-F261-EC8F7259BBD8}"/>
              </a:ext>
            </a:extLst>
          </p:cNvPr>
          <p:cNvSpPr/>
          <p:nvPr/>
        </p:nvSpPr>
        <p:spPr>
          <a:xfrm>
            <a:off x="6745844" y="1652537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632AD8-05CA-760B-C2EC-92FEF5661825}"/>
              </a:ext>
            </a:extLst>
          </p:cNvPr>
          <p:cNvSpPr txBox="1"/>
          <p:nvPr/>
        </p:nvSpPr>
        <p:spPr>
          <a:xfrm rot="5400000">
            <a:off x="6739592" y="20655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395B11F-F7DD-3518-D82B-93D582653F04}"/>
              </a:ext>
            </a:extLst>
          </p:cNvPr>
          <p:cNvSpPr/>
          <p:nvPr/>
        </p:nvSpPr>
        <p:spPr>
          <a:xfrm>
            <a:off x="6156844" y="166714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0471D-10A5-5B6B-066C-74638F5A44B3}"/>
              </a:ext>
            </a:extLst>
          </p:cNvPr>
          <p:cNvSpPr txBox="1"/>
          <p:nvPr/>
        </p:nvSpPr>
        <p:spPr>
          <a:xfrm rot="5400000">
            <a:off x="6150592" y="20801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295C73E-E97E-AF95-A132-EC0A5EA29697}"/>
              </a:ext>
            </a:extLst>
          </p:cNvPr>
          <p:cNvSpPr/>
          <p:nvPr/>
        </p:nvSpPr>
        <p:spPr>
          <a:xfrm>
            <a:off x="5567844" y="168175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1E74F-8136-1025-A3A4-07DDD0A571EF}"/>
              </a:ext>
            </a:extLst>
          </p:cNvPr>
          <p:cNvSpPr txBox="1"/>
          <p:nvPr/>
        </p:nvSpPr>
        <p:spPr>
          <a:xfrm rot="5400000">
            <a:off x="5561592" y="2094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B97C4E7-D189-B036-E409-C917ECE50DDD}"/>
              </a:ext>
            </a:extLst>
          </p:cNvPr>
          <p:cNvSpPr/>
          <p:nvPr/>
        </p:nvSpPr>
        <p:spPr>
          <a:xfrm>
            <a:off x="8212267" y="166714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FDC191C-AA5C-0DC7-2AA4-4175E58EB8EB}"/>
              </a:ext>
            </a:extLst>
          </p:cNvPr>
          <p:cNvSpPr/>
          <p:nvPr/>
        </p:nvSpPr>
        <p:spPr>
          <a:xfrm>
            <a:off x="8845049" y="1645290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C1ED03-4D00-2296-599D-88CCC51490C5}"/>
              </a:ext>
            </a:extLst>
          </p:cNvPr>
          <p:cNvSpPr/>
          <p:nvPr/>
        </p:nvSpPr>
        <p:spPr>
          <a:xfrm>
            <a:off x="10824545" y="5970889"/>
            <a:ext cx="863289" cy="63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321C63-1174-98F7-4084-7AE5110802A6}"/>
              </a:ext>
            </a:extLst>
          </p:cNvPr>
          <p:cNvSpPr/>
          <p:nvPr/>
        </p:nvSpPr>
        <p:spPr>
          <a:xfrm>
            <a:off x="10830863" y="2326231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8DE613-62CE-0CB3-73DC-24B07FA78032}"/>
              </a:ext>
            </a:extLst>
          </p:cNvPr>
          <p:cNvSpPr txBox="1"/>
          <p:nvPr/>
        </p:nvSpPr>
        <p:spPr>
          <a:xfrm>
            <a:off x="11296286" y="2619342"/>
            <a:ext cx="39786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AD1CD3-F40D-7675-3EB8-3B7E8A48F6E5}"/>
              </a:ext>
            </a:extLst>
          </p:cNvPr>
          <p:cNvCxnSpPr>
            <a:cxnSpLocks/>
          </p:cNvCxnSpPr>
          <p:nvPr/>
        </p:nvCxnSpPr>
        <p:spPr>
          <a:xfrm>
            <a:off x="10901174" y="2727066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4C7DB21-A2E3-D273-6988-2C66EB65F4A2}"/>
              </a:ext>
            </a:extLst>
          </p:cNvPr>
          <p:cNvSpPr/>
          <p:nvPr/>
        </p:nvSpPr>
        <p:spPr>
          <a:xfrm>
            <a:off x="11256443" y="2682348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638AB8-9AB5-A5BD-E35C-8DAD49E1C03A}"/>
              </a:ext>
            </a:extLst>
          </p:cNvPr>
          <p:cNvSpPr txBox="1"/>
          <p:nvPr/>
        </p:nvSpPr>
        <p:spPr>
          <a:xfrm>
            <a:off x="11296286" y="27585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3E7751-D868-A5D9-E429-146364CB7CBD}"/>
              </a:ext>
            </a:extLst>
          </p:cNvPr>
          <p:cNvCxnSpPr>
            <a:cxnSpLocks/>
          </p:cNvCxnSpPr>
          <p:nvPr/>
        </p:nvCxnSpPr>
        <p:spPr>
          <a:xfrm>
            <a:off x="10901174" y="2866291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F733381-814D-23D0-9115-1048FC593CD6}"/>
              </a:ext>
            </a:extLst>
          </p:cNvPr>
          <p:cNvSpPr/>
          <p:nvPr/>
        </p:nvSpPr>
        <p:spPr>
          <a:xfrm>
            <a:off x="11256443" y="2821573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5FE653-CA69-C45D-EC5F-E107CB16BBE0}"/>
              </a:ext>
            </a:extLst>
          </p:cNvPr>
          <p:cNvSpPr txBox="1"/>
          <p:nvPr/>
        </p:nvSpPr>
        <p:spPr>
          <a:xfrm>
            <a:off x="11296286" y="28977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166EED-418F-BC2C-9ACF-78E1F8E4202A}"/>
              </a:ext>
            </a:extLst>
          </p:cNvPr>
          <p:cNvCxnSpPr>
            <a:cxnSpLocks/>
          </p:cNvCxnSpPr>
          <p:nvPr/>
        </p:nvCxnSpPr>
        <p:spPr>
          <a:xfrm>
            <a:off x="10901174" y="30055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1C0226E-41FF-2A7F-96AB-96F92C85B161}"/>
              </a:ext>
            </a:extLst>
          </p:cNvPr>
          <p:cNvSpPr/>
          <p:nvPr/>
        </p:nvSpPr>
        <p:spPr>
          <a:xfrm>
            <a:off x="11256443" y="29607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6944AD-26F2-55F8-4493-C101F97384EE}"/>
              </a:ext>
            </a:extLst>
          </p:cNvPr>
          <p:cNvSpPr txBox="1"/>
          <p:nvPr/>
        </p:nvSpPr>
        <p:spPr>
          <a:xfrm>
            <a:off x="11296286" y="30370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33E582-BAE2-34AA-314C-654430678CE5}"/>
              </a:ext>
            </a:extLst>
          </p:cNvPr>
          <p:cNvCxnSpPr>
            <a:cxnSpLocks/>
          </p:cNvCxnSpPr>
          <p:nvPr/>
        </p:nvCxnSpPr>
        <p:spPr>
          <a:xfrm>
            <a:off x="10901174" y="31447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E4D9B38-B888-3C62-3213-E414B29786EC}"/>
              </a:ext>
            </a:extLst>
          </p:cNvPr>
          <p:cNvSpPr/>
          <p:nvPr/>
        </p:nvSpPr>
        <p:spPr>
          <a:xfrm>
            <a:off x="11256443" y="31000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2D8F18-59B5-6C2E-CA78-E1D0AA7759DA}"/>
              </a:ext>
            </a:extLst>
          </p:cNvPr>
          <p:cNvSpPr txBox="1"/>
          <p:nvPr/>
        </p:nvSpPr>
        <p:spPr>
          <a:xfrm>
            <a:off x="11296286" y="317624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0EC928-3102-F86D-838F-3AFB589FFBA8}"/>
              </a:ext>
            </a:extLst>
          </p:cNvPr>
          <p:cNvCxnSpPr>
            <a:cxnSpLocks/>
          </p:cNvCxnSpPr>
          <p:nvPr/>
        </p:nvCxnSpPr>
        <p:spPr>
          <a:xfrm>
            <a:off x="10901174" y="328396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2BEB356-BDC1-9DCA-03DB-B355F427D55C}"/>
              </a:ext>
            </a:extLst>
          </p:cNvPr>
          <p:cNvSpPr/>
          <p:nvPr/>
        </p:nvSpPr>
        <p:spPr>
          <a:xfrm>
            <a:off x="11256443" y="323924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A3356F-D73D-BFA6-0789-09CD13B90546}"/>
              </a:ext>
            </a:extLst>
          </p:cNvPr>
          <p:cNvSpPr txBox="1"/>
          <p:nvPr/>
        </p:nvSpPr>
        <p:spPr>
          <a:xfrm>
            <a:off x="11296286" y="33154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10662E-6C01-F793-5C0D-E3ECAEC370C9}"/>
              </a:ext>
            </a:extLst>
          </p:cNvPr>
          <p:cNvCxnSpPr>
            <a:cxnSpLocks/>
          </p:cNvCxnSpPr>
          <p:nvPr/>
        </p:nvCxnSpPr>
        <p:spPr>
          <a:xfrm>
            <a:off x="10901174" y="342319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A1246BD-1A74-CCF0-A9C5-D517E674F255}"/>
              </a:ext>
            </a:extLst>
          </p:cNvPr>
          <p:cNvSpPr/>
          <p:nvPr/>
        </p:nvSpPr>
        <p:spPr>
          <a:xfrm>
            <a:off x="11256443" y="337847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DD557B-A0F4-5DC4-BFDF-CFC06BA3B3A9}"/>
              </a:ext>
            </a:extLst>
          </p:cNvPr>
          <p:cNvSpPr txBox="1"/>
          <p:nvPr/>
        </p:nvSpPr>
        <p:spPr>
          <a:xfrm>
            <a:off x="11296286" y="34546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ECFEF8-F4C2-A830-0CB5-7627FF1C2ACB}"/>
              </a:ext>
            </a:extLst>
          </p:cNvPr>
          <p:cNvCxnSpPr>
            <a:cxnSpLocks/>
          </p:cNvCxnSpPr>
          <p:nvPr/>
        </p:nvCxnSpPr>
        <p:spPr>
          <a:xfrm>
            <a:off x="10901174" y="35624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2787101-06A6-BCCA-710E-C92EC32DDD1C}"/>
              </a:ext>
            </a:extLst>
          </p:cNvPr>
          <p:cNvSpPr/>
          <p:nvPr/>
        </p:nvSpPr>
        <p:spPr>
          <a:xfrm>
            <a:off x="11256443" y="35176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AD2381-007E-6FAE-5265-780A1E1E85C5}"/>
              </a:ext>
            </a:extLst>
          </p:cNvPr>
          <p:cNvSpPr txBox="1"/>
          <p:nvPr/>
        </p:nvSpPr>
        <p:spPr>
          <a:xfrm>
            <a:off x="11296286" y="35939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1CC111-7C0C-C8F9-3557-258083E00943}"/>
              </a:ext>
            </a:extLst>
          </p:cNvPr>
          <p:cNvCxnSpPr>
            <a:cxnSpLocks/>
          </p:cNvCxnSpPr>
          <p:nvPr/>
        </p:nvCxnSpPr>
        <p:spPr>
          <a:xfrm>
            <a:off x="10901174" y="37016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ABBD1E5-F1B1-EBC7-163A-8F021F104B03}"/>
              </a:ext>
            </a:extLst>
          </p:cNvPr>
          <p:cNvSpPr/>
          <p:nvPr/>
        </p:nvSpPr>
        <p:spPr>
          <a:xfrm>
            <a:off x="11256443" y="36569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543156-F7D5-E504-01C5-B5EC5AC0193E}"/>
              </a:ext>
            </a:extLst>
          </p:cNvPr>
          <p:cNvSpPr txBox="1"/>
          <p:nvPr/>
        </p:nvSpPr>
        <p:spPr>
          <a:xfrm rot="5400000">
            <a:off x="11145211" y="37192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6292A8-C858-C1DC-08A8-F6A4F4F1A602}"/>
              </a:ext>
            </a:extLst>
          </p:cNvPr>
          <p:cNvSpPr txBox="1"/>
          <p:nvPr/>
        </p:nvSpPr>
        <p:spPr>
          <a:xfrm>
            <a:off x="10878042" y="2326231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D</a:t>
            </a:r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605128-3140-3099-5221-8F03B6083065}"/>
              </a:ext>
            </a:extLst>
          </p:cNvPr>
          <p:cNvSpPr/>
          <p:nvPr/>
        </p:nvSpPr>
        <p:spPr>
          <a:xfrm>
            <a:off x="10830863" y="4150819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E766A8-1E1A-4322-D77D-1C3F071FBFC3}"/>
              </a:ext>
            </a:extLst>
          </p:cNvPr>
          <p:cNvSpPr txBox="1"/>
          <p:nvPr/>
        </p:nvSpPr>
        <p:spPr>
          <a:xfrm>
            <a:off x="11296286" y="44439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7033952-CAD4-06DB-FD9C-4EA86350C4D8}"/>
              </a:ext>
            </a:extLst>
          </p:cNvPr>
          <p:cNvCxnSpPr>
            <a:cxnSpLocks/>
          </p:cNvCxnSpPr>
          <p:nvPr/>
        </p:nvCxnSpPr>
        <p:spPr>
          <a:xfrm>
            <a:off x="10901174" y="4551654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515B3498-0211-4C8A-FC37-F96D97177C9F}"/>
              </a:ext>
            </a:extLst>
          </p:cNvPr>
          <p:cNvSpPr/>
          <p:nvPr/>
        </p:nvSpPr>
        <p:spPr>
          <a:xfrm>
            <a:off x="11256443" y="4506936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A2E0F5-C996-EF62-B9C1-9EBAD568B30B}"/>
              </a:ext>
            </a:extLst>
          </p:cNvPr>
          <p:cNvSpPr txBox="1"/>
          <p:nvPr/>
        </p:nvSpPr>
        <p:spPr>
          <a:xfrm>
            <a:off x="11296286" y="45831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E50AD0-5022-5F19-DE4E-A9DB91BD109D}"/>
              </a:ext>
            </a:extLst>
          </p:cNvPr>
          <p:cNvCxnSpPr>
            <a:cxnSpLocks/>
          </p:cNvCxnSpPr>
          <p:nvPr/>
        </p:nvCxnSpPr>
        <p:spPr>
          <a:xfrm>
            <a:off x="10901174" y="4690879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814F74B-8D7E-8E0C-FFA8-5996661244AB}"/>
              </a:ext>
            </a:extLst>
          </p:cNvPr>
          <p:cNvSpPr/>
          <p:nvPr/>
        </p:nvSpPr>
        <p:spPr>
          <a:xfrm>
            <a:off x="11256443" y="4646161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9DF881-537A-5CA5-F4C6-4D36233BC862}"/>
              </a:ext>
            </a:extLst>
          </p:cNvPr>
          <p:cNvSpPr txBox="1"/>
          <p:nvPr/>
        </p:nvSpPr>
        <p:spPr>
          <a:xfrm>
            <a:off x="11296286" y="47223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8858DCE-B659-4508-5D23-C6933ABE3B38}"/>
              </a:ext>
            </a:extLst>
          </p:cNvPr>
          <p:cNvCxnSpPr>
            <a:cxnSpLocks/>
          </p:cNvCxnSpPr>
          <p:nvPr/>
        </p:nvCxnSpPr>
        <p:spPr>
          <a:xfrm>
            <a:off x="10901174" y="48301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2868BE0-EF4B-11AA-A8A8-14D9D9718FB7}"/>
              </a:ext>
            </a:extLst>
          </p:cNvPr>
          <p:cNvSpPr/>
          <p:nvPr/>
        </p:nvSpPr>
        <p:spPr>
          <a:xfrm>
            <a:off x="11256443" y="47853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200B6C-66C2-251D-0AD1-8127927FA670}"/>
              </a:ext>
            </a:extLst>
          </p:cNvPr>
          <p:cNvSpPr txBox="1"/>
          <p:nvPr/>
        </p:nvSpPr>
        <p:spPr>
          <a:xfrm>
            <a:off x="11296286" y="48616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1101B6-68F4-0DE8-55A1-867508DC06E6}"/>
              </a:ext>
            </a:extLst>
          </p:cNvPr>
          <p:cNvCxnSpPr>
            <a:cxnSpLocks/>
          </p:cNvCxnSpPr>
          <p:nvPr/>
        </p:nvCxnSpPr>
        <p:spPr>
          <a:xfrm>
            <a:off x="10901174" y="49693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2A46A61F-BE7E-95DF-FCEA-C322AB8885F6}"/>
              </a:ext>
            </a:extLst>
          </p:cNvPr>
          <p:cNvSpPr/>
          <p:nvPr/>
        </p:nvSpPr>
        <p:spPr>
          <a:xfrm>
            <a:off x="11256443" y="49246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60F9F1-0E44-28B2-BB35-A4979ECCE8CF}"/>
              </a:ext>
            </a:extLst>
          </p:cNvPr>
          <p:cNvSpPr txBox="1"/>
          <p:nvPr/>
        </p:nvSpPr>
        <p:spPr>
          <a:xfrm>
            <a:off x="11296286" y="50008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45B9D5E-082D-DFBC-6EFE-D90C6E53A7FF}"/>
              </a:ext>
            </a:extLst>
          </p:cNvPr>
          <p:cNvCxnSpPr>
            <a:cxnSpLocks/>
          </p:cNvCxnSpPr>
          <p:nvPr/>
        </p:nvCxnSpPr>
        <p:spPr>
          <a:xfrm>
            <a:off x="10901174" y="510855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C5EE0734-AF10-125D-55D9-C0F469768878}"/>
              </a:ext>
            </a:extLst>
          </p:cNvPr>
          <p:cNvSpPr/>
          <p:nvPr/>
        </p:nvSpPr>
        <p:spPr>
          <a:xfrm>
            <a:off x="11256443" y="506383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7A22B2-BA6B-4DCF-680E-21D1B144C1D4}"/>
              </a:ext>
            </a:extLst>
          </p:cNvPr>
          <p:cNvSpPr txBox="1"/>
          <p:nvPr/>
        </p:nvSpPr>
        <p:spPr>
          <a:xfrm>
            <a:off x="11296286" y="51400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A92128-585E-2CBC-6084-D9BC8F626235}"/>
              </a:ext>
            </a:extLst>
          </p:cNvPr>
          <p:cNvCxnSpPr>
            <a:cxnSpLocks/>
          </p:cNvCxnSpPr>
          <p:nvPr/>
        </p:nvCxnSpPr>
        <p:spPr>
          <a:xfrm>
            <a:off x="10901174" y="524777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728639B9-2869-A51A-E277-4779B12FF3AB}"/>
              </a:ext>
            </a:extLst>
          </p:cNvPr>
          <p:cNvSpPr/>
          <p:nvPr/>
        </p:nvSpPr>
        <p:spPr>
          <a:xfrm>
            <a:off x="11256443" y="520306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3F55E0-92E5-14F5-1AD7-D8C3815946CE}"/>
              </a:ext>
            </a:extLst>
          </p:cNvPr>
          <p:cNvSpPr txBox="1"/>
          <p:nvPr/>
        </p:nvSpPr>
        <p:spPr>
          <a:xfrm>
            <a:off x="11296286" y="52792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7E63DC0-10B7-6E9A-A779-F4F0E4394B47}"/>
              </a:ext>
            </a:extLst>
          </p:cNvPr>
          <p:cNvCxnSpPr>
            <a:cxnSpLocks/>
          </p:cNvCxnSpPr>
          <p:nvPr/>
        </p:nvCxnSpPr>
        <p:spPr>
          <a:xfrm>
            <a:off x="10901174" y="53870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D191B096-4F1B-5D98-3DF1-A6DF85505AFB}"/>
              </a:ext>
            </a:extLst>
          </p:cNvPr>
          <p:cNvSpPr/>
          <p:nvPr/>
        </p:nvSpPr>
        <p:spPr>
          <a:xfrm>
            <a:off x="11256443" y="53422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A29AC6-F0E1-07AD-A1FC-83FCA4BA304F}"/>
              </a:ext>
            </a:extLst>
          </p:cNvPr>
          <p:cNvSpPr txBox="1"/>
          <p:nvPr/>
        </p:nvSpPr>
        <p:spPr>
          <a:xfrm>
            <a:off x="11296286" y="54185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C7CA58-822C-B3F3-A742-F8AB56F9E5EC}"/>
              </a:ext>
            </a:extLst>
          </p:cNvPr>
          <p:cNvCxnSpPr>
            <a:cxnSpLocks/>
          </p:cNvCxnSpPr>
          <p:nvPr/>
        </p:nvCxnSpPr>
        <p:spPr>
          <a:xfrm>
            <a:off x="10901174" y="55262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68AA674B-E27E-8533-6066-598A02EEDDAD}"/>
              </a:ext>
            </a:extLst>
          </p:cNvPr>
          <p:cNvSpPr/>
          <p:nvPr/>
        </p:nvSpPr>
        <p:spPr>
          <a:xfrm>
            <a:off x="11256443" y="54815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5903E9-29FE-C8D0-AE9D-26BD162566D1}"/>
              </a:ext>
            </a:extLst>
          </p:cNvPr>
          <p:cNvSpPr txBox="1"/>
          <p:nvPr/>
        </p:nvSpPr>
        <p:spPr>
          <a:xfrm rot="5400000">
            <a:off x="11145211" y="554379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A72388-1D93-85AC-D6B3-EA3B48341B09}"/>
              </a:ext>
            </a:extLst>
          </p:cNvPr>
          <p:cNvSpPr txBox="1"/>
          <p:nvPr/>
        </p:nvSpPr>
        <p:spPr>
          <a:xfrm>
            <a:off x="10878042" y="4150819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E</a:t>
            </a:r>
            <a:endParaRPr lang="LID4096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02F895-4C9F-2C7B-BEDB-B70230066CFF}"/>
              </a:ext>
            </a:extLst>
          </p:cNvPr>
          <p:cNvSpPr txBox="1"/>
          <p:nvPr/>
        </p:nvSpPr>
        <p:spPr>
          <a:xfrm>
            <a:off x="10878042" y="5990962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F</a:t>
            </a:r>
            <a:endParaRPr lang="LID4096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1C43A10-9CD7-B6C4-544F-83C47B8C3F27}"/>
              </a:ext>
            </a:extLst>
          </p:cNvPr>
          <p:cNvSpPr/>
          <p:nvPr/>
        </p:nvSpPr>
        <p:spPr>
          <a:xfrm>
            <a:off x="10830863" y="1921712"/>
            <a:ext cx="863289" cy="31879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EC87696-C00F-A0B8-4AAD-1486CD1765CD}"/>
              </a:ext>
            </a:extLst>
          </p:cNvPr>
          <p:cNvSpPr txBox="1"/>
          <p:nvPr/>
        </p:nvSpPr>
        <p:spPr>
          <a:xfrm rot="5400000">
            <a:off x="11145211" y="1901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68D3F2-1600-B32D-2EB1-52811F8F611E}"/>
              </a:ext>
            </a:extLst>
          </p:cNvPr>
          <p:cNvSpPr txBox="1"/>
          <p:nvPr/>
        </p:nvSpPr>
        <p:spPr>
          <a:xfrm>
            <a:off x="11296286" y="626984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AC87DB6-C993-D09A-0BA2-8175A75A5FAD}"/>
              </a:ext>
            </a:extLst>
          </p:cNvPr>
          <p:cNvCxnSpPr>
            <a:cxnSpLocks/>
          </p:cNvCxnSpPr>
          <p:nvPr/>
        </p:nvCxnSpPr>
        <p:spPr>
          <a:xfrm>
            <a:off x="10901174" y="6377567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2A52D355-DC2F-035C-444D-A05D132AA368}"/>
              </a:ext>
            </a:extLst>
          </p:cNvPr>
          <p:cNvSpPr/>
          <p:nvPr/>
        </p:nvSpPr>
        <p:spPr>
          <a:xfrm>
            <a:off x="11256443" y="6332849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88" name="Arrow: Down 87">
            <a:extLst>
              <a:ext uri="{FF2B5EF4-FFF2-40B4-BE49-F238E27FC236}">
                <a16:creationId xmlns:a16="http://schemas.microsoft.com/office/drawing/2014/main" id="{5D09CFA5-67B8-E1AF-1921-296134903284}"/>
              </a:ext>
            </a:extLst>
          </p:cNvPr>
          <p:cNvSpPr/>
          <p:nvPr/>
        </p:nvSpPr>
        <p:spPr>
          <a:xfrm>
            <a:off x="10046492" y="1698526"/>
            <a:ext cx="268777" cy="36797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7337E38-F30E-61BC-7D66-EB193ECD43FC}"/>
              </a:ext>
            </a:extLst>
          </p:cNvPr>
          <p:cNvSpPr/>
          <p:nvPr/>
        </p:nvSpPr>
        <p:spPr>
          <a:xfrm>
            <a:off x="9878713" y="1388132"/>
            <a:ext cx="616590" cy="3229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BD97697-26F8-2909-8132-2C391CC9551C}"/>
              </a:ext>
            </a:extLst>
          </p:cNvPr>
          <p:cNvSpPr txBox="1"/>
          <p:nvPr/>
        </p:nvSpPr>
        <p:spPr>
          <a:xfrm>
            <a:off x="9905804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EXTI0</a:t>
            </a:r>
            <a:endParaRPr lang="LID4096" sz="1200"/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1C81C529-D019-2CFE-F816-009EDC08F932}"/>
              </a:ext>
            </a:extLst>
          </p:cNvPr>
          <p:cNvSpPr/>
          <p:nvPr/>
        </p:nvSpPr>
        <p:spPr>
          <a:xfrm>
            <a:off x="9434049" y="1698525"/>
            <a:ext cx="268777" cy="1553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6B6FCC2-73E2-222E-1310-49F80F091B05}"/>
              </a:ext>
            </a:extLst>
          </p:cNvPr>
          <p:cNvGrpSpPr/>
          <p:nvPr/>
        </p:nvGrpSpPr>
        <p:grpSpPr>
          <a:xfrm>
            <a:off x="9266270" y="1388132"/>
            <a:ext cx="616590" cy="322976"/>
            <a:chOff x="7566824" y="759203"/>
            <a:chExt cx="616590" cy="322976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7F9FB3C-E17C-836D-0FB3-29EAF49F882F}"/>
                </a:ext>
              </a:extLst>
            </p:cNvPr>
            <p:cNvSpPr/>
            <p:nvPr/>
          </p:nvSpPr>
          <p:spPr>
            <a:xfrm>
              <a:off x="7566824" y="759203"/>
              <a:ext cx="616590" cy="32297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5824B3D-6889-9C97-86F2-BFCD0880CF5A}"/>
                </a:ext>
              </a:extLst>
            </p:cNvPr>
            <p:cNvSpPr txBox="1"/>
            <p:nvPr/>
          </p:nvSpPr>
          <p:spPr>
            <a:xfrm>
              <a:off x="7593915" y="792598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EXTI1</a:t>
              </a:r>
              <a:endParaRPr lang="LID4096" sz="1200"/>
            </a:p>
          </p:txBody>
        </p:sp>
      </p:grp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BF5CA355-3C95-C0D1-BC0A-353D4A46E02F}"/>
              </a:ext>
            </a:extLst>
          </p:cNvPr>
          <p:cNvSpPr/>
          <p:nvPr/>
        </p:nvSpPr>
        <p:spPr>
          <a:xfrm>
            <a:off x="9363539" y="3126861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0127ECE-8852-0337-345D-DF259E6C9DCB}"/>
              </a:ext>
            </a:extLst>
          </p:cNvPr>
          <p:cNvSpPr/>
          <p:nvPr/>
        </p:nvSpPr>
        <p:spPr>
          <a:xfrm>
            <a:off x="9803211" y="2860401"/>
            <a:ext cx="1052818" cy="595618"/>
          </a:xfrm>
          <a:custGeom>
            <a:avLst/>
            <a:gdLst>
              <a:gd name="csX0" fmla="*/ 1052818 w 1052818"/>
              <a:gd name="csY0" fmla="*/ 0 h 595618"/>
              <a:gd name="csX1" fmla="*/ 952151 w 1052818"/>
              <a:gd name="csY1" fmla="*/ 0 h 595618"/>
              <a:gd name="csX2" fmla="*/ 952151 w 1052818"/>
              <a:gd name="csY2" fmla="*/ 595618 h 595618"/>
              <a:gd name="csX3" fmla="*/ 0 w 1052818"/>
              <a:gd name="csY3" fmla="*/ 595618 h 595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595618">
                <a:moveTo>
                  <a:pt x="1052818" y="0"/>
                </a:moveTo>
                <a:lnTo>
                  <a:pt x="952151" y="0"/>
                </a:lnTo>
                <a:lnTo>
                  <a:pt x="952151" y="595618"/>
                </a:lnTo>
                <a:lnTo>
                  <a:pt x="0" y="595618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82EE771-C906-BB2E-04DC-EBEB3E062256}"/>
              </a:ext>
            </a:extLst>
          </p:cNvPr>
          <p:cNvCxnSpPr/>
          <p:nvPr/>
        </p:nvCxnSpPr>
        <p:spPr>
          <a:xfrm>
            <a:off x="10612050" y="1810344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C991B28-2D59-3B8C-F74C-1A1ACFFC5AF6}"/>
              </a:ext>
            </a:extLst>
          </p:cNvPr>
          <p:cNvSpPr/>
          <p:nvPr/>
        </p:nvSpPr>
        <p:spPr>
          <a:xfrm>
            <a:off x="9807406" y="2340283"/>
            <a:ext cx="805343" cy="1019263"/>
          </a:xfrm>
          <a:custGeom>
            <a:avLst/>
            <a:gdLst>
              <a:gd name="csX0" fmla="*/ 805343 w 805343"/>
              <a:gd name="csY0" fmla="*/ 0 h 1019263"/>
              <a:gd name="csX1" fmla="*/ 805343 w 805343"/>
              <a:gd name="csY1" fmla="*/ 1019263 h 1019263"/>
              <a:gd name="csX2" fmla="*/ 0 w 805343"/>
              <a:gd name="csY2" fmla="*/ 1019263 h 1019263"/>
              <a:gd name="csX3" fmla="*/ 0 w 805343"/>
              <a:gd name="csY3" fmla="*/ 1002485 h 1019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05343" h="1019263">
                <a:moveTo>
                  <a:pt x="805343" y="0"/>
                </a:moveTo>
                <a:lnTo>
                  <a:pt x="805343" y="1019263"/>
                </a:lnTo>
                <a:lnTo>
                  <a:pt x="0" y="1019263"/>
                </a:lnTo>
                <a:lnTo>
                  <a:pt x="0" y="1002485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E4C7D6E0-9A56-4101-8927-E1570E948FEF}"/>
              </a:ext>
            </a:extLst>
          </p:cNvPr>
          <p:cNvSpPr/>
          <p:nvPr/>
        </p:nvSpPr>
        <p:spPr>
          <a:xfrm>
            <a:off x="9794822" y="3565076"/>
            <a:ext cx="1065402" cy="1124125"/>
          </a:xfrm>
          <a:custGeom>
            <a:avLst/>
            <a:gdLst>
              <a:gd name="csX0" fmla="*/ 1052818 w 1052818"/>
              <a:gd name="csY0" fmla="*/ 1124125 h 1124125"/>
              <a:gd name="csX1" fmla="*/ 637563 w 1052818"/>
              <a:gd name="csY1" fmla="*/ 1124125 h 1124125"/>
              <a:gd name="csX2" fmla="*/ 637563 w 1052818"/>
              <a:gd name="csY2" fmla="*/ 0 h 1124125"/>
              <a:gd name="csX3" fmla="*/ 0 w 1052818"/>
              <a:gd name="csY3" fmla="*/ 0 h 1124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1124125">
                <a:moveTo>
                  <a:pt x="1052818" y="1124125"/>
                </a:moveTo>
                <a:lnTo>
                  <a:pt x="637563" y="1124125"/>
                </a:lnTo>
                <a:lnTo>
                  <a:pt x="63756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FD1FC7A-5EFE-3879-0CE2-3E90F7DC7DDD}"/>
              </a:ext>
            </a:extLst>
          </p:cNvPr>
          <p:cNvCxnSpPr/>
          <p:nvPr/>
        </p:nvCxnSpPr>
        <p:spPr>
          <a:xfrm>
            <a:off x="10315269" y="5990962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B54515E0-456A-2E31-91F8-14674702D5A4}"/>
              </a:ext>
            </a:extLst>
          </p:cNvPr>
          <p:cNvSpPr/>
          <p:nvPr/>
        </p:nvSpPr>
        <p:spPr>
          <a:xfrm>
            <a:off x="9794822" y="3690911"/>
            <a:ext cx="524312" cy="2294389"/>
          </a:xfrm>
          <a:custGeom>
            <a:avLst/>
            <a:gdLst>
              <a:gd name="csX0" fmla="*/ 524312 w 524312"/>
              <a:gd name="csY0" fmla="*/ 2294389 h 2294389"/>
              <a:gd name="csX1" fmla="*/ 524312 w 524312"/>
              <a:gd name="csY1" fmla="*/ 4194 h 2294389"/>
              <a:gd name="csX2" fmla="*/ 0 w 524312"/>
              <a:gd name="csY2" fmla="*/ 4194 h 2294389"/>
              <a:gd name="csX3" fmla="*/ 0 w 524312"/>
              <a:gd name="csY3" fmla="*/ 0 h 229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4312" h="2294389">
                <a:moveTo>
                  <a:pt x="524312" y="2294389"/>
                </a:moveTo>
                <a:lnTo>
                  <a:pt x="524312" y="4194"/>
                </a:lnTo>
                <a:lnTo>
                  <a:pt x="0" y="41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6450D68-2303-AAC4-EBFE-F98CAD16FA23}"/>
              </a:ext>
            </a:extLst>
          </p:cNvPr>
          <p:cNvSpPr/>
          <p:nvPr/>
        </p:nvSpPr>
        <p:spPr>
          <a:xfrm>
            <a:off x="8655272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E29B28B-C322-ADE8-A8AE-C9AF62B044C3}"/>
              </a:ext>
            </a:extLst>
          </p:cNvPr>
          <p:cNvSpPr txBox="1"/>
          <p:nvPr/>
        </p:nvSpPr>
        <p:spPr>
          <a:xfrm>
            <a:off x="8682363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EXTI2</a:t>
            </a:r>
            <a:endParaRPr lang="LID4096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C443C93-56E4-4ADA-BA8F-08CD6FA75303}"/>
              </a:ext>
            </a:extLst>
          </p:cNvPr>
          <p:cNvSpPr/>
          <p:nvPr/>
        </p:nvSpPr>
        <p:spPr>
          <a:xfrm>
            <a:off x="8044274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B66D68-86B4-A9D3-BB63-C88CCA00C628}"/>
              </a:ext>
            </a:extLst>
          </p:cNvPr>
          <p:cNvSpPr txBox="1"/>
          <p:nvPr/>
        </p:nvSpPr>
        <p:spPr>
          <a:xfrm>
            <a:off x="8071365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EXTI3</a:t>
            </a:r>
            <a:endParaRPr lang="LID4096" sz="12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46FC4E-699B-F177-02C2-A4A164DC1FDD}"/>
              </a:ext>
            </a:extLst>
          </p:cNvPr>
          <p:cNvSpPr txBox="1"/>
          <p:nvPr/>
        </p:nvSpPr>
        <p:spPr>
          <a:xfrm rot="5400000">
            <a:off x="8845786" y="205584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D7DD49-397A-B22D-1C7B-2A2E898B989D}"/>
              </a:ext>
            </a:extLst>
          </p:cNvPr>
          <p:cNvSpPr txBox="1"/>
          <p:nvPr/>
        </p:nvSpPr>
        <p:spPr>
          <a:xfrm rot="5400000">
            <a:off x="8206015" y="20801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A7E2A09-8256-2BFF-8F0F-8E1E9FB777EB}"/>
              </a:ext>
            </a:extLst>
          </p:cNvPr>
          <p:cNvSpPr/>
          <p:nvPr/>
        </p:nvSpPr>
        <p:spPr>
          <a:xfrm>
            <a:off x="8045718" y="1228742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04F3B92-1942-88EA-1F07-138DE80115B9}"/>
              </a:ext>
            </a:extLst>
          </p:cNvPr>
          <p:cNvSpPr txBox="1"/>
          <p:nvPr/>
        </p:nvSpPr>
        <p:spPr>
          <a:xfrm>
            <a:off x="8763771" y="119227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AFIO_EXTICR1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187D9C9-EFC5-899F-E8E6-146A8C63F669}"/>
              </a:ext>
            </a:extLst>
          </p:cNvPr>
          <p:cNvSpPr/>
          <p:nvPr/>
        </p:nvSpPr>
        <p:spPr>
          <a:xfrm>
            <a:off x="7231672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B1550FC-39CF-5232-3894-C8388EFFE310}"/>
              </a:ext>
            </a:extLst>
          </p:cNvPr>
          <p:cNvSpPr txBox="1"/>
          <p:nvPr/>
        </p:nvSpPr>
        <p:spPr>
          <a:xfrm>
            <a:off x="7258763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EXTI4</a:t>
            </a:r>
            <a:endParaRPr lang="LID4096" sz="120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A9F082B-011F-A540-BFF8-254FF32A959B}"/>
              </a:ext>
            </a:extLst>
          </p:cNvPr>
          <p:cNvSpPr/>
          <p:nvPr/>
        </p:nvSpPr>
        <p:spPr>
          <a:xfrm>
            <a:off x="6619229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C66D550-362A-42DF-92D8-791445BBBBEB}"/>
              </a:ext>
            </a:extLst>
          </p:cNvPr>
          <p:cNvSpPr txBox="1"/>
          <p:nvPr/>
        </p:nvSpPr>
        <p:spPr>
          <a:xfrm>
            <a:off x="6646320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EXTI5</a:t>
            </a:r>
            <a:endParaRPr lang="LID4096" sz="12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D7E1C73-7FDA-D5DE-55BA-293B91F43585}"/>
              </a:ext>
            </a:extLst>
          </p:cNvPr>
          <p:cNvSpPr/>
          <p:nvPr/>
        </p:nvSpPr>
        <p:spPr>
          <a:xfrm>
            <a:off x="6008231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B0A6B72-D080-49EE-777F-9B640134E3ED}"/>
              </a:ext>
            </a:extLst>
          </p:cNvPr>
          <p:cNvSpPr txBox="1"/>
          <p:nvPr/>
        </p:nvSpPr>
        <p:spPr>
          <a:xfrm>
            <a:off x="6035322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EXTI6</a:t>
            </a:r>
            <a:endParaRPr lang="LID4096" sz="120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53ADE49-C015-A860-EA24-8DAB88687D16}"/>
              </a:ext>
            </a:extLst>
          </p:cNvPr>
          <p:cNvSpPr/>
          <p:nvPr/>
        </p:nvSpPr>
        <p:spPr>
          <a:xfrm>
            <a:off x="5397233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7410576-3F52-C31B-C10E-268BFBF91227}"/>
              </a:ext>
            </a:extLst>
          </p:cNvPr>
          <p:cNvSpPr txBox="1"/>
          <p:nvPr/>
        </p:nvSpPr>
        <p:spPr>
          <a:xfrm>
            <a:off x="5424324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EXTI7</a:t>
            </a:r>
            <a:endParaRPr lang="LID4096" sz="120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E7BC358-4863-612F-1E72-A1E9F79CA4DA}"/>
              </a:ext>
            </a:extLst>
          </p:cNvPr>
          <p:cNvSpPr/>
          <p:nvPr/>
        </p:nvSpPr>
        <p:spPr>
          <a:xfrm>
            <a:off x="5398677" y="1228742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EE99CE9-C11F-2D6D-B35F-49155F14BA97}"/>
              </a:ext>
            </a:extLst>
          </p:cNvPr>
          <p:cNvSpPr txBox="1"/>
          <p:nvPr/>
        </p:nvSpPr>
        <p:spPr>
          <a:xfrm>
            <a:off x="6116730" y="119227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AFIO_EXTICR2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80129FD-7C66-31CA-6AAA-64C75317811E}"/>
              </a:ext>
            </a:extLst>
          </p:cNvPr>
          <p:cNvSpPr/>
          <p:nvPr/>
        </p:nvSpPr>
        <p:spPr>
          <a:xfrm>
            <a:off x="10802122" y="6420385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AD4F581-94F2-553C-E52C-5892A3F2F83C}"/>
              </a:ext>
            </a:extLst>
          </p:cNvPr>
          <p:cNvSpPr/>
          <p:nvPr/>
        </p:nvSpPr>
        <p:spPr>
          <a:xfrm rot="10800000">
            <a:off x="10820558" y="1885826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878557-DA46-A83E-6025-BA48274C9B61}"/>
              </a:ext>
            </a:extLst>
          </p:cNvPr>
          <p:cNvSpPr/>
          <p:nvPr/>
        </p:nvSpPr>
        <p:spPr>
          <a:xfrm rot="5400000">
            <a:off x="5819793" y="216258"/>
            <a:ext cx="1239500" cy="3109219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8344FC-18EF-DEEA-1B1B-6F41D9797861}"/>
              </a:ext>
            </a:extLst>
          </p:cNvPr>
          <p:cNvSpPr txBox="1"/>
          <p:nvPr/>
        </p:nvSpPr>
        <p:spPr>
          <a:xfrm>
            <a:off x="7345238" y="3059155"/>
            <a:ext cx="1236729" cy="306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D10E449-6EB6-9595-B3E1-980D8F5FA042}"/>
              </a:ext>
            </a:extLst>
          </p:cNvPr>
          <p:cNvSpPr txBox="1"/>
          <p:nvPr/>
        </p:nvSpPr>
        <p:spPr>
          <a:xfrm>
            <a:off x="7982968" y="3435239"/>
            <a:ext cx="5933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  <a:br>
              <a:rPr lang="en-US" sz="1050"/>
            </a:br>
            <a:r>
              <a:rPr lang="en-US" sz="1050"/>
              <a:t>EXTI6</a:t>
            </a:r>
            <a:br>
              <a:rPr lang="en-US" sz="1050"/>
            </a:br>
            <a:r>
              <a:rPr lang="en-US" sz="1050"/>
              <a:t>EXTI7</a:t>
            </a:r>
            <a:br>
              <a:rPr lang="en-US" sz="1050"/>
            </a:br>
            <a:r>
              <a:rPr lang="en-US" sz="1050"/>
              <a:t>EXTI8</a:t>
            </a:r>
            <a:br>
              <a:rPr lang="en-US" sz="1050"/>
            </a:br>
            <a:r>
              <a:rPr lang="en-US" sz="1050"/>
              <a:t>EXTI9</a:t>
            </a:r>
            <a:br>
              <a:rPr lang="en-US" sz="1050"/>
            </a:br>
            <a:r>
              <a:rPr lang="en-US" sz="1050"/>
              <a:t>EXTI10</a:t>
            </a:r>
            <a:br>
              <a:rPr lang="en-US" sz="1050"/>
            </a:br>
            <a:r>
              <a:rPr lang="en-US" sz="1050"/>
              <a:t>EXTI11</a:t>
            </a:r>
            <a:br>
              <a:rPr lang="en-US" sz="1050"/>
            </a:br>
            <a:r>
              <a:rPr lang="en-US" sz="1050"/>
              <a:t>EXTI12</a:t>
            </a:r>
            <a:br>
              <a:rPr lang="en-US" sz="1050"/>
            </a:br>
            <a:r>
              <a:rPr lang="en-US" sz="1050"/>
              <a:t>EXTI13</a:t>
            </a:r>
            <a:br>
              <a:rPr lang="en-US" sz="1050"/>
            </a:br>
            <a:r>
              <a:rPr lang="en-US" sz="1050"/>
              <a:t>EXTI14</a:t>
            </a:r>
            <a:br>
              <a:rPr lang="en-US" sz="1050"/>
            </a:br>
            <a:r>
              <a:rPr lang="en-US" sz="1050"/>
              <a:t>EXTI15</a:t>
            </a:r>
            <a:endParaRPr lang="LID4096" sz="3600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A3EDB008-AAEB-9BEE-2CB5-1D8DE3B3387E}"/>
              </a:ext>
            </a:extLst>
          </p:cNvPr>
          <p:cNvSpPr/>
          <p:nvPr/>
        </p:nvSpPr>
        <p:spPr>
          <a:xfrm>
            <a:off x="8591002" y="3615410"/>
            <a:ext cx="775982" cy="109057"/>
          </a:xfrm>
          <a:custGeom>
            <a:avLst/>
            <a:gdLst>
              <a:gd name="csX0" fmla="*/ 775982 w 775982"/>
              <a:gd name="csY0" fmla="*/ 0 h 109057"/>
              <a:gd name="csX1" fmla="*/ 515923 w 775982"/>
              <a:gd name="csY1" fmla="*/ 0 h 109057"/>
              <a:gd name="csX2" fmla="*/ 515923 w 775982"/>
              <a:gd name="csY2" fmla="*/ 109057 h 109057"/>
              <a:gd name="csX3" fmla="*/ 0 w 775982"/>
              <a:gd name="csY3" fmla="*/ 109057 h 109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5982" h="109057">
                <a:moveTo>
                  <a:pt x="775982" y="0"/>
                </a:moveTo>
                <a:lnTo>
                  <a:pt x="515923" y="0"/>
                </a:lnTo>
                <a:lnTo>
                  <a:pt x="515923" y="109057"/>
                </a:lnTo>
                <a:lnTo>
                  <a:pt x="0" y="109057"/>
                </a:lnTo>
              </a:path>
            </a:pathLst>
          </a:custGeom>
          <a:noFill/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0A7FD6E-04D6-516B-8783-D26BE5229A62}"/>
              </a:ext>
            </a:extLst>
          </p:cNvPr>
          <p:cNvCxnSpPr/>
          <p:nvPr/>
        </p:nvCxnSpPr>
        <p:spPr>
          <a:xfrm flipH="1">
            <a:off x="8582613" y="387127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BD5A3E9-F3BD-1FE1-0D2E-958443416922}"/>
              </a:ext>
            </a:extLst>
          </p:cNvPr>
          <p:cNvCxnSpPr/>
          <p:nvPr/>
        </p:nvCxnSpPr>
        <p:spPr>
          <a:xfrm flipH="1">
            <a:off x="8582613" y="4025771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27FDC56-E3F9-78FD-E35D-76B2CC823B48}"/>
              </a:ext>
            </a:extLst>
          </p:cNvPr>
          <p:cNvCxnSpPr/>
          <p:nvPr/>
        </p:nvCxnSpPr>
        <p:spPr>
          <a:xfrm flipH="1">
            <a:off x="8579442" y="420124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009A771-5D13-4B20-E53B-AC3449B56934}"/>
              </a:ext>
            </a:extLst>
          </p:cNvPr>
          <p:cNvCxnSpPr/>
          <p:nvPr/>
        </p:nvCxnSpPr>
        <p:spPr>
          <a:xfrm flipH="1">
            <a:off x="8579442" y="4362729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CEC8DF9-9A10-9951-E53B-B5A52B26D1EF}"/>
              </a:ext>
            </a:extLst>
          </p:cNvPr>
          <p:cNvCxnSpPr/>
          <p:nvPr/>
        </p:nvCxnSpPr>
        <p:spPr>
          <a:xfrm flipH="1">
            <a:off x="8579442" y="452102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4982BFB-FBD7-52FB-B847-6221579D7CDD}"/>
              </a:ext>
            </a:extLst>
          </p:cNvPr>
          <p:cNvCxnSpPr/>
          <p:nvPr/>
        </p:nvCxnSpPr>
        <p:spPr>
          <a:xfrm flipH="1">
            <a:off x="8579442" y="468458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2995CA7-4157-001A-2EBE-6BB7EC2D679F}"/>
              </a:ext>
            </a:extLst>
          </p:cNvPr>
          <p:cNvSpPr/>
          <p:nvPr/>
        </p:nvSpPr>
        <p:spPr>
          <a:xfrm>
            <a:off x="8591001" y="4150818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8B50F7B-98B4-62EF-EAD1-5EFF2CDC4FCC}"/>
              </a:ext>
            </a:extLst>
          </p:cNvPr>
          <p:cNvSpPr txBox="1"/>
          <p:nvPr/>
        </p:nvSpPr>
        <p:spPr>
          <a:xfrm>
            <a:off x="7336800" y="343523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285A6B2-25F8-E2B6-0B42-DDAA83F758DB}"/>
              </a:ext>
            </a:extLst>
          </p:cNvPr>
          <p:cNvSpPr txBox="1"/>
          <p:nvPr/>
        </p:nvSpPr>
        <p:spPr>
          <a:xfrm>
            <a:off x="4025651" y="3050231"/>
            <a:ext cx="2535215" cy="1761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3600"/>
          </a:p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1B71CE8-9110-E09F-D631-B19A784EE888}"/>
              </a:ext>
            </a:extLst>
          </p:cNvPr>
          <p:cNvCxnSpPr/>
          <p:nvPr/>
        </p:nvCxnSpPr>
        <p:spPr>
          <a:xfrm flipH="1">
            <a:off x="8582613" y="353200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BC387764-A324-D4EE-A6C7-1A3300D23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2" y="5024147"/>
            <a:ext cx="3376395" cy="15325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A0274D24-0CAD-C37E-714C-EF35E0A00BDA}"/>
              </a:ext>
            </a:extLst>
          </p:cNvPr>
          <p:cNvSpPr txBox="1"/>
          <p:nvPr/>
        </p:nvSpPr>
        <p:spPr>
          <a:xfrm>
            <a:off x="7620648" y="1990576"/>
            <a:ext cx="1650335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1200" dirty="0"/>
              <a:t>Vi till fånga </a:t>
            </a:r>
            <a:r>
              <a:rPr lang="sv-SE" sz="1200" dirty="0" err="1"/>
              <a:t>interrupts</a:t>
            </a:r>
            <a:r>
              <a:rPr lang="sv-SE" sz="1200" dirty="0"/>
              <a:t> från pinne </a:t>
            </a:r>
            <a:r>
              <a:rPr lang="sv-SE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  <a:r>
              <a:rPr lang="sv-SE" sz="1200" dirty="0"/>
              <a:t> på port </a:t>
            </a:r>
            <a:r>
              <a:rPr lang="sv-SE" sz="1200" b="1" dirty="0">
                <a:solidFill>
                  <a:srgbClr val="FFC000"/>
                </a:solidFill>
              </a:rPr>
              <a:t>D</a:t>
            </a:r>
            <a:r>
              <a:rPr lang="sv-SE" sz="1200" dirty="0"/>
              <a:t>, så vi stoppar (A=1, B=2, ...) </a:t>
            </a:r>
            <a:r>
              <a:rPr lang="sv-SE" sz="1200" b="1" dirty="0">
                <a:solidFill>
                  <a:srgbClr val="FFC000"/>
                </a:solidFill>
              </a:rPr>
              <a:t>4</a:t>
            </a:r>
            <a:r>
              <a:rPr lang="sv-SE" sz="1200" dirty="0"/>
              <a:t> i EXTI</a:t>
            </a:r>
            <a:r>
              <a:rPr lang="sv-SE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  <a:r>
              <a:rPr lang="sv-SE" sz="1200" dirty="0"/>
              <a:t> </a:t>
            </a:r>
            <a:endParaRPr lang="LID4096" sz="1200" dirty="0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11CFCCFC-C62A-4CF1-3BB0-863C229F4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04" y="2174387"/>
            <a:ext cx="4445423" cy="15385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137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BBA4-E9D1-713B-141F-19F780DC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>
            <a:extLst>
              <a:ext uri="{FF2B5EF4-FFF2-40B4-BE49-F238E27FC236}">
                <a16:creationId xmlns:a16="http://schemas.microsoft.com/office/drawing/2014/main" id="{13A53779-2525-CF9D-5FE9-E708C06ACE79}"/>
              </a:ext>
            </a:extLst>
          </p:cNvPr>
          <p:cNvSpPr/>
          <p:nvPr/>
        </p:nvSpPr>
        <p:spPr>
          <a:xfrm>
            <a:off x="4545237" y="0"/>
            <a:ext cx="7646763" cy="182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2899C-B27D-67FB-0B71-08C43BDE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AFIO_EXTICR</a:t>
            </a:r>
            <a:endParaRPr lang="LID4096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C26AB2-5BD9-2EDF-8959-C858791C553B}"/>
              </a:ext>
            </a:extLst>
          </p:cNvPr>
          <p:cNvCxnSpPr/>
          <p:nvPr/>
        </p:nvCxnSpPr>
        <p:spPr>
          <a:xfrm flipH="1">
            <a:off x="6560866" y="3560881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C7B5D1-424C-0B7D-5DDB-04B3094D78BC}"/>
              </a:ext>
            </a:extLst>
          </p:cNvPr>
          <p:cNvCxnSpPr/>
          <p:nvPr/>
        </p:nvCxnSpPr>
        <p:spPr>
          <a:xfrm flipH="1">
            <a:off x="6560866" y="37129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1D30A3-B8AB-7667-EC72-C4AFD2427430}"/>
              </a:ext>
            </a:extLst>
          </p:cNvPr>
          <p:cNvCxnSpPr/>
          <p:nvPr/>
        </p:nvCxnSpPr>
        <p:spPr>
          <a:xfrm flipH="1">
            <a:off x="6560866" y="3865025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8E9F4C-CB5E-B292-023B-4B8C2F6303BB}"/>
              </a:ext>
            </a:extLst>
          </p:cNvPr>
          <p:cNvCxnSpPr/>
          <p:nvPr/>
        </p:nvCxnSpPr>
        <p:spPr>
          <a:xfrm flipH="1">
            <a:off x="6560866" y="4029679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A52A26-6BF5-92B9-8B84-EAC4B07692C0}"/>
              </a:ext>
            </a:extLst>
          </p:cNvPr>
          <p:cNvCxnSpPr/>
          <p:nvPr/>
        </p:nvCxnSpPr>
        <p:spPr>
          <a:xfrm flipH="1">
            <a:off x="6560866" y="419433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E98994-17E5-08B5-3D24-181FE7C8B742}"/>
              </a:ext>
            </a:extLst>
          </p:cNvPr>
          <p:cNvCxnSpPr/>
          <p:nvPr/>
        </p:nvCxnSpPr>
        <p:spPr>
          <a:xfrm flipH="1">
            <a:off x="6560866" y="4358987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4FA620-677B-F3A8-0D70-A2227589C072}"/>
              </a:ext>
            </a:extLst>
          </p:cNvPr>
          <p:cNvCxnSpPr/>
          <p:nvPr/>
        </p:nvCxnSpPr>
        <p:spPr>
          <a:xfrm flipH="1">
            <a:off x="6560866" y="4515253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9E12B1-AFC4-0200-ECB2-5F7740EEC4CA}"/>
              </a:ext>
            </a:extLst>
          </p:cNvPr>
          <p:cNvSpPr/>
          <p:nvPr/>
        </p:nvSpPr>
        <p:spPr>
          <a:xfrm>
            <a:off x="8582613" y="2747149"/>
            <a:ext cx="1405156" cy="813732"/>
          </a:xfrm>
          <a:custGeom>
            <a:avLst/>
            <a:gdLst>
              <a:gd name="csX0" fmla="*/ 1405156 w 1405156"/>
              <a:gd name="csY0" fmla="*/ 0 h 813732"/>
              <a:gd name="csX1" fmla="*/ 608202 w 1405156"/>
              <a:gd name="csY1" fmla="*/ 0 h 813732"/>
              <a:gd name="csX2" fmla="*/ 457200 w 1405156"/>
              <a:gd name="csY2" fmla="*/ 0 h 813732"/>
              <a:gd name="csX3" fmla="*/ 339754 w 1405156"/>
              <a:gd name="csY3" fmla="*/ 0 h 813732"/>
              <a:gd name="csX4" fmla="*/ 339754 w 1405156"/>
              <a:gd name="csY4" fmla="*/ 813732 h 813732"/>
              <a:gd name="csX5" fmla="*/ 0 w 1405156"/>
              <a:gd name="csY5" fmla="*/ 813732 h 813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405156" h="813732">
                <a:moveTo>
                  <a:pt x="1405156" y="0"/>
                </a:moveTo>
                <a:lnTo>
                  <a:pt x="608202" y="0"/>
                </a:lnTo>
                <a:lnTo>
                  <a:pt x="457200" y="0"/>
                </a:lnTo>
                <a:lnTo>
                  <a:pt x="339754" y="0"/>
                </a:lnTo>
                <a:lnTo>
                  <a:pt x="339754" y="813732"/>
                </a:lnTo>
                <a:lnTo>
                  <a:pt x="0" y="813732"/>
                </a:lnTo>
              </a:path>
            </a:pathLst>
          </a:custGeom>
          <a:noFill/>
          <a:ln w="508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FF786B1-7642-E7AE-4E25-65CC19557CFD}"/>
              </a:ext>
            </a:extLst>
          </p:cNvPr>
          <p:cNvSpPr/>
          <p:nvPr/>
        </p:nvSpPr>
        <p:spPr>
          <a:xfrm>
            <a:off x="7396501" y="1652537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CBDA4-2D48-4E14-A2F2-CD123324775B}"/>
              </a:ext>
            </a:extLst>
          </p:cNvPr>
          <p:cNvSpPr txBox="1"/>
          <p:nvPr/>
        </p:nvSpPr>
        <p:spPr>
          <a:xfrm rot="5400000">
            <a:off x="7390249" y="20655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1B952EA-37C4-4185-D2E8-4BE82BD9843A}"/>
              </a:ext>
            </a:extLst>
          </p:cNvPr>
          <p:cNvSpPr/>
          <p:nvPr/>
        </p:nvSpPr>
        <p:spPr>
          <a:xfrm>
            <a:off x="6745844" y="1652537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9040F-7548-372B-F3A0-3A4FAC7A5AE4}"/>
              </a:ext>
            </a:extLst>
          </p:cNvPr>
          <p:cNvSpPr txBox="1"/>
          <p:nvPr/>
        </p:nvSpPr>
        <p:spPr>
          <a:xfrm rot="5400000">
            <a:off x="6739592" y="20655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013BEB0-B39F-5210-748A-501D35DF9B6A}"/>
              </a:ext>
            </a:extLst>
          </p:cNvPr>
          <p:cNvSpPr/>
          <p:nvPr/>
        </p:nvSpPr>
        <p:spPr>
          <a:xfrm>
            <a:off x="6156844" y="166714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BE1ED-9DA7-B7A5-BB72-1A895F9B6F61}"/>
              </a:ext>
            </a:extLst>
          </p:cNvPr>
          <p:cNvSpPr txBox="1"/>
          <p:nvPr/>
        </p:nvSpPr>
        <p:spPr>
          <a:xfrm rot="5400000">
            <a:off x="6150592" y="20801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E4C03F8-AEC1-6F70-C861-4CCF5A6FFA2B}"/>
              </a:ext>
            </a:extLst>
          </p:cNvPr>
          <p:cNvSpPr/>
          <p:nvPr/>
        </p:nvSpPr>
        <p:spPr>
          <a:xfrm>
            <a:off x="5567844" y="168175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491416-9F23-8D0F-1700-F8DA96AC39DF}"/>
              </a:ext>
            </a:extLst>
          </p:cNvPr>
          <p:cNvSpPr txBox="1"/>
          <p:nvPr/>
        </p:nvSpPr>
        <p:spPr>
          <a:xfrm rot="5400000">
            <a:off x="5561592" y="2094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449FF34-10B6-813B-08B8-211F691F0D12}"/>
              </a:ext>
            </a:extLst>
          </p:cNvPr>
          <p:cNvSpPr/>
          <p:nvPr/>
        </p:nvSpPr>
        <p:spPr>
          <a:xfrm>
            <a:off x="8212267" y="166714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7323CA2-ECE4-079F-92C9-15E45F141E20}"/>
              </a:ext>
            </a:extLst>
          </p:cNvPr>
          <p:cNvSpPr/>
          <p:nvPr/>
        </p:nvSpPr>
        <p:spPr>
          <a:xfrm>
            <a:off x="8845049" y="1645290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6E417E-7839-6FD4-B3FE-944FD6EDC5A3}"/>
              </a:ext>
            </a:extLst>
          </p:cNvPr>
          <p:cNvSpPr/>
          <p:nvPr/>
        </p:nvSpPr>
        <p:spPr>
          <a:xfrm>
            <a:off x="10824545" y="5970889"/>
            <a:ext cx="863289" cy="63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45BBA4-54AC-E2E3-354F-31A9392187E2}"/>
              </a:ext>
            </a:extLst>
          </p:cNvPr>
          <p:cNvSpPr/>
          <p:nvPr/>
        </p:nvSpPr>
        <p:spPr>
          <a:xfrm>
            <a:off x="10830863" y="2326231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38399D-17B1-8D2B-1DCC-BDE810572D37}"/>
              </a:ext>
            </a:extLst>
          </p:cNvPr>
          <p:cNvSpPr txBox="1"/>
          <p:nvPr/>
        </p:nvSpPr>
        <p:spPr>
          <a:xfrm>
            <a:off x="11296286" y="2619342"/>
            <a:ext cx="39786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0D740B-6445-605B-1126-3264759AAFD6}"/>
              </a:ext>
            </a:extLst>
          </p:cNvPr>
          <p:cNvCxnSpPr>
            <a:cxnSpLocks/>
          </p:cNvCxnSpPr>
          <p:nvPr/>
        </p:nvCxnSpPr>
        <p:spPr>
          <a:xfrm>
            <a:off x="10901174" y="2727066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82635E6-4434-8509-88C3-B070D04F0076}"/>
              </a:ext>
            </a:extLst>
          </p:cNvPr>
          <p:cNvSpPr/>
          <p:nvPr/>
        </p:nvSpPr>
        <p:spPr>
          <a:xfrm>
            <a:off x="11256443" y="2682348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294A8D-24BA-F078-E20D-4DE6794E0443}"/>
              </a:ext>
            </a:extLst>
          </p:cNvPr>
          <p:cNvSpPr txBox="1"/>
          <p:nvPr/>
        </p:nvSpPr>
        <p:spPr>
          <a:xfrm>
            <a:off x="11296286" y="27585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FAEB81-6DDF-CBFA-A7E3-57CCF95F386E}"/>
              </a:ext>
            </a:extLst>
          </p:cNvPr>
          <p:cNvCxnSpPr>
            <a:cxnSpLocks/>
          </p:cNvCxnSpPr>
          <p:nvPr/>
        </p:nvCxnSpPr>
        <p:spPr>
          <a:xfrm>
            <a:off x="10901174" y="2866291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AA6BF5B-BC3F-1E73-18A1-9459C65C8940}"/>
              </a:ext>
            </a:extLst>
          </p:cNvPr>
          <p:cNvSpPr/>
          <p:nvPr/>
        </p:nvSpPr>
        <p:spPr>
          <a:xfrm>
            <a:off x="11256443" y="2821573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CEE385-3729-310C-D0F9-C5393D0E2530}"/>
              </a:ext>
            </a:extLst>
          </p:cNvPr>
          <p:cNvSpPr txBox="1"/>
          <p:nvPr/>
        </p:nvSpPr>
        <p:spPr>
          <a:xfrm>
            <a:off x="11296286" y="28977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572E8A-CD43-89B2-C7C0-71C03CC12BCB}"/>
              </a:ext>
            </a:extLst>
          </p:cNvPr>
          <p:cNvCxnSpPr>
            <a:cxnSpLocks/>
          </p:cNvCxnSpPr>
          <p:nvPr/>
        </p:nvCxnSpPr>
        <p:spPr>
          <a:xfrm>
            <a:off x="10901174" y="30055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1F62475-9079-C3D4-D8C9-ED1AC22D9577}"/>
              </a:ext>
            </a:extLst>
          </p:cNvPr>
          <p:cNvSpPr/>
          <p:nvPr/>
        </p:nvSpPr>
        <p:spPr>
          <a:xfrm>
            <a:off x="11256443" y="29607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4034EF-07AB-4A61-7CFB-84EEB165663B}"/>
              </a:ext>
            </a:extLst>
          </p:cNvPr>
          <p:cNvSpPr txBox="1"/>
          <p:nvPr/>
        </p:nvSpPr>
        <p:spPr>
          <a:xfrm>
            <a:off x="11296286" y="30370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7E5707-4F37-7961-FDE2-619BE6446144}"/>
              </a:ext>
            </a:extLst>
          </p:cNvPr>
          <p:cNvCxnSpPr>
            <a:cxnSpLocks/>
          </p:cNvCxnSpPr>
          <p:nvPr/>
        </p:nvCxnSpPr>
        <p:spPr>
          <a:xfrm>
            <a:off x="10901174" y="31447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AAD71E4-CF8F-7F1D-882F-57099BE0BF8F}"/>
              </a:ext>
            </a:extLst>
          </p:cNvPr>
          <p:cNvSpPr/>
          <p:nvPr/>
        </p:nvSpPr>
        <p:spPr>
          <a:xfrm>
            <a:off x="11256443" y="31000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64E7CC-6651-DD60-36A7-E9C3A375C959}"/>
              </a:ext>
            </a:extLst>
          </p:cNvPr>
          <p:cNvSpPr txBox="1"/>
          <p:nvPr/>
        </p:nvSpPr>
        <p:spPr>
          <a:xfrm>
            <a:off x="11296286" y="317624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10C514C-996E-67EF-E221-27106131ECA5}"/>
              </a:ext>
            </a:extLst>
          </p:cNvPr>
          <p:cNvCxnSpPr>
            <a:cxnSpLocks/>
          </p:cNvCxnSpPr>
          <p:nvPr/>
        </p:nvCxnSpPr>
        <p:spPr>
          <a:xfrm>
            <a:off x="10901174" y="328396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937EB7A6-39D0-D947-B6D2-167D9E8534B6}"/>
              </a:ext>
            </a:extLst>
          </p:cNvPr>
          <p:cNvSpPr/>
          <p:nvPr/>
        </p:nvSpPr>
        <p:spPr>
          <a:xfrm>
            <a:off x="11256443" y="323924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0F7EF4-B0DE-EADA-2928-D43D6BB2254C}"/>
              </a:ext>
            </a:extLst>
          </p:cNvPr>
          <p:cNvSpPr txBox="1"/>
          <p:nvPr/>
        </p:nvSpPr>
        <p:spPr>
          <a:xfrm>
            <a:off x="11296286" y="331546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92B294D-FF2D-6A74-E707-AA3164D58DD4}"/>
              </a:ext>
            </a:extLst>
          </p:cNvPr>
          <p:cNvCxnSpPr>
            <a:cxnSpLocks/>
          </p:cNvCxnSpPr>
          <p:nvPr/>
        </p:nvCxnSpPr>
        <p:spPr>
          <a:xfrm>
            <a:off x="10901174" y="342319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48705FB-BD91-C7F5-00AA-67EDE9799C24}"/>
              </a:ext>
            </a:extLst>
          </p:cNvPr>
          <p:cNvSpPr/>
          <p:nvPr/>
        </p:nvSpPr>
        <p:spPr>
          <a:xfrm>
            <a:off x="11256443" y="337847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02A260-D190-A113-D933-8BFB3E594BCB}"/>
              </a:ext>
            </a:extLst>
          </p:cNvPr>
          <p:cNvSpPr txBox="1"/>
          <p:nvPr/>
        </p:nvSpPr>
        <p:spPr>
          <a:xfrm>
            <a:off x="11296286" y="345469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D81B06-E592-EAB6-7614-9426C57D2E18}"/>
              </a:ext>
            </a:extLst>
          </p:cNvPr>
          <p:cNvCxnSpPr>
            <a:cxnSpLocks/>
          </p:cNvCxnSpPr>
          <p:nvPr/>
        </p:nvCxnSpPr>
        <p:spPr>
          <a:xfrm>
            <a:off x="10901174" y="3562416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92235A2-7E73-F993-04C0-295B2D57BD92}"/>
              </a:ext>
            </a:extLst>
          </p:cNvPr>
          <p:cNvSpPr/>
          <p:nvPr/>
        </p:nvSpPr>
        <p:spPr>
          <a:xfrm>
            <a:off x="11256443" y="3517698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A33E3E-FD65-4126-0DCC-A5879B5CA1E2}"/>
              </a:ext>
            </a:extLst>
          </p:cNvPr>
          <p:cNvSpPr txBox="1"/>
          <p:nvPr/>
        </p:nvSpPr>
        <p:spPr>
          <a:xfrm>
            <a:off x="11296286" y="359391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39BC99A-8770-2A88-D04B-1A55F408DF58}"/>
              </a:ext>
            </a:extLst>
          </p:cNvPr>
          <p:cNvCxnSpPr>
            <a:cxnSpLocks/>
          </p:cNvCxnSpPr>
          <p:nvPr/>
        </p:nvCxnSpPr>
        <p:spPr>
          <a:xfrm>
            <a:off x="10901174" y="3701641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380B273-EFD1-C894-8DC9-2DD21DA9E3A1}"/>
              </a:ext>
            </a:extLst>
          </p:cNvPr>
          <p:cNvSpPr/>
          <p:nvPr/>
        </p:nvSpPr>
        <p:spPr>
          <a:xfrm>
            <a:off x="11256443" y="3656923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D25026-00D4-963D-7485-5574842629B5}"/>
              </a:ext>
            </a:extLst>
          </p:cNvPr>
          <p:cNvSpPr txBox="1"/>
          <p:nvPr/>
        </p:nvSpPr>
        <p:spPr>
          <a:xfrm rot="5400000">
            <a:off x="11145211" y="37192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56FA7A-6803-86B8-3C56-B685FFB72677}"/>
              </a:ext>
            </a:extLst>
          </p:cNvPr>
          <p:cNvSpPr txBox="1"/>
          <p:nvPr/>
        </p:nvSpPr>
        <p:spPr>
          <a:xfrm>
            <a:off x="10878042" y="2326231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D</a:t>
            </a:r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373B90B-E6B0-1D8E-3005-A14E18730AF2}"/>
              </a:ext>
            </a:extLst>
          </p:cNvPr>
          <p:cNvSpPr/>
          <p:nvPr/>
        </p:nvSpPr>
        <p:spPr>
          <a:xfrm>
            <a:off x="10830863" y="4150819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0050C5-B4CF-3071-ADF1-CBA42E471F9E}"/>
              </a:ext>
            </a:extLst>
          </p:cNvPr>
          <p:cNvSpPr txBox="1"/>
          <p:nvPr/>
        </p:nvSpPr>
        <p:spPr>
          <a:xfrm>
            <a:off x="11296286" y="44439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EA4E22C-4C47-4A07-CD66-6EEADF59F2B8}"/>
              </a:ext>
            </a:extLst>
          </p:cNvPr>
          <p:cNvCxnSpPr>
            <a:cxnSpLocks/>
          </p:cNvCxnSpPr>
          <p:nvPr/>
        </p:nvCxnSpPr>
        <p:spPr>
          <a:xfrm>
            <a:off x="10901174" y="4551654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35115BC-0024-B3F9-D7A0-94264613D6CB}"/>
              </a:ext>
            </a:extLst>
          </p:cNvPr>
          <p:cNvSpPr/>
          <p:nvPr/>
        </p:nvSpPr>
        <p:spPr>
          <a:xfrm>
            <a:off x="11256443" y="4506936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983FDB-3051-74DA-8730-79DBE41DD0EB}"/>
              </a:ext>
            </a:extLst>
          </p:cNvPr>
          <p:cNvSpPr txBox="1"/>
          <p:nvPr/>
        </p:nvSpPr>
        <p:spPr>
          <a:xfrm>
            <a:off x="11296286" y="45831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9AD743-8630-1030-3836-0C31D862C97C}"/>
              </a:ext>
            </a:extLst>
          </p:cNvPr>
          <p:cNvCxnSpPr>
            <a:cxnSpLocks/>
          </p:cNvCxnSpPr>
          <p:nvPr/>
        </p:nvCxnSpPr>
        <p:spPr>
          <a:xfrm>
            <a:off x="10901174" y="4690879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B953DF23-73FD-614F-E1AA-666DC94F1F6A}"/>
              </a:ext>
            </a:extLst>
          </p:cNvPr>
          <p:cNvSpPr/>
          <p:nvPr/>
        </p:nvSpPr>
        <p:spPr>
          <a:xfrm>
            <a:off x="11256443" y="4646161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81D36E-1EC8-03F0-E14C-04DC8BB551CC}"/>
              </a:ext>
            </a:extLst>
          </p:cNvPr>
          <p:cNvSpPr txBox="1"/>
          <p:nvPr/>
        </p:nvSpPr>
        <p:spPr>
          <a:xfrm>
            <a:off x="11296286" y="47223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BF76B35-0ACA-29CF-6B87-457ECA433095}"/>
              </a:ext>
            </a:extLst>
          </p:cNvPr>
          <p:cNvCxnSpPr>
            <a:cxnSpLocks/>
          </p:cNvCxnSpPr>
          <p:nvPr/>
        </p:nvCxnSpPr>
        <p:spPr>
          <a:xfrm>
            <a:off x="10901174" y="48301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AE9B9DEC-5493-F807-29D3-A90C2B4329E1}"/>
              </a:ext>
            </a:extLst>
          </p:cNvPr>
          <p:cNvSpPr/>
          <p:nvPr/>
        </p:nvSpPr>
        <p:spPr>
          <a:xfrm>
            <a:off x="11256443" y="47853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14E77E-5DEB-797A-D20D-C0B436EE0924}"/>
              </a:ext>
            </a:extLst>
          </p:cNvPr>
          <p:cNvSpPr txBox="1"/>
          <p:nvPr/>
        </p:nvSpPr>
        <p:spPr>
          <a:xfrm>
            <a:off x="11296286" y="48616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7B2FC3-2BBE-F17C-4E5E-7AAC5BD692A1}"/>
              </a:ext>
            </a:extLst>
          </p:cNvPr>
          <p:cNvCxnSpPr>
            <a:cxnSpLocks/>
          </p:cNvCxnSpPr>
          <p:nvPr/>
        </p:nvCxnSpPr>
        <p:spPr>
          <a:xfrm>
            <a:off x="10901174" y="49693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D65CFA66-D345-F9EF-FF37-FFA3B1CCF0D7}"/>
              </a:ext>
            </a:extLst>
          </p:cNvPr>
          <p:cNvSpPr/>
          <p:nvPr/>
        </p:nvSpPr>
        <p:spPr>
          <a:xfrm>
            <a:off x="11256443" y="49246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DF16D0-0054-3431-E4F0-A73D6084E75E}"/>
              </a:ext>
            </a:extLst>
          </p:cNvPr>
          <p:cNvSpPr txBox="1"/>
          <p:nvPr/>
        </p:nvSpPr>
        <p:spPr>
          <a:xfrm>
            <a:off x="11296286" y="500083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3E5CE0-C50B-9C44-FA1E-49888CA9232F}"/>
              </a:ext>
            </a:extLst>
          </p:cNvPr>
          <p:cNvCxnSpPr>
            <a:cxnSpLocks/>
          </p:cNvCxnSpPr>
          <p:nvPr/>
        </p:nvCxnSpPr>
        <p:spPr>
          <a:xfrm>
            <a:off x="10901174" y="510855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92F4CFC-4E6F-3123-2190-FA407F7B4919}"/>
              </a:ext>
            </a:extLst>
          </p:cNvPr>
          <p:cNvSpPr/>
          <p:nvPr/>
        </p:nvSpPr>
        <p:spPr>
          <a:xfrm>
            <a:off x="11256443" y="506383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FF0BB5-17B1-B9D7-6DDC-7E1CDBDC1BFC}"/>
              </a:ext>
            </a:extLst>
          </p:cNvPr>
          <p:cNvSpPr txBox="1"/>
          <p:nvPr/>
        </p:nvSpPr>
        <p:spPr>
          <a:xfrm>
            <a:off x="11296286" y="514005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0B8E8EF-84A1-FE48-C96F-DDE523D4D84E}"/>
              </a:ext>
            </a:extLst>
          </p:cNvPr>
          <p:cNvCxnSpPr>
            <a:cxnSpLocks/>
          </p:cNvCxnSpPr>
          <p:nvPr/>
        </p:nvCxnSpPr>
        <p:spPr>
          <a:xfrm>
            <a:off x="10901174" y="524777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6D0932B3-8208-3A50-BAD2-82CF4C8FA35D}"/>
              </a:ext>
            </a:extLst>
          </p:cNvPr>
          <p:cNvSpPr/>
          <p:nvPr/>
        </p:nvSpPr>
        <p:spPr>
          <a:xfrm>
            <a:off x="11256443" y="520306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70441B-E282-AFC7-4671-5B44FBFD9898}"/>
              </a:ext>
            </a:extLst>
          </p:cNvPr>
          <p:cNvSpPr txBox="1"/>
          <p:nvPr/>
        </p:nvSpPr>
        <p:spPr>
          <a:xfrm>
            <a:off x="11296286" y="5279280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FC931C4-E6AB-4ED9-21DB-4838554DFEA1}"/>
              </a:ext>
            </a:extLst>
          </p:cNvPr>
          <p:cNvCxnSpPr>
            <a:cxnSpLocks/>
          </p:cNvCxnSpPr>
          <p:nvPr/>
        </p:nvCxnSpPr>
        <p:spPr>
          <a:xfrm>
            <a:off x="10901174" y="5387004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39B5BDFA-F9AD-844F-E184-5D80CF81C545}"/>
              </a:ext>
            </a:extLst>
          </p:cNvPr>
          <p:cNvSpPr/>
          <p:nvPr/>
        </p:nvSpPr>
        <p:spPr>
          <a:xfrm>
            <a:off x="11256443" y="5342286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861D5F-61E9-C44F-24E8-E10EBDFE4170}"/>
              </a:ext>
            </a:extLst>
          </p:cNvPr>
          <p:cNvSpPr txBox="1"/>
          <p:nvPr/>
        </p:nvSpPr>
        <p:spPr>
          <a:xfrm>
            <a:off x="11296286" y="541850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C0C23CD-4276-8185-4B48-FA794E8C7615}"/>
              </a:ext>
            </a:extLst>
          </p:cNvPr>
          <p:cNvCxnSpPr>
            <a:cxnSpLocks/>
          </p:cNvCxnSpPr>
          <p:nvPr/>
        </p:nvCxnSpPr>
        <p:spPr>
          <a:xfrm>
            <a:off x="10901174" y="5526229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29D98FA5-9AE4-003C-909B-6F97445FD185}"/>
              </a:ext>
            </a:extLst>
          </p:cNvPr>
          <p:cNvSpPr/>
          <p:nvPr/>
        </p:nvSpPr>
        <p:spPr>
          <a:xfrm>
            <a:off x="11256443" y="5481511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4314C7-30E3-6681-E63B-BB063B0E4316}"/>
              </a:ext>
            </a:extLst>
          </p:cNvPr>
          <p:cNvSpPr txBox="1"/>
          <p:nvPr/>
        </p:nvSpPr>
        <p:spPr>
          <a:xfrm rot="5400000">
            <a:off x="11145211" y="554379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04EDD1-27E0-434C-1411-4BDD5B37A5F0}"/>
              </a:ext>
            </a:extLst>
          </p:cNvPr>
          <p:cNvSpPr txBox="1"/>
          <p:nvPr/>
        </p:nvSpPr>
        <p:spPr>
          <a:xfrm>
            <a:off x="10878042" y="4150819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E</a:t>
            </a:r>
            <a:endParaRPr lang="LID4096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1FE59C2-091E-F136-4079-FB9E9AB6FB19}"/>
              </a:ext>
            </a:extLst>
          </p:cNvPr>
          <p:cNvSpPr/>
          <p:nvPr/>
        </p:nvSpPr>
        <p:spPr>
          <a:xfrm>
            <a:off x="10394635" y="2810067"/>
            <a:ext cx="465589" cy="1744910"/>
          </a:xfrm>
          <a:custGeom>
            <a:avLst/>
            <a:gdLst>
              <a:gd name="csX0" fmla="*/ 465589 w 465589"/>
              <a:gd name="csY0" fmla="*/ 1744910 h 1744910"/>
              <a:gd name="csX1" fmla="*/ 268448 w 465589"/>
              <a:gd name="csY1" fmla="*/ 1744910 h 1744910"/>
              <a:gd name="csX2" fmla="*/ 268448 w 465589"/>
              <a:gd name="csY2" fmla="*/ 0 h 1744910"/>
              <a:gd name="csX3" fmla="*/ 0 w 465589"/>
              <a:gd name="csY3" fmla="*/ 0 h 1744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5589" h="1744910">
                <a:moveTo>
                  <a:pt x="465589" y="1744910"/>
                </a:moveTo>
                <a:lnTo>
                  <a:pt x="268448" y="1744910"/>
                </a:lnTo>
                <a:lnTo>
                  <a:pt x="268448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1DE4AA1-DE6F-12DE-2576-B23482A0D84A}"/>
              </a:ext>
            </a:extLst>
          </p:cNvPr>
          <p:cNvCxnSpPr/>
          <p:nvPr/>
        </p:nvCxnSpPr>
        <p:spPr>
          <a:xfrm flipH="1">
            <a:off x="10394635" y="2727064"/>
            <a:ext cx="4655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40F95BC-7A1B-F08A-EC4B-8AAF3BACFF50}"/>
              </a:ext>
            </a:extLst>
          </p:cNvPr>
          <p:cNvSpPr txBox="1"/>
          <p:nvPr/>
        </p:nvSpPr>
        <p:spPr>
          <a:xfrm>
            <a:off x="10878042" y="5990962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F</a:t>
            </a:r>
            <a:endParaRPr lang="LID4096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0B309658-B841-9F33-5AD7-65E6196C9AE0}"/>
              </a:ext>
            </a:extLst>
          </p:cNvPr>
          <p:cNvSpPr/>
          <p:nvPr/>
        </p:nvSpPr>
        <p:spPr>
          <a:xfrm>
            <a:off x="10315269" y="2893958"/>
            <a:ext cx="544955" cy="3483610"/>
          </a:xfrm>
          <a:custGeom>
            <a:avLst/>
            <a:gdLst>
              <a:gd name="csX0" fmla="*/ 453006 w 453006"/>
              <a:gd name="csY0" fmla="*/ 3632433 h 3632433"/>
              <a:gd name="csX1" fmla="*/ 192947 w 453006"/>
              <a:gd name="csY1" fmla="*/ 3632433 h 3632433"/>
              <a:gd name="csX2" fmla="*/ 192947 w 453006"/>
              <a:gd name="csY2" fmla="*/ 0 h 3632433"/>
              <a:gd name="csX3" fmla="*/ 0 w 453006"/>
              <a:gd name="csY3" fmla="*/ 0 h 36324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3006" h="3632433">
                <a:moveTo>
                  <a:pt x="453006" y="3632433"/>
                </a:moveTo>
                <a:lnTo>
                  <a:pt x="192947" y="3632433"/>
                </a:lnTo>
                <a:lnTo>
                  <a:pt x="19294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CFD6DAD-042C-476B-AC98-259A74889FCE}"/>
              </a:ext>
            </a:extLst>
          </p:cNvPr>
          <p:cNvSpPr/>
          <p:nvPr/>
        </p:nvSpPr>
        <p:spPr>
          <a:xfrm>
            <a:off x="10830863" y="1921712"/>
            <a:ext cx="863289" cy="31879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D312C1-672E-3262-A50E-00E33864DD55}"/>
              </a:ext>
            </a:extLst>
          </p:cNvPr>
          <p:cNvSpPr txBox="1"/>
          <p:nvPr/>
        </p:nvSpPr>
        <p:spPr>
          <a:xfrm rot="5400000">
            <a:off x="11145211" y="1901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A014C8-8FF6-FA83-AF1A-0CED8BE752C3}"/>
              </a:ext>
            </a:extLst>
          </p:cNvPr>
          <p:cNvSpPr txBox="1"/>
          <p:nvPr/>
        </p:nvSpPr>
        <p:spPr>
          <a:xfrm>
            <a:off x="11296286" y="626984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CE68BEE-CAA5-8E54-A998-D57467962BC1}"/>
              </a:ext>
            </a:extLst>
          </p:cNvPr>
          <p:cNvCxnSpPr>
            <a:cxnSpLocks/>
          </p:cNvCxnSpPr>
          <p:nvPr/>
        </p:nvCxnSpPr>
        <p:spPr>
          <a:xfrm>
            <a:off x="10901174" y="6377567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4337DE28-19FC-C2C6-88AC-49B9C93C0C45}"/>
              </a:ext>
            </a:extLst>
          </p:cNvPr>
          <p:cNvSpPr/>
          <p:nvPr/>
        </p:nvSpPr>
        <p:spPr>
          <a:xfrm>
            <a:off x="11256443" y="6332849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EBCAEB7-BB43-49CD-1D99-CEB446812B1F}"/>
              </a:ext>
            </a:extLst>
          </p:cNvPr>
          <p:cNvCxnSpPr/>
          <p:nvPr/>
        </p:nvCxnSpPr>
        <p:spPr>
          <a:xfrm>
            <a:off x="10705028" y="1799193"/>
            <a:ext cx="0" cy="52703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B9AB3A5F-514C-C79E-69EE-EBE8006CBBFF}"/>
              </a:ext>
            </a:extLst>
          </p:cNvPr>
          <p:cNvSpPr/>
          <p:nvPr/>
        </p:nvSpPr>
        <p:spPr>
          <a:xfrm>
            <a:off x="10403024" y="2310922"/>
            <a:ext cx="297809" cy="322976"/>
          </a:xfrm>
          <a:custGeom>
            <a:avLst/>
            <a:gdLst>
              <a:gd name="csX0" fmla="*/ 297809 w 297809"/>
              <a:gd name="csY0" fmla="*/ 0 h 322976"/>
              <a:gd name="csX1" fmla="*/ 297809 w 297809"/>
              <a:gd name="csY1" fmla="*/ 322976 h 322976"/>
              <a:gd name="csX2" fmla="*/ 0 w 297809"/>
              <a:gd name="csY2" fmla="*/ 322976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809" h="322976">
                <a:moveTo>
                  <a:pt x="297809" y="0"/>
                </a:moveTo>
                <a:lnTo>
                  <a:pt x="297809" y="322976"/>
                </a:lnTo>
                <a:lnTo>
                  <a:pt x="0" y="322976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8" name="Arrow: Down 87">
            <a:extLst>
              <a:ext uri="{FF2B5EF4-FFF2-40B4-BE49-F238E27FC236}">
                <a16:creationId xmlns:a16="http://schemas.microsoft.com/office/drawing/2014/main" id="{27DAC23A-F2F7-C0B1-6CB3-140A9FA2AE43}"/>
              </a:ext>
            </a:extLst>
          </p:cNvPr>
          <p:cNvSpPr/>
          <p:nvPr/>
        </p:nvSpPr>
        <p:spPr>
          <a:xfrm>
            <a:off x="10046492" y="1698526"/>
            <a:ext cx="268777" cy="69209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FF7F03F-00D0-5AD0-E33B-21DC6C48061D}"/>
              </a:ext>
            </a:extLst>
          </p:cNvPr>
          <p:cNvSpPr/>
          <p:nvPr/>
        </p:nvSpPr>
        <p:spPr>
          <a:xfrm>
            <a:off x="9878713" y="1388132"/>
            <a:ext cx="616590" cy="3229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79CEDF-2B05-1AEF-14B4-BABD7D574A6C}"/>
              </a:ext>
            </a:extLst>
          </p:cNvPr>
          <p:cNvSpPr txBox="1"/>
          <p:nvPr/>
        </p:nvSpPr>
        <p:spPr>
          <a:xfrm>
            <a:off x="9905804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EXTI0</a:t>
            </a:r>
            <a:endParaRPr lang="LID4096" sz="1200"/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86E8D504-A14B-5F7C-E3F7-86AC7A88F2AF}"/>
              </a:ext>
            </a:extLst>
          </p:cNvPr>
          <p:cNvSpPr/>
          <p:nvPr/>
        </p:nvSpPr>
        <p:spPr>
          <a:xfrm>
            <a:off x="9434049" y="1698525"/>
            <a:ext cx="268777" cy="1553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8F2D80B-A899-D82D-EED6-7998917F0279}"/>
              </a:ext>
            </a:extLst>
          </p:cNvPr>
          <p:cNvGrpSpPr/>
          <p:nvPr/>
        </p:nvGrpSpPr>
        <p:grpSpPr>
          <a:xfrm>
            <a:off x="9266270" y="1388132"/>
            <a:ext cx="616590" cy="322976"/>
            <a:chOff x="7566824" y="759203"/>
            <a:chExt cx="616590" cy="322976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6EF6114-AB59-235F-335F-EDB5690F8D0A}"/>
                </a:ext>
              </a:extLst>
            </p:cNvPr>
            <p:cNvSpPr/>
            <p:nvPr/>
          </p:nvSpPr>
          <p:spPr>
            <a:xfrm>
              <a:off x="7566824" y="759203"/>
              <a:ext cx="616590" cy="32297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D7E3DD2-4562-7473-C48A-C8B0E2721BC1}"/>
                </a:ext>
              </a:extLst>
            </p:cNvPr>
            <p:cNvSpPr txBox="1"/>
            <p:nvPr/>
          </p:nvSpPr>
          <p:spPr>
            <a:xfrm>
              <a:off x="7593915" y="792598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EXTI1</a:t>
              </a:r>
              <a:endParaRPr lang="LID4096" sz="1200"/>
            </a:p>
          </p:txBody>
        </p:sp>
      </p:grp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FCD0829-4015-F8AB-56EF-D5BBDC7B54F7}"/>
              </a:ext>
            </a:extLst>
          </p:cNvPr>
          <p:cNvSpPr/>
          <p:nvPr/>
        </p:nvSpPr>
        <p:spPr>
          <a:xfrm>
            <a:off x="9363539" y="3126861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82EE810C-D15E-167E-FDD8-77BCC3701ECB}"/>
              </a:ext>
            </a:extLst>
          </p:cNvPr>
          <p:cNvSpPr/>
          <p:nvPr/>
        </p:nvSpPr>
        <p:spPr>
          <a:xfrm>
            <a:off x="9967933" y="2277368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F47A31B-7081-4311-332D-03BD4788D508}"/>
              </a:ext>
            </a:extLst>
          </p:cNvPr>
          <p:cNvSpPr/>
          <p:nvPr/>
        </p:nvSpPr>
        <p:spPr>
          <a:xfrm>
            <a:off x="9803211" y="2860401"/>
            <a:ext cx="1052818" cy="595618"/>
          </a:xfrm>
          <a:custGeom>
            <a:avLst/>
            <a:gdLst>
              <a:gd name="csX0" fmla="*/ 1052818 w 1052818"/>
              <a:gd name="csY0" fmla="*/ 0 h 595618"/>
              <a:gd name="csX1" fmla="*/ 952151 w 1052818"/>
              <a:gd name="csY1" fmla="*/ 0 h 595618"/>
              <a:gd name="csX2" fmla="*/ 952151 w 1052818"/>
              <a:gd name="csY2" fmla="*/ 595618 h 595618"/>
              <a:gd name="csX3" fmla="*/ 0 w 1052818"/>
              <a:gd name="csY3" fmla="*/ 595618 h 595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595618">
                <a:moveTo>
                  <a:pt x="1052818" y="0"/>
                </a:moveTo>
                <a:lnTo>
                  <a:pt x="952151" y="0"/>
                </a:lnTo>
                <a:lnTo>
                  <a:pt x="952151" y="595618"/>
                </a:lnTo>
                <a:lnTo>
                  <a:pt x="0" y="595618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AE69432-A69C-2261-CC91-756280888DD4}"/>
              </a:ext>
            </a:extLst>
          </p:cNvPr>
          <p:cNvCxnSpPr/>
          <p:nvPr/>
        </p:nvCxnSpPr>
        <p:spPr>
          <a:xfrm>
            <a:off x="10612050" y="1810344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FC76760-3B23-AFC0-F277-E94329BADF6B}"/>
              </a:ext>
            </a:extLst>
          </p:cNvPr>
          <p:cNvSpPr/>
          <p:nvPr/>
        </p:nvSpPr>
        <p:spPr>
          <a:xfrm>
            <a:off x="9807406" y="2340283"/>
            <a:ext cx="805343" cy="1019263"/>
          </a:xfrm>
          <a:custGeom>
            <a:avLst/>
            <a:gdLst>
              <a:gd name="csX0" fmla="*/ 805343 w 805343"/>
              <a:gd name="csY0" fmla="*/ 0 h 1019263"/>
              <a:gd name="csX1" fmla="*/ 805343 w 805343"/>
              <a:gd name="csY1" fmla="*/ 1019263 h 1019263"/>
              <a:gd name="csX2" fmla="*/ 0 w 805343"/>
              <a:gd name="csY2" fmla="*/ 1019263 h 1019263"/>
              <a:gd name="csX3" fmla="*/ 0 w 805343"/>
              <a:gd name="csY3" fmla="*/ 1002485 h 1019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05343" h="1019263">
                <a:moveTo>
                  <a:pt x="805343" y="0"/>
                </a:moveTo>
                <a:lnTo>
                  <a:pt x="805343" y="1019263"/>
                </a:lnTo>
                <a:lnTo>
                  <a:pt x="0" y="1019263"/>
                </a:lnTo>
                <a:lnTo>
                  <a:pt x="0" y="1002485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AB09DDA7-408D-8C8F-3436-7A72354F278C}"/>
              </a:ext>
            </a:extLst>
          </p:cNvPr>
          <p:cNvSpPr/>
          <p:nvPr/>
        </p:nvSpPr>
        <p:spPr>
          <a:xfrm>
            <a:off x="9794822" y="3565076"/>
            <a:ext cx="1065402" cy="1124125"/>
          </a:xfrm>
          <a:custGeom>
            <a:avLst/>
            <a:gdLst>
              <a:gd name="csX0" fmla="*/ 1052818 w 1052818"/>
              <a:gd name="csY0" fmla="*/ 1124125 h 1124125"/>
              <a:gd name="csX1" fmla="*/ 637563 w 1052818"/>
              <a:gd name="csY1" fmla="*/ 1124125 h 1124125"/>
              <a:gd name="csX2" fmla="*/ 637563 w 1052818"/>
              <a:gd name="csY2" fmla="*/ 0 h 1124125"/>
              <a:gd name="csX3" fmla="*/ 0 w 1052818"/>
              <a:gd name="csY3" fmla="*/ 0 h 1124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1124125">
                <a:moveTo>
                  <a:pt x="1052818" y="1124125"/>
                </a:moveTo>
                <a:lnTo>
                  <a:pt x="637563" y="1124125"/>
                </a:lnTo>
                <a:lnTo>
                  <a:pt x="63756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4C3D7F1-06EB-F447-C7BA-8300E307F4CD}"/>
              </a:ext>
            </a:extLst>
          </p:cNvPr>
          <p:cNvCxnSpPr/>
          <p:nvPr/>
        </p:nvCxnSpPr>
        <p:spPr>
          <a:xfrm>
            <a:off x="10315269" y="5990962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515B519A-24EB-9F69-6C5E-FCA1D62276E6}"/>
              </a:ext>
            </a:extLst>
          </p:cNvPr>
          <p:cNvSpPr/>
          <p:nvPr/>
        </p:nvSpPr>
        <p:spPr>
          <a:xfrm>
            <a:off x="9794822" y="3690911"/>
            <a:ext cx="524312" cy="2294389"/>
          </a:xfrm>
          <a:custGeom>
            <a:avLst/>
            <a:gdLst>
              <a:gd name="csX0" fmla="*/ 524312 w 524312"/>
              <a:gd name="csY0" fmla="*/ 2294389 h 2294389"/>
              <a:gd name="csX1" fmla="*/ 524312 w 524312"/>
              <a:gd name="csY1" fmla="*/ 4194 h 2294389"/>
              <a:gd name="csX2" fmla="*/ 0 w 524312"/>
              <a:gd name="csY2" fmla="*/ 4194 h 2294389"/>
              <a:gd name="csX3" fmla="*/ 0 w 524312"/>
              <a:gd name="csY3" fmla="*/ 0 h 229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4312" h="2294389">
                <a:moveTo>
                  <a:pt x="524312" y="2294389"/>
                </a:moveTo>
                <a:lnTo>
                  <a:pt x="524312" y="4194"/>
                </a:lnTo>
                <a:lnTo>
                  <a:pt x="0" y="41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54905A6-09B4-0974-CB4D-0F365F7B9645}"/>
              </a:ext>
            </a:extLst>
          </p:cNvPr>
          <p:cNvSpPr/>
          <p:nvPr/>
        </p:nvSpPr>
        <p:spPr>
          <a:xfrm>
            <a:off x="8655272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2F15E7-0721-ACD4-40B9-ACB55759187E}"/>
              </a:ext>
            </a:extLst>
          </p:cNvPr>
          <p:cNvSpPr txBox="1"/>
          <p:nvPr/>
        </p:nvSpPr>
        <p:spPr>
          <a:xfrm>
            <a:off x="8682363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EXTI2</a:t>
            </a:r>
            <a:endParaRPr lang="LID4096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8686450-885C-2926-C49E-86D2287180C5}"/>
              </a:ext>
            </a:extLst>
          </p:cNvPr>
          <p:cNvSpPr/>
          <p:nvPr/>
        </p:nvSpPr>
        <p:spPr>
          <a:xfrm>
            <a:off x="8044274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4D25B0C-68BD-5412-20E8-4FFFAFF1DC88}"/>
              </a:ext>
            </a:extLst>
          </p:cNvPr>
          <p:cNvSpPr txBox="1"/>
          <p:nvPr/>
        </p:nvSpPr>
        <p:spPr>
          <a:xfrm>
            <a:off x="8071365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EXTI3</a:t>
            </a:r>
            <a:endParaRPr lang="LID4096" sz="12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9983F29-7711-0059-00E7-11C9428D80A2}"/>
              </a:ext>
            </a:extLst>
          </p:cNvPr>
          <p:cNvSpPr txBox="1"/>
          <p:nvPr/>
        </p:nvSpPr>
        <p:spPr>
          <a:xfrm rot="5400000">
            <a:off x="8845786" y="205584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5F64495-96CC-1CB9-68B0-1070F3A812DB}"/>
              </a:ext>
            </a:extLst>
          </p:cNvPr>
          <p:cNvSpPr txBox="1"/>
          <p:nvPr/>
        </p:nvSpPr>
        <p:spPr>
          <a:xfrm rot="5400000">
            <a:off x="8206015" y="20801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6C06142-796E-3ABA-4112-4DDA791D1CE8}"/>
              </a:ext>
            </a:extLst>
          </p:cNvPr>
          <p:cNvSpPr/>
          <p:nvPr/>
        </p:nvSpPr>
        <p:spPr>
          <a:xfrm>
            <a:off x="8045718" y="1228742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A27DE51-D254-B737-42FB-978B5704D3D7}"/>
              </a:ext>
            </a:extLst>
          </p:cNvPr>
          <p:cNvSpPr txBox="1"/>
          <p:nvPr/>
        </p:nvSpPr>
        <p:spPr>
          <a:xfrm>
            <a:off x="8763771" y="119227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AFIO_EXTICR1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588B588-FC15-EA0F-6C29-7EEDB59F18DB}"/>
              </a:ext>
            </a:extLst>
          </p:cNvPr>
          <p:cNvSpPr/>
          <p:nvPr/>
        </p:nvSpPr>
        <p:spPr>
          <a:xfrm>
            <a:off x="7231672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F084A16-A905-98A9-0604-CC8845487B40}"/>
              </a:ext>
            </a:extLst>
          </p:cNvPr>
          <p:cNvSpPr txBox="1"/>
          <p:nvPr/>
        </p:nvSpPr>
        <p:spPr>
          <a:xfrm>
            <a:off x="7258763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EXTI4</a:t>
            </a:r>
            <a:endParaRPr lang="LID4096" sz="120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C0214BF-5954-C957-5520-9C57B249B190}"/>
              </a:ext>
            </a:extLst>
          </p:cNvPr>
          <p:cNvSpPr/>
          <p:nvPr/>
        </p:nvSpPr>
        <p:spPr>
          <a:xfrm>
            <a:off x="6619229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96A682C-8AB0-58D3-A48E-BAE16E889E62}"/>
              </a:ext>
            </a:extLst>
          </p:cNvPr>
          <p:cNvSpPr txBox="1"/>
          <p:nvPr/>
        </p:nvSpPr>
        <p:spPr>
          <a:xfrm>
            <a:off x="6646320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EXTI5</a:t>
            </a:r>
            <a:endParaRPr lang="LID4096" sz="12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8845A80-057F-BCE5-5C73-0BEC1DA1B3D0}"/>
              </a:ext>
            </a:extLst>
          </p:cNvPr>
          <p:cNvSpPr/>
          <p:nvPr/>
        </p:nvSpPr>
        <p:spPr>
          <a:xfrm>
            <a:off x="6008231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C145043-CAE3-0AB1-611C-1943331551B2}"/>
              </a:ext>
            </a:extLst>
          </p:cNvPr>
          <p:cNvSpPr txBox="1"/>
          <p:nvPr/>
        </p:nvSpPr>
        <p:spPr>
          <a:xfrm>
            <a:off x="6035322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EXTI6</a:t>
            </a:r>
            <a:endParaRPr lang="LID4096" sz="120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3A12CDD-EAAC-DBC7-CD8C-C7A4CF6FA7FA}"/>
              </a:ext>
            </a:extLst>
          </p:cNvPr>
          <p:cNvSpPr/>
          <p:nvPr/>
        </p:nvSpPr>
        <p:spPr>
          <a:xfrm>
            <a:off x="5397233" y="1388132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C70C5D-BB39-DA6D-A56E-8734913D67B9}"/>
              </a:ext>
            </a:extLst>
          </p:cNvPr>
          <p:cNvSpPr txBox="1"/>
          <p:nvPr/>
        </p:nvSpPr>
        <p:spPr>
          <a:xfrm>
            <a:off x="5424324" y="1421527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EXTI7</a:t>
            </a:r>
            <a:endParaRPr lang="LID4096" sz="120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AE18D3B-28CB-B7DD-B4E3-97FF3C4AAF07}"/>
              </a:ext>
            </a:extLst>
          </p:cNvPr>
          <p:cNvSpPr/>
          <p:nvPr/>
        </p:nvSpPr>
        <p:spPr>
          <a:xfrm>
            <a:off x="5398677" y="1228742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A48EE5A-3AD6-B082-3406-077F080A895A}"/>
              </a:ext>
            </a:extLst>
          </p:cNvPr>
          <p:cNvSpPr txBox="1"/>
          <p:nvPr/>
        </p:nvSpPr>
        <p:spPr>
          <a:xfrm>
            <a:off x="6116730" y="119227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AFIO_EXTICR2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7FDAF22-6FD8-5C05-07B9-3EEE9632039C}"/>
              </a:ext>
            </a:extLst>
          </p:cNvPr>
          <p:cNvSpPr/>
          <p:nvPr/>
        </p:nvSpPr>
        <p:spPr>
          <a:xfrm>
            <a:off x="10802122" y="6420385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ECF6A32-CCA4-BF8A-1618-0DA816F3DFEA}"/>
              </a:ext>
            </a:extLst>
          </p:cNvPr>
          <p:cNvSpPr/>
          <p:nvPr/>
        </p:nvSpPr>
        <p:spPr>
          <a:xfrm rot="10800000">
            <a:off x="10820558" y="1885826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50D1512-682D-D0F7-1123-86EDEFA2FBE8}"/>
              </a:ext>
            </a:extLst>
          </p:cNvPr>
          <p:cNvSpPr/>
          <p:nvPr/>
        </p:nvSpPr>
        <p:spPr>
          <a:xfrm rot="5400000">
            <a:off x="5819793" y="216258"/>
            <a:ext cx="1239500" cy="3109219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66335D0-C4C3-0321-78C4-F0B9B70FEF6F}"/>
              </a:ext>
            </a:extLst>
          </p:cNvPr>
          <p:cNvSpPr txBox="1"/>
          <p:nvPr/>
        </p:nvSpPr>
        <p:spPr>
          <a:xfrm>
            <a:off x="7345238" y="3059155"/>
            <a:ext cx="1236729" cy="306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A7E4A85-2B3E-749D-6411-C8A836009A13}"/>
              </a:ext>
            </a:extLst>
          </p:cNvPr>
          <p:cNvSpPr txBox="1"/>
          <p:nvPr/>
        </p:nvSpPr>
        <p:spPr>
          <a:xfrm>
            <a:off x="7982968" y="3435239"/>
            <a:ext cx="5933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  <a:br>
              <a:rPr lang="en-US" sz="1050"/>
            </a:br>
            <a:r>
              <a:rPr lang="en-US" sz="1050"/>
              <a:t>EXTI6</a:t>
            </a:r>
            <a:br>
              <a:rPr lang="en-US" sz="1050"/>
            </a:br>
            <a:r>
              <a:rPr lang="en-US" sz="1050"/>
              <a:t>EXTI7</a:t>
            </a:r>
            <a:br>
              <a:rPr lang="en-US" sz="1050"/>
            </a:br>
            <a:r>
              <a:rPr lang="en-US" sz="1050"/>
              <a:t>EXTI8</a:t>
            </a:r>
            <a:br>
              <a:rPr lang="en-US" sz="1050"/>
            </a:br>
            <a:r>
              <a:rPr lang="en-US" sz="1050"/>
              <a:t>EXTI9</a:t>
            </a:r>
            <a:br>
              <a:rPr lang="en-US" sz="1050"/>
            </a:br>
            <a:r>
              <a:rPr lang="en-US" sz="1050"/>
              <a:t>EXTI10</a:t>
            </a:r>
            <a:br>
              <a:rPr lang="en-US" sz="1050"/>
            </a:br>
            <a:r>
              <a:rPr lang="en-US" sz="1050"/>
              <a:t>EXTI11</a:t>
            </a:r>
            <a:br>
              <a:rPr lang="en-US" sz="1050"/>
            </a:br>
            <a:r>
              <a:rPr lang="en-US" sz="1050"/>
              <a:t>EXTI12</a:t>
            </a:r>
            <a:br>
              <a:rPr lang="en-US" sz="1050"/>
            </a:br>
            <a:r>
              <a:rPr lang="en-US" sz="1050"/>
              <a:t>EXTI13</a:t>
            </a:r>
            <a:br>
              <a:rPr lang="en-US" sz="1050"/>
            </a:br>
            <a:r>
              <a:rPr lang="en-US" sz="1050"/>
              <a:t>EXTI14</a:t>
            </a:r>
            <a:br>
              <a:rPr lang="en-US" sz="1050"/>
            </a:br>
            <a:r>
              <a:rPr lang="en-US" sz="1050"/>
              <a:t>EXTI15</a:t>
            </a:r>
            <a:endParaRPr lang="LID4096" sz="3600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545155FB-0244-E2D3-9BE0-11C93332C5DA}"/>
              </a:ext>
            </a:extLst>
          </p:cNvPr>
          <p:cNvSpPr/>
          <p:nvPr/>
        </p:nvSpPr>
        <p:spPr>
          <a:xfrm>
            <a:off x="8591002" y="3615410"/>
            <a:ext cx="775982" cy="109057"/>
          </a:xfrm>
          <a:custGeom>
            <a:avLst/>
            <a:gdLst>
              <a:gd name="csX0" fmla="*/ 775982 w 775982"/>
              <a:gd name="csY0" fmla="*/ 0 h 109057"/>
              <a:gd name="csX1" fmla="*/ 515923 w 775982"/>
              <a:gd name="csY1" fmla="*/ 0 h 109057"/>
              <a:gd name="csX2" fmla="*/ 515923 w 775982"/>
              <a:gd name="csY2" fmla="*/ 109057 h 109057"/>
              <a:gd name="csX3" fmla="*/ 0 w 775982"/>
              <a:gd name="csY3" fmla="*/ 109057 h 109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5982" h="109057">
                <a:moveTo>
                  <a:pt x="775982" y="0"/>
                </a:moveTo>
                <a:lnTo>
                  <a:pt x="515923" y="0"/>
                </a:lnTo>
                <a:lnTo>
                  <a:pt x="515923" y="109057"/>
                </a:lnTo>
                <a:lnTo>
                  <a:pt x="0" y="109057"/>
                </a:lnTo>
              </a:path>
            </a:pathLst>
          </a:custGeom>
          <a:noFill/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6B73908-35E1-ADF2-E8E0-25822F680B47}"/>
              </a:ext>
            </a:extLst>
          </p:cNvPr>
          <p:cNvCxnSpPr/>
          <p:nvPr/>
        </p:nvCxnSpPr>
        <p:spPr>
          <a:xfrm flipH="1">
            <a:off x="8582613" y="387127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44D78B9-8A0D-5F93-B3FC-4989B6F51029}"/>
              </a:ext>
            </a:extLst>
          </p:cNvPr>
          <p:cNvCxnSpPr/>
          <p:nvPr/>
        </p:nvCxnSpPr>
        <p:spPr>
          <a:xfrm flipH="1">
            <a:off x="8582613" y="4025771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3411699-1CD6-D638-5056-F62C540249F8}"/>
              </a:ext>
            </a:extLst>
          </p:cNvPr>
          <p:cNvCxnSpPr/>
          <p:nvPr/>
        </p:nvCxnSpPr>
        <p:spPr>
          <a:xfrm flipH="1">
            <a:off x="8579442" y="420124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C2FCB8B-842D-D023-B990-EE4C51780001}"/>
              </a:ext>
            </a:extLst>
          </p:cNvPr>
          <p:cNvCxnSpPr/>
          <p:nvPr/>
        </p:nvCxnSpPr>
        <p:spPr>
          <a:xfrm flipH="1">
            <a:off x="8579442" y="4362729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32FF355-BC03-73D3-0483-A4145091279C}"/>
              </a:ext>
            </a:extLst>
          </p:cNvPr>
          <p:cNvCxnSpPr/>
          <p:nvPr/>
        </p:nvCxnSpPr>
        <p:spPr>
          <a:xfrm flipH="1">
            <a:off x="8579442" y="452102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637A418-36A8-9E31-BA71-43EF45D842BB}"/>
              </a:ext>
            </a:extLst>
          </p:cNvPr>
          <p:cNvCxnSpPr/>
          <p:nvPr/>
        </p:nvCxnSpPr>
        <p:spPr>
          <a:xfrm flipH="1">
            <a:off x="8579442" y="468458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4BF7373-65AD-7D75-3AE0-6E2F61CD5F53}"/>
              </a:ext>
            </a:extLst>
          </p:cNvPr>
          <p:cNvSpPr/>
          <p:nvPr/>
        </p:nvSpPr>
        <p:spPr>
          <a:xfrm>
            <a:off x="8591001" y="4150818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F3D4C7-6B83-985D-320D-0A9C60894E94}"/>
              </a:ext>
            </a:extLst>
          </p:cNvPr>
          <p:cNvSpPr txBox="1"/>
          <p:nvPr/>
        </p:nvSpPr>
        <p:spPr>
          <a:xfrm>
            <a:off x="7336800" y="343523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66EB868-075D-2ED9-8ED2-8A98C1130C02}"/>
              </a:ext>
            </a:extLst>
          </p:cNvPr>
          <p:cNvSpPr txBox="1"/>
          <p:nvPr/>
        </p:nvSpPr>
        <p:spPr>
          <a:xfrm>
            <a:off x="4025651" y="3050231"/>
            <a:ext cx="2535215" cy="1761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3600"/>
          </a:p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5E196-9FEE-DEBE-35DA-347D25C0A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2" y="5024147"/>
            <a:ext cx="3376395" cy="15325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655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0C52-4CE3-1E2D-31BF-988016D5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sv-SE" dirty="0"/>
              <a:t>är skall vi fyra av ett </a:t>
            </a:r>
            <a:r>
              <a:rPr lang="sv-SE" dirty="0" err="1"/>
              <a:t>interrupt</a:t>
            </a:r>
            <a:r>
              <a:rPr lang="sv-SE" dirty="0"/>
              <a:t>? </a:t>
            </a:r>
            <a:br>
              <a:rPr lang="sv-SE" dirty="0"/>
            </a:br>
            <a:r>
              <a:rPr lang="sv-SE" sz="3200" dirty="0"/>
              <a:t>EXTI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A0204-461A-A655-1E0E-A9DBB81A890A}"/>
              </a:ext>
            </a:extLst>
          </p:cNvPr>
          <p:cNvSpPr txBox="1"/>
          <p:nvPr/>
        </p:nvSpPr>
        <p:spPr>
          <a:xfrm>
            <a:off x="2292728" y="1974294"/>
            <a:ext cx="8286434" cy="2584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B0A5D-1919-D9B7-5ECC-0B62331FA4A3}"/>
              </a:ext>
            </a:extLst>
          </p:cNvPr>
          <p:cNvSpPr txBox="1"/>
          <p:nvPr/>
        </p:nvSpPr>
        <p:spPr>
          <a:xfrm>
            <a:off x="9985835" y="3280885"/>
            <a:ext cx="59332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 b="1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</a:p>
          <a:p>
            <a:pPr algn="ctr"/>
            <a:r>
              <a:rPr lang="en-US" sz="1050"/>
              <a:t>...</a:t>
            </a:r>
            <a:endParaRPr lang="LID4096" sz="3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9A549B-1EC9-ABA2-CF5F-C6192D8CCD5B}"/>
              </a:ext>
            </a:extLst>
          </p:cNvPr>
          <p:cNvCxnSpPr/>
          <p:nvPr/>
        </p:nvCxnSpPr>
        <p:spPr>
          <a:xfrm flipH="1">
            <a:off x="10679040" y="341555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F3DA8D-C072-E50D-0EBC-1088778AAA47}"/>
              </a:ext>
            </a:extLst>
          </p:cNvPr>
          <p:cNvCxnSpPr/>
          <p:nvPr/>
        </p:nvCxnSpPr>
        <p:spPr>
          <a:xfrm flipH="1">
            <a:off x="10679040" y="3570054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A58A58-882E-2E04-8C17-FFBC71911ABF}"/>
              </a:ext>
            </a:extLst>
          </p:cNvPr>
          <p:cNvCxnSpPr/>
          <p:nvPr/>
        </p:nvCxnSpPr>
        <p:spPr>
          <a:xfrm flipH="1">
            <a:off x="10675869" y="374552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B38B6-309F-E0F1-FDF7-9C7CB750CB33}"/>
              </a:ext>
            </a:extLst>
          </p:cNvPr>
          <p:cNvCxnSpPr/>
          <p:nvPr/>
        </p:nvCxnSpPr>
        <p:spPr>
          <a:xfrm flipH="1">
            <a:off x="10675869" y="390701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488E5D-17A3-B66D-CCF2-B4CA619082E9}"/>
              </a:ext>
            </a:extLst>
          </p:cNvPr>
          <p:cNvCxnSpPr/>
          <p:nvPr/>
        </p:nvCxnSpPr>
        <p:spPr>
          <a:xfrm flipH="1">
            <a:off x="10675869" y="4065306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A9DAC9-9658-FEBC-73FF-D45F63132E73}"/>
              </a:ext>
            </a:extLst>
          </p:cNvPr>
          <p:cNvCxnSpPr/>
          <p:nvPr/>
        </p:nvCxnSpPr>
        <p:spPr>
          <a:xfrm flipH="1">
            <a:off x="10675869" y="422887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05B0882-62B8-32D2-B25A-3FA43A138223}"/>
              </a:ext>
            </a:extLst>
          </p:cNvPr>
          <p:cNvSpPr/>
          <p:nvPr/>
        </p:nvSpPr>
        <p:spPr>
          <a:xfrm>
            <a:off x="10687428" y="3695101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55BD40-C628-1068-48C8-0179BCA152D9}"/>
              </a:ext>
            </a:extLst>
          </p:cNvPr>
          <p:cNvSpPr txBox="1"/>
          <p:nvPr/>
        </p:nvSpPr>
        <p:spPr>
          <a:xfrm>
            <a:off x="2281169" y="311476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79A2A-BE2F-366C-7072-39D7A7FED962}"/>
              </a:ext>
            </a:extLst>
          </p:cNvPr>
          <p:cNvSpPr txBox="1"/>
          <p:nvPr/>
        </p:nvSpPr>
        <p:spPr>
          <a:xfrm rot="16200000">
            <a:off x="188771" y="2956314"/>
            <a:ext cx="2584447" cy="6204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53D76-DCC4-F0C7-2475-6C115B8211D0}"/>
              </a:ext>
            </a:extLst>
          </p:cNvPr>
          <p:cNvSpPr txBox="1"/>
          <p:nvPr/>
        </p:nvSpPr>
        <p:spPr>
          <a:xfrm>
            <a:off x="7828729" y="3412504"/>
            <a:ext cx="16762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/>
              <a:t>Edge Detection Circuit</a:t>
            </a:r>
            <a:endParaRPr lang="LID4096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94F068-9FC5-C999-2789-5213ED7FAAAB}"/>
              </a:ext>
            </a:extLst>
          </p:cNvPr>
          <p:cNvSpPr txBox="1"/>
          <p:nvPr/>
        </p:nvSpPr>
        <p:spPr>
          <a:xfrm>
            <a:off x="8714848" y="2433626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EXTI_FTENR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1E722D-F550-0ABF-B4C0-F4E3CE5EAA22}"/>
              </a:ext>
            </a:extLst>
          </p:cNvPr>
          <p:cNvSpPr txBox="1"/>
          <p:nvPr/>
        </p:nvSpPr>
        <p:spPr>
          <a:xfrm>
            <a:off x="8714848" y="2679847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Falling trigger enable register</a:t>
            </a:r>
            <a:endParaRPr lang="LID4096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27AC2-BB55-91CD-55A5-67CC3E939DB4}"/>
              </a:ext>
            </a:extLst>
          </p:cNvPr>
          <p:cNvSpPr txBox="1"/>
          <p:nvPr/>
        </p:nvSpPr>
        <p:spPr>
          <a:xfrm>
            <a:off x="7694768" y="2430145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EXTI_RTENR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19F12-6290-D0A7-5DC3-48A68277CCB7}"/>
              </a:ext>
            </a:extLst>
          </p:cNvPr>
          <p:cNvSpPr txBox="1"/>
          <p:nvPr/>
        </p:nvSpPr>
        <p:spPr>
          <a:xfrm>
            <a:off x="7694768" y="2676366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Rising trigger enable register</a:t>
            </a:r>
            <a:endParaRPr lang="LID4096" sz="800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D3557-B4D6-CFFC-34DC-BCF61031EE28}"/>
              </a:ext>
            </a:extLst>
          </p:cNvPr>
          <p:cNvSpPr txBox="1"/>
          <p:nvPr/>
        </p:nvSpPr>
        <p:spPr>
          <a:xfrm>
            <a:off x="6513668" y="2428521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EXTI_SWIEVR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F87D7D-BF13-0D4B-E0B9-D2DC10BD21DD}"/>
              </a:ext>
            </a:extLst>
          </p:cNvPr>
          <p:cNvSpPr txBox="1"/>
          <p:nvPr/>
        </p:nvSpPr>
        <p:spPr>
          <a:xfrm>
            <a:off x="6513668" y="2674742"/>
            <a:ext cx="96051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Software Interrupt Event Register</a:t>
            </a:r>
            <a:endParaRPr lang="LID4096" sz="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1BD466-F811-7FA4-F339-FF299D9FB685}"/>
              </a:ext>
            </a:extLst>
          </p:cNvPr>
          <p:cNvSpPr txBox="1"/>
          <p:nvPr/>
        </p:nvSpPr>
        <p:spPr>
          <a:xfrm>
            <a:off x="5087107" y="2427014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061B0-2E42-AB86-8316-E912CC417DE9}"/>
              </a:ext>
            </a:extLst>
          </p:cNvPr>
          <p:cNvSpPr txBox="1"/>
          <p:nvPr/>
        </p:nvSpPr>
        <p:spPr>
          <a:xfrm>
            <a:off x="5087107" y="2673235"/>
            <a:ext cx="96051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Enable Register</a:t>
            </a:r>
            <a:endParaRPr lang="LID4096" sz="800" i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59A318-6E61-29BE-EB07-B66A0BCE986E}"/>
              </a:ext>
            </a:extLst>
          </p:cNvPr>
          <p:cNvSpPr txBox="1"/>
          <p:nvPr/>
        </p:nvSpPr>
        <p:spPr>
          <a:xfrm>
            <a:off x="3345376" y="3110922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EXTI_INTFR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0EE3A7-4C6F-5838-CDD5-B3646B653407}"/>
              </a:ext>
            </a:extLst>
          </p:cNvPr>
          <p:cNvCxnSpPr>
            <a:cxnSpLocks/>
          </p:cNvCxnSpPr>
          <p:nvPr/>
        </p:nvCxnSpPr>
        <p:spPr>
          <a:xfrm flipH="1">
            <a:off x="9504957" y="3553247"/>
            <a:ext cx="547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E986D7-2734-D264-BE9B-3192C7648639}"/>
              </a:ext>
            </a:extLst>
          </p:cNvPr>
          <p:cNvCxnSpPr>
            <a:cxnSpLocks/>
          </p:cNvCxnSpPr>
          <p:nvPr/>
        </p:nvCxnSpPr>
        <p:spPr>
          <a:xfrm flipV="1">
            <a:off x="9131362" y="3018401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D5FB52-2072-C59B-BA5A-A803948EFD58}"/>
              </a:ext>
            </a:extLst>
          </p:cNvPr>
          <p:cNvCxnSpPr>
            <a:cxnSpLocks/>
          </p:cNvCxnSpPr>
          <p:nvPr/>
        </p:nvCxnSpPr>
        <p:spPr>
          <a:xfrm flipV="1">
            <a:off x="8160867" y="3009166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44351C-C74B-AD49-A8DF-758C01ECF805}"/>
              </a:ext>
            </a:extLst>
          </p:cNvPr>
          <p:cNvCxnSpPr>
            <a:cxnSpLocks/>
          </p:cNvCxnSpPr>
          <p:nvPr/>
        </p:nvCxnSpPr>
        <p:spPr>
          <a:xfrm flipH="1">
            <a:off x="6583563" y="3593873"/>
            <a:ext cx="1245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8BF4A76-B9EC-3EA4-A8B2-FFE4F9B7D0C5}"/>
              </a:ext>
            </a:extLst>
          </p:cNvPr>
          <p:cNvCxnSpPr>
            <a:stCxn id="21" idx="2"/>
          </p:cNvCxnSpPr>
          <p:nvPr/>
        </p:nvCxnSpPr>
        <p:spPr>
          <a:xfrm rot="5400000">
            <a:off x="6614154" y="3105817"/>
            <a:ext cx="349185" cy="41036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50BF422-6275-8700-1FA2-59BD28CFD82D}"/>
              </a:ext>
            </a:extLst>
          </p:cNvPr>
          <p:cNvCxnSpPr>
            <a:stCxn id="23" idx="2"/>
            <a:endCxn id="32" idx="3"/>
          </p:cNvCxnSpPr>
          <p:nvPr/>
        </p:nvCxnSpPr>
        <p:spPr>
          <a:xfrm rot="5400000">
            <a:off x="5327338" y="3139340"/>
            <a:ext cx="367580" cy="11247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75663D-2B9C-0469-E831-027176595422}"/>
              </a:ext>
            </a:extLst>
          </p:cNvPr>
          <p:cNvCxnSpPr>
            <a:cxnSpLocks/>
          </p:cNvCxnSpPr>
          <p:nvPr/>
        </p:nvCxnSpPr>
        <p:spPr>
          <a:xfrm flipH="1">
            <a:off x="5181663" y="3492273"/>
            <a:ext cx="1008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D2C1174-C0BD-C308-E678-F327585D39BA}"/>
              </a:ext>
            </a:extLst>
          </p:cNvPr>
          <p:cNvSpPr txBox="1"/>
          <p:nvPr/>
        </p:nvSpPr>
        <p:spPr>
          <a:xfrm>
            <a:off x="5114730" y="3194703"/>
            <a:ext cx="34015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b="1"/>
              <a:t>&amp;</a:t>
            </a:r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57FDBB-AABE-1308-EA49-4E98FA7421C0}"/>
              </a:ext>
            </a:extLst>
          </p:cNvPr>
          <p:cNvSpPr txBox="1"/>
          <p:nvPr/>
        </p:nvSpPr>
        <p:spPr>
          <a:xfrm>
            <a:off x="6152035" y="3357143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2126B4-0A69-1415-28D5-382490FA9E3E}"/>
              </a:ext>
            </a:extLst>
          </p:cNvPr>
          <p:cNvCxnSpPr/>
          <p:nvPr/>
        </p:nvCxnSpPr>
        <p:spPr>
          <a:xfrm flipH="1">
            <a:off x="1761515" y="3396507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FBEDB8-9631-E6A7-86AA-985B522D374C}"/>
              </a:ext>
            </a:extLst>
          </p:cNvPr>
          <p:cNvCxnSpPr>
            <a:cxnSpLocks/>
          </p:cNvCxnSpPr>
          <p:nvPr/>
        </p:nvCxnSpPr>
        <p:spPr>
          <a:xfrm flipH="1">
            <a:off x="4859675" y="3299474"/>
            <a:ext cx="255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1D978BE-4B97-F074-2F63-48A76B649A03}"/>
              </a:ext>
            </a:extLst>
          </p:cNvPr>
          <p:cNvSpPr txBox="1"/>
          <p:nvPr/>
        </p:nvSpPr>
        <p:spPr>
          <a:xfrm>
            <a:off x="4470283" y="3194703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398090F-6397-5EB4-6B7F-62D96A30ED5E}"/>
              </a:ext>
            </a:extLst>
          </p:cNvPr>
          <p:cNvSpPr/>
          <p:nvPr/>
        </p:nvSpPr>
        <p:spPr>
          <a:xfrm>
            <a:off x="2762312" y="3396692"/>
            <a:ext cx="577850" cy="0"/>
          </a:xfrm>
          <a:custGeom>
            <a:avLst/>
            <a:gdLst>
              <a:gd name="csX0" fmla="*/ 577850 w 577850"/>
              <a:gd name="csY0" fmla="*/ 0 h 0"/>
              <a:gd name="csX1" fmla="*/ 0 w 5778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7850">
                <a:moveTo>
                  <a:pt x="57785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741F997-3D6C-4E54-C5AB-DD1BE880819D}"/>
              </a:ext>
            </a:extLst>
          </p:cNvPr>
          <p:cNvSpPr/>
          <p:nvPr/>
        </p:nvSpPr>
        <p:spPr>
          <a:xfrm>
            <a:off x="3200462" y="3403042"/>
            <a:ext cx="1835150" cy="488950"/>
          </a:xfrm>
          <a:custGeom>
            <a:avLst/>
            <a:gdLst>
              <a:gd name="csX0" fmla="*/ 0 w 1835150"/>
              <a:gd name="csY0" fmla="*/ 0 h 488950"/>
              <a:gd name="csX1" fmla="*/ 0 w 1835150"/>
              <a:gd name="csY1" fmla="*/ 488950 h 488950"/>
              <a:gd name="csX2" fmla="*/ 1835150 w 1835150"/>
              <a:gd name="csY2" fmla="*/ 488950 h 488950"/>
              <a:gd name="csX3" fmla="*/ 1835150 w 1835150"/>
              <a:gd name="csY3" fmla="*/ 82550 h 488950"/>
              <a:gd name="csX4" fmla="*/ 1708150 w 1835150"/>
              <a:gd name="csY4" fmla="*/ 82550 h 488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5150" h="488950">
                <a:moveTo>
                  <a:pt x="0" y="0"/>
                </a:moveTo>
                <a:lnTo>
                  <a:pt x="0" y="488950"/>
                </a:lnTo>
                <a:lnTo>
                  <a:pt x="1835150" y="488950"/>
                </a:lnTo>
                <a:lnTo>
                  <a:pt x="1835150" y="82550"/>
                </a:lnTo>
                <a:lnTo>
                  <a:pt x="1708150" y="8255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690E20-E287-EF14-4F57-8EE785E57F69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4235363" y="3379369"/>
            <a:ext cx="234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EC0FCB-F1EF-F38B-3E84-04896681CB56}"/>
              </a:ext>
            </a:extLst>
          </p:cNvPr>
          <p:cNvSpPr txBox="1"/>
          <p:nvPr/>
        </p:nvSpPr>
        <p:spPr>
          <a:xfrm>
            <a:off x="3345376" y="3357143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Flag Register</a:t>
            </a:r>
            <a:endParaRPr lang="LID4096" sz="800" i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BFD08A-6A80-7BD5-9D63-7E9DF7010063}"/>
              </a:ext>
            </a:extLst>
          </p:cNvPr>
          <p:cNvSpPr txBox="1"/>
          <p:nvPr/>
        </p:nvSpPr>
        <p:spPr>
          <a:xfrm>
            <a:off x="3345376" y="2649258"/>
            <a:ext cx="889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Only reset from software</a:t>
            </a:r>
            <a:endParaRPr lang="LID4096" sz="800" i="1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CB660B3-5B91-4085-44F1-73D2D637813E}"/>
              </a:ext>
            </a:extLst>
          </p:cNvPr>
          <p:cNvCxnSpPr>
            <a:cxnSpLocks/>
          </p:cNvCxnSpPr>
          <p:nvPr/>
        </p:nvCxnSpPr>
        <p:spPr>
          <a:xfrm>
            <a:off x="3792649" y="2953919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6048FA8-A646-B79D-2D7A-B19AF0CF0EAA}"/>
              </a:ext>
            </a:extLst>
          </p:cNvPr>
          <p:cNvSpPr/>
          <p:nvPr/>
        </p:nvSpPr>
        <p:spPr>
          <a:xfrm>
            <a:off x="7474187" y="3717874"/>
            <a:ext cx="226503" cy="247475"/>
          </a:xfrm>
          <a:custGeom>
            <a:avLst/>
            <a:gdLst>
              <a:gd name="csX0" fmla="*/ 0 w 226503"/>
              <a:gd name="csY0" fmla="*/ 247475 h 247475"/>
              <a:gd name="csX1" fmla="*/ 83890 w 226503"/>
              <a:gd name="csY1" fmla="*/ 247475 h 247475"/>
              <a:gd name="csX2" fmla="*/ 83890 w 226503"/>
              <a:gd name="csY2" fmla="*/ 0 h 247475"/>
              <a:gd name="csX3" fmla="*/ 146808 w 226503"/>
              <a:gd name="csY3" fmla="*/ 0 h 247475"/>
              <a:gd name="csX4" fmla="*/ 146808 w 226503"/>
              <a:gd name="csY4" fmla="*/ 247475 h 247475"/>
              <a:gd name="csX5" fmla="*/ 226503 w 226503"/>
              <a:gd name="csY5" fmla="*/ 247475 h 247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6503" h="247475">
                <a:moveTo>
                  <a:pt x="0" y="247475"/>
                </a:moveTo>
                <a:lnTo>
                  <a:pt x="83890" y="247475"/>
                </a:lnTo>
                <a:lnTo>
                  <a:pt x="83890" y="0"/>
                </a:lnTo>
                <a:lnTo>
                  <a:pt x="146808" y="0"/>
                </a:lnTo>
                <a:lnTo>
                  <a:pt x="146808" y="247475"/>
                </a:lnTo>
                <a:lnTo>
                  <a:pt x="226503" y="247475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50A217-4CA9-BB25-57B7-B95F3D5AED7B}"/>
              </a:ext>
            </a:extLst>
          </p:cNvPr>
          <p:cNvCxnSpPr>
            <a:cxnSpLocks/>
          </p:cNvCxnSpPr>
          <p:nvPr/>
        </p:nvCxnSpPr>
        <p:spPr>
          <a:xfrm flipH="1" flipV="1">
            <a:off x="7313757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8CB11D-3DB5-CE7B-106A-1A47811E06DB}"/>
              </a:ext>
            </a:extLst>
          </p:cNvPr>
          <p:cNvCxnSpPr>
            <a:cxnSpLocks/>
          </p:cNvCxnSpPr>
          <p:nvPr/>
        </p:nvCxnSpPr>
        <p:spPr>
          <a:xfrm flipH="1" flipV="1">
            <a:off x="7718923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06E7DB-57FF-0354-EA49-14711E32A3F2}"/>
              </a:ext>
            </a:extLst>
          </p:cNvPr>
          <p:cNvSpPr txBox="1"/>
          <p:nvPr/>
        </p:nvSpPr>
        <p:spPr>
          <a:xfrm>
            <a:off x="7142444" y="3975884"/>
            <a:ext cx="88998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pulse</a:t>
            </a:r>
            <a:endParaRPr lang="LID4096" sz="800" i="1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C172361-886F-EEF7-56AE-E77EBD6AE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29" y="4785891"/>
            <a:ext cx="6031412" cy="189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65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BA0D-50F2-C996-86C7-51AEA5D9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EFDD-1724-3CDF-8658-D75DA6E4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sv-SE" dirty="0"/>
              <a:t>är skall vi fyra av ett </a:t>
            </a:r>
            <a:r>
              <a:rPr lang="sv-SE" dirty="0" err="1"/>
              <a:t>interrupt</a:t>
            </a:r>
            <a:r>
              <a:rPr lang="sv-SE" dirty="0"/>
              <a:t>? </a:t>
            </a:r>
            <a:br>
              <a:rPr lang="sv-SE" dirty="0"/>
            </a:br>
            <a:r>
              <a:rPr lang="sv-SE" sz="3200" dirty="0"/>
              <a:t>EXTI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D0E21-D901-7F2B-C2DA-506E885CBA51}"/>
              </a:ext>
            </a:extLst>
          </p:cNvPr>
          <p:cNvSpPr txBox="1"/>
          <p:nvPr/>
        </p:nvSpPr>
        <p:spPr>
          <a:xfrm>
            <a:off x="2292728" y="1974294"/>
            <a:ext cx="8286434" cy="2584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FF6FC-87A3-1FC8-4D04-E946D5E293BD}"/>
              </a:ext>
            </a:extLst>
          </p:cNvPr>
          <p:cNvSpPr txBox="1"/>
          <p:nvPr/>
        </p:nvSpPr>
        <p:spPr>
          <a:xfrm>
            <a:off x="9985835" y="3280885"/>
            <a:ext cx="59332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 b="1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</a:p>
          <a:p>
            <a:pPr algn="ctr"/>
            <a:r>
              <a:rPr lang="en-US" sz="1050"/>
              <a:t>...</a:t>
            </a:r>
            <a:endParaRPr lang="LID4096" sz="3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3912AC-780F-9E64-7C8A-D1275BA451B0}"/>
              </a:ext>
            </a:extLst>
          </p:cNvPr>
          <p:cNvCxnSpPr/>
          <p:nvPr/>
        </p:nvCxnSpPr>
        <p:spPr>
          <a:xfrm flipH="1">
            <a:off x="10679040" y="341555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5753E0-96E1-C0F7-4EE1-65D2F27EFFD9}"/>
              </a:ext>
            </a:extLst>
          </p:cNvPr>
          <p:cNvCxnSpPr/>
          <p:nvPr/>
        </p:nvCxnSpPr>
        <p:spPr>
          <a:xfrm flipH="1">
            <a:off x="10679040" y="3570054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777F8-7F42-829F-DE08-222ABB1A7703}"/>
              </a:ext>
            </a:extLst>
          </p:cNvPr>
          <p:cNvCxnSpPr/>
          <p:nvPr/>
        </p:nvCxnSpPr>
        <p:spPr>
          <a:xfrm flipH="1">
            <a:off x="10675869" y="374552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D45F46-127B-E571-DC5C-A8B503271B1B}"/>
              </a:ext>
            </a:extLst>
          </p:cNvPr>
          <p:cNvCxnSpPr/>
          <p:nvPr/>
        </p:nvCxnSpPr>
        <p:spPr>
          <a:xfrm flipH="1">
            <a:off x="10675869" y="390701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125B1F-309D-6BA2-3369-78123856F5E8}"/>
              </a:ext>
            </a:extLst>
          </p:cNvPr>
          <p:cNvCxnSpPr/>
          <p:nvPr/>
        </p:nvCxnSpPr>
        <p:spPr>
          <a:xfrm flipH="1">
            <a:off x="10675869" y="4065306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8FD25F-2338-07A0-F592-9E59A91311A6}"/>
              </a:ext>
            </a:extLst>
          </p:cNvPr>
          <p:cNvCxnSpPr/>
          <p:nvPr/>
        </p:nvCxnSpPr>
        <p:spPr>
          <a:xfrm flipH="1">
            <a:off x="10675869" y="422887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42BC9-F24B-A77B-D567-575606F77967}"/>
              </a:ext>
            </a:extLst>
          </p:cNvPr>
          <p:cNvSpPr/>
          <p:nvPr/>
        </p:nvSpPr>
        <p:spPr>
          <a:xfrm>
            <a:off x="10687428" y="3695101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3DC98-D504-A30A-4047-544C88F0FC72}"/>
              </a:ext>
            </a:extLst>
          </p:cNvPr>
          <p:cNvSpPr txBox="1"/>
          <p:nvPr/>
        </p:nvSpPr>
        <p:spPr>
          <a:xfrm>
            <a:off x="2281169" y="311476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9E3D4D-862E-BC8A-CC93-5F37E0E140B1}"/>
              </a:ext>
            </a:extLst>
          </p:cNvPr>
          <p:cNvSpPr txBox="1"/>
          <p:nvPr/>
        </p:nvSpPr>
        <p:spPr>
          <a:xfrm rot="16200000">
            <a:off x="188771" y="2956314"/>
            <a:ext cx="2584447" cy="6204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CB1D3-0B93-667B-6353-40967ECCE47D}"/>
              </a:ext>
            </a:extLst>
          </p:cNvPr>
          <p:cNvSpPr txBox="1"/>
          <p:nvPr/>
        </p:nvSpPr>
        <p:spPr>
          <a:xfrm>
            <a:off x="7828729" y="3412504"/>
            <a:ext cx="16762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/>
              <a:t>Edge Detection Circuit</a:t>
            </a:r>
            <a:endParaRPr lang="LID4096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D6FDD-1B7E-EDF8-A0FE-9235E30B741E}"/>
              </a:ext>
            </a:extLst>
          </p:cNvPr>
          <p:cNvSpPr txBox="1"/>
          <p:nvPr/>
        </p:nvSpPr>
        <p:spPr>
          <a:xfrm>
            <a:off x="8714848" y="2433626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EXTI_FTENR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A7826-A41B-8630-8B3A-B9A86EA21518}"/>
              </a:ext>
            </a:extLst>
          </p:cNvPr>
          <p:cNvSpPr txBox="1"/>
          <p:nvPr/>
        </p:nvSpPr>
        <p:spPr>
          <a:xfrm>
            <a:off x="8714848" y="2679847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Falling trigger enable register</a:t>
            </a:r>
            <a:endParaRPr lang="LID4096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795F93-E844-8AA8-7693-53BDC44B36F3}"/>
              </a:ext>
            </a:extLst>
          </p:cNvPr>
          <p:cNvSpPr txBox="1"/>
          <p:nvPr/>
        </p:nvSpPr>
        <p:spPr>
          <a:xfrm>
            <a:off x="7694768" y="2430145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EXTI_RTENR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4E963C-46E7-F3BC-14BC-21FD90D0FF06}"/>
              </a:ext>
            </a:extLst>
          </p:cNvPr>
          <p:cNvSpPr txBox="1"/>
          <p:nvPr/>
        </p:nvSpPr>
        <p:spPr>
          <a:xfrm>
            <a:off x="7694768" y="2676366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Rising trigger enable register</a:t>
            </a:r>
            <a:endParaRPr lang="LID4096" sz="800" i="1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9DCDCB-C5E4-24F3-9DE7-02C0DB7B7CB0}"/>
              </a:ext>
            </a:extLst>
          </p:cNvPr>
          <p:cNvCxnSpPr>
            <a:cxnSpLocks/>
          </p:cNvCxnSpPr>
          <p:nvPr/>
        </p:nvCxnSpPr>
        <p:spPr>
          <a:xfrm flipH="1">
            <a:off x="9504957" y="3553247"/>
            <a:ext cx="547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8655C3-AD3C-0816-A947-0FC0BB5DA492}"/>
              </a:ext>
            </a:extLst>
          </p:cNvPr>
          <p:cNvCxnSpPr>
            <a:cxnSpLocks/>
          </p:cNvCxnSpPr>
          <p:nvPr/>
        </p:nvCxnSpPr>
        <p:spPr>
          <a:xfrm flipV="1">
            <a:off x="9131362" y="3018401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9E9F0C-05E7-3F7A-3EF3-68CB87B72538}"/>
              </a:ext>
            </a:extLst>
          </p:cNvPr>
          <p:cNvCxnSpPr>
            <a:cxnSpLocks/>
          </p:cNvCxnSpPr>
          <p:nvPr/>
        </p:nvCxnSpPr>
        <p:spPr>
          <a:xfrm flipV="1">
            <a:off x="8160867" y="3009166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FD3467-3A2C-17A0-5AB9-4D84EBACA372}"/>
              </a:ext>
            </a:extLst>
          </p:cNvPr>
          <p:cNvCxnSpPr>
            <a:cxnSpLocks/>
          </p:cNvCxnSpPr>
          <p:nvPr/>
        </p:nvCxnSpPr>
        <p:spPr>
          <a:xfrm flipH="1">
            <a:off x="6583563" y="3593873"/>
            <a:ext cx="1245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5C60F9-7364-A80D-7E8A-C8BF6EFC4A0D}"/>
              </a:ext>
            </a:extLst>
          </p:cNvPr>
          <p:cNvCxnSpPr/>
          <p:nvPr/>
        </p:nvCxnSpPr>
        <p:spPr>
          <a:xfrm flipH="1">
            <a:off x="1761515" y="3396507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C328FE-7FB8-1055-6B88-8D5A6AAF7F49}"/>
              </a:ext>
            </a:extLst>
          </p:cNvPr>
          <p:cNvSpPr/>
          <p:nvPr/>
        </p:nvSpPr>
        <p:spPr>
          <a:xfrm>
            <a:off x="2762312" y="3396692"/>
            <a:ext cx="577850" cy="0"/>
          </a:xfrm>
          <a:custGeom>
            <a:avLst/>
            <a:gdLst>
              <a:gd name="csX0" fmla="*/ 577850 w 577850"/>
              <a:gd name="csY0" fmla="*/ 0 h 0"/>
              <a:gd name="csX1" fmla="*/ 0 w 5778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7850">
                <a:moveTo>
                  <a:pt x="57785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3BAE5E0-649B-033E-AFBF-F40FCE238178}"/>
              </a:ext>
            </a:extLst>
          </p:cNvPr>
          <p:cNvSpPr/>
          <p:nvPr/>
        </p:nvSpPr>
        <p:spPr>
          <a:xfrm>
            <a:off x="7474187" y="3717874"/>
            <a:ext cx="226503" cy="247475"/>
          </a:xfrm>
          <a:custGeom>
            <a:avLst/>
            <a:gdLst>
              <a:gd name="csX0" fmla="*/ 0 w 226503"/>
              <a:gd name="csY0" fmla="*/ 247475 h 247475"/>
              <a:gd name="csX1" fmla="*/ 83890 w 226503"/>
              <a:gd name="csY1" fmla="*/ 247475 h 247475"/>
              <a:gd name="csX2" fmla="*/ 83890 w 226503"/>
              <a:gd name="csY2" fmla="*/ 0 h 247475"/>
              <a:gd name="csX3" fmla="*/ 146808 w 226503"/>
              <a:gd name="csY3" fmla="*/ 0 h 247475"/>
              <a:gd name="csX4" fmla="*/ 146808 w 226503"/>
              <a:gd name="csY4" fmla="*/ 247475 h 247475"/>
              <a:gd name="csX5" fmla="*/ 226503 w 226503"/>
              <a:gd name="csY5" fmla="*/ 247475 h 247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6503" h="247475">
                <a:moveTo>
                  <a:pt x="0" y="247475"/>
                </a:moveTo>
                <a:lnTo>
                  <a:pt x="83890" y="247475"/>
                </a:lnTo>
                <a:lnTo>
                  <a:pt x="83890" y="0"/>
                </a:lnTo>
                <a:lnTo>
                  <a:pt x="146808" y="0"/>
                </a:lnTo>
                <a:lnTo>
                  <a:pt x="146808" y="247475"/>
                </a:lnTo>
                <a:lnTo>
                  <a:pt x="226503" y="247475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56698FB-F209-C1F4-839E-85CC0DBD9F7F}"/>
              </a:ext>
            </a:extLst>
          </p:cNvPr>
          <p:cNvCxnSpPr>
            <a:cxnSpLocks/>
          </p:cNvCxnSpPr>
          <p:nvPr/>
        </p:nvCxnSpPr>
        <p:spPr>
          <a:xfrm flipH="1" flipV="1">
            <a:off x="7313757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4BF040-C2EB-2542-A57B-CC177907E9DB}"/>
              </a:ext>
            </a:extLst>
          </p:cNvPr>
          <p:cNvCxnSpPr>
            <a:cxnSpLocks/>
          </p:cNvCxnSpPr>
          <p:nvPr/>
        </p:nvCxnSpPr>
        <p:spPr>
          <a:xfrm flipH="1" flipV="1">
            <a:off x="7718923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30035DC-2BCB-EF04-E538-A64BE80BCA89}"/>
              </a:ext>
            </a:extLst>
          </p:cNvPr>
          <p:cNvSpPr txBox="1"/>
          <p:nvPr/>
        </p:nvSpPr>
        <p:spPr>
          <a:xfrm>
            <a:off x="7142444" y="3975884"/>
            <a:ext cx="88998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pulse</a:t>
            </a:r>
            <a:endParaRPr lang="LID4096" sz="800" i="1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D90B2B8-9000-1D9E-B915-80C44633B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29" y="4785891"/>
            <a:ext cx="6031412" cy="18907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8B7877-9B7A-967A-5CB0-A31522A665AF}"/>
              </a:ext>
            </a:extLst>
          </p:cNvPr>
          <p:cNvSpPr/>
          <p:nvPr/>
        </p:nvSpPr>
        <p:spPr>
          <a:xfrm>
            <a:off x="5571149" y="5789713"/>
            <a:ext cx="2827950" cy="20723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6D8A86-4C99-F2CD-9FA8-BF2F35442F68}"/>
              </a:ext>
            </a:extLst>
          </p:cNvPr>
          <p:cNvSpPr/>
          <p:nvPr/>
        </p:nvSpPr>
        <p:spPr>
          <a:xfrm>
            <a:off x="5571149" y="5996952"/>
            <a:ext cx="2827950" cy="20723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7036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B1D7-E1AB-B38A-8C0E-38B4FE23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2F70-30B3-B99F-DF54-89E9A15C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sv-SE" dirty="0"/>
              <a:t>är skall vi fyra av ett </a:t>
            </a:r>
            <a:r>
              <a:rPr lang="sv-SE" dirty="0" err="1"/>
              <a:t>interrupt</a:t>
            </a:r>
            <a:r>
              <a:rPr lang="sv-SE" dirty="0"/>
              <a:t>? </a:t>
            </a:r>
            <a:br>
              <a:rPr lang="sv-SE" dirty="0"/>
            </a:br>
            <a:r>
              <a:rPr lang="sv-SE" sz="3200" dirty="0"/>
              <a:t>EXTI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15C5A-F07B-4BA2-DBC0-1CEA2C660AA1}"/>
              </a:ext>
            </a:extLst>
          </p:cNvPr>
          <p:cNvSpPr txBox="1"/>
          <p:nvPr/>
        </p:nvSpPr>
        <p:spPr>
          <a:xfrm>
            <a:off x="2292728" y="1974294"/>
            <a:ext cx="8286434" cy="2584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4D7F-3B63-979C-3CCE-D4285FC0331E}"/>
              </a:ext>
            </a:extLst>
          </p:cNvPr>
          <p:cNvSpPr txBox="1"/>
          <p:nvPr/>
        </p:nvSpPr>
        <p:spPr>
          <a:xfrm>
            <a:off x="9985835" y="3280885"/>
            <a:ext cx="59332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 b="1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</a:p>
          <a:p>
            <a:pPr algn="ctr"/>
            <a:r>
              <a:rPr lang="en-US" sz="1050"/>
              <a:t>...</a:t>
            </a:r>
            <a:endParaRPr lang="LID4096" sz="3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9D9336-E2BF-647A-42BE-0F7052BC56CA}"/>
              </a:ext>
            </a:extLst>
          </p:cNvPr>
          <p:cNvCxnSpPr/>
          <p:nvPr/>
        </p:nvCxnSpPr>
        <p:spPr>
          <a:xfrm flipH="1">
            <a:off x="10679040" y="3415557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6E3816-086A-7152-F646-AB4A0A1284B9}"/>
              </a:ext>
            </a:extLst>
          </p:cNvPr>
          <p:cNvCxnSpPr/>
          <p:nvPr/>
        </p:nvCxnSpPr>
        <p:spPr>
          <a:xfrm flipH="1">
            <a:off x="10679040" y="3570054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37F0CE-6706-9E2C-20A1-6035F72CFE0E}"/>
              </a:ext>
            </a:extLst>
          </p:cNvPr>
          <p:cNvCxnSpPr/>
          <p:nvPr/>
        </p:nvCxnSpPr>
        <p:spPr>
          <a:xfrm flipH="1">
            <a:off x="10675869" y="374552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3928FC-311B-622D-DEC8-825742484F15}"/>
              </a:ext>
            </a:extLst>
          </p:cNvPr>
          <p:cNvCxnSpPr/>
          <p:nvPr/>
        </p:nvCxnSpPr>
        <p:spPr>
          <a:xfrm flipH="1">
            <a:off x="10675869" y="390701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DE3411-A579-8A56-5FF7-B791E179A8F6}"/>
              </a:ext>
            </a:extLst>
          </p:cNvPr>
          <p:cNvCxnSpPr/>
          <p:nvPr/>
        </p:nvCxnSpPr>
        <p:spPr>
          <a:xfrm flipH="1">
            <a:off x="10675869" y="4065306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2783D-AFB1-F504-3E14-695476E75FA8}"/>
              </a:ext>
            </a:extLst>
          </p:cNvPr>
          <p:cNvCxnSpPr/>
          <p:nvPr/>
        </p:nvCxnSpPr>
        <p:spPr>
          <a:xfrm flipH="1">
            <a:off x="10675869" y="422887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58E676-45A9-EBB8-6BFC-AE4FC85A5241}"/>
              </a:ext>
            </a:extLst>
          </p:cNvPr>
          <p:cNvSpPr/>
          <p:nvPr/>
        </p:nvSpPr>
        <p:spPr>
          <a:xfrm>
            <a:off x="10687428" y="3695101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DD82A1-408C-235D-D4D2-EAD24731DB09}"/>
              </a:ext>
            </a:extLst>
          </p:cNvPr>
          <p:cNvSpPr txBox="1"/>
          <p:nvPr/>
        </p:nvSpPr>
        <p:spPr>
          <a:xfrm>
            <a:off x="2281169" y="3114769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DCA1F-B4D8-FD01-C615-113791099C33}"/>
              </a:ext>
            </a:extLst>
          </p:cNvPr>
          <p:cNvSpPr txBox="1"/>
          <p:nvPr/>
        </p:nvSpPr>
        <p:spPr>
          <a:xfrm rot="16200000">
            <a:off x="188771" y="2956314"/>
            <a:ext cx="2584447" cy="6204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58443-DAB1-917A-F304-C364E298EAA2}"/>
              </a:ext>
            </a:extLst>
          </p:cNvPr>
          <p:cNvSpPr txBox="1"/>
          <p:nvPr/>
        </p:nvSpPr>
        <p:spPr>
          <a:xfrm>
            <a:off x="7828729" y="3412504"/>
            <a:ext cx="16762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/>
              <a:t>Edge Detection Circuit</a:t>
            </a:r>
            <a:endParaRPr lang="LID4096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C793F-00AB-05B0-84C9-F91D9AB311F9}"/>
              </a:ext>
            </a:extLst>
          </p:cNvPr>
          <p:cNvSpPr txBox="1"/>
          <p:nvPr/>
        </p:nvSpPr>
        <p:spPr>
          <a:xfrm>
            <a:off x="8714848" y="2433626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EXTI_FTENR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21B2C4-7A0A-8CD1-D445-85C9FDF9E936}"/>
              </a:ext>
            </a:extLst>
          </p:cNvPr>
          <p:cNvSpPr txBox="1"/>
          <p:nvPr/>
        </p:nvSpPr>
        <p:spPr>
          <a:xfrm>
            <a:off x="8714848" y="2679847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Falling trigger enable register</a:t>
            </a:r>
            <a:endParaRPr lang="LID4096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0DC7C-86BB-1F1D-4B75-ECB549DF991F}"/>
              </a:ext>
            </a:extLst>
          </p:cNvPr>
          <p:cNvSpPr txBox="1"/>
          <p:nvPr/>
        </p:nvSpPr>
        <p:spPr>
          <a:xfrm>
            <a:off x="7694768" y="2430145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EXTI_RTENR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298531-B664-C512-46D0-ADFD8C1FD617}"/>
              </a:ext>
            </a:extLst>
          </p:cNvPr>
          <p:cNvSpPr txBox="1"/>
          <p:nvPr/>
        </p:nvSpPr>
        <p:spPr>
          <a:xfrm>
            <a:off x="7694768" y="2676366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Rising trigger enable register</a:t>
            </a:r>
            <a:endParaRPr lang="LID4096" sz="800" i="1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5BD037-35F5-1B21-0D71-FC767DE25E35}"/>
              </a:ext>
            </a:extLst>
          </p:cNvPr>
          <p:cNvCxnSpPr>
            <a:cxnSpLocks/>
          </p:cNvCxnSpPr>
          <p:nvPr/>
        </p:nvCxnSpPr>
        <p:spPr>
          <a:xfrm flipH="1">
            <a:off x="9504957" y="3553247"/>
            <a:ext cx="547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F5DB9C-4569-6E8A-C13F-E40AB1D23EDC}"/>
              </a:ext>
            </a:extLst>
          </p:cNvPr>
          <p:cNvCxnSpPr>
            <a:cxnSpLocks/>
          </p:cNvCxnSpPr>
          <p:nvPr/>
        </p:nvCxnSpPr>
        <p:spPr>
          <a:xfrm flipV="1">
            <a:off x="9131362" y="3018401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26DCC9-80EC-61CB-554F-94FCC6509836}"/>
              </a:ext>
            </a:extLst>
          </p:cNvPr>
          <p:cNvCxnSpPr>
            <a:cxnSpLocks/>
          </p:cNvCxnSpPr>
          <p:nvPr/>
        </p:nvCxnSpPr>
        <p:spPr>
          <a:xfrm flipV="1">
            <a:off x="8160867" y="3009166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6E0D81-1B98-F972-5AA1-75FD7D76E270}"/>
              </a:ext>
            </a:extLst>
          </p:cNvPr>
          <p:cNvCxnSpPr>
            <a:cxnSpLocks/>
          </p:cNvCxnSpPr>
          <p:nvPr/>
        </p:nvCxnSpPr>
        <p:spPr>
          <a:xfrm flipH="1">
            <a:off x="6583563" y="3593873"/>
            <a:ext cx="1245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19AC83-1C61-A2C2-BCDE-A449C9111997}"/>
              </a:ext>
            </a:extLst>
          </p:cNvPr>
          <p:cNvCxnSpPr/>
          <p:nvPr/>
        </p:nvCxnSpPr>
        <p:spPr>
          <a:xfrm flipH="1">
            <a:off x="1761515" y="3396507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379CEC1-0CBA-12A9-8E0E-B948FE1AB2AA}"/>
              </a:ext>
            </a:extLst>
          </p:cNvPr>
          <p:cNvSpPr/>
          <p:nvPr/>
        </p:nvSpPr>
        <p:spPr>
          <a:xfrm>
            <a:off x="2762312" y="3396692"/>
            <a:ext cx="577850" cy="0"/>
          </a:xfrm>
          <a:custGeom>
            <a:avLst/>
            <a:gdLst>
              <a:gd name="csX0" fmla="*/ 577850 w 577850"/>
              <a:gd name="csY0" fmla="*/ 0 h 0"/>
              <a:gd name="csX1" fmla="*/ 0 w 5778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7850">
                <a:moveTo>
                  <a:pt x="57785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DF25EED-3CA9-CF85-4ACE-F0437FEB8CBF}"/>
              </a:ext>
            </a:extLst>
          </p:cNvPr>
          <p:cNvSpPr/>
          <p:nvPr/>
        </p:nvSpPr>
        <p:spPr>
          <a:xfrm>
            <a:off x="7474187" y="3717874"/>
            <a:ext cx="226503" cy="247475"/>
          </a:xfrm>
          <a:custGeom>
            <a:avLst/>
            <a:gdLst>
              <a:gd name="csX0" fmla="*/ 0 w 226503"/>
              <a:gd name="csY0" fmla="*/ 247475 h 247475"/>
              <a:gd name="csX1" fmla="*/ 83890 w 226503"/>
              <a:gd name="csY1" fmla="*/ 247475 h 247475"/>
              <a:gd name="csX2" fmla="*/ 83890 w 226503"/>
              <a:gd name="csY2" fmla="*/ 0 h 247475"/>
              <a:gd name="csX3" fmla="*/ 146808 w 226503"/>
              <a:gd name="csY3" fmla="*/ 0 h 247475"/>
              <a:gd name="csX4" fmla="*/ 146808 w 226503"/>
              <a:gd name="csY4" fmla="*/ 247475 h 247475"/>
              <a:gd name="csX5" fmla="*/ 226503 w 226503"/>
              <a:gd name="csY5" fmla="*/ 247475 h 247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6503" h="247475">
                <a:moveTo>
                  <a:pt x="0" y="247475"/>
                </a:moveTo>
                <a:lnTo>
                  <a:pt x="83890" y="247475"/>
                </a:lnTo>
                <a:lnTo>
                  <a:pt x="83890" y="0"/>
                </a:lnTo>
                <a:lnTo>
                  <a:pt x="146808" y="0"/>
                </a:lnTo>
                <a:lnTo>
                  <a:pt x="146808" y="247475"/>
                </a:lnTo>
                <a:lnTo>
                  <a:pt x="226503" y="247475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7DCA4E-F442-C39B-994D-47CBF1BB1687}"/>
              </a:ext>
            </a:extLst>
          </p:cNvPr>
          <p:cNvCxnSpPr>
            <a:cxnSpLocks/>
          </p:cNvCxnSpPr>
          <p:nvPr/>
        </p:nvCxnSpPr>
        <p:spPr>
          <a:xfrm flipH="1" flipV="1">
            <a:off x="7313757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CFC1E9-3CDB-F0CA-0D55-66C8C0F9D5AD}"/>
              </a:ext>
            </a:extLst>
          </p:cNvPr>
          <p:cNvCxnSpPr>
            <a:cxnSpLocks/>
          </p:cNvCxnSpPr>
          <p:nvPr/>
        </p:nvCxnSpPr>
        <p:spPr>
          <a:xfrm flipH="1" flipV="1">
            <a:off x="7718923" y="3965044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E24CB81-D267-D3FF-52C0-F98E9EAB5345}"/>
              </a:ext>
            </a:extLst>
          </p:cNvPr>
          <p:cNvSpPr txBox="1"/>
          <p:nvPr/>
        </p:nvSpPr>
        <p:spPr>
          <a:xfrm>
            <a:off x="7142444" y="3975884"/>
            <a:ext cx="88998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pulse</a:t>
            </a:r>
            <a:endParaRPr lang="LID4096" sz="800" i="1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9990759-8D89-CCEC-80C4-4757421DA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29" y="4785891"/>
            <a:ext cx="6031412" cy="189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4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4802</TotalTime>
  <Words>2000</Words>
  <Application>Microsoft Office PowerPoint</Application>
  <PresentationFormat>Widescreen</PresentationFormat>
  <Paragraphs>371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Consolas</vt:lpstr>
      <vt:lpstr>Office Theme</vt:lpstr>
      <vt:lpstr>Lektion 9</vt:lpstr>
      <vt:lpstr>Recap: PFIC</vt:lpstr>
      <vt:lpstr>Challenge! </vt:lpstr>
      <vt:lpstr>Basic Timers</vt:lpstr>
      <vt:lpstr>Basic Timers</vt:lpstr>
      <vt:lpstr>Konfigurera timers</vt:lpstr>
      <vt:lpstr>Enabla interrupts i PFIC</vt:lpstr>
      <vt:lpstr>Skriv en interrupt hanterare</vt:lpstr>
      <vt:lpstr>Skriv en interrupt hanterare</vt:lpstr>
      <vt:lpstr>Vectored Interrupt Handling</vt:lpstr>
      <vt:lpstr>Vectored Interrupt Handling</vt:lpstr>
      <vt:lpstr>Vector Table</vt:lpstr>
      <vt:lpstr>Exempel? </vt:lpstr>
      <vt:lpstr>Avbryta interrupthanteraren (nästlade avbrott)? </vt:lpstr>
      <vt:lpstr>Avbryta interrupthanteraren (nästlade avbrott)? </vt:lpstr>
      <vt:lpstr>Avbryta interrupthanteraren (nästlade avbrott)? </vt:lpstr>
      <vt:lpstr>Avbrott från GPIO</vt:lpstr>
      <vt:lpstr>AFIO_EXTICR</vt:lpstr>
      <vt:lpstr>Routing AFIO_EXTICR</vt:lpstr>
      <vt:lpstr>AFIO_EXTICR</vt:lpstr>
      <vt:lpstr>När skall vi fyra av ett interrupt?  EXTI</vt:lpstr>
      <vt:lpstr>När skall vi fyra av ett interrupt?  EXTI</vt:lpstr>
      <vt:lpstr>När skall vi fyra av ett interrupt?  EXTI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87</cp:revision>
  <cp:lastPrinted>2026-02-17T11:02:10Z</cp:lastPrinted>
  <dcterms:created xsi:type="dcterms:W3CDTF">2026-01-14T14:09:03Z</dcterms:created>
  <dcterms:modified xsi:type="dcterms:W3CDTF">2026-02-24T10:55:17Z</dcterms:modified>
</cp:coreProperties>
</file>