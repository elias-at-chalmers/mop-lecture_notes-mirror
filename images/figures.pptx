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  <p:sldId id="451" r:id="rId16"/>
    <p:sldId id="452" r:id="rId17"/>
    <p:sldId id="454" r:id="rId18"/>
    <p:sldId id="455" r:id="rId19"/>
    <p:sldId id="456" r:id="rId20"/>
    <p:sldId id="457" r:id="rId21"/>
    <p:sldId id="458" r:id="rId22"/>
    <p:sldId id="459" r:id="rId2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28" d="100"/>
          <a:sy n="228" d="100"/>
        </p:scale>
        <p:origin x="216" y="5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12/31/2025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8E62-F9E7-AF14-5EEE-5AFD99E7B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5F70D-90C7-3ED5-0D63-DAF51A5E7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15541-15E1-715F-9C24-2545FC9CC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A18CF-1491-5097-902F-E512DE49A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6373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96EC0-33FF-69ED-FEE2-280EC232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C5C6B-0984-AEC2-3F33-FE43FBDF7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502B6-B696-448B-2558-4A34B9D3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4A63A-9CCF-9AD0-4A2E-5147E0BEB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9231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12/31/2025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12/31/2025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12/31/2025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12/31/2025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12/31/2025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12/31/2025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12/31/2025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12/31/2025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12/31/2025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12/31/2025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12/31/2025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12/31/2025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sX0" fmla="*/ 1062391 w 1062391"/>
              <a:gd name="csY0" fmla="*/ 0 h 368214"/>
              <a:gd name="csX1" fmla="*/ 541819 w 1062391"/>
              <a:gd name="csY1" fmla="*/ 3007 h 368214"/>
              <a:gd name="csX2" fmla="*/ 0 w 1062391"/>
              <a:gd name="csY2" fmla="*/ 6137 h 368214"/>
              <a:gd name="csX3" fmla="*/ 5365 w 1062391"/>
              <a:gd name="csY3" fmla="*/ 368214 h 368214"/>
              <a:gd name="csX4" fmla="*/ 533878 w 1062391"/>
              <a:gd name="csY4" fmla="*/ 365146 h 368214"/>
              <a:gd name="csX5" fmla="*/ 1062391 w 1062391"/>
              <a:gd name="csY5" fmla="*/ 362078 h 368214"/>
              <a:gd name="csX6" fmla="*/ 1062391 w 1062391"/>
              <a:gd name="csY6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sX0" fmla="*/ 1344108 w 1344108"/>
              <a:gd name="csY0" fmla="*/ 0 h 368214"/>
              <a:gd name="csX1" fmla="*/ 909513 w 1344108"/>
              <a:gd name="csY1" fmla="*/ 1984 h 368214"/>
              <a:gd name="csX2" fmla="*/ 501800 w 1344108"/>
              <a:gd name="csY2" fmla="*/ 3846 h 368214"/>
              <a:gd name="csX3" fmla="*/ 0 w 1344108"/>
              <a:gd name="csY3" fmla="*/ 6137 h 368214"/>
              <a:gd name="csX4" fmla="*/ 6788 w 1344108"/>
              <a:gd name="csY4" fmla="*/ 368214 h 368214"/>
              <a:gd name="csX5" fmla="*/ 425815 w 1344108"/>
              <a:gd name="csY5" fmla="*/ 366291 h 368214"/>
              <a:gd name="csX6" fmla="*/ 898335 w 1344108"/>
              <a:gd name="csY6" fmla="*/ 364123 h 368214"/>
              <a:gd name="csX7" fmla="*/ 1344108 w 1344108"/>
              <a:gd name="csY7" fmla="*/ 362078 h 368214"/>
              <a:gd name="csX8" fmla="*/ 1344108 w 1344108"/>
              <a:gd name="csY8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1904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GPIO </a:t>
            </a:r>
            <a:r>
              <a:rPr lang="en-US" sz="1400" b="1" dirty="0"/>
              <a:t>Pins (</a:t>
            </a:r>
            <a:r>
              <a:rPr lang="en-US" sz="1400" b="1"/>
              <a:t>Ports A-C)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  <a:effectLst>
            <a:softEdge rad="254000"/>
          </a:effectLst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4434211" y="3874688"/>
            <a:ext cx="3900644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05F4A-81BF-D4B8-C2DF-05CA4391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1DA76D7-EB56-3E31-E21C-6CBB223B04E1}"/>
              </a:ext>
            </a:extLst>
          </p:cNvPr>
          <p:cNvSpPr/>
          <p:nvPr/>
        </p:nvSpPr>
        <p:spPr>
          <a:xfrm>
            <a:off x="4987111" y="3765233"/>
            <a:ext cx="767923" cy="626403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714019 w 714019"/>
              <a:gd name="connsiteY0" fmla="*/ 666335 h 1119390"/>
              <a:gd name="connsiteX1" fmla="*/ 407821 w 714019"/>
              <a:gd name="connsiteY1" fmla="*/ 1110951 h 1119390"/>
              <a:gd name="connsiteX2" fmla="*/ 0 w 714019"/>
              <a:gd name="connsiteY2" fmla="*/ 4612 h 1119390"/>
              <a:gd name="connsiteX0" fmla="*/ 714019 w 714019"/>
              <a:gd name="connsiteY0" fmla="*/ 678526 h 698698"/>
              <a:gd name="connsiteX1" fmla="*/ 545177 w 714019"/>
              <a:gd name="connsiteY1" fmla="*/ 122404 h 698698"/>
              <a:gd name="connsiteX2" fmla="*/ 0 w 714019"/>
              <a:gd name="connsiteY2" fmla="*/ 16803 h 698698"/>
              <a:gd name="connsiteX0" fmla="*/ 714019 w 714019"/>
              <a:gd name="connsiteY0" fmla="*/ 678526 h 710485"/>
              <a:gd name="connsiteX1" fmla="*/ 545177 w 714019"/>
              <a:gd name="connsiteY1" fmla="*/ 122404 h 710485"/>
              <a:gd name="connsiteX2" fmla="*/ 0 w 714019"/>
              <a:gd name="connsiteY2" fmla="*/ 16803 h 710485"/>
              <a:gd name="connsiteX0" fmla="*/ 714019 w 714019"/>
              <a:gd name="connsiteY0" fmla="*/ 695765 h 727724"/>
              <a:gd name="connsiteX1" fmla="*/ 545177 w 714019"/>
              <a:gd name="connsiteY1" fmla="*/ 139643 h 727724"/>
              <a:gd name="connsiteX2" fmla="*/ 0 w 714019"/>
              <a:gd name="connsiteY2" fmla="*/ 34042 h 727724"/>
              <a:gd name="connsiteX0" fmla="*/ 714019 w 714019"/>
              <a:gd name="connsiteY0" fmla="*/ 681680 h 722795"/>
              <a:gd name="connsiteX1" fmla="*/ 502008 w 714019"/>
              <a:gd name="connsiteY1" fmla="*/ 262915 h 722795"/>
              <a:gd name="connsiteX2" fmla="*/ 0 w 714019"/>
              <a:gd name="connsiteY2" fmla="*/ 19957 h 722795"/>
              <a:gd name="connsiteX0" fmla="*/ 714019 w 714019"/>
              <a:gd name="connsiteY0" fmla="*/ 661723 h 661723"/>
              <a:gd name="connsiteX1" fmla="*/ 0 w 714019"/>
              <a:gd name="connsiteY1" fmla="*/ 0 h 661723"/>
              <a:gd name="connsiteX0" fmla="*/ 714019 w 752110"/>
              <a:gd name="connsiteY0" fmla="*/ 661723 h 661723"/>
              <a:gd name="connsiteX1" fmla="*/ 0 w 752110"/>
              <a:gd name="connsiteY1" fmla="*/ 0 h 661723"/>
              <a:gd name="connsiteX0" fmla="*/ 710095 w 748364"/>
              <a:gd name="connsiteY0" fmla="*/ 602856 h 602856"/>
              <a:gd name="connsiteX1" fmla="*/ 0 w 748364"/>
              <a:gd name="connsiteY1" fmla="*/ 0 h 602856"/>
              <a:gd name="connsiteX0" fmla="*/ 710095 w 753097"/>
              <a:gd name="connsiteY0" fmla="*/ 602856 h 602856"/>
              <a:gd name="connsiteX1" fmla="*/ 0 w 753097"/>
              <a:gd name="connsiteY1" fmla="*/ 0 h 602856"/>
              <a:gd name="connsiteX0" fmla="*/ 725793 w 767923"/>
              <a:gd name="connsiteY0" fmla="*/ 626403 h 626403"/>
              <a:gd name="connsiteX1" fmla="*/ 0 w 767923"/>
              <a:gd name="connsiteY1" fmla="*/ 0 h 626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67923" h="626403">
                <a:moveTo>
                  <a:pt x="725793" y="626403"/>
                </a:moveTo>
                <a:cubicBezTo>
                  <a:pt x="931251" y="84023"/>
                  <a:pt x="336117" y="118538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CA971A-4CAA-38F7-8E1A-7A581EB5DB0D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D020F53-9F68-EFF3-3F1C-E8B21C37B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E7212-46AB-6586-C7F9-D98F2B5FF66C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32770AE-8292-92A8-06AD-FD0B5EE3620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40178C1-6100-00C5-C4D1-3001BE0C36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EF4979-9DE3-258B-7F79-3F02EAF675C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9AA7FB-2B88-E929-55D4-89F251FB8D0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ED9507-D18A-BB80-C313-DE7FCFB06C13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A2CA8D-7F48-FBD1-A811-9BFF6CC2D5F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EFDB9D-0A97-D3C1-DC44-5B3D308C29A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63A33F70-2A3B-CD6D-250D-38A268EFDB0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61671AB-8339-633F-A473-5189654DF5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9C3CF50-8B4D-6958-EF3F-2379081C90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4B3E0D04-D0E3-924B-EDF5-3BD01FF00D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8D3C5111-4B6F-AB46-9487-CA23167B02C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BC472A7-3B0C-63A4-1C34-032759F9437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ABE0402-6E20-B71F-26D3-8261F4DDE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FD33CAF-A40D-D40B-E5D8-13A2FC8F9F6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8D6D2E-3F01-C847-43A4-F904BF1196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CA78C3C6-25DE-E638-9FC8-70F05EB277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1D066D0-BA3A-0E5C-5BAE-73BC1DDA3A04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20D048B-529A-39AD-777A-ECF149AD02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E463ECFE-BBE0-18E2-5F67-53339C4109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ED3E0DD-F2DD-71EE-3A69-09BC5686B74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18029B5-54C1-B461-C2F2-AC93355A57A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2D6D155D-081B-4227-CA2F-26C6760232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3BA2E65-51A8-234E-3880-BF8009FE151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6C1B914-868E-49DA-6FD7-32DA6A90B4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06E8A6E-364E-ACBA-5DC2-F9BBB7E0CEB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795067F-DB4B-5C26-9BAD-343EB5B547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BD5FDC9-4AF6-4C7F-03CB-0B668822FC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064BF110-1105-A3A8-BF62-39D315A19EF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97E06CB-AFE8-F1D5-BE74-CADDCAF4FE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0848982-76E4-08BF-B7DA-859DE7F7E1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7C360FC9-D31E-C3B9-48CC-147F14EB10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8764AA61-FE23-6E08-08C5-B9AE9D1CA3EA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D86E1823-8C69-1E17-9709-05034D93240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55FD7A0E-BC48-6162-1A9C-0B8EA39CB1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5082FAB-F6FA-285A-4DC1-0C1227F2626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F738FA5-B976-6582-9DB9-77F66983414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132EA34-46ED-8C02-0122-7E6E8A021E5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D7FD87C-9D8D-7E79-1625-138E34A32B0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607696B-0979-EA4D-AE86-5310F49076BA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8A0C1B1-F0A1-90EC-8AA7-BC35563A3C84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1137B35-75F8-008E-8C86-E6AB4E6849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2195632-7E12-66DA-2428-9938A999C6D2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0A0C0CF-A2C5-85DC-4A7E-6FFFDE6EA83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FA74EF0-039E-B160-9432-9F8898E0AC0B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D00EF96-E62E-470D-B82F-44ED97AA074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E3E168B-0EAB-321E-148A-8B1DCB59236C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ED24348-2F15-52D4-1057-B2782CFC826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614A13D-5F3F-5438-FE23-0A3FF238F6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A01CFA-FF9A-9143-42AD-F36FFD468EA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6B848A6-91C9-48AE-C0CF-8C22B5ED4A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4241A1E2-8092-3251-89B8-E8E5DBC781D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942B9C7-51B0-E89A-2E1A-D890CCE6521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7104E90-CA9C-182D-A22E-EC7FB95CAA4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4B01729-FD12-81E7-FB98-20DEEF9521E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BCC36E89-31FF-A170-31FD-160D58E9A124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8C6095A-62F5-E784-2F09-B5963A0518BF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8245BB1-73C9-1D5D-3817-E0132964BDE2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D5EC4701-5D85-61A2-7078-5BBD295BF6E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22D81E1-9858-7BE6-51D8-472CF16D4B94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64C2182-F878-4862-9BC9-A9BA512A93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9DABCC5-B1AB-FD6D-B3EA-256908E12D40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A871E9F-70C2-CC18-7B28-63E70BD0343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A12AA80-5C89-C64B-CAE5-AD34C94CE2A7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94D4234-4E22-84E3-0308-46CAB205D77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D9C2ED7-5E9E-405D-E250-3BBD7F447850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99318FA7-BF5F-9CC0-40E4-894FB578A607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B597FD3-068A-3514-2545-43AA3A80DF56}"/>
              </a:ext>
            </a:extLst>
          </p:cNvPr>
          <p:cNvSpPr/>
          <p:nvPr/>
        </p:nvSpPr>
        <p:spPr>
          <a:xfrm>
            <a:off x="2769505" y="5200690"/>
            <a:ext cx="5161601" cy="10841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61601" h="1084185">
                <a:moveTo>
                  <a:pt x="17169" y="0"/>
                </a:moveTo>
                <a:cubicBezTo>
                  <a:pt x="-204790" y="1848373"/>
                  <a:pt x="1784724" y="784525"/>
                  <a:pt x="2557828" y="734125"/>
                </a:cubicBezTo>
                <a:cubicBezTo>
                  <a:pt x="3476138" y="593463"/>
                  <a:pt x="3628163" y="717540"/>
                  <a:pt x="5161601" y="531584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AE85112A-FCDC-519D-B518-28BCBF55C2A3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CD25A51-FC9B-ABB4-119D-8D654A412362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2947DE5-1BF8-E3F2-34FC-9A52CB623DFD}"/>
              </a:ext>
            </a:extLst>
          </p:cNvPr>
          <p:cNvSpPr/>
          <p:nvPr/>
        </p:nvSpPr>
        <p:spPr>
          <a:xfrm>
            <a:off x="2715330" y="50674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81F4D26C-89D1-7EED-1CA2-D6B058B1C9D7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F177202-826E-2158-3755-E6222FF93EEE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8CB491BC-34CA-8964-7DD7-1060C4A944B6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F20BA7C-5D21-6A70-6F03-1833BF5A9312}"/>
              </a:ext>
            </a:extLst>
          </p:cNvPr>
          <p:cNvSpPr/>
          <p:nvPr/>
        </p:nvSpPr>
        <p:spPr>
          <a:xfrm>
            <a:off x="2426042" y="3930598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A2770AB-1BB6-1298-DB6C-AEAFC32BB0D9}"/>
              </a:ext>
            </a:extLst>
          </p:cNvPr>
          <p:cNvSpPr/>
          <p:nvPr/>
        </p:nvSpPr>
        <p:spPr>
          <a:xfrm flipV="1">
            <a:off x="2537408" y="3422557"/>
            <a:ext cx="1937857" cy="517425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F224AB-C418-9A5F-9BCE-C86821F4489B}"/>
              </a:ext>
            </a:extLst>
          </p:cNvPr>
          <p:cNvGrpSpPr/>
          <p:nvPr/>
        </p:nvGrpSpPr>
        <p:grpSpPr>
          <a:xfrm rot="995861">
            <a:off x="4449208" y="3596413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0F4D404-0EFC-340E-FC90-18EB42D942B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31192E8-8CF7-4BB8-0960-3D59D4A9E85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3A1F32B-0045-636B-EFE9-733DFC8683EC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B6E139-BC19-4382-4535-00078EE9CACB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F71EE4-8683-2F34-7E78-3AF781244FA7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88088A-AD51-2597-A960-8EDF8603239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5B8F4DE-9466-FDE5-4618-C75154FF96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EFF9E9-D8E3-79A4-364C-46C081C2EA5E}"/>
              </a:ext>
            </a:extLst>
          </p:cNvPr>
          <p:cNvSpPr txBox="1"/>
          <p:nvPr/>
        </p:nvSpPr>
        <p:spPr>
          <a:xfrm>
            <a:off x="4934922" y="3061895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Pull-Up 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048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51FC-79D9-0A10-F6A7-6F37162D2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C2DB248-9273-51D7-4FE2-EECCF86F5FC8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E85913-9B26-EEE5-6627-9FB3FD455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1FB8AD5-B239-7967-9A4E-B064C31BACE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C46CDD8-9DAA-6F5E-1C48-B2AC1CE2568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893E3A6-6B5D-CA2F-FF55-2C7967CCA47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FC3B93E-C9FB-11B1-6BD7-7974ABD74BE6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C33747-8E26-5748-A8F3-B10868E01C0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26F9B9C-638B-BA60-7F60-5E2B9E2C3D6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B885A5-885D-A777-9C52-D2CF062FDD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F0F24D5-8780-F33F-7124-7904E621BDC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BD487C0-2327-D056-CC24-925527A0396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EA1323B-AB40-9434-2D16-859D6362ED0E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2CD12F6-B5A1-DFFA-040C-DC72A40E4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66A8017-8723-10C3-5D02-0577177E69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DBFCC96-B1D6-0A7E-6896-84BE2BBA1C6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90F3D75-ACBB-4A67-0103-FE3A34F49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61B2953B-741A-15EE-AA91-D2C93171C9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37F31E3-1B25-6385-2C01-3BDC3E8E3BC3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7BD3468-123B-AEEA-E634-5E8A2924740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236AE36D-8653-5D10-280A-3911193F34D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5E98B23-BB61-1FB7-573C-6A07F5A9E5E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E4B68D7-1A4F-8B0F-C02C-67F3344B61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0B7338-D241-3E57-8429-8C6BEB0B88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3688047-EB9F-7EE2-13B4-F3E9BA47B6E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EA80692-8ED7-37A7-A25E-CBD235DE95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B4F63F2-4174-1A06-2AB2-C5133CFE7F8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BBFA3223-4382-1D18-50DD-898069196D5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9AF42EB8-C727-E572-0AC0-5ACA9D61F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08DB1A78-3DF1-98E7-B1D4-FCA12CD8C1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8925E14-E4E8-65E2-59A9-211927D5C4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36343761-A1D3-1F06-7EE7-22E06211B6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204E0D04-A67E-0D36-87D9-3529039DE75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E2BEFB35-8285-5A89-F741-B0838269A5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260DA22-EC55-3FCA-4BA2-85296D7CFF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8021844B-2023-FDC8-E5F4-05F4B4E86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CE79D3-A8A3-5194-B85E-DA1F0DBC60A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B8EE1B4B-3D8A-870F-35B9-3DD18D915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341BF388-33DD-10EF-34CF-A7C19627E8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A62D321-C0E4-B530-5472-4B1177CBC0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32C499-D2A5-52D1-980F-04D5A9417247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0C416B4-1E95-039A-5C55-980C507B97F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0CDA536-C4A7-6FC1-7075-42632F340FA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8BE9539-04D4-FF6E-1473-1B8730F101B9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5EB7C68-6C5A-3CA5-D15B-C2646AB948D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F944702A-F5BF-F604-A209-F954C3F3EA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72E565-139A-9933-8D04-44F5A0A07C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BAB38B5-5A5E-5630-B4C4-8D0F162F0765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CB8E5972-4428-5B99-CF89-3E857F858D2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3136B7F-DAE9-60E9-8078-508E8C2233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4EB1B85-0DD2-0C1C-7941-F103EBEBE07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16882A1-9F37-BC06-39E5-30DC14862A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EEC11C-011F-8E68-6964-59CE4A94628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F76CDBD-21AE-562D-41DD-AAFF6786603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0DD7F33-7034-76C1-E7CB-D16A2956D138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E43E30C8-262B-BBCE-EFC8-D1C882FE49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85E2EAA-2116-8987-475F-D340AE37BF4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301E13F-A07E-A031-901F-AFA1BBCAE5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4DAB4AB-0998-E290-7DD2-FF8F8F5C069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32" name="Oval 131">
            <a:extLst>
              <a:ext uri="{FF2B5EF4-FFF2-40B4-BE49-F238E27FC236}">
                <a16:creationId xmlns:a16="http://schemas.microsoft.com/office/drawing/2014/main" id="{CB739F2A-A857-BD50-D580-1684948FDD5F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B7FC3CB-6DE2-3F93-5DDF-2357621B114C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41C41C4-3046-DC8C-5374-47C970FC6ACF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DD716B-67C4-A79B-48B0-1FB11279E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438" y="2759564"/>
            <a:ext cx="2562225" cy="2924175"/>
          </a:xfrm>
          <a:prstGeom prst="rect">
            <a:avLst/>
          </a:prstGeo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A7CA2E-34D5-6249-8039-DAF4442687FA}"/>
              </a:ext>
            </a:extLst>
          </p:cNvPr>
          <p:cNvSpPr/>
          <p:nvPr/>
        </p:nvSpPr>
        <p:spPr>
          <a:xfrm>
            <a:off x="8138637" y="4920467"/>
            <a:ext cx="781795" cy="74948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  <a:gd name="connsiteX0" fmla="*/ 0 w 5324669"/>
              <a:gd name="connsiteY0" fmla="*/ 266773 h 703001"/>
              <a:gd name="connsiteX1" fmla="*/ 721454 w 5324669"/>
              <a:gd name="connsiteY1" fmla="*/ 703001 h 703001"/>
              <a:gd name="connsiteX2" fmla="*/ 5324669 w 5324669"/>
              <a:gd name="connsiteY2" fmla="*/ 0 h 703001"/>
              <a:gd name="connsiteX0" fmla="*/ 0 w 5324669"/>
              <a:gd name="connsiteY0" fmla="*/ 266773 h 1118995"/>
              <a:gd name="connsiteX1" fmla="*/ 2683686 w 5324669"/>
              <a:gd name="connsiteY1" fmla="*/ 1118995 h 1118995"/>
              <a:gd name="connsiteX2" fmla="*/ 5324669 w 5324669"/>
              <a:gd name="connsiteY2" fmla="*/ 0 h 1118995"/>
              <a:gd name="connsiteX0" fmla="*/ 0 w 3162290"/>
              <a:gd name="connsiteY0" fmla="*/ 0 h 852222"/>
              <a:gd name="connsiteX1" fmla="*/ 2683686 w 3162290"/>
              <a:gd name="connsiteY1" fmla="*/ 852222 h 852222"/>
              <a:gd name="connsiteX2" fmla="*/ 3162290 w 3162290"/>
              <a:gd name="connsiteY2" fmla="*/ 836001 h 852222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247151"/>
              <a:gd name="connsiteX1" fmla="*/ 5332519 w 5332519"/>
              <a:gd name="connsiteY1" fmla="*/ 0 h 247151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81795" h="749482">
                <a:moveTo>
                  <a:pt x="781795" y="749482"/>
                </a:moveTo>
                <a:cubicBezTo>
                  <a:pt x="717420" y="244565"/>
                  <a:pt x="480368" y="30057"/>
                  <a:pt x="0" y="0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BDCA6D6-C7C2-5F6F-A66F-A6D5FB5F6619}"/>
              </a:ext>
            </a:extLst>
          </p:cNvPr>
          <p:cNvSpPr/>
          <p:nvPr/>
        </p:nvSpPr>
        <p:spPr>
          <a:xfrm>
            <a:off x="4913720" y="3207059"/>
            <a:ext cx="937419" cy="1431188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0 w 5478012"/>
              <a:gd name="connsiteY0" fmla="*/ 69928 h 2048343"/>
              <a:gd name="connsiteX1" fmla="*/ 1547770 w 5478012"/>
              <a:gd name="connsiteY1" fmla="*/ 2024562 h 2048343"/>
              <a:gd name="connsiteX2" fmla="*/ 5478012 w 5478012"/>
              <a:gd name="connsiteY2" fmla="*/ 1743531 h 2048343"/>
              <a:gd name="connsiteX0" fmla="*/ 0 w 5478012"/>
              <a:gd name="connsiteY0" fmla="*/ 273697 h 1960393"/>
              <a:gd name="connsiteX1" fmla="*/ 2450397 w 5478012"/>
              <a:gd name="connsiteY1" fmla="*/ 187610 h 1960393"/>
              <a:gd name="connsiteX2" fmla="*/ 5478012 w 5478012"/>
              <a:gd name="connsiteY2" fmla="*/ 1947300 h 1960393"/>
              <a:gd name="connsiteX0" fmla="*/ 0 w 5478012"/>
              <a:gd name="connsiteY0" fmla="*/ 361202 h 2047898"/>
              <a:gd name="connsiteX1" fmla="*/ 2450397 w 5478012"/>
              <a:gd name="connsiteY1" fmla="*/ 275115 h 2047898"/>
              <a:gd name="connsiteX2" fmla="*/ 5478012 w 5478012"/>
              <a:gd name="connsiteY2" fmla="*/ 2034805 h 2047898"/>
              <a:gd name="connsiteX0" fmla="*/ 0 w 5478012"/>
              <a:gd name="connsiteY0" fmla="*/ 361202 h 2049923"/>
              <a:gd name="connsiteX1" fmla="*/ 2450397 w 5478012"/>
              <a:gd name="connsiteY1" fmla="*/ 275115 h 2049923"/>
              <a:gd name="connsiteX2" fmla="*/ 5478012 w 5478012"/>
              <a:gd name="connsiteY2" fmla="*/ 2034805 h 2049923"/>
              <a:gd name="connsiteX0" fmla="*/ 0 w 3398046"/>
              <a:gd name="connsiteY0" fmla="*/ 361202 h 969674"/>
              <a:gd name="connsiteX1" fmla="*/ 2450397 w 3398046"/>
              <a:gd name="connsiteY1" fmla="*/ 275115 h 969674"/>
              <a:gd name="connsiteX2" fmla="*/ 3398046 w 3398046"/>
              <a:gd name="connsiteY2" fmla="*/ 928106 h 969674"/>
              <a:gd name="connsiteX0" fmla="*/ 0 w 3398046"/>
              <a:gd name="connsiteY0" fmla="*/ 434293 h 1035815"/>
              <a:gd name="connsiteX1" fmla="*/ 2191382 w 3398046"/>
              <a:gd name="connsiteY1" fmla="*/ 218698 h 1035815"/>
              <a:gd name="connsiteX2" fmla="*/ 3398046 w 3398046"/>
              <a:gd name="connsiteY2" fmla="*/ 1001197 h 1035815"/>
              <a:gd name="connsiteX0" fmla="*/ 0 w 3398046"/>
              <a:gd name="connsiteY0" fmla="*/ 353251 h 954773"/>
              <a:gd name="connsiteX1" fmla="*/ 2191382 w 3398046"/>
              <a:gd name="connsiteY1" fmla="*/ 137656 h 954773"/>
              <a:gd name="connsiteX2" fmla="*/ 3398046 w 3398046"/>
              <a:gd name="connsiteY2" fmla="*/ 920155 h 954773"/>
              <a:gd name="connsiteX0" fmla="*/ 0 w 3398046"/>
              <a:gd name="connsiteY0" fmla="*/ 353251 h 951828"/>
              <a:gd name="connsiteX1" fmla="*/ 2191382 w 3398046"/>
              <a:gd name="connsiteY1" fmla="*/ 137656 h 951828"/>
              <a:gd name="connsiteX2" fmla="*/ 3398046 w 3398046"/>
              <a:gd name="connsiteY2" fmla="*/ 920155 h 951828"/>
              <a:gd name="connsiteX0" fmla="*/ 0 w 3398046"/>
              <a:gd name="connsiteY0" fmla="*/ 0 h 566904"/>
              <a:gd name="connsiteX1" fmla="*/ 3398046 w 3398046"/>
              <a:gd name="connsiteY1" fmla="*/ 566904 h 566904"/>
              <a:gd name="connsiteX0" fmla="*/ 0 w 792203"/>
              <a:gd name="connsiteY0" fmla="*/ 0 h 2034653"/>
              <a:gd name="connsiteX1" fmla="*/ 792203 w 792203"/>
              <a:gd name="connsiteY1" fmla="*/ 2034653 h 2034653"/>
              <a:gd name="connsiteX0" fmla="*/ 10 w 792213"/>
              <a:gd name="connsiteY0" fmla="*/ 0 h 2034653"/>
              <a:gd name="connsiteX1" fmla="*/ 792213 w 792213"/>
              <a:gd name="connsiteY1" fmla="*/ 2034653 h 2034653"/>
              <a:gd name="connsiteX0" fmla="*/ 15 w 792218"/>
              <a:gd name="connsiteY0" fmla="*/ 0 h 2038695"/>
              <a:gd name="connsiteX1" fmla="*/ 792218 w 792218"/>
              <a:gd name="connsiteY1" fmla="*/ 2034653 h 2038695"/>
              <a:gd name="connsiteX0" fmla="*/ 11 w 937419"/>
              <a:gd name="connsiteY0" fmla="*/ 0 h 1431188"/>
              <a:gd name="connsiteX1" fmla="*/ 937419 w 937419"/>
              <a:gd name="connsiteY1" fmla="*/ 1418512 h 1431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419" h="1431188">
                <a:moveTo>
                  <a:pt x="11" y="0"/>
                </a:moveTo>
                <a:cubicBezTo>
                  <a:pt x="-2784" y="1321830"/>
                  <a:pt x="520297" y="1485942"/>
                  <a:pt x="937419" y="1418512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B921240-D242-CA9E-B865-0E58ED09C708}"/>
              </a:ext>
            </a:extLst>
          </p:cNvPr>
          <p:cNvSpPr/>
          <p:nvPr/>
        </p:nvSpPr>
        <p:spPr>
          <a:xfrm>
            <a:off x="2809033" y="4224397"/>
            <a:ext cx="3500389" cy="1085811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00389" h="1085811">
                <a:moveTo>
                  <a:pt x="3500389" y="1003151"/>
                </a:moveTo>
                <a:cubicBezTo>
                  <a:pt x="3402867" y="1162541"/>
                  <a:pt x="2018121" y="1082539"/>
                  <a:pt x="1624405" y="839475"/>
                </a:cubicBezTo>
                <a:cubicBezTo>
                  <a:pt x="1246387" y="631731"/>
                  <a:pt x="795869" y="5832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6F8B5D-B707-636B-250B-C924948B2F53}"/>
              </a:ext>
            </a:extLst>
          </p:cNvPr>
          <p:cNvSpPr txBox="1"/>
          <p:nvPr/>
        </p:nvSpPr>
        <p:spPr>
          <a:xfrm>
            <a:off x="4709978" y="2960838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3.3V</a:t>
            </a:r>
            <a:endParaRPr lang="LID4096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B8701-8BEB-4375-C8B2-40F4B3B048E5}"/>
              </a:ext>
            </a:extLst>
          </p:cNvPr>
          <p:cNvSpPr txBox="1"/>
          <p:nvPr/>
        </p:nvSpPr>
        <p:spPr>
          <a:xfrm>
            <a:off x="8529534" y="5602932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GND</a:t>
            </a:r>
            <a:endParaRPr lang="LID4096" sz="1000" b="1" dirty="0"/>
          </a:p>
        </p:txBody>
      </p:sp>
    </p:spTree>
    <p:extLst>
      <p:ext uri="{BB962C8B-B14F-4D97-AF65-F5344CB8AC3E}">
        <p14:creationId xmlns:p14="http://schemas.microsoft.com/office/powerpoint/2010/main" val="136949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62B6-3F2E-D7BC-3C52-F3000E7E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42015-7712-8A36-0361-B8238991A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882920" y="2456027"/>
            <a:ext cx="3095687" cy="160292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3B6D2F-3524-88B7-57C2-AD98C6525472}"/>
              </a:ext>
            </a:extLst>
          </p:cNvPr>
          <p:cNvSpPr/>
          <p:nvPr/>
        </p:nvSpPr>
        <p:spPr>
          <a:xfrm rot="16200000">
            <a:off x="6642630" y="2761885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6B321D1-C8C9-2062-FBD1-C410949186CC}"/>
              </a:ext>
            </a:extLst>
          </p:cNvPr>
          <p:cNvSpPr/>
          <p:nvPr/>
        </p:nvSpPr>
        <p:spPr>
          <a:xfrm rot="16200000">
            <a:off x="6106744" y="305709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E8251FF-2645-3DE5-B56B-1B11B34FA54E}"/>
              </a:ext>
            </a:extLst>
          </p:cNvPr>
          <p:cNvSpPr/>
          <p:nvPr/>
        </p:nvSpPr>
        <p:spPr>
          <a:xfrm rot="16200000">
            <a:off x="7607006" y="365851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C296098-9BB4-7D0E-22DA-60064B5A8726}"/>
              </a:ext>
            </a:extLst>
          </p:cNvPr>
          <p:cNvSpPr/>
          <p:nvPr/>
        </p:nvSpPr>
        <p:spPr>
          <a:xfrm rot="16200000">
            <a:off x="6653095" y="258123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A055D13-E447-34CF-3318-4B9F28CFE9A2}"/>
              </a:ext>
            </a:extLst>
          </p:cNvPr>
          <p:cNvSpPr/>
          <p:nvPr/>
        </p:nvSpPr>
        <p:spPr>
          <a:xfrm rot="16200000">
            <a:off x="6736122" y="266261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699A5BB-65AD-BD0A-D06D-85CCF7785569}"/>
              </a:ext>
            </a:extLst>
          </p:cNvPr>
          <p:cNvSpPr/>
          <p:nvPr/>
        </p:nvSpPr>
        <p:spPr>
          <a:xfrm rot="16200000">
            <a:off x="7823178" y="294556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13EE5EC-C24C-201D-621B-0E4FE90E08AE}"/>
              </a:ext>
            </a:extLst>
          </p:cNvPr>
          <p:cNvGrpSpPr/>
          <p:nvPr/>
        </p:nvGrpSpPr>
        <p:grpSpPr>
          <a:xfrm rot="16200000">
            <a:off x="7466563" y="2498072"/>
            <a:ext cx="121167" cy="90875"/>
            <a:chOff x="6669881" y="4393406"/>
            <a:chExt cx="209550" cy="15716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C9670D1-BE85-F07E-2096-8CA3B67A307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C2FACEA-092E-AEAC-B58E-CA8DA82561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32B294-FB24-7F32-6313-E661503576C6}"/>
              </a:ext>
            </a:extLst>
          </p:cNvPr>
          <p:cNvGrpSpPr/>
          <p:nvPr/>
        </p:nvGrpSpPr>
        <p:grpSpPr>
          <a:xfrm rot="16200000">
            <a:off x="7484463" y="2755552"/>
            <a:ext cx="121167" cy="90875"/>
            <a:chOff x="6669881" y="4393406"/>
            <a:chExt cx="209550" cy="15716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65CF3C-8186-D760-BF3C-0A3654FF5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0400F4C-F21A-8BB0-CA5D-F6FB48A293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A4E9F1-8200-89C8-901C-313459420D86}"/>
              </a:ext>
            </a:extLst>
          </p:cNvPr>
          <p:cNvGrpSpPr/>
          <p:nvPr/>
        </p:nvGrpSpPr>
        <p:grpSpPr>
          <a:xfrm rot="16200000">
            <a:off x="7502362" y="3013031"/>
            <a:ext cx="121167" cy="90875"/>
            <a:chOff x="6669881" y="4393406"/>
            <a:chExt cx="209550" cy="157163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22C483E-436C-3852-5C24-9E14F4CB3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37373B8-72D9-BDA1-BA4A-E312A22D33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D960793-E303-3280-234C-21BEF3E3F1D8}"/>
              </a:ext>
            </a:extLst>
          </p:cNvPr>
          <p:cNvGrpSpPr/>
          <p:nvPr/>
        </p:nvGrpSpPr>
        <p:grpSpPr>
          <a:xfrm rot="16200000">
            <a:off x="7509246" y="3302868"/>
            <a:ext cx="121167" cy="90875"/>
            <a:chOff x="6669881" y="4393406"/>
            <a:chExt cx="209550" cy="157163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820DA66-D1C6-87B6-D208-D0BF343F4B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E4BF32C-B5A6-C820-84DB-42B3E2DA78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DA39EC-53A8-7281-100B-C486FCB8DAA5}"/>
              </a:ext>
            </a:extLst>
          </p:cNvPr>
          <p:cNvGrpSpPr/>
          <p:nvPr/>
        </p:nvGrpSpPr>
        <p:grpSpPr>
          <a:xfrm rot="16200000">
            <a:off x="7520651" y="3595592"/>
            <a:ext cx="121167" cy="90875"/>
            <a:chOff x="6669881" y="4393406"/>
            <a:chExt cx="209550" cy="157163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4A5A627-841C-3437-F0F2-A532C23F978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4653F1E-F7C6-801E-125B-571DA056E1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A65CD-6A89-1ADC-6130-7BC67033F9BD}"/>
              </a:ext>
            </a:extLst>
          </p:cNvPr>
          <p:cNvGrpSpPr/>
          <p:nvPr/>
        </p:nvGrpSpPr>
        <p:grpSpPr>
          <a:xfrm rot="16200000">
            <a:off x="7756098" y="3602477"/>
            <a:ext cx="121167" cy="90875"/>
            <a:chOff x="6669881" y="4393406"/>
            <a:chExt cx="209550" cy="15716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B4A3E3A-1729-2BAA-60B6-EBA4D6B43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AC030BC-878F-6B4A-3108-94E4BF1B93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B8AFAC0-8611-E50A-8D2C-B7EE5978208C}"/>
              </a:ext>
            </a:extLst>
          </p:cNvPr>
          <p:cNvGrpSpPr/>
          <p:nvPr/>
        </p:nvGrpSpPr>
        <p:grpSpPr>
          <a:xfrm rot="16200000">
            <a:off x="7747837" y="3304246"/>
            <a:ext cx="121167" cy="90875"/>
            <a:chOff x="6669881" y="4393406"/>
            <a:chExt cx="209550" cy="157163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81F8B1F-3FDE-ACB0-6540-4E5F4D234F1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C5CF67B-9478-CAC3-1CA4-7AD8C3C044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23AE848-6404-28C2-0037-F4921AB9FE85}"/>
              </a:ext>
            </a:extLst>
          </p:cNvPr>
          <p:cNvGrpSpPr/>
          <p:nvPr/>
        </p:nvGrpSpPr>
        <p:grpSpPr>
          <a:xfrm rot="16200000">
            <a:off x="7744096" y="3008902"/>
            <a:ext cx="121167" cy="90875"/>
            <a:chOff x="6669881" y="4393406"/>
            <a:chExt cx="209550" cy="157163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B58354-E067-45C5-CCFE-2487261167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11C0F38-3A73-E278-0678-023E72AB5E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A464B4-D2BC-C710-5877-6A31364E8CA9}"/>
              </a:ext>
            </a:extLst>
          </p:cNvPr>
          <p:cNvGrpSpPr/>
          <p:nvPr/>
        </p:nvGrpSpPr>
        <p:grpSpPr>
          <a:xfrm rot="16200000">
            <a:off x="7747419" y="2737654"/>
            <a:ext cx="121167" cy="90875"/>
            <a:chOff x="6669881" y="4393406"/>
            <a:chExt cx="209550" cy="157163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C26D7A1-DFE6-743A-A7D9-6E303C1C33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DE448DD-8DE7-177F-9F18-5A00D26FBD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D586BA-A664-5229-03A2-D592213D3B5C}"/>
              </a:ext>
            </a:extLst>
          </p:cNvPr>
          <p:cNvGrpSpPr/>
          <p:nvPr/>
        </p:nvGrpSpPr>
        <p:grpSpPr>
          <a:xfrm rot="16200000">
            <a:off x="7741342" y="2481554"/>
            <a:ext cx="121167" cy="90875"/>
            <a:chOff x="6669881" y="4393406"/>
            <a:chExt cx="209550" cy="15716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4658FAB-C6DB-52BF-0948-3BA23E0042F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A9283EA-89B0-B6D6-7CF9-4693CC0612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3BE149-054F-AF37-D5E1-21B78277B559}"/>
              </a:ext>
            </a:extLst>
          </p:cNvPr>
          <p:cNvCxnSpPr>
            <a:cxnSpLocks/>
          </p:cNvCxnSpPr>
          <p:nvPr/>
        </p:nvCxnSpPr>
        <p:spPr>
          <a:xfrm flipV="1">
            <a:off x="7932296" y="3663331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2A563B-B655-5579-6C42-6C2DCCCBF5C9}"/>
              </a:ext>
            </a:extLst>
          </p:cNvPr>
          <p:cNvSpPr txBox="1"/>
          <p:nvPr/>
        </p:nvSpPr>
        <p:spPr>
          <a:xfrm>
            <a:off x="8281849" y="346968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F7AFD5-EBC7-7CD6-39FB-51AEDBA7B055}"/>
              </a:ext>
            </a:extLst>
          </p:cNvPr>
          <p:cNvCxnSpPr>
            <a:cxnSpLocks/>
          </p:cNvCxnSpPr>
          <p:nvPr/>
        </p:nvCxnSpPr>
        <p:spPr>
          <a:xfrm rot="16200000">
            <a:off x="6917833" y="2059475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D02DBC-2586-6BFF-3DE8-95C83492545A}"/>
              </a:ext>
            </a:extLst>
          </p:cNvPr>
          <p:cNvSpPr txBox="1"/>
          <p:nvPr/>
        </p:nvSpPr>
        <p:spPr>
          <a:xfrm>
            <a:off x="6601824" y="227250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F14D2B-CBF0-9476-4A91-22CF4C8F3546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322362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20FF64C-2C0F-0BFF-53A1-41CFA50411CA}"/>
              </a:ext>
            </a:extLst>
          </p:cNvPr>
          <p:cNvSpPr txBox="1"/>
          <p:nvPr/>
        </p:nvSpPr>
        <p:spPr>
          <a:xfrm>
            <a:off x="6597637" y="34237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805AAC-9DEB-EEB7-275C-669470115559}"/>
              </a:ext>
            </a:extLst>
          </p:cNvPr>
          <p:cNvCxnSpPr>
            <a:cxnSpLocks/>
          </p:cNvCxnSpPr>
          <p:nvPr/>
        </p:nvCxnSpPr>
        <p:spPr>
          <a:xfrm>
            <a:off x="5886695" y="3360850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F1E63F9-FE71-AF68-5479-FC98B479CE50}"/>
              </a:ext>
            </a:extLst>
          </p:cNvPr>
          <p:cNvSpPr txBox="1"/>
          <p:nvPr/>
        </p:nvSpPr>
        <p:spPr>
          <a:xfrm>
            <a:off x="6597637" y="30756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C147722-861D-0EC3-0BC0-8ECD176C33ED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261388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106A464-6B98-A71D-E518-56B67CC7A3F5}"/>
              </a:ext>
            </a:extLst>
          </p:cNvPr>
          <p:cNvSpPr txBox="1"/>
          <p:nvPr/>
        </p:nvSpPr>
        <p:spPr>
          <a:xfrm>
            <a:off x="6597637" y="28156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916525-5A8B-D410-6388-1CCF36ECC60B}"/>
              </a:ext>
            </a:extLst>
          </p:cNvPr>
          <p:cNvCxnSpPr>
            <a:cxnSpLocks/>
          </p:cNvCxnSpPr>
          <p:nvPr/>
        </p:nvCxnSpPr>
        <p:spPr>
          <a:xfrm rot="16200000">
            <a:off x="6954667" y="2351216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EA8702-C417-5CA2-26D6-F3E4D9E4414E}"/>
              </a:ext>
            </a:extLst>
          </p:cNvPr>
          <p:cNvSpPr txBox="1"/>
          <p:nvPr/>
        </p:nvSpPr>
        <p:spPr>
          <a:xfrm>
            <a:off x="6597637" y="25547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6A25EE9-A41C-2698-CACE-37BD31C7102F}"/>
              </a:ext>
            </a:extLst>
          </p:cNvPr>
          <p:cNvCxnSpPr>
            <a:cxnSpLocks/>
          </p:cNvCxnSpPr>
          <p:nvPr/>
        </p:nvCxnSpPr>
        <p:spPr>
          <a:xfrm rot="16200000">
            <a:off x="8135561" y="313485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90D93CC-C607-A66E-714B-077279C2E3CF}"/>
              </a:ext>
            </a:extLst>
          </p:cNvPr>
          <p:cNvSpPr txBox="1"/>
          <p:nvPr/>
        </p:nvSpPr>
        <p:spPr>
          <a:xfrm>
            <a:off x="8312075" y="317856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A80CF0-B00E-A27E-A473-A130073BCECB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836455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959199-F16E-E857-4140-BE4D9F51581F}"/>
              </a:ext>
            </a:extLst>
          </p:cNvPr>
          <p:cNvSpPr txBox="1"/>
          <p:nvPr/>
        </p:nvSpPr>
        <p:spPr>
          <a:xfrm>
            <a:off x="8310903" y="288017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852AA72-C702-7ED1-9228-4A2423EE55EE}"/>
              </a:ext>
            </a:extLst>
          </p:cNvPr>
          <p:cNvCxnSpPr>
            <a:cxnSpLocks/>
          </p:cNvCxnSpPr>
          <p:nvPr/>
        </p:nvCxnSpPr>
        <p:spPr>
          <a:xfrm rot="16200000">
            <a:off x="8134975" y="255749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C5F299F-CE7D-9187-9C5A-D2BB8EFA18FD}"/>
              </a:ext>
            </a:extLst>
          </p:cNvPr>
          <p:cNvSpPr txBox="1"/>
          <p:nvPr/>
        </p:nvSpPr>
        <p:spPr>
          <a:xfrm>
            <a:off x="8311490" y="260120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602430E-7AE5-287D-B63F-BA707998DE96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295469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BF340B3-0C0C-B98B-4677-69A41994C866}"/>
              </a:ext>
            </a:extLst>
          </p:cNvPr>
          <p:cNvSpPr txBox="1"/>
          <p:nvPr/>
        </p:nvSpPr>
        <p:spPr>
          <a:xfrm>
            <a:off x="8310903" y="233918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5508A5-C7B4-D6A1-6C7E-8A58C4B5739F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9E46BF5-23CD-CCDF-FD00-84B3D62B0743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D0F4F2A-2AC0-41D4-B158-BDCF952EB44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83D6F8E-0CBD-92B0-AC17-9352E4ADFF49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1824725-75ED-4EB1-BE62-0C74269F6FC2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73B7C9E-D399-C5BC-6E4B-88EA3315356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5AAB8238-10C2-1B06-CC67-838AB87BEACE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4E05FC8-E77D-F140-8DE5-69D35EE4675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F146F89-9C71-54EE-4133-5C65B8DBFD03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3D1A538-5544-6F2F-B1E2-8E53E37F1E17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C4051A2-174B-B0D7-B8F1-8FA1F6646CB1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6222D79-37F5-CA0A-0B1C-6DFCAC24A4D9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6C7DD5B6-81BC-33E5-7A36-46660D11CBAA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16556EF-831A-CDFB-638A-8857597CEC95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8CE9827-8349-1C6E-7243-E7627CAEAEAB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B9C918A-7667-5A68-C17E-635B08EEC4B2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ADF635C-95A0-DF07-078F-D495FD11358D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4288A2-6E92-1E63-3D59-65C794EE7D97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68889CC-795D-00CB-35D0-718E05D7D85C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2596C26-AAB9-C383-CBAA-D376624FA8DD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2DA06BD-F4EA-3C69-3E63-1C12D6960AA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27BD39D-9910-AF15-F4BD-B23A3E45AAED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8AD88E3-E896-11F2-1FE9-4A70906CD942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03DC66F-CDDC-FA78-C075-03FF824E1271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0724FCD-8F8C-7EC0-0CD7-ADE654E98BD4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D3CBB69-4552-AE52-BA7B-E90FA947E8E2}"/>
              </a:ext>
            </a:extLst>
          </p:cNvPr>
          <p:cNvCxnSpPr>
            <a:cxnSpLocks/>
          </p:cNvCxnSpPr>
          <p:nvPr/>
        </p:nvCxnSpPr>
        <p:spPr>
          <a:xfrm>
            <a:off x="5551452" y="360016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5CF8F268-7706-3953-9B66-473A577AB5BB}"/>
              </a:ext>
            </a:extLst>
          </p:cNvPr>
          <p:cNvSpPr/>
          <p:nvPr/>
        </p:nvSpPr>
        <p:spPr>
          <a:xfrm>
            <a:off x="5768820" y="331349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721AA4B-29E8-1D1B-475F-EDC7D2F40194}"/>
              </a:ext>
            </a:extLst>
          </p:cNvPr>
          <p:cNvSpPr/>
          <p:nvPr/>
        </p:nvSpPr>
        <p:spPr>
          <a:xfrm>
            <a:off x="5503207" y="309029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F25BA36-704C-3DA3-37FD-E43A41B405A5}"/>
              </a:ext>
            </a:extLst>
          </p:cNvPr>
          <p:cNvSpPr/>
          <p:nvPr/>
        </p:nvSpPr>
        <p:spPr>
          <a:xfrm>
            <a:off x="5506952" y="353059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D7D6548-220E-B9FF-6BFA-485ADA89D491}"/>
              </a:ext>
            </a:extLst>
          </p:cNvPr>
          <p:cNvCxnSpPr>
            <a:cxnSpLocks/>
            <a:endCxn id="120" idx="5"/>
          </p:cNvCxnSpPr>
          <p:nvPr/>
        </p:nvCxnSpPr>
        <p:spPr>
          <a:xfrm flipH="1" flipV="1">
            <a:off x="5596293" y="3183380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CFB479E-B4C8-6A78-84C1-77A8584C5FD7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5557044" y="288586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A096BC9-C9BC-46D6-F014-3B7A8AC792AA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049432" y="2880172"/>
            <a:ext cx="0" cy="921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BE764DA6-2DD2-1241-388C-7DF0386C5833}"/>
              </a:ext>
            </a:extLst>
          </p:cNvPr>
          <p:cNvSpPr/>
          <p:nvPr/>
        </p:nvSpPr>
        <p:spPr>
          <a:xfrm>
            <a:off x="3958579" y="3801315"/>
            <a:ext cx="181705" cy="3734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D62BE2-4B58-0097-FA7D-5E594EB1DE97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4049432" y="4174799"/>
            <a:ext cx="0" cy="9581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81F69849-8605-C025-525A-9565CD4B14EF}"/>
              </a:ext>
            </a:extLst>
          </p:cNvPr>
          <p:cNvSpPr txBox="1"/>
          <p:nvPr/>
        </p:nvSpPr>
        <p:spPr>
          <a:xfrm>
            <a:off x="4170271" y="3585120"/>
            <a:ext cx="1164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600" b="1"/>
              <a:t>Pull Up or </a:t>
            </a:r>
          </a:p>
          <a:p>
            <a:r>
              <a:rPr lang="sv-SE" sz="1600" b="1"/>
              <a:t>Pull Down </a:t>
            </a:r>
          </a:p>
          <a:p>
            <a:r>
              <a:rPr lang="sv-SE" sz="1600" b="1"/>
              <a:t>Resistor</a:t>
            </a:r>
            <a:endParaRPr lang="LID4096" sz="1600" b="1" dirty="0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7A64D18-CA3A-5692-5142-B7451993624C}"/>
              </a:ext>
            </a:extLst>
          </p:cNvPr>
          <p:cNvSpPr/>
          <p:nvPr/>
        </p:nvSpPr>
        <p:spPr>
          <a:xfrm flipH="1">
            <a:off x="10513642" y="3481888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B15EC2DE-B8B9-D86D-ED3B-E95FDDDC312C}"/>
              </a:ext>
            </a:extLst>
          </p:cNvPr>
          <p:cNvSpPr/>
          <p:nvPr/>
        </p:nvSpPr>
        <p:spPr>
          <a:xfrm>
            <a:off x="9567214" y="3484321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67370B7-C94D-C767-17EA-152E2A08E5C7}"/>
              </a:ext>
            </a:extLst>
          </p:cNvPr>
          <p:cNvSpPr/>
          <p:nvPr/>
        </p:nvSpPr>
        <p:spPr>
          <a:xfrm>
            <a:off x="10323439" y="3001391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70E479ED-6631-DFF7-73B3-4E5AA0C14D38}"/>
              </a:ext>
            </a:extLst>
          </p:cNvPr>
          <p:cNvSpPr/>
          <p:nvPr/>
        </p:nvSpPr>
        <p:spPr>
          <a:xfrm>
            <a:off x="9995919" y="2117013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E059D5-0AB6-EC65-46BC-7506736B7AE9}"/>
              </a:ext>
            </a:extLst>
          </p:cNvPr>
          <p:cNvGrpSpPr/>
          <p:nvPr/>
        </p:nvGrpSpPr>
        <p:grpSpPr>
          <a:xfrm>
            <a:off x="10047094" y="3008097"/>
            <a:ext cx="631874" cy="503488"/>
            <a:chOff x="5198211" y="3413816"/>
            <a:chExt cx="307830" cy="260468"/>
          </a:xfrm>
        </p:grpSpPr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07233B7-E052-952A-A51D-FBBBF587630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707B46B-5E0A-4E17-7CAE-41F4BAA8604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9DB2B9-1EA9-598C-B1E8-583C8F39012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77C77F4-D06F-ED7F-8207-B75A762EC1D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7B90413-9CC6-2D7D-7DED-99BCC53D04B1}"/>
              </a:ext>
            </a:extLst>
          </p:cNvPr>
          <p:cNvCxnSpPr>
            <a:cxnSpLocks/>
          </p:cNvCxnSpPr>
          <p:nvPr/>
        </p:nvCxnSpPr>
        <p:spPr>
          <a:xfrm flipH="1">
            <a:off x="10144972" y="3985682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A5FBC56-9C1D-D3D6-221C-6792E98D7C1A}"/>
              </a:ext>
            </a:extLst>
          </p:cNvPr>
          <p:cNvCxnSpPr>
            <a:cxnSpLocks/>
          </p:cNvCxnSpPr>
          <p:nvPr/>
        </p:nvCxnSpPr>
        <p:spPr>
          <a:xfrm flipH="1">
            <a:off x="10189020" y="3990569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7B22EADF-714A-B002-B53B-451E2A4B4A2F}"/>
              </a:ext>
            </a:extLst>
          </p:cNvPr>
          <p:cNvSpPr/>
          <p:nvPr/>
        </p:nvSpPr>
        <p:spPr>
          <a:xfrm>
            <a:off x="10093018" y="2203024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9D775C-FC1C-02A7-FE17-452268E544EE}"/>
              </a:ext>
            </a:extLst>
          </p:cNvPr>
          <p:cNvCxnSpPr>
            <a:cxnSpLocks/>
          </p:cNvCxnSpPr>
          <p:nvPr/>
        </p:nvCxnSpPr>
        <p:spPr>
          <a:xfrm>
            <a:off x="10330712" y="3614200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FAF2AC7-ED32-CD56-C98F-CA03C3E3C923}"/>
              </a:ext>
            </a:extLst>
          </p:cNvPr>
          <p:cNvSpPr/>
          <p:nvPr/>
        </p:nvSpPr>
        <p:spPr>
          <a:xfrm>
            <a:off x="7518317" y="326100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CE612970-2B5F-07B6-C051-14CE51EDFC50}"/>
              </a:ext>
            </a:extLst>
          </p:cNvPr>
          <p:cNvSpPr/>
          <p:nvPr/>
        </p:nvSpPr>
        <p:spPr>
          <a:xfrm>
            <a:off x="7633834" y="3233291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A547E00B-3DF4-C51F-FFF9-8EC4DE91DADB}"/>
              </a:ext>
            </a:extLst>
          </p:cNvPr>
          <p:cNvSpPr/>
          <p:nvPr/>
        </p:nvSpPr>
        <p:spPr>
          <a:xfrm>
            <a:off x="7475897" y="244197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Freeform: Shape 147">
            <a:extLst>
              <a:ext uri="{FF2B5EF4-FFF2-40B4-BE49-F238E27FC236}">
                <a16:creationId xmlns:a16="http://schemas.microsoft.com/office/drawing/2014/main" id="{39339470-A7C9-C9A6-877F-FD712C8A738E}"/>
              </a:ext>
            </a:extLst>
          </p:cNvPr>
          <p:cNvSpPr/>
          <p:nvPr/>
        </p:nvSpPr>
        <p:spPr>
          <a:xfrm>
            <a:off x="7520044" y="2586401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Freeform: Shape 143">
            <a:extLst>
              <a:ext uri="{FF2B5EF4-FFF2-40B4-BE49-F238E27FC236}">
                <a16:creationId xmlns:a16="http://schemas.microsoft.com/office/drawing/2014/main" id="{7F2FF52B-7A70-4848-A049-2D2CD090777F}"/>
              </a:ext>
            </a:extLst>
          </p:cNvPr>
          <p:cNvSpPr/>
          <p:nvPr/>
        </p:nvSpPr>
        <p:spPr>
          <a:xfrm>
            <a:off x="9995919" y="4051762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4152541-307F-7F0B-B787-51662DF73477}"/>
              </a:ext>
            </a:extLst>
          </p:cNvPr>
          <p:cNvSpPr/>
          <p:nvPr/>
        </p:nvSpPr>
        <p:spPr>
          <a:xfrm>
            <a:off x="10281834" y="3567159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133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9C17FE8-7F78-5DD5-33BF-1C099AF3096F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115F952-2CCE-4E95-1C79-3AF53CDF0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7597D89-DE3E-5959-E8E6-80C86126F276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59BDF1-77BD-3AB7-2F5E-A02ADF962770}"/>
              </a:ext>
            </a:extLst>
          </p:cNvPr>
          <p:cNvGrpSpPr/>
          <p:nvPr/>
        </p:nvGrpSpPr>
        <p:grpSpPr>
          <a:xfrm rot="16200000">
            <a:off x="388732" y="2608367"/>
            <a:ext cx="3095687" cy="2470259"/>
            <a:chOff x="436296" y="1927862"/>
            <a:chExt cx="5353797" cy="427215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B1C5195-3ABF-B358-EA40-6878B8FD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0A8D8B-F612-EE5F-18C0-498BFD8D525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95C6DB-2979-5B00-620F-24EF88E6262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59A0651-38C6-824E-A04E-5A19AE5E5AB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73D3CD5-7ED4-E154-4C13-F29763C906F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920B9CD-1FAB-5404-8F59-E1A0E2A319C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593BB75-01BA-2325-F262-8342B3CA6E9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347DD3E-ED11-480D-F66C-92E90262A2F2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22EEB09-764C-8A7B-6441-967E8EFE464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09AF6C7-C966-72E1-8933-FBC739C9C6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B232F96-F198-E3AD-2860-CB4BD1D0D4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BC052BB-C4D4-7C50-2C68-1464C4B2E3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4979B241-C394-1D5A-B3DF-88FF843FCEE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84AAB3C-C6CB-33E5-CFEE-E06AC14723E7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004C9D2-C39C-EAF1-2633-ACA0C6D313D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87DBF793-7F5A-CB36-1D99-3910E2BD4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34B67FA-EF25-6057-0798-FDE5E8FCD77C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951203B2-24C1-E415-D5E1-A1C9419DAEE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E0B7E27E-48CB-B014-6211-B268F3B503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CDDDEB8-4E18-6B9C-1540-EF516F18D3A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4D91B85F-042A-AFC9-F3FD-0CF25A367DD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9F303D33-616F-E46A-4B2F-897195ACA7C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486BE0-7DD2-DD4B-07F4-509DF1EE6927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C233ABC-0393-F688-32EF-55AB02CDD1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7F6D12EF-09F8-B62B-FD10-AD810AE9DAD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F06D425-D451-F685-75EB-815564D570F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DAFDAC-BA77-84D4-B361-62961BC8BF7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A089A23C-1D96-C0F3-D7D6-F0DA6AEDF1A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D240F28-6DC1-5CB1-5ECB-8478A479F21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22BF035-7295-0288-B729-41EA6BAD03D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6E10A1D-624B-38C4-3260-7730D35B7C2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5560C8C-57E8-8ACE-B4B8-6B9996F82F77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25287A2-7259-2E2C-6FBF-68CDA73AD3D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39E7456-6D72-8420-1DAD-2541FBCDB07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E342F34-9530-2538-BA63-852B0F5922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9E54346-B3DC-EDBD-25D6-1D65F79B61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ED8E024C-4B54-A681-D720-FA3C312CCE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71C835A-B4F6-54D2-DEC8-ACF2D2582DD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80C1EA6-8DC5-FF89-7F50-0EF86303DC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7C7C7BD-17BD-D328-A429-2E7C1F0252E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EAB6829-7193-2248-1008-8B294C8A843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005E067-EE7E-9D82-26EC-F04F249C73B2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D668D86-7D06-160A-8BC2-77DA30F0A389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1DD49AD-29CB-65B1-005C-10A2616AEA64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54D8BB4-A41E-3C9B-F5AD-1D5E62E026C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7B3272F-60B4-EF33-6D32-12E5B3FE21C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58115BC-F4A5-12D9-2086-B1E13FB0DC4D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2E261CE-5A23-B168-90F7-63D2242AD89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38F9FB4-BBB6-1840-892E-53E39737884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977C4CD-42D0-EBBF-7A26-6084981A098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B463086-8E83-168C-46B9-33FF56AFC7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D55BA48-FB0C-AE5B-8247-66439E05246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93CA7D-47DE-E478-5BF4-03FE38E80B01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C591724-241F-2682-1F96-BA22A6A7474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DCC573D-166C-B467-C834-DAD05C14B94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74F2E92-0407-BAF0-4E22-BA6C3856A05D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B05144-B299-CAAE-798D-4F057E9AE08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2" name="Oval 71">
            <a:extLst>
              <a:ext uri="{FF2B5EF4-FFF2-40B4-BE49-F238E27FC236}">
                <a16:creationId xmlns:a16="http://schemas.microsoft.com/office/drawing/2014/main" id="{32C147C4-2968-4F8C-30AB-7A5DBEE3F25A}"/>
              </a:ext>
            </a:extLst>
          </p:cNvPr>
          <p:cNvSpPr/>
          <p:nvPr/>
        </p:nvSpPr>
        <p:spPr>
          <a:xfrm>
            <a:off x="1923394" y="30318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B8675ACC-EF41-5E08-EAB3-79D273853821}"/>
              </a:ext>
            </a:extLst>
          </p:cNvPr>
          <p:cNvSpPr/>
          <p:nvPr/>
        </p:nvSpPr>
        <p:spPr>
          <a:xfrm>
            <a:off x="2191188" y="327159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D51EF86-F413-FB58-686F-E36A7EBCBE90}"/>
              </a:ext>
            </a:extLst>
          </p:cNvPr>
          <p:cNvSpPr/>
          <p:nvPr/>
        </p:nvSpPr>
        <p:spPr>
          <a:xfrm>
            <a:off x="2178267" y="355191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1AC88C3-8DE8-6E7B-D3E4-1BFC75850FD6}"/>
              </a:ext>
            </a:extLst>
          </p:cNvPr>
          <p:cNvSpPr/>
          <p:nvPr/>
        </p:nvSpPr>
        <p:spPr>
          <a:xfrm>
            <a:off x="2305477" y="3272998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CE39F39-6BA4-43C4-6AEB-A8B02EA0431D}"/>
              </a:ext>
            </a:extLst>
          </p:cNvPr>
          <p:cNvSpPr/>
          <p:nvPr/>
        </p:nvSpPr>
        <p:spPr>
          <a:xfrm>
            <a:off x="2301233" y="3550453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ED4A558-DE4F-879E-31BD-BB225DD207C3}"/>
              </a:ext>
            </a:extLst>
          </p:cNvPr>
          <p:cNvSpPr/>
          <p:nvPr/>
        </p:nvSpPr>
        <p:spPr>
          <a:xfrm>
            <a:off x="2039536" y="2714068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3423E7-B825-5523-92A5-CE63292A2048}"/>
              </a:ext>
            </a:extLst>
          </p:cNvPr>
          <p:cNvGrpSpPr/>
          <p:nvPr/>
        </p:nvGrpSpPr>
        <p:grpSpPr>
          <a:xfrm rot="1056694">
            <a:off x="6633002" y="3707090"/>
            <a:ext cx="550143" cy="184758"/>
            <a:chOff x="7629989" y="5236460"/>
            <a:chExt cx="1027147" cy="34495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E8C7C5-2868-9103-B652-B3D3D776FA4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A8375A8-6D4C-47B4-CDA9-02741C6F44C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021DD4-CD60-0CD3-389D-F9A185E63B41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2C3E78-6B1A-2E65-FE7A-10F1781216A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588F406-090A-FA09-E03F-81E9CAECB8B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019FEE5-B152-4D19-C60D-75ADFAE293E6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C012CD-081A-FDA3-E1FB-5D3697310AD0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46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74526D22-06C8-2E4E-F512-9E78B948FBBD}"/>
              </a:ext>
            </a:extLst>
          </p:cNvPr>
          <p:cNvSpPr/>
          <p:nvPr/>
        </p:nvSpPr>
        <p:spPr>
          <a:xfrm>
            <a:off x="4500694" y="1765883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C6D9724-AB13-BA0E-5CFB-7E042055F8F8}"/>
              </a:ext>
            </a:extLst>
          </p:cNvPr>
          <p:cNvSpPr/>
          <p:nvPr/>
        </p:nvSpPr>
        <p:spPr>
          <a:xfrm>
            <a:off x="4739780" y="2030136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8C335C7-0C21-CB0D-13A9-06F43C142043}"/>
              </a:ext>
            </a:extLst>
          </p:cNvPr>
          <p:cNvSpPr/>
          <p:nvPr/>
        </p:nvSpPr>
        <p:spPr>
          <a:xfrm>
            <a:off x="4815281" y="2034330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82AFB5AB-0106-7110-5992-738A57BB5715}"/>
              </a:ext>
            </a:extLst>
          </p:cNvPr>
          <p:cNvSpPr/>
          <p:nvPr/>
        </p:nvSpPr>
        <p:spPr>
          <a:xfrm>
            <a:off x="4878198" y="2034330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B0BC56AC-D755-D2A7-A39B-B923D079F3EA}"/>
              </a:ext>
            </a:extLst>
          </p:cNvPr>
          <p:cNvSpPr/>
          <p:nvPr/>
        </p:nvSpPr>
        <p:spPr>
          <a:xfrm>
            <a:off x="4949505" y="2034330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D74F6C49-FEF9-4506-D109-6ADDA894FE22}"/>
              </a:ext>
            </a:extLst>
          </p:cNvPr>
          <p:cNvSpPr/>
          <p:nvPr/>
        </p:nvSpPr>
        <p:spPr>
          <a:xfrm>
            <a:off x="5738070" y="2034330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DC9A794C-1788-F991-CACD-65DA3EE96C4F}"/>
              </a:ext>
            </a:extLst>
          </p:cNvPr>
          <p:cNvSpPr/>
          <p:nvPr/>
        </p:nvSpPr>
        <p:spPr>
          <a:xfrm>
            <a:off x="5641596" y="2021747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8CDDD48D-8A76-51CB-DD86-EA74BE6618B3}"/>
              </a:ext>
            </a:extLst>
          </p:cNvPr>
          <p:cNvSpPr/>
          <p:nvPr/>
        </p:nvSpPr>
        <p:spPr>
          <a:xfrm>
            <a:off x="5452806" y="2026782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7AC88CF1-CB2E-4EAD-5DBB-E539CAF214CB}"/>
              </a:ext>
            </a:extLst>
          </p:cNvPr>
          <p:cNvSpPr/>
          <p:nvPr/>
        </p:nvSpPr>
        <p:spPr>
          <a:xfrm>
            <a:off x="5134062" y="2030136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B210B64-E7FF-980F-D847-94A305D66606}"/>
              </a:ext>
            </a:extLst>
          </p:cNvPr>
          <p:cNvGrpSpPr/>
          <p:nvPr/>
        </p:nvGrpSpPr>
        <p:grpSpPr>
          <a:xfrm>
            <a:off x="4999845" y="2435128"/>
            <a:ext cx="255090" cy="255090"/>
            <a:chOff x="2766747" y="2052494"/>
            <a:chExt cx="255090" cy="25509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725D4D4-7761-4C49-55A6-CFD08D24FD1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4CB20A7-4E57-2DFE-CD27-7764764CD4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9DD0036-C0E5-6217-EED8-2027741334B4}"/>
              </a:ext>
            </a:extLst>
          </p:cNvPr>
          <p:cNvGrpSpPr/>
          <p:nvPr/>
        </p:nvGrpSpPr>
        <p:grpSpPr>
          <a:xfrm>
            <a:off x="5320566" y="2435128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764C30A7-E731-5662-D2BF-65D9F5B571D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102AF5A-73F2-BE42-C3D3-D59C50257E5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0B40E38-2F42-7D4B-A3CD-EFB77050CD33}"/>
              </a:ext>
            </a:extLst>
          </p:cNvPr>
          <p:cNvGrpSpPr/>
          <p:nvPr/>
        </p:nvGrpSpPr>
        <p:grpSpPr>
          <a:xfrm>
            <a:off x="5641287" y="2435128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7F04C48-2E18-4033-AB02-E5DBEDCE83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FD6F392-515C-020B-367D-86534AD400C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A4C7333-D0BD-F86D-7201-0318F7009E5C}"/>
              </a:ext>
            </a:extLst>
          </p:cNvPr>
          <p:cNvGrpSpPr/>
          <p:nvPr/>
        </p:nvGrpSpPr>
        <p:grpSpPr>
          <a:xfrm>
            <a:off x="5962008" y="2435128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593EEB8-B127-6CEE-0BA4-AA0FD8CEDC6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946E12B-240B-A26D-C581-33DF1CCAEAC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959F99E-C144-9397-AC78-847C91D54A1B}"/>
              </a:ext>
            </a:extLst>
          </p:cNvPr>
          <p:cNvGrpSpPr/>
          <p:nvPr/>
        </p:nvGrpSpPr>
        <p:grpSpPr>
          <a:xfrm>
            <a:off x="4999845" y="2755850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6F35B398-7623-4EA2-A4D9-B21AEDF3D69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3451F78-1B80-9323-C817-0DCFE4452C5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3539B4-8A73-BE63-A0BF-F68C15B2682E}"/>
              </a:ext>
            </a:extLst>
          </p:cNvPr>
          <p:cNvGrpSpPr/>
          <p:nvPr/>
        </p:nvGrpSpPr>
        <p:grpSpPr>
          <a:xfrm>
            <a:off x="5320566" y="2755850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1B95BA81-1C43-A078-83B9-975A9A199D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C58AF42-A050-35CE-6EBB-942939FC25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C82D72D-B985-9D47-B4AE-AD0C35E4A5AF}"/>
              </a:ext>
            </a:extLst>
          </p:cNvPr>
          <p:cNvGrpSpPr/>
          <p:nvPr/>
        </p:nvGrpSpPr>
        <p:grpSpPr>
          <a:xfrm>
            <a:off x="5641287" y="2755850"/>
            <a:ext cx="255090" cy="255090"/>
            <a:chOff x="2766747" y="2052494"/>
            <a:chExt cx="255090" cy="25509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00C4B026-E1A7-9358-D2A1-4E62A7F2140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8CB7B65-21F3-D6F1-9971-82D7CAB573A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E349CA0-6975-CD1D-1DAF-949D9C474FFF}"/>
              </a:ext>
            </a:extLst>
          </p:cNvPr>
          <p:cNvGrpSpPr/>
          <p:nvPr/>
        </p:nvGrpSpPr>
        <p:grpSpPr>
          <a:xfrm>
            <a:off x="5962008" y="2755850"/>
            <a:ext cx="255090" cy="255090"/>
            <a:chOff x="2766747" y="2052494"/>
            <a:chExt cx="255090" cy="255090"/>
          </a:xfrm>
        </p:grpSpPr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3E1C92F9-6339-256E-DD8F-7BE4A189386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9FDF2BE5-86E0-39C9-1890-8B056BC3505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DAE29687-DA1B-2F17-175A-F70097D11415}"/>
              </a:ext>
            </a:extLst>
          </p:cNvPr>
          <p:cNvGrpSpPr/>
          <p:nvPr/>
        </p:nvGrpSpPr>
        <p:grpSpPr>
          <a:xfrm>
            <a:off x="4999845" y="3076572"/>
            <a:ext cx="255090" cy="255090"/>
            <a:chOff x="2766747" y="2052494"/>
            <a:chExt cx="255090" cy="255090"/>
          </a:xfrm>
        </p:grpSpPr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CA10E1DF-4B4F-2171-509C-92B15A15A7D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42DD9BF9-F5C3-F496-FB6A-DB6FE1EF84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6C720CA-95FB-C76F-A3CC-41777D25F54E}"/>
              </a:ext>
            </a:extLst>
          </p:cNvPr>
          <p:cNvGrpSpPr/>
          <p:nvPr/>
        </p:nvGrpSpPr>
        <p:grpSpPr>
          <a:xfrm>
            <a:off x="5320566" y="3076572"/>
            <a:ext cx="255090" cy="255090"/>
            <a:chOff x="2766747" y="2052494"/>
            <a:chExt cx="255090" cy="255090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B9B67930-AE79-FEE5-7A50-D34E6CB9A71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B344C0D2-17B8-E31D-95A2-3FB62B7E30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36E99D23-8617-6C2E-FA39-AC00E7915684}"/>
              </a:ext>
            </a:extLst>
          </p:cNvPr>
          <p:cNvGrpSpPr/>
          <p:nvPr/>
        </p:nvGrpSpPr>
        <p:grpSpPr>
          <a:xfrm>
            <a:off x="5641287" y="3076572"/>
            <a:ext cx="255090" cy="255090"/>
            <a:chOff x="2766747" y="2052494"/>
            <a:chExt cx="255090" cy="255090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39BC6D7D-238F-7107-7DDD-757317BCC99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858A07EF-EC64-F211-0714-264D68B6B6A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417CAAC-806C-5196-54C5-73EE55A04766}"/>
              </a:ext>
            </a:extLst>
          </p:cNvPr>
          <p:cNvGrpSpPr/>
          <p:nvPr/>
        </p:nvGrpSpPr>
        <p:grpSpPr>
          <a:xfrm>
            <a:off x="5962008" y="3076572"/>
            <a:ext cx="255090" cy="255090"/>
            <a:chOff x="2766747" y="2052494"/>
            <a:chExt cx="255090" cy="255090"/>
          </a:xfrm>
        </p:grpSpPr>
        <p:sp>
          <p:nvSpPr>
            <p:cNvPr id="81" name="Rectangle: Rounded Corners 80">
              <a:extLst>
                <a:ext uri="{FF2B5EF4-FFF2-40B4-BE49-F238E27FC236}">
                  <a16:creationId xmlns:a16="http://schemas.microsoft.com/office/drawing/2014/main" id="{FE56BB75-9DDB-AE28-1E19-9A14B5112C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01F83A1-9F13-0A1F-8EB4-B23117A0AB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A8FE919-3C1B-F18E-E9DE-5F20436E1E96}"/>
              </a:ext>
            </a:extLst>
          </p:cNvPr>
          <p:cNvGrpSpPr/>
          <p:nvPr/>
        </p:nvGrpSpPr>
        <p:grpSpPr>
          <a:xfrm>
            <a:off x="4999845" y="3397294"/>
            <a:ext cx="255090" cy="255090"/>
            <a:chOff x="2766747" y="2052494"/>
            <a:chExt cx="255090" cy="255090"/>
          </a:xfrm>
        </p:grpSpPr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86D07268-2573-4744-5844-57F702D4130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9942B78B-B987-5432-1D0A-7D167079E6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445C733-4273-E025-C6BA-14B38948A5FC}"/>
              </a:ext>
            </a:extLst>
          </p:cNvPr>
          <p:cNvGrpSpPr/>
          <p:nvPr/>
        </p:nvGrpSpPr>
        <p:grpSpPr>
          <a:xfrm>
            <a:off x="5320566" y="3397294"/>
            <a:ext cx="255090" cy="255090"/>
            <a:chOff x="2766747" y="2052494"/>
            <a:chExt cx="255090" cy="255090"/>
          </a:xfrm>
        </p:grpSpPr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19CE0947-50B6-4173-3DEF-465DF69B45F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B6E42B50-2CB8-0B06-AD17-5AC4012EC67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152C6-7A8C-256E-4AF2-7F710DE50CBD}"/>
              </a:ext>
            </a:extLst>
          </p:cNvPr>
          <p:cNvGrpSpPr/>
          <p:nvPr/>
        </p:nvGrpSpPr>
        <p:grpSpPr>
          <a:xfrm>
            <a:off x="5641287" y="3397294"/>
            <a:ext cx="255090" cy="255090"/>
            <a:chOff x="2766747" y="2052494"/>
            <a:chExt cx="255090" cy="255090"/>
          </a:xfrm>
        </p:grpSpPr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6D6F2356-1B2A-002A-4ED7-2A5DC543914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72F23ED8-8D88-9570-8345-EF8496D8D1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B0CA521-FEBD-7472-5A7A-2CF7C8E6078B}"/>
              </a:ext>
            </a:extLst>
          </p:cNvPr>
          <p:cNvGrpSpPr/>
          <p:nvPr/>
        </p:nvGrpSpPr>
        <p:grpSpPr>
          <a:xfrm>
            <a:off x="5962008" y="3397294"/>
            <a:ext cx="255090" cy="255090"/>
            <a:chOff x="2766747" y="2052494"/>
            <a:chExt cx="255090" cy="255090"/>
          </a:xfrm>
        </p:grpSpPr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9792C276-8885-0AC6-3E8D-4AED130557C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DFF9E28E-8327-27CA-76ED-5576556A760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DD1FBFA-CAD4-B996-12AC-F6A25C5D8A4A}"/>
              </a:ext>
            </a:extLst>
          </p:cNvPr>
          <p:cNvGrpSpPr/>
          <p:nvPr/>
        </p:nvGrpSpPr>
        <p:grpSpPr>
          <a:xfrm>
            <a:off x="5192705" y="1963023"/>
            <a:ext cx="815362" cy="138419"/>
            <a:chOff x="5146646" y="1950440"/>
            <a:chExt cx="815362" cy="138419"/>
          </a:xfrm>
        </p:grpSpPr>
        <p:sp>
          <p:nvSpPr>
            <p:cNvPr id="95" name="Rectangle: Rounded Corners 94">
              <a:extLst>
                <a:ext uri="{FF2B5EF4-FFF2-40B4-BE49-F238E27FC236}">
                  <a16:creationId xmlns:a16="http://schemas.microsoft.com/office/drawing/2014/main" id="{64A5285A-2364-60E9-2A7B-9F3DBB3BEC40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D8D2A142-4D4D-2306-44D1-7B4FCF1251D4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D104A7E8-3FAE-DCEE-0C79-B15005DFED9B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199F4F34-64E1-1CCE-F913-876CFC487350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B0251A8D-8D0D-B1D6-B8AD-99CA05D11636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12BEF77C-2DCC-DF20-6438-F30FC83BDE94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15980F16-C36B-2275-AA05-95432A693FFF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C40B2BB-1783-ECE3-992D-48043DF8BD1C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03B67E5-BAA5-CBA9-3F16-8DF5D86E607B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2DE8E5C9-46A7-3B6E-3826-A847E1374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224" y="1833600"/>
            <a:ext cx="1797439" cy="1999561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0A6B31FB-CF2B-F0E1-993D-CC38C8F39E6D}"/>
              </a:ext>
            </a:extLst>
          </p:cNvPr>
          <p:cNvSpPr txBox="1"/>
          <p:nvPr/>
        </p:nvSpPr>
        <p:spPr>
          <a:xfrm>
            <a:off x="4945605" y="1800187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9690506-D1B1-1B54-0DC5-C95B21BD35D1}"/>
              </a:ext>
            </a:extLst>
          </p:cNvPr>
          <p:cNvSpPr txBox="1"/>
          <p:nvPr/>
        </p:nvSpPr>
        <p:spPr>
          <a:xfrm>
            <a:off x="4931142" y="256743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E7C5BF0-58D5-0E5D-065A-2BC5895B1F86}"/>
              </a:ext>
            </a:extLst>
          </p:cNvPr>
          <p:cNvSpPr txBox="1"/>
          <p:nvPr/>
        </p:nvSpPr>
        <p:spPr>
          <a:xfrm>
            <a:off x="5253199" y="256850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5114EC-04AB-158D-461D-F43AC5E7A281}"/>
              </a:ext>
            </a:extLst>
          </p:cNvPr>
          <p:cNvSpPr txBox="1"/>
          <p:nvPr/>
        </p:nvSpPr>
        <p:spPr>
          <a:xfrm>
            <a:off x="5575256" y="256956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D38D10BE-1AE9-7DD2-64B2-9300F87BF4B0}"/>
              </a:ext>
            </a:extLst>
          </p:cNvPr>
          <p:cNvSpPr txBox="1"/>
          <p:nvPr/>
        </p:nvSpPr>
        <p:spPr>
          <a:xfrm>
            <a:off x="5897313" y="2570634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A7D5C87-31C2-8CEA-B36F-78771803B04B}"/>
              </a:ext>
            </a:extLst>
          </p:cNvPr>
          <p:cNvSpPr txBox="1"/>
          <p:nvPr/>
        </p:nvSpPr>
        <p:spPr>
          <a:xfrm>
            <a:off x="4931142" y="2869910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D47AD36-E932-E5FC-82F0-2E168509E94C}"/>
              </a:ext>
            </a:extLst>
          </p:cNvPr>
          <p:cNvSpPr txBox="1"/>
          <p:nvPr/>
        </p:nvSpPr>
        <p:spPr>
          <a:xfrm>
            <a:off x="5253199" y="287097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C8486C2-053D-17FF-C83B-3321C0B652A8}"/>
              </a:ext>
            </a:extLst>
          </p:cNvPr>
          <p:cNvSpPr txBox="1"/>
          <p:nvPr/>
        </p:nvSpPr>
        <p:spPr>
          <a:xfrm>
            <a:off x="5575256" y="287204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93D0996-FBDF-58FE-B6AC-A0748FD93327}"/>
              </a:ext>
            </a:extLst>
          </p:cNvPr>
          <p:cNvSpPr txBox="1"/>
          <p:nvPr/>
        </p:nvSpPr>
        <p:spPr>
          <a:xfrm>
            <a:off x="5897313" y="287310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FBC4DF2-6033-331B-52B4-62A7A218E020}"/>
              </a:ext>
            </a:extLst>
          </p:cNvPr>
          <p:cNvSpPr txBox="1"/>
          <p:nvPr/>
        </p:nvSpPr>
        <p:spPr>
          <a:xfrm>
            <a:off x="4930206" y="319550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DD04E1B-25AA-5D15-6AB3-91701743D89A}"/>
              </a:ext>
            </a:extLst>
          </p:cNvPr>
          <p:cNvSpPr txBox="1"/>
          <p:nvPr/>
        </p:nvSpPr>
        <p:spPr>
          <a:xfrm>
            <a:off x="5252263" y="319657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75860C7-C4D5-D939-49D0-49E93E3DDA40}"/>
              </a:ext>
            </a:extLst>
          </p:cNvPr>
          <p:cNvSpPr txBox="1"/>
          <p:nvPr/>
        </p:nvSpPr>
        <p:spPr>
          <a:xfrm>
            <a:off x="5574320" y="319763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A5B47EA5-B079-00E8-99E9-052263F60E36}"/>
              </a:ext>
            </a:extLst>
          </p:cNvPr>
          <p:cNvSpPr txBox="1"/>
          <p:nvPr/>
        </p:nvSpPr>
        <p:spPr>
          <a:xfrm>
            <a:off x="5896377" y="319870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0CDF4E5-BBFC-34EC-AB65-25980D2CB112}"/>
              </a:ext>
            </a:extLst>
          </p:cNvPr>
          <p:cNvSpPr txBox="1"/>
          <p:nvPr/>
        </p:nvSpPr>
        <p:spPr>
          <a:xfrm>
            <a:off x="4929270" y="3521102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9C8382D-C520-EB4E-0939-C2DBDD8020DC}"/>
              </a:ext>
            </a:extLst>
          </p:cNvPr>
          <p:cNvSpPr txBox="1"/>
          <p:nvPr/>
        </p:nvSpPr>
        <p:spPr>
          <a:xfrm>
            <a:off x="5251327" y="352216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475AE46-9038-F624-8C22-2C43A5F342B9}"/>
              </a:ext>
            </a:extLst>
          </p:cNvPr>
          <p:cNvSpPr txBox="1"/>
          <p:nvPr/>
        </p:nvSpPr>
        <p:spPr>
          <a:xfrm>
            <a:off x="5573384" y="352323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DD37F8F-DBEE-0E2A-F05C-BD5BAEE4376E}"/>
              </a:ext>
            </a:extLst>
          </p:cNvPr>
          <p:cNvSpPr txBox="1"/>
          <p:nvPr/>
        </p:nvSpPr>
        <p:spPr>
          <a:xfrm>
            <a:off x="5895441" y="3524300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</p:spTree>
    <p:extLst>
      <p:ext uri="{BB962C8B-B14F-4D97-AF65-F5344CB8AC3E}">
        <p14:creationId xmlns:p14="http://schemas.microsoft.com/office/powerpoint/2010/main" val="1941696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2593C7-EDF5-274E-6FE3-B54BB4FC7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773" y="-396595"/>
            <a:ext cx="10551751" cy="765118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BAED0D6-1CDF-A3A4-4784-76EB5BCA8DC6}"/>
              </a:ext>
            </a:extLst>
          </p:cNvPr>
          <p:cNvGrpSpPr/>
          <p:nvPr/>
        </p:nvGrpSpPr>
        <p:grpSpPr>
          <a:xfrm>
            <a:off x="8180018" y="1272869"/>
            <a:ext cx="2613152" cy="2576185"/>
            <a:chOff x="7282215" y="1160746"/>
            <a:chExt cx="2613152" cy="257618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5D0CD1E-180D-560C-9148-8ED1E599D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82216" y="1560428"/>
              <a:ext cx="2613151" cy="217650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8EF0CB0-08C2-4BB4-9048-F7386D7BF69D}"/>
                </a:ext>
              </a:extLst>
            </p:cNvPr>
            <p:cNvSpPr/>
            <p:nvPr/>
          </p:nvSpPr>
          <p:spPr>
            <a:xfrm>
              <a:off x="7282215" y="1202499"/>
              <a:ext cx="2613151" cy="35793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BD37AF2-50B9-4642-B678-20C9C97B668B}"/>
                </a:ext>
              </a:extLst>
            </p:cNvPr>
            <p:cNvSpPr txBox="1"/>
            <p:nvPr/>
          </p:nvSpPr>
          <p:spPr>
            <a:xfrm>
              <a:off x="7552288" y="1160746"/>
              <a:ext cx="20730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solidFill>
                    <a:schemeClr val="bg1"/>
                  </a:solidFill>
                </a:rPr>
                <a:t>Visual Studio Code</a:t>
              </a:r>
              <a:endParaRPr lang="LID4096">
                <a:solidFill>
                  <a:schemeClr val="bg1"/>
                </a:solidFill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6CAB061-61C8-0467-764E-B1839BF4DBE1}"/>
              </a:ext>
            </a:extLst>
          </p:cNvPr>
          <p:cNvSpPr/>
          <p:nvPr/>
        </p:nvSpPr>
        <p:spPr>
          <a:xfrm>
            <a:off x="5777109" y="1579757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2613DB-BB50-0DED-940C-CE9A8956B064}"/>
              </a:ext>
            </a:extLst>
          </p:cNvPr>
          <p:cNvSpPr txBox="1"/>
          <p:nvPr/>
        </p:nvSpPr>
        <p:spPr>
          <a:xfrm>
            <a:off x="5930398" y="1574056"/>
            <a:ext cx="1198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SimServer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3FAAF6-0AD0-7044-AB2F-738064A14F48}"/>
              </a:ext>
            </a:extLst>
          </p:cNvPr>
          <p:cNvSpPr/>
          <p:nvPr/>
        </p:nvSpPr>
        <p:spPr>
          <a:xfrm>
            <a:off x="5777109" y="3101670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C88923-A9E3-C54E-335E-0696F308F3DC}"/>
              </a:ext>
            </a:extLst>
          </p:cNvPr>
          <p:cNvSpPr txBox="1"/>
          <p:nvPr/>
        </p:nvSpPr>
        <p:spPr>
          <a:xfrm>
            <a:off x="5963801" y="3107371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OpenOCD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5492D0D-A5B8-F012-B887-7E0685452B91}"/>
              </a:ext>
            </a:extLst>
          </p:cNvPr>
          <p:cNvSpPr/>
          <p:nvPr/>
        </p:nvSpPr>
        <p:spPr>
          <a:xfrm>
            <a:off x="6442658" y="1982676"/>
            <a:ext cx="1661786" cy="1077239"/>
          </a:xfrm>
          <a:custGeom>
            <a:avLst/>
            <a:gdLst>
              <a:gd name="connsiteX0" fmla="*/ 1515649 w 1661786"/>
              <a:gd name="connsiteY0" fmla="*/ 396658 h 1077239"/>
              <a:gd name="connsiteX1" fmla="*/ 392482 w 1661786"/>
              <a:gd name="connsiteY1" fmla="*/ 405009 h 1077239"/>
              <a:gd name="connsiteX2" fmla="*/ 329852 w 1661786"/>
              <a:gd name="connsiteY2" fmla="*/ 409184 h 1077239"/>
              <a:gd name="connsiteX3" fmla="*/ 283923 w 1661786"/>
              <a:gd name="connsiteY3" fmla="*/ 396658 h 1077239"/>
              <a:gd name="connsiteX4" fmla="*/ 242170 w 1661786"/>
              <a:gd name="connsiteY4" fmla="*/ 354905 h 1077239"/>
              <a:gd name="connsiteX5" fmla="*/ 225468 w 1661786"/>
              <a:gd name="connsiteY5" fmla="*/ 338203 h 1077239"/>
              <a:gd name="connsiteX6" fmla="*/ 221293 w 1661786"/>
              <a:gd name="connsiteY6" fmla="*/ 296450 h 1077239"/>
              <a:gd name="connsiteX7" fmla="*/ 208767 w 1661786"/>
              <a:gd name="connsiteY7" fmla="*/ 187891 h 1077239"/>
              <a:gd name="connsiteX8" fmla="*/ 271397 w 1661786"/>
              <a:gd name="connsiteY8" fmla="*/ 187891 h 1077239"/>
              <a:gd name="connsiteX9" fmla="*/ 133611 w 1661786"/>
              <a:gd name="connsiteY9" fmla="*/ 0 h 1077239"/>
              <a:gd name="connsiteX10" fmla="*/ 0 w 1661786"/>
              <a:gd name="connsiteY10" fmla="*/ 192066 h 1077239"/>
              <a:gd name="connsiteX11" fmla="*/ 79331 w 1661786"/>
              <a:gd name="connsiteY11" fmla="*/ 200417 h 1077239"/>
              <a:gd name="connsiteX12" fmla="*/ 83507 w 1661786"/>
              <a:gd name="connsiteY12" fmla="*/ 864296 h 1077239"/>
              <a:gd name="connsiteX13" fmla="*/ 8350 w 1661786"/>
              <a:gd name="connsiteY13" fmla="*/ 864296 h 1077239"/>
              <a:gd name="connsiteX14" fmla="*/ 133611 w 1661786"/>
              <a:gd name="connsiteY14" fmla="*/ 1077239 h 1077239"/>
              <a:gd name="connsiteX15" fmla="*/ 283923 w 1661786"/>
              <a:gd name="connsiteY15" fmla="*/ 847595 h 1077239"/>
              <a:gd name="connsiteX16" fmla="*/ 212942 w 1661786"/>
              <a:gd name="connsiteY16" fmla="*/ 839244 h 1077239"/>
              <a:gd name="connsiteX17" fmla="*/ 221293 w 1661786"/>
              <a:gd name="connsiteY17" fmla="*/ 626302 h 1077239"/>
              <a:gd name="connsiteX18" fmla="*/ 242170 w 1661786"/>
              <a:gd name="connsiteY18" fmla="*/ 572022 h 1077239"/>
              <a:gd name="connsiteX19" fmla="*/ 250520 w 1661786"/>
              <a:gd name="connsiteY19" fmla="*/ 559496 h 1077239"/>
              <a:gd name="connsiteX20" fmla="*/ 279748 w 1661786"/>
              <a:gd name="connsiteY20" fmla="*/ 551146 h 1077239"/>
              <a:gd name="connsiteX21" fmla="*/ 300624 w 1661786"/>
              <a:gd name="connsiteY21" fmla="*/ 534444 h 1077239"/>
              <a:gd name="connsiteX22" fmla="*/ 1507298 w 1661786"/>
              <a:gd name="connsiteY22" fmla="*/ 530269 h 1077239"/>
              <a:gd name="connsiteX23" fmla="*/ 1507298 w 1661786"/>
              <a:gd name="connsiteY23" fmla="*/ 597074 h 1077239"/>
              <a:gd name="connsiteX24" fmla="*/ 1661786 w 1661786"/>
              <a:gd name="connsiteY24" fmla="*/ 459288 h 1077239"/>
              <a:gd name="connsiteX25" fmla="*/ 1519824 w 1661786"/>
              <a:gd name="connsiteY25" fmla="*/ 321502 h 1077239"/>
              <a:gd name="connsiteX26" fmla="*/ 1515649 w 1661786"/>
              <a:gd name="connsiteY26" fmla="*/ 396658 h 107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661786" h="1077239">
                <a:moveTo>
                  <a:pt x="1515649" y="396658"/>
                </a:moveTo>
                <a:lnTo>
                  <a:pt x="392482" y="405009"/>
                </a:lnTo>
                <a:lnTo>
                  <a:pt x="329852" y="409184"/>
                </a:lnTo>
                <a:cubicBezTo>
                  <a:pt x="314542" y="405009"/>
                  <a:pt x="298657" y="402552"/>
                  <a:pt x="283923" y="396658"/>
                </a:cubicBezTo>
                <a:cubicBezTo>
                  <a:pt x="268913" y="390654"/>
                  <a:pt x="249705" y="363193"/>
                  <a:pt x="242170" y="354905"/>
                </a:cubicBezTo>
                <a:cubicBezTo>
                  <a:pt x="236874" y="349079"/>
                  <a:pt x="231035" y="343770"/>
                  <a:pt x="225468" y="338203"/>
                </a:cubicBezTo>
                <a:cubicBezTo>
                  <a:pt x="219268" y="313401"/>
                  <a:pt x="221293" y="327240"/>
                  <a:pt x="221293" y="296450"/>
                </a:cubicBezTo>
                <a:lnTo>
                  <a:pt x="208767" y="187891"/>
                </a:lnTo>
                <a:lnTo>
                  <a:pt x="271397" y="187891"/>
                </a:lnTo>
                <a:lnTo>
                  <a:pt x="133611" y="0"/>
                </a:lnTo>
                <a:lnTo>
                  <a:pt x="0" y="192066"/>
                </a:lnTo>
                <a:lnTo>
                  <a:pt x="79331" y="200417"/>
                </a:lnTo>
                <a:lnTo>
                  <a:pt x="83507" y="864296"/>
                </a:lnTo>
                <a:lnTo>
                  <a:pt x="8350" y="864296"/>
                </a:lnTo>
                <a:lnTo>
                  <a:pt x="133611" y="1077239"/>
                </a:lnTo>
                <a:lnTo>
                  <a:pt x="283923" y="847595"/>
                </a:lnTo>
                <a:lnTo>
                  <a:pt x="212942" y="839244"/>
                </a:lnTo>
                <a:lnTo>
                  <a:pt x="221293" y="626302"/>
                </a:lnTo>
                <a:cubicBezTo>
                  <a:pt x="227718" y="562049"/>
                  <a:pt x="213503" y="600689"/>
                  <a:pt x="242170" y="572022"/>
                </a:cubicBezTo>
                <a:cubicBezTo>
                  <a:pt x="245718" y="568474"/>
                  <a:pt x="246133" y="561933"/>
                  <a:pt x="250520" y="559496"/>
                </a:cubicBezTo>
                <a:cubicBezTo>
                  <a:pt x="259377" y="554575"/>
                  <a:pt x="279748" y="551146"/>
                  <a:pt x="279748" y="551146"/>
                </a:cubicBezTo>
                <a:lnTo>
                  <a:pt x="300624" y="534444"/>
                </a:lnTo>
                <a:lnTo>
                  <a:pt x="1507298" y="530269"/>
                </a:lnTo>
                <a:lnTo>
                  <a:pt x="1507298" y="597074"/>
                </a:lnTo>
                <a:lnTo>
                  <a:pt x="1661786" y="459288"/>
                </a:lnTo>
                <a:lnTo>
                  <a:pt x="1519824" y="321502"/>
                </a:lnTo>
                <a:lnTo>
                  <a:pt x="1515649" y="39665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56BA7C-063C-2253-ACCB-CFF87676C1C9}"/>
              </a:ext>
            </a:extLst>
          </p:cNvPr>
          <p:cNvSpPr txBox="1"/>
          <p:nvPr/>
        </p:nvSpPr>
        <p:spPr>
          <a:xfrm>
            <a:off x="7129381" y="2514469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GDB</a:t>
            </a:r>
            <a:endParaRPr lang="LID4096" b="1"/>
          </a:p>
        </p:txBody>
      </p:sp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3A5E27BC-F675-43F5-129B-599A015675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55629">
            <a:off x="-981567" y="1524913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005A6B-BACD-4DA2-55F8-BB76E985FDB7}"/>
              </a:ext>
            </a:extLst>
          </p:cNvPr>
          <p:cNvSpPr/>
          <p:nvPr/>
        </p:nvSpPr>
        <p:spPr>
          <a:xfrm rot="21297984">
            <a:off x="1417466" y="5467349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7C8FD6-BE29-28AB-BD3F-9EE86338778B}"/>
              </a:ext>
            </a:extLst>
          </p:cNvPr>
          <p:cNvSpPr/>
          <p:nvPr/>
        </p:nvSpPr>
        <p:spPr>
          <a:xfrm rot="5104477">
            <a:off x="5441779" y="546734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38379B-58F9-CF60-56E2-C0429EE9F865}"/>
              </a:ext>
            </a:extLst>
          </p:cNvPr>
          <p:cNvSpPr/>
          <p:nvPr/>
        </p:nvSpPr>
        <p:spPr>
          <a:xfrm>
            <a:off x="1614488" y="5729288"/>
            <a:ext cx="3738562" cy="928749"/>
          </a:xfrm>
          <a:custGeom>
            <a:avLst/>
            <a:gdLst>
              <a:gd name="connsiteX0" fmla="*/ 3738562 w 3738562"/>
              <a:gd name="connsiteY0" fmla="*/ 0 h 928749"/>
              <a:gd name="connsiteX1" fmla="*/ 2976562 w 3738562"/>
              <a:gd name="connsiteY1" fmla="*/ 233362 h 928749"/>
              <a:gd name="connsiteX2" fmla="*/ 2376487 w 3738562"/>
              <a:gd name="connsiteY2" fmla="*/ 776287 h 928749"/>
              <a:gd name="connsiteX3" fmla="*/ 452437 w 3738562"/>
              <a:gd name="connsiteY3" fmla="*/ 890587 h 928749"/>
              <a:gd name="connsiteX4" fmla="*/ 0 w 3738562"/>
              <a:gd name="connsiteY4" fmla="*/ 204787 h 9287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38562" h="928749">
                <a:moveTo>
                  <a:pt x="3738562" y="0"/>
                </a:moveTo>
                <a:cubicBezTo>
                  <a:pt x="3471068" y="51990"/>
                  <a:pt x="3203574" y="103981"/>
                  <a:pt x="2976562" y="233362"/>
                </a:cubicBezTo>
                <a:cubicBezTo>
                  <a:pt x="2749549" y="362743"/>
                  <a:pt x="2797174" y="666750"/>
                  <a:pt x="2376487" y="776287"/>
                </a:cubicBezTo>
                <a:cubicBezTo>
                  <a:pt x="1955800" y="885824"/>
                  <a:pt x="848518" y="985837"/>
                  <a:pt x="452437" y="890587"/>
                </a:cubicBezTo>
                <a:cubicBezTo>
                  <a:pt x="56356" y="795337"/>
                  <a:pt x="28178" y="500062"/>
                  <a:pt x="0" y="204787"/>
                </a:cubicBezTo>
              </a:path>
            </a:pathLst>
          </a:custGeom>
          <a:noFill/>
          <a:ln w="635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085515-92E2-ABBC-FA58-82302DF4FEBD}"/>
              </a:ext>
            </a:extLst>
          </p:cNvPr>
          <p:cNvSpPr txBox="1"/>
          <p:nvPr/>
        </p:nvSpPr>
        <p:spPr>
          <a:xfrm>
            <a:off x="2933618" y="6157782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USB</a:t>
            </a:r>
            <a:endParaRPr lang="LID4096" b="1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05F7DDA-7E2A-D2C0-0DC4-C31F34F5F780}"/>
              </a:ext>
            </a:extLst>
          </p:cNvPr>
          <p:cNvSpPr/>
          <p:nvPr/>
        </p:nvSpPr>
        <p:spPr>
          <a:xfrm>
            <a:off x="5777110" y="3429000"/>
            <a:ext cx="1002028" cy="2286000"/>
          </a:xfrm>
          <a:custGeom>
            <a:avLst/>
            <a:gdLst>
              <a:gd name="csX0" fmla="*/ 988111 w 1002028"/>
              <a:gd name="csY0" fmla="*/ 0 h 2286000"/>
              <a:gd name="csX1" fmla="*/ 1002028 w 1002028"/>
              <a:gd name="csY1" fmla="*/ 2286000 h 2286000"/>
              <a:gd name="csX2" fmla="*/ 480973 w 1002028"/>
              <a:gd name="csY2" fmla="*/ 2286000 h 2286000"/>
              <a:gd name="csX3" fmla="*/ 0 w 1002028"/>
              <a:gd name="csY3" fmla="*/ 2286000 h 2286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02028" h="2286000" extrusionOk="0">
                <a:moveTo>
                  <a:pt x="988111" y="0"/>
                </a:moveTo>
                <a:cubicBezTo>
                  <a:pt x="875903" y="689927"/>
                  <a:pt x="872854" y="1570740"/>
                  <a:pt x="1002028" y="2286000"/>
                </a:cubicBezTo>
                <a:cubicBezTo>
                  <a:pt x="843718" y="2289375"/>
                  <a:pt x="618777" y="2308925"/>
                  <a:pt x="480973" y="2286000"/>
                </a:cubicBezTo>
                <a:cubicBezTo>
                  <a:pt x="343170" y="2263075"/>
                  <a:pt x="203417" y="2267719"/>
                  <a:pt x="0" y="2286000"/>
                </a:cubicBezTo>
              </a:path>
            </a:pathLst>
          </a:custGeom>
          <a:noFill/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  <a:headEnd type="triangle"/>
            <a:tailEnd type="triangle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014413 w 1028700"/>
                      <a:gd name="connsiteY0" fmla="*/ 0 h 2266950"/>
                      <a:gd name="connsiteX1" fmla="*/ 1028700 w 1028700"/>
                      <a:gd name="connsiteY1" fmla="*/ 2266950 h 2266950"/>
                      <a:gd name="connsiteX2" fmla="*/ 0 w 1028700"/>
                      <a:gd name="connsiteY2" fmla="*/ 2266950 h 2266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028700" h="2266950">
                        <a:moveTo>
                          <a:pt x="1014413" y="0"/>
                        </a:moveTo>
                        <a:cubicBezTo>
                          <a:pt x="1019175" y="755650"/>
                          <a:pt x="1023938" y="1511300"/>
                          <a:pt x="1028700" y="2266950"/>
                        </a:cubicBezTo>
                        <a:lnTo>
                          <a:pt x="0" y="2266950"/>
                        </a:ln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DB00B6-4599-5596-F859-AEB8A3E7A52A}"/>
              </a:ext>
            </a:extLst>
          </p:cNvPr>
          <p:cNvSpPr/>
          <p:nvPr/>
        </p:nvSpPr>
        <p:spPr>
          <a:xfrm>
            <a:off x="1299842" y="4259190"/>
            <a:ext cx="719137" cy="571500"/>
          </a:xfrm>
          <a:custGeom>
            <a:avLst/>
            <a:gdLst>
              <a:gd name="csX0" fmla="*/ 0 w 719137"/>
              <a:gd name="csY0" fmla="*/ 285750 h 571500"/>
              <a:gd name="csX1" fmla="*/ 359569 w 719137"/>
              <a:gd name="csY1" fmla="*/ 0 h 571500"/>
              <a:gd name="csX2" fmla="*/ 719138 w 719137"/>
              <a:gd name="csY2" fmla="*/ 285750 h 571500"/>
              <a:gd name="csX3" fmla="*/ 359569 w 719137"/>
              <a:gd name="csY3" fmla="*/ 571500 h 571500"/>
              <a:gd name="csX4" fmla="*/ 0 w 719137"/>
              <a:gd name="csY4" fmla="*/ 285750 h 571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19137" h="571500" extrusionOk="0">
                <a:moveTo>
                  <a:pt x="0" y="285750"/>
                </a:moveTo>
                <a:cubicBezTo>
                  <a:pt x="-31536" y="108483"/>
                  <a:pt x="127854" y="12435"/>
                  <a:pt x="359569" y="0"/>
                </a:cubicBezTo>
                <a:cubicBezTo>
                  <a:pt x="589629" y="6626"/>
                  <a:pt x="708730" y="128266"/>
                  <a:pt x="719138" y="285750"/>
                </a:cubicBezTo>
                <a:cubicBezTo>
                  <a:pt x="703379" y="458954"/>
                  <a:pt x="553603" y="596650"/>
                  <a:pt x="359569" y="571500"/>
                </a:cubicBezTo>
                <a:cubicBezTo>
                  <a:pt x="121253" y="549762"/>
                  <a:pt x="42108" y="463684"/>
                  <a:pt x="0" y="285750"/>
                </a:cubicBezTo>
                <a:close/>
              </a:path>
            </a:pathLst>
          </a:custGeom>
          <a:noFill/>
          <a:ln w="63500"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25FFCD8-ECA8-B7B3-D5A6-032CF74BE934}"/>
              </a:ext>
            </a:extLst>
          </p:cNvPr>
          <p:cNvCxnSpPr>
            <a:stCxn id="19" idx="4"/>
          </p:cNvCxnSpPr>
          <p:nvPr/>
        </p:nvCxnSpPr>
        <p:spPr>
          <a:xfrm flipH="1">
            <a:off x="1552575" y="4830690"/>
            <a:ext cx="106836" cy="479498"/>
          </a:xfrm>
          <a:prstGeom prst="straightConnector1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4F94CDD-9912-B373-38B8-417B03BCC49F}"/>
              </a:ext>
            </a:extLst>
          </p:cNvPr>
          <p:cNvCxnSpPr>
            <a:stCxn id="19" idx="6"/>
          </p:cNvCxnSpPr>
          <p:nvPr/>
        </p:nvCxnSpPr>
        <p:spPr>
          <a:xfrm>
            <a:off x="2018979" y="45449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8C8EA2-0B37-B038-924F-1D23F68494B3}"/>
              </a:ext>
            </a:extLst>
          </p:cNvPr>
          <p:cNvSpPr txBox="1"/>
          <p:nvPr/>
        </p:nvSpPr>
        <p:spPr>
          <a:xfrm>
            <a:off x="3148265" y="4264223"/>
            <a:ext cx="1311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Debug Module</a:t>
            </a:r>
            <a:endParaRPr lang="LID4096" sz="140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BE49DA1-9FC4-6CF9-2056-5C6B1AC5F15D}"/>
              </a:ext>
            </a:extLst>
          </p:cNvPr>
          <p:cNvSpPr/>
          <p:nvPr/>
        </p:nvSpPr>
        <p:spPr>
          <a:xfrm>
            <a:off x="1704975" y="2157413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E2B4B5B-621F-3870-4FA0-6EE9450271E6}"/>
              </a:ext>
            </a:extLst>
          </p:cNvPr>
          <p:cNvSpPr/>
          <p:nvPr/>
        </p:nvSpPr>
        <p:spPr>
          <a:xfrm>
            <a:off x="1752637" y="2179736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7BF3509-FBE2-6F34-3082-E53AE734A046}"/>
              </a:ext>
            </a:extLst>
          </p:cNvPr>
          <p:cNvCxnSpPr/>
          <p:nvPr/>
        </p:nvCxnSpPr>
        <p:spPr>
          <a:xfrm>
            <a:off x="2018979" y="30881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066955F-F40B-BF88-95F7-9E5F38E99A83}"/>
              </a:ext>
            </a:extLst>
          </p:cNvPr>
          <p:cNvSpPr txBox="1"/>
          <p:nvPr/>
        </p:nvSpPr>
        <p:spPr>
          <a:xfrm>
            <a:off x="3148265" y="2841651"/>
            <a:ext cx="568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SWD</a:t>
            </a:r>
            <a:endParaRPr lang="LID4096" sz="14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7E5EFC-1914-2115-4E2F-4F004E3DCC0D}"/>
              </a:ext>
            </a:extLst>
          </p:cNvPr>
          <p:cNvCxnSpPr/>
          <p:nvPr/>
        </p:nvCxnSpPr>
        <p:spPr>
          <a:xfrm>
            <a:off x="2018979" y="2031635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9559D69-BEA9-EA38-375F-BE3C84157E92}"/>
              </a:ext>
            </a:extLst>
          </p:cNvPr>
          <p:cNvSpPr txBox="1"/>
          <p:nvPr/>
        </p:nvSpPr>
        <p:spPr>
          <a:xfrm>
            <a:off x="3035773" y="1758722"/>
            <a:ext cx="10230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CH32V307</a:t>
            </a:r>
            <a:endParaRPr lang="LID4096" sz="1400"/>
          </a:p>
        </p:txBody>
      </p:sp>
    </p:spTree>
    <p:extLst>
      <p:ext uri="{BB962C8B-B14F-4D97-AF65-F5344CB8AC3E}">
        <p14:creationId xmlns:p14="http://schemas.microsoft.com/office/powerpoint/2010/main" val="2824514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C00F39-E3EA-2319-FCF0-A5259625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326" y="1290339"/>
            <a:ext cx="6782747" cy="427732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AA449EB-AD25-35FB-81D0-753839167D14}"/>
              </a:ext>
            </a:extLst>
          </p:cNvPr>
          <p:cNvSpPr/>
          <p:nvPr/>
        </p:nvSpPr>
        <p:spPr>
          <a:xfrm>
            <a:off x="5057456" y="4959278"/>
            <a:ext cx="600396" cy="479498"/>
          </a:xfrm>
          <a:custGeom>
            <a:avLst/>
            <a:gdLst>
              <a:gd name="csX0" fmla="*/ 0 w 600396"/>
              <a:gd name="csY0" fmla="*/ 239749 h 479498"/>
              <a:gd name="csX1" fmla="*/ 300198 w 600396"/>
              <a:gd name="csY1" fmla="*/ 0 h 479498"/>
              <a:gd name="csX2" fmla="*/ 600396 w 600396"/>
              <a:gd name="csY2" fmla="*/ 239749 h 479498"/>
              <a:gd name="csX3" fmla="*/ 300198 w 600396"/>
              <a:gd name="csY3" fmla="*/ 479498 h 479498"/>
              <a:gd name="csX4" fmla="*/ 0 w 600396"/>
              <a:gd name="csY4" fmla="*/ 239749 h 4794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0396" h="479498" extrusionOk="0">
                <a:moveTo>
                  <a:pt x="0" y="239749"/>
                </a:moveTo>
                <a:cubicBezTo>
                  <a:pt x="-38787" y="83414"/>
                  <a:pt x="122344" y="4526"/>
                  <a:pt x="300198" y="0"/>
                </a:cubicBezTo>
                <a:cubicBezTo>
                  <a:pt x="477641" y="2452"/>
                  <a:pt x="577215" y="108076"/>
                  <a:pt x="600396" y="239749"/>
                </a:cubicBezTo>
                <a:cubicBezTo>
                  <a:pt x="585336" y="386866"/>
                  <a:pt x="463106" y="495455"/>
                  <a:pt x="300198" y="479498"/>
                </a:cubicBezTo>
                <a:cubicBezTo>
                  <a:pt x="106836" y="464416"/>
                  <a:pt x="8728" y="376329"/>
                  <a:pt x="0" y="239749"/>
                </a:cubicBezTo>
                <a:close/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F65A421-835D-C2A8-C77D-8BAEF2ADEA9F}"/>
              </a:ext>
            </a:extLst>
          </p:cNvPr>
          <p:cNvSpPr/>
          <p:nvPr/>
        </p:nvSpPr>
        <p:spPr>
          <a:xfrm>
            <a:off x="5431631" y="2085976"/>
            <a:ext cx="319087" cy="295275"/>
          </a:xfrm>
          <a:prstGeom prst="rightArrow">
            <a:avLst/>
          </a:prstGeom>
          <a:solidFill>
            <a:schemeClr val="bg1"/>
          </a:solidFill>
          <a:ln w="38100">
            <a:solidFill>
              <a:schemeClr val="accent2">
                <a:lumMod val="75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7947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99" descr="A group of musical notes&#10;&#10;AI-generated content may be incorrect.">
            <a:extLst>
              <a:ext uri="{FF2B5EF4-FFF2-40B4-BE49-F238E27FC236}">
                <a16:creationId xmlns:a16="http://schemas.microsoft.com/office/drawing/2014/main" id="{38C2F777-90A6-5CD7-B133-59EC6549A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756" y="1791923"/>
            <a:ext cx="948486" cy="728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1A752E-B277-A5EA-B025-153BA2638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710953">
            <a:off x="6313992" y="1780184"/>
            <a:ext cx="4414969" cy="4014032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3BAE2F93-E660-13CA-2CD8-A5760AB92E88}"/>
              </a:ext>
            </a:extLst>
          </p:cNvPr>
          <p:cNvGrpSpPr/>
          <p:nvPr/>
        </p:nvGrpSpPr>
        <p:grpSpPr>
          <a:xfrm>
            <a:off x="8643938" y="1938340"/>
            <a:ext cx="150018" cy="1495422"/>
            <a:chOff x="8643938" y="1938340"/>
            <a:chExt cx="150018" cy="1495422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EE0BC85-9A66-1ADE-E040-0A8B27D26E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38340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lock Arc 7">
              <a:extLst>
                <a:ext uri="{FF2B5EF4-FFF2-40B4-BE49-F238E27FC236}">
                  <a16:creationId xmlns:a16="http://schemas.microsoft.com/office/drawing/2014/main" id="{22B20A53-6E6D-7B8B-CAC7-C8F448F3B27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E69BF20-3EBB-CAE6-52BC-51CB9F031351}"/>
              </a:ext>
            </a:extLst>
          </p:cNvPr>
          <p:cNvGrpSpPr/>
          <p:nvPr/>
        </p:nvGrpSpPr>
        <p:grpSpPr>
          <a:xfrm>
            <a:off x="8793956" y="1938340"/>
            <a:ext cx="150018" cy="1490660"/>
            <a:chOff x="8643938" y="1943102"/>
            <a:chExt cx="150018" cy="1490660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5351CDB-91F9-611F-A5C9-9D40E15F4E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Block Arc 26">
              <a:extLst>
                <a:ext uri="{FF2B5EF4-FFF2-40B4-BE49-F238E27FC236}">
                  <a16:creationId xmlns:a16="http://schemas.microsoft.com/office/drawing/2014/main" id="{4981F632-7A19-AF74-BD5D-B91FC47F75C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B79B96A-D2DA-BB5F-5ADA-1E763BC56B2E}"/>
              </a:ext>
            </a:extLst>
          </p:cNvPr>
          <p:cNvGrpSpPr/>
          <p:nvPr/>
        </p:nvGrpSpPr>
        <p:grpSpPr>
          <a:xfrm>
            <a:off x="8930281" y="1938340"/>
            <a:ext cx="150018" cy="1490660"/>
            <a:chOff x="8643938" y="1943102"/>
            <a:chExt cx="150018" cy="1490660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D3D7D61-9974-8740-3647-ADBA10782B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Block Arc 29">
              <a:extLst>
                <a:ext uri="{FF2B5EF4-FFF2-40B4-BE49-F238E27FC236}">
                  <a16:creationId xmlns:a16="http://schemas.microsoft.com/office/drawing/2014/main" id="{33B48933-B3F8-DCBB-A23A-8FE9E57005E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6F7E0FE-C3BB-FBE6-6067-B1675CB39D0C}"/>
              </a:ext>
            </a:extLst>
          </p:cNvPr>
          <p:cNvGrpSpPr/>
          <p:nvPr/>
        </p:nvGrpSpPr>
        <p:grpSpPr>
          <a:xfrm>
            <a:off x="9082681" y="1938340"/>
            <a:ext cx="150018" cy="1490660"/>
            <a:chOff x="8643938" y="1943102"/>
            <a:chExt cx="150018" cy="1490660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B869966-7825-7311-457A-B79E8B5F1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Block Arc 32">
              <a:extLst>
                <a:ext uri="{FF2B5EF4-FFF2-40B4-BE49-F238E27FC236}">
                  <a16:creationId xmlns:a16="http://schemas.microsoft.com/office/drawing/2014/main" id="{9BE00BC3-AB6B-3B49-3F0E-DFCFDC8342B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B7EE566-1B84-57B7-1328-0DAA0850E47F}"/>
              </a:ext>
            </a:extLst>
          </p:cNvPr>
          <p:cNvGrpSpPr/>
          <p:nvPr/>
        </p:nvGrpSpPr>
        <p:grpSpPr>
          <a:xfrm>
            <a:off x="9227938" y="1938340"/>
            <a:ext cx="150018" cy="1490660"/>
            <a:chOff x="8643938" y="1943102"/>
            <a:chExt cx="150018" cy="1490660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D5D0919-9025-54C7-E513-42E10EA101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Block Arc 35">
              <a:extLst>
                <a:ext uri="{FF2B5EF4-FFF2-40B4-BE49-F238E27FC236}">
                  <a16:creationId xmlns:a16="http://schemas.microsoft.com/office/drawing/2014/main" id="{130B3053-303B-8EC3-20DD-A4AE71FB8C23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BD6C1C4-8F70-0988-C0FF-CB318A3C9B2E}"/>
              </a:ext>
            </a:extLst>
          </p:cNvPr>
          <p:cNvGrpSpPr/>
          <p:nvPr/>
        </p:nvGrpSpPr>
        <p:grpSpPr>
          <a:xfrm>
            <a:off x="9366052" y="1938340"/>
            <a:ext cx="150018" cy="1490660"/>
            <a:chOff x="8643938" y="1943102"/>
            <a:chExt cx="150018" cy="1490660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5E44A36-7D38-D899-3D00-DD5AD96B2A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Block Arc 38">
              <a:extLst>
                <a:ext uri="{FF2B5EF4-FFF2-40B4-BE49-F238E27FC236}">
                  <a16:creationId xmlns:a16="http://schemas.microsoft.com/office/drawing/2014/main" id="{D34C3FEF-0C26-0757-65F0-B4F48B01255A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78F8F7B-9DA4-D235-B2A4-CA2F782B4342}"/>
              </a:ext>
            </a:extLst>
          </p:cNvPr>
          <p:cNvGrpSpPr/>
          <p:nvPr/>
        </p:nvGrpSpPr>
        <p:grpSpPr>
          <a:xfrm>
            <a:off x="9504166" y="1938340"/>
            <a:ext cx="150018" cy="1490660"/>
            <a:chOff x="8643938" y="1943102"/>
            <a:chExt cx="150018" cy="1490660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E75231C-C5FD-CCBA-DF41-35487AFC25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Block Arc 41">
              <a:extLst>
                <a:ext uri="{FF2B5EF4-FFF2-40B4-BE49-F238E27FC236}">
                  <a16:creationId xmlns:a16="http://schemas.microsoft.com/office/drawing/2014/main" id="{6BD78166-DC0E-922F-2CAF-2A235362DAA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6B5B7EA-6A98-58A9-8CB7-FAD5FFAED7D7}"/>
              </a:ext>
            </a:extLst>
          </p:cNvPr>
          <p:cNvGrpSpPr/>
          <p:nvPr/>
        </p:nvGrpSpPr>
        <p:grpSpPr>
          <a:xfrm>
            <a:off x="9639899" y="1938340"/>
            <a:ext cx="150018" cy="1490660"/>
            <a:chOff x="8643938" y="1943102"/>
            <a:chExt cx="150018" cy="1490660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BF2801F-F094-48FB-A4C3-620499B5BF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Block Arc 44">
              <a:extLst>
                <a:ext uri="{FF2B5EF4-FFF2-40B4-BE49-F238E27FC236}">
                  <a16:creationId xmlns:a16="http://schemas.microsoft.com/office/drawing/2014/main" id="{9A7F9235-EB4F-52D5-9295-6B1EC157DA86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sp>
        <p:nvSpPr>
          <p:cNvPr id="51" name="Arrow: Bent 50">
            <a:extLst>
              <a:ext uri="{FF2B5EF4-FFF2-40B4-BE49-F238E27FC236}">
                <a16:creationId xmlns:a16="http://schemas.microsoft.com/office/drawing/2014/main" id="{EF297460-2C9F-0705-A707-9A3248CC8E2E}"/>
              </a:ext>
            </a:extLst>
          </p:cNvPr>
          <p:cNvSpPr/>
          <p:nvPr/>
        </p:nvSpPr>
        <p:spPr>
          <a:xfrm rot="10800000">
            <a:off x="8554194" y="3709988"/>
            <a:ext cx="673744" cy="228594"/>
          </a:xfrm>
          <a:prstGeom prst="bentArrow">
            <a:avLst>
              <a:gd name="adj1" fmla="val 40626"/>
              <a:gd name="adj2" fmla="val 25000"/>
              <a:gd name="adj3" fmla="val 25000"/>
              <a:gd name="adj4" fmla="val 43750"/>
            </a:avLst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95118EF1-8C4D-9EE5-1DCC-60856E0B75DE}"/>
              </a:ext>
            </a:extLst>
          </p:cNvPr>
          <p:cNvSpPr/>
          <p:nvPr/>
        </p:nvSpPr>
        <p:spPr>
          <a:xfrm>
            <a:off x="8710613" y="4160044"/>
            <a:ext cx="57150" cy="159544"/>
          </a:xfrm>
          <a:custGeom>
            <a:avLst/>
            <a:gdLst>
              <a:gd name="csX0" fmla="*/ 21431 w 57150"/>
              <a:gd name="csY0" fmla="*/ 159544 h 159544"/>
              <a:gd name="csX1" fmla="*/ 0 w 57150"/>
              <a:gd name="csY1" fmla="*/ 26194 h 159544"/>
              <a:gd name="csX2" fmla="*/ 45243 w 57150"/>
              <a:gd name="csY2" fmla="*/ 0 h 159544"/>
              <a:gd name="csX3" fmla="*/ 57150 w 57150"/>
              <a:gd name="csY3" fmla="*/ 14287 h 159544"/>
              <a:gd name="csX4" fmla="*/ 21431 w 57150"/>
              <a:gd name="csY4" fmla="*/ 159544 h 1595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7150" h="159544">
                <a:moveTo>
                  <a:pt x="21431" y="159544"/>
                </a:moveTo>
                <a:lnTo>
                  <a:pt x="0" y="26194"/>
                </a:lnTo>
                <a:lnTo>
                  <a:pt x="45243" y="0"/>
                </a:lnTo>
                <a:lnTo>
                  <a:pt x="57150" y="14287"/>
                </a:lnTo>
                <a:lnTo>
                  <a:pt x="21431" y="159544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FEFC8DB1-BEF4-1041-4573-2A7EC7CBBFF2}"/>
              </a:ext>
            </a:extLst>
          </p:cNvPr>
          <p:cNvSpPr/>
          <p:nvPr/>
        </p:nvSpPr>
        <p:spPr>
          <a:xfrm>
            <a:off x="8335779" y="3383926"/>
            <a:ext cx="62890" cy="165086"/>
          </a:xfrm>
          <a:custGeom>
            <a:avLst/>
            <a:gdLst>
              <a:gd name="csX0" fmla="*/ 0 w 247650"/>
              <a:gd name="csY0" fmla="*/ 566738 h 650081"/>
              <a:gd name="csX1" fmla="*/ 26194 w 247650"/>
              <a:gd name="csY1" fmla="*/ 123825 h 650081"/>
              <a:gd name="csX2" fmla="*/ 188119 w 247650"/>
              <a:gd name="csY2" fmla="*/ 0 h 650081"/>
              <a:gd name="csX3" fmla="*/ 247650 w 247650"/>
              <a:gd name="csY3" fmla="*/ 64294 h 650081"/>
              <a:gd name="csX4" fmla="*/ 216694 w 247650"/>
              <a:gd name="csY4" fmla="*/ 566738 h 650081"/>
              <a:gd name="csX5" fmla="*/ 111919 w 247650"/>
              <a:gd name="csY5" fmla="*/ 650081 h 650081"/>
              <a:gd name="csX6" fmla="*/ 0 w 247650"/>
              <a:gd name="csY6" fmla="*/ 566738 h 6500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7650" h="650081">
                <a:moveTo>
                  <a:pt x="0" y="566738"/>
                </a:moveTo>
                <a:lnTo>
                  <a:pt x="26194" y="123825"/>
                </a:lnTo>
                <a:lnTo>
                  <a:pt x="188119" y="0"/>
                </a:lnTo>
                <a:lnTo>
                  <a:pt x="247650" y="64294"/>
                </a:lnTo>
                <a:lnTo>
                  <a:pt x="216694" y="566738"/>
                </a:lnTo>
                <a:lnTo>
                  <a:pt x="111919" y="650081"/>
                </a:lnTo>
                <a:lnTo>
                  <a:pt x="0" y="566738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F34AFEA-CC2C-DA5F-831A-64E75C165CF9}"/>
              </a:ext>
            </a:extLst>
          </p:cNvPr>
          <p:cNvSpPr txBox="1"/>
          <p:nvPr/>
        </p:nvSpPr>
        <p:spPr>
          <a:xfrm>
            <a:off x="8586471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248A413-23A9-0A01-7252-92E7CEEB4D09}"/>
              </a:ext>
            </a:extLst>
          </p:cNvPr>
          <p:cNvSpPr txBox="1"/>
          <p:nvPr/>
        </p:nvSpPr>
        <p:spPr>
          <a:xfrm>
            <a:off x="8727718" y="166172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4CD036-B369-884C-7A5A-E00A2DAC0CB0}"/>
              </a:ext>
            </a:extLst>
          </p:cNvPr>
          <p:cNvSpPr txBox="1"/>
          <p:nvPr/>
        </p:nvSpPr>
        <p:spPr>
          <a:xfrm>
            <a:off x="8873567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1</a:t>
            </a:r>
            <a:endParaRPr lang="LID4096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EF3B86-35DD-EE34-6672-EB3616035899}"/>
              </a:ext>
            </a:extLst>
          </p:cNvPr>
          <p:cNvSpPr txBox="1"/>
          <p:nvPr/>
        </p:nvSpPr>
        <p:spPr>
          <a:xfrm>
            <a:off x="9019416" y="165619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7E8470-2F21-8205-3F89-9CE40808DC5B}"/>
              </a:ext>
            </a:extLst>
          </p:cNvPr>
          <p:cNvSpPr txBox="1"/>
          <p:nvPr/>
        </p:nvSpPr>
        <p:spPr>
          <a:xfrm>
            <a:off x="9165265" y="1653424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25ACFF-2FBF-83AA-4A48-424AA249CE5B}"/>
              </a:ext>
            </a:extLst>
          </p:cNvPr>
          <p:cNvSpPr txBox="1"/>
          <p:nvPr/>
        </p:nvSpPr>
        <p:spPr>
          <a:xfrm>
            <a:off x="9311114" y="1650656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8FDA983-4731-4C9F-4B39-B8013E0755D1}"/>
              </a:ext>
            </a:extLst>
          </p:cNvPr>
          <p:cNvSpPr txBox="1"/>
          <p:nvPr/>
        </p:nvSpPr>
        <p:spPr>
          <a:xfrm>
            <a:off x="9456963" y="164788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2FEEEF-36A3-C0A2-6E98-938EDCD8540F}"/>
              </a:ext>
            </a:extLst>
          </p:cNvPr>
          <p:cNvSpPr txBox="1"/>
          <p:nvPr/>
        </p:nvSpPr>
        <p:spPr>
          <a:xfrm>
            <a:off x="9602812" y="164512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1C3C485-A387-4269-C8DA-E0731CF1A26B}"/>
              </a:ext>
            </a:extLst>
          </p:cNvPr>
          <p:cNvGrpSpPr/>
          <p:nvPr/>
        </p:nvGrpSpPr>
        <p:grpSpPr>
          <a:xfrm>
            <a:off x="2172838" y="2546506"/>
            <a:ext cx="3516236" cy="1773082"/>
            <a:chOff x="4729163" y="4518492"/>
            <a:chExt cx="3226290" cy="162687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95392F3A-1E17-62A2-97C9-4E967A1A35A9}"/>
                </a:ext>
              </a:extLst>
            </p:cNvPr>
            <p:cNvSpPr/>
            <p:nvPr/>
          </p:nvSpPr>
          <p:spPr>
            <a:xfrm>
              <a:off x="4769586" y="4518492"/>
              <a:ext cx="3148591" cy="16268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5001FA18-959A-2EC2-9EEE-645ED1D26CF9}"/>
                </a:ext>
              </a:extLst>
            </p:cNvPr>
            <p:cNvGrpSpPr/>
            <p:nvPr/>
          </p:nvGrpSpPr>
          <p:grpSpPr>
            <a:xfrm>
              <a:off x="4729163" y="4518492"/>
              <a:ext cx="3226290" cy="1626875"/>
              <a:chOff x="4729163" y="4518492"/>
              <a:chExt cx="3226290" cy="1626875"/>
            </a:xfrm>
          </p:grpSpPr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D51B2B88-577D-EE77-9371-8BA9D62969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005388" y="4695825"/>
                <a:ext cx="0" cy="126487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006C116A-298E-FFF9-6D3B-E85FBB48CF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5375" y="5886450"/>
                <a:ext cx="278606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0D9949FF-28E1-D9DB-9E41-E36D6E8163C5}"/>
                  </a:ext>
                </a:extLst>
              </p:cNvPr>
              <p:cNvSpPr txBox="1"/>
              <p:nvPr/>
            </p:nvSpPr>
            <p:spPr>
              <a:xfrm>
                <a:off x="4769586" y="4518492"/>
                <a:ext cx="398886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Voltage</a:t>
                </a:r>
                <a:endParaRPr lang="LID4096" sz="600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AFD34C8F-2315-3818-8614-400FDFB09196}"/>
                  </a:ext>
                </a:extLst>
              </p:cNvPr>
              <p:cNvSpPr txBox="1"/>
              <p:nvPr/>
            </p:nvSpPr>
            <p:spPr>
              <a:xfrm>
                <a:off x="7638933" y="5794117"/>
                <a:ext cx="316520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Time</a:t>
                </a:r>
                <a:endParaRPr lang="LID4096" sz="600" dirty="0"/>
              </a:p>
            </p:txBody>
          </p:sp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ED3AAF4B-AD1B-1D86-E9B2-014CD9D33B0B}"/>
                  </a:ext>
                </a:extLst>
              </p:cNvPr>
              <p:cNvGrpSpPr/>
              <p:nvPr/>
            </p:nvGrpSpPr>
            <p:grpSpPr>
              <a:xfrm>
                <a:off x="5005388" y="4972992"/>
                <a:ext cx="2271714" cy="925502"/>
                <a:chOff x="5005388" y="4972992"/>
                <a:chExt cx="2271714" cy="925502"/>
              </a:xfrm>
            </p:grpSpPr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9DB4780C-490C-F4C3-91E2-12B7941E81B4}"/>
                    </a:ext>
                  </a:extLst>
                </p:cNvPr>
                <p:cNvCxnSpPr/>
                <p:nvPr/>
              </p:nvCxnSpPr>
              <p:spPr>
                <a:xfrm>
                  <a:off x="5005388" y="498727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9529A04B-CDFE-3613-B771-E140C3C004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1138" y="4987279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326504DF-DEC1-8C23-80E7-3EC4797E8D4E}"/>
                    </a:ext>
                  </a:extLst>
                </p:cNvPr>
                <p:cNvCxnSpPr/>
                <p:nvPr/>
              </p:nvCxnSpPr>
              <p:spPr>
                <a:xfrm>
                  <a:off x="5291138" y="5887391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1BE30D31-28E0-B849-5627-D6017AFC12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76888" y="4987278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522398A-FEC7-4E4F-31FE-1B415AB801D9}"/>
                    </a:ext>
                  </a:extLst>
                </p:cNvPr>
                <p:cNvCxnSpPr/>
                <p:nvPr/>
              </p:nvCxnSpPr>
              <p:spPr>
                <a:xfrm>
                  <a:off x="5572126" y="498251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1B5410DF-A011-73E6-7376-ED1AC84F60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57876" y="4982517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0D0E4A31-C8F3-B3FE-D09B-3F4F12EDDDDD}"/>
                    </a:ext>
                  </a:extLst>
                </p:cNvPr>
                <p:cNvCxnSpPr/>
                <p:nvPr/>
              </p:nvCxnSpPr>
              <p:spPr>
                <a:xfrm>
                  <a:off x="5857876" y="588262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A3679916-7345-0BDD-E433-E20DB9A77B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3626" y="4982516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B3175DBA-0C29-7F49-9D63-4DECE287DCD4}"/>
                    </a:ext>
                  </a:extLst>
                </p:cNvPr>
                <p:cNvCxnSpPr/>
                <p:nvPr/>
              </p:nvCxnSpPr>
              <p:spPr>
                <a:xfrm>
                  <a:off x="6138864" y="497775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EEC15C8F-E8DF-7D4E-6A46-0911DCD86B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24614" y="4977755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B77008A2-0450-2150-E0BD-406053AC024D}"/>
                    </a:ext>
                  </a:extLst>
                </p:cNvPr>
                <p:cNvCxnSpPr/>
                <p:nvPr/>
              </p:nvCxnSpPr>
              <p:spPr>
                <a:xfrm>
                  <a:off x="6424614" y="587786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5EBA2956-68A6-3520-8D33-F7B6151083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10364" y="4977754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EA83E7EC-D7B4-7186-EE02-EDB09180786D}"/>
                    </a:ext>
                  </a:extLst>
                </p:cNvPr>
                <p:cNvCxnSpPr/>
                <p:nvPr/>
              </p:nvCxnSpPr>
              <p:spPr>
                <a:xfrm>
                  <a:off x="6705602" y="4972993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Connector 89">
                  <a:extLst>
                    <a:ext uri="{FF2B5EF4-FFF2-40B4-BE49-F238E27FC236}">
                      <a16:creationId xmlns:a16="http://schemas.microsoft.com/office/drawing/2014/main" id="{C0176090-B2A8-829B-6988-0BE558D196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91352" y="4972993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76437E15-D395-D6F6-A8C6-938AFB314D4C}"/>
                    </a:ext>
                  </a:extLst>
                </p:cNvPr>
                <p:cNvCxnSpPr/>
                <p:nvPr/>
              </p:nvCxnSpPr>
              <p:spPr>
                <a:xfrm>
                  <a:off x="6991352" y="587310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94140867-9E92-0F41-AC55-D5383BB13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77102" y="4972992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56AC6AB-C177-1BD8-7785-30B0294D9C90}"/>
                  </a:ext>
                </a:extLst>
              </p:cNvPr>
              <p:cNvSpPr txBox="1"/>
              <p:nvPr/>
            </p:nvSpPr>
            <p:spPr>
              <a:xfrm>
                <a:off x="5105402" y="5960701"/>
                <a:ext cx="352982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~4ms</a:t>
                </a:r>
                <a:endParaRPr lang="LID4096" sz="600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087BE928-795D-8DE2-2DC9-58217E2C88BD}"/>
                  </a:ext>
                </a:extLst>
              </p:cNvPr>
              <p:cNvSpPr txBox="1"/>
              <p:nvPr/>
            </p:nvSpPr>
            <p:spPr>
              <a:xfrm>
                <a:off x="4729163" y="4885421"/>
                <a:ext cx="32412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3.2V</a:t>
                </a:r>
                <a:endParaRPr lang="LID4096" sz="600"/>
              </a:p>
            </p:txBody>
          </p:sp>
        </p:grp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4D983E65-2DCE-481C-88AF-03C32E997E7E}"/>
                </a:ext>
              </a:extLst>
            </p:cNvPr>
            <p:cNvCxnSpPr/>
            <p:nvPr/>
          </p:nvCxnSpPr>
          <p:spPr>
            <a:xfrm>
              <a:off x="5005388" y="5935313"/>
              <a:ext cx="56673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Arrow: Curved Down 92">
            <a:extLst>
              <a:ext uri="{FF2B5EF4-FFF2-40B4-BE49-F238E27FC236}">
                <a16:creationId xmlns:a16="http://schemas.microsoft.com/office/drawing/2014/main" id="{2ECADFD1-15CF-5811-7D0F-C11A0E5431C4}"/>
              </a:ext>
            </a:extLst>
          </p:cNvPr>
          <p:cNvSpPr/>
          <p:nvPr/>
        </p:nvSpPr>
        <p:spPr>
          <a:xfrm rot="212501" flipV="1">
            <a:off x="3949730" y="4248431"/>
            <a:ext cx="3767917" cy="668778"/>
          </a:xfrm>
          <a:prstGeom prst="curved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4" name="Block Arc 93">
            <a:extLst>
              <a:ext uri="{FF2B5EF4-FFF2-40B4-BE49-F238E27FC236}">
                <a16:creationId xmlns:a16="http://schemas.microsoft.com/office/drawing/2014/main" id="{D4357CFA-4619-F38B-3DB8-0AE917A160FB}"/>
              </a:ext>
            </a:extLst>
          </p:cNvPr>
          <p:cNvSpPr/>
          <p:nvPr/>
        </p:nvSpPr>
        <p:spPr>
          <a:xfrm rot="19698217">
            <a:off x="6226605" y="2759528"/>
            <a:ext cx="1143767" cy="776287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5" name="Block Arc 94">
            <a:extLst>
              <a:ext uri="{FF2B5EF4-FFF2-40B4-BE49-F238E27FC236}">
                <a16:creationId xmlns:a16="http://schemas.microsoft.com/office/drawing/2014/main" id="{707A451C-AACF-317C-E1CB-C6781C00B79D}"/>
              </a:ext>
            </a:extLst>
          </p:cNvPr>
          <p:cNvSpPr/>
          <p:nvPr/>
        </p:nvSpPr>
        <p:spPr>
          <a:xfrm rot="19698217">
            <a:off x="6424108" y="2914491"/>
            <a:ext cx="823769" cy="559101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6" name="Block Arc 95">
            <a:extLst>
              <a:ext uri="{FF2B5EF4-FFF2-40B4-BE49-F238E27FC236}">
                <a16:creationId xmlns:a16="http://schemas.microsoft.com/office/drawing/2014/main" id="{4A0379B9-7F0A-5C74-8C5B-DC56D34FEBC1}"/>
              </a:ext>
            </a:extLst>
          </p:cNvPr>
          <p:cNvSpPr/>
          <p:nvPr/>
        </p:nvSpPr>
        <p:spPr>
          <a:xfrm rot="19698217">
            <a:off x="6622793" y="3049538"/>
            <a:ext cx="486238" cy="330015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DB4C7BF-BCD3-60B7-34C7-86E068D27D91}"/>
              </a:ext>
            </a:extLst>
          </p:cNvPr>
          <p:cNvSpPr txBox="1"/>
          <p:nvPr/>
        </p:nvSpPr>
        <p:spPr>
          <a:xfrm>
            <a:off x="4229860" y="4963558"/>
            <a:ext cx="22284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gency FB" panose="020B0503020202020204" pitchFamily="34" charset="0"/>
              </a:rPr>
              <a:t>261.1 Hz Square Wave</a:t>
            </a:r>
            <a:endParaRPr lang="LID4096" sz="2400" dirty="0">
              <a:latin typeface="Agency FB" panose="020B0503020202020204" pitchFamily="34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C475FED-B520-76A1-E831-E7752CC87D1F}"/>
              </a:ext>
            </a:extLst>
          </p:cNvPr>
          <p:cNvSpPr txBox="1"/>
          <p:nvPr/>
        </p:nvSpPr>
        <p:spPr>
          <a:xfrm rot="20097917">
            <a:off x="5830450" y="1990959"/>
            <a:ext cx="808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Script MT Bold" panose="03040602040607080904" pitchFamily="66" charset="0"/>
              </a:rPr>
              <a:t>middle</a:t>
            </a:r>
          </a:p>
          <a:p>
            <a:pPr algn="ctr"/>
            <a:r>
              <a:rPr lang="en-US" dirty="0">
                <a:latin typeface="Script MT Bold" panose="03040602040607080904" pitchFamily="66" charset="0"/>
              </a:rPr>
              <a:t> C</a:t>
            </a:r>
            <a:endParaRPr lang="LID4096" dirty="0">
              <a:latin typeface="Script MT Bold" panose="030406020406070809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47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80FAA9-A24C-C468-3EC4-7DB868E7A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2100922" y="2083300"/>
            <a:ext cx="2583575" cy="2493188"/>
          </a:xfrm>
          <a:prstGeom prst="rect">
            <a:avLst/>
          </a:prstGeom>
          <a:ln w="508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6EE29-2F5A-812D-EA9A-4F717999981A}"/>
              </a:ext>
            </a:extLst>
          </p:cNvPr>
          <p:cNvSpPr txBox="1"/>
          <p:nvPr/>
        </p:nvSpPr>
        <p:spPr>
          <a:xfrm>
            <a:off x="2547629" y="2484582"/>
            <a:ext cx="1005108" cy="8458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600"/>
              <a:t>CPU</a:t>
            </a:r>
          </a:p>
          <a:p>
            <a:pPr algn="ctr"/>
            <a:r>
              <a:rPr lang="en-US" sz="500"/>
              <a:t>Qingke V4</a:t>
            </a:r>
            <a:endParaRPr lang="LID4096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DB6941-7883-BA95-2956-4543D7A08387}"/>
              </a:ext>
            </a:extLst>
          </p:cNvPr>
          <p:cNvSpPr txBox="1"/>
          <p:nvPr/>
        </p:nvSpPr>
        <p:spPr>
          <a:xfrm>
            <a:off x="3554546" y="3843120"/>
            <a:ext cx="673132" cy="3231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EXTI</a:t>
            </a:r>
            <a:br>
              <a:rPr lang="en-US" sz="1000"/>
            </a:br>
            <a:r>
              <a:rPr lang="en-US" sz="500"/>
              <a:t>(GPIO Interrupts)</a:t>
            </a:r>
            <a:endParaRPr lang="LID4096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188216-66CB-4345-02D8-38B63C47FB18}"/>
              </a:ext>
            </a:extLst>
          </p:cNvPr>
          <p:cNvSpPr txBox="1"/>
          <p:nvPr/>
        </p:nvSpPr>
        <p:spPr>
          <a:xfrm>
            <a:off x="3007453" y="3032605"/>
            <a:ext cx="487960" cy="24622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PFIC</a:t>
            </a:r>
            <a:endParaRPr lang="LID4096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F1B074-C575-9C5D-5147-E78EC26CF6DE}"/>
              </a:ext>
            </a:extLst>
          </p:cNvPr>
          <p:cNvSpPr txBox="1"/>
          <p:nvPr/>
        </p:nvSpPr>
        <p:spPr>
          <a:xfrm rot="16200000">
            <a:off x="2471897" y="2966624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SysTick</a:t>
            </a:r>
            <a:endParaRPr lang="LID4096" sz="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E0544E-D789-7ABF-C059-1013ECAD8BDB}"/>
              </a:ext>
            </a:extLst>
          </p:cNvPr>
          <p:cNvSpPr txBox="1"/>
          <p:nvPr/>
        </p:nvSpPr>
        <p:spPr>
          <a:xfrm rot="16200000">
            <a:off x="3893492" y="3376315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USB</a:t>
            </a:r>
            <a:endParaRPr lang="LID4096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BB76B3-89F1-4C1D-29A7-158B6448534F}"/>
              </a:ext>
            </a:extLst>
          </p:cNvPr>
          <p:cNvSpPr txBox="1"/>
          <p:nvPr/>
        </p:nvSpPr>
        <p:spPr>
          <a:xfrm rot="16200000">
            <a:off x="3893492" y="2763826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ETH</a:t>
            </a:r>
            <a:endParaRPr lang="LID4096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C533F6-2D85-A4E7-5879-DB283E3A97A0}"/>
              </a:ext>
            </a:extLst>
          </p:cNvPr>
          <p:cNvSpPr txBox="1"/>
          <p:nvPr/>
        </p:nvSpPr>
        <p:spPr>
          <a:xfrm>
            <a:off x="2547629" y="3503285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TIMER6</a:t>
            </a:r>
            <a:endParaRPr lang="LID4096" sz="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C33CD7-5E6B-0A76-D69E-6CF4CF0BAA43}"/>
              </a:ext>
            </a:extLst>
          </p:cNvPr>
          <p:cNvSpPr txBox="1"/>
          <p:nvPr/>
        </p:nvSpPr>
        <p:spPr>
          <a:xfrm>
            <a:off x="2547629" y="3750787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TIMER7</a:t>
            </a:r>
            <a:endParaRPr lang="LID4096" sz="600" dirty="0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AA77620-B14B-E634-D00E-58386B5F1859}"/>
              </a:ext>
            </a:extLst>
          </p:cNvPr>
          <p:cNvCxnSpPr>
            <a:stCxn id="16" idx="3"/>
          </p:cNvCxnSpPr>
          <p:nvPr/>
        </p:nvCxnSpPr>
        <p:spPr>
          <a:xfrm flipV="1">
            <a:off x="2987367" y="3250406"/>
            <a:ext cx="108258" cy="345212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82C28D66-0A91-C64C-D83E-81285C459FDC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2987367" y="3250406"/>
            <a:ext cx="179696" cy="592714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135E5DD6-AC53-33A4-AB50-CD4DF3BA26DA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>
            <a:off x="3243264" y="3252789"/>
            <a:ext cx="311283" cy="751915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2CB9ACF9-7EC1-D72E-6C2F-BDEA9BA7F19A}"/>
              </a:ext>
            </a:extLst>
          </p:cNvPr>
          <p:cNvCxnSpPr>
            <a:cxnSpLocks/>
            <a:stCxn id="14" idx="0"/>
          </p:cNvCxnSpPr>
          <p:nvPr/>
        </p:nvCxnSpPr>
        <p:spPr>
          <a:xfrm rot="10800000">
            <a:off x="3495675" y="3219450"/>
            <a:ext cx="485782" cy="27997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FCDA21D-8743-5B7C-4B47-7B57B0E6811C}"/>
              </a:ext>
            </a:extLst>
          </p:cNvPr>
          <p:cNvCxnSpPr>
            <a:cxnSpLocks/>
            <a:stCxn id="15" idx="0"/>
            <a:endCxn id="12" idx="3"/>
          </p:cNvCxnSpPr>
          <p:nvPr/>
        </p:nvCxnSpPr>
        <p:spPr>
          <a:xfrm rot="10800000" flipV="1">
            <a:off x="3495413" y="2886936"/>
            <a:ext cx="486044" cy="2687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47A7BCD2-1043-D58D-BBAE-0641B7702119}"/>
              </a:ext>
            </a:extLst>
          </p:cNvPr>
          <p:cNvCxnSpPr>
            <a:cxnSpLocks/>
            <a:stCxn id="13" idx="2"/>
            <a:endCxn id="12" idx="1"/>
          </p:cNvCxnSpPr>
          <p:nvPr/>
        </p:nvCxnSpPr>
        <p:spPr>
          <a:xfrm>
            <a:off x="2784099" y="3058957"/>
            <a:ext cx="223354" cy="9675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407A79B-9B47-7591-3900-FAC9B2B77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6362" y="2063919"/>
            <a:ext cx="6314136" cy="2512569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F7D953-AFFB-97BD-B7F3-2529F2C0883C}"/>
              </a:ext>
            </a:extLst>
          </p:cNvPr>
          <p:cNvSpPr/>
          <p:nvPr/>
        </p:nvSpPr>
        <p:spPr>
          <a:xfrm>
            <a:off x="5961185" y="2414954"/>
            <a:ext cx="4191000" cy="181708"/>
          </a:xfrm>
          <a:prstGeom prst="roundRect">
            <a:avLst/>
          </a:prstGeom>
          <a:solidFill>
            <a:srgbClr val="FFC0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E910420-4271-7A14-C9A6-FCFF3B4E2E83}"/>
              </a:ext>
            </a:extLst>
          </p:cNvPr>
          <p:cNvSpPr/>
          <p:nvPr/>
        </p:nvSpPr>
        <p:spPr>
          <a:xfrm>
            <a:off x="6205683" y="4151573"/>
            <a:ext cx="4191000" cy="181708"/>
          </a:xfrm>
          <a:prstGeom prst="roundRect">
            <a:avLst/>
          </a:prstGeom>
          <a:solidFill>
            <a:srgbClr val="FFC0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84899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FA5F216-7911-D4E9-8D51-0125B0F81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485" y="2812732"/>
            <a:ext cx="5596066" cy="103735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97C682F-2DE7-F536-6371-E6DE9413A1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18" y="2391646"/>
            <a:ext cx="1954823" cy="187952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D82F8D00-11C4-E14F-A59D-A46E70AEA722}"/>
              </a:ext>
            </a:extLst>
          </p:cNvPr>
          <p:cNvSpPr/>
          <p:nvPr/>
        </p:nvSpPr>
        <p:spPr>
          <a:xfrm>
            <a:off x="2562675" y="3266321"/>
            <a:ext cx="5525644" cy="144037"/>
          </a:xfrm>
          <a:prstGeom prst="rect">
            <a:avLst/>
          </a:prstGeom>
          <a:solidFill>
            <a:schemeClr val="accent2">
              <a:lumMod val="75000"/>
              <a:alpha val="33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ACAC7D2-5EAA-CA59-D12B-A37A8024C2B4}"/>
              </a:ext>
            </a:extLst>
          </p:cNvPr>
          <p:cNvSpPr/>
          <p:nvPr/>
        </p:nvSpPr>
        <p:spPr>
          <a:xfrm>
            <a:off x="2564082" y="3418721"/>
            <a:ext cx="5525644" cy="144037"/>
          </a:xfrm>
          <a:prstGeom prst="rect">
            <a:avLst/>
          </a:prstGeom>
          <a:solidFill>
            <a:schemeClr val="accent6">
              <a:lumMod val="75000"/>
              <a:alpha val="33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FCDF1E-78A2-2726-A0A8-BA1F06CB5B12}"/>
              </a:ext>
            </a:extLst>
          </p:cNvPr>
          <p:cNvSpPr txBox="1"/>
          <p:nvPr/>
        </p:nvSpPr>
        <p:spPr>
          <a:xfrm>
            <a:off x="8243959" y="1644058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9BD5B913-C381-F90F-19B7-18B4A1DDA19B}"/>
              </a:ext>
            </a:extLst>
          </p:cNvPr>
          <p:cNvSpPr/>
          <p:nvPr/>
        </p:nvSpPr>
        <p:spPr>
          <a:xfrm>
            <a:off x="6149130" y="1992460"/>
            <a:ext cx="2051109" cy="12750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2051109"/>
              <a:gd name="csY0" fmla="*/ 1270932 h 1270932"/>
              <a:gd name="csX1" fmla="*/ 322976 w 2051109"/>
              <a:gd name="csY1" fmla="*/ 398477 h 1270932"/>
              <a:gd name="csX2" fmla="*/ 2051109 w 2051109"/>
              <a:gd name="csY2" fmla="*/ 0 h 1270932"/>
              <a:gd name="csX0" fmla="*/ 0 w 2051109"/>
              <a:gd name="csY0" fmla="*/ 1275051 h 1275051"/>
              <a:gd name="csX1" fmla="*/ 322976 w 2051109"/>
              <a:gd name="csY1" fmla="*/ 402596 h 1275051"/>
              <a:gd name="csX2" fmla="*/ 2051109 w 2051109"/>
              <a:gd name="csY2" fmla="*/ 4119 h 1275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51109" h="1275051">
                <a:moveTo>
                  <a:pt x="0" y="1275051"/>
                </a:moveTo>
                <a:cubicBezTo>
                  <a:pt x="61519" y="929005"/>
                  <a:pt x="123038" y="582959"/>
                  <a:pt x="322976" y="402596"/>
                </a:cubicBezTo>
                <a:cubicBezTo>
                  <a:pt x="522914" y="222233"/>
                  <a:pt x="1276525" y="-35729"/>
                  <a:pt x="2051109" y="4119"/>
                </a:cubicBezTo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8FA132-A679-4420-9109-5D83D4726056}"/>
              </a:ext>
            </a:extLst>
          </p:cNvPr>
          <p:cNvSpPr txBox="1"/>
          <p:nvPr/>
        </p:nvSpPr>
        <p:spPr>
          <a:xfrm>
            <a:off x="5741708" y="1773872"/>
            <a:ext cx="1704313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0: 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endParaRPr lang="LID4096">
              <a:latin typeface="Consolas" panose="020B0609020204030204" pitchFamily="49" charset="0"/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34E77FBD-D9F3-E428-AA90-C15919A5FADA}"/>
              </a:ext>
            </a:extLst>
          </p:cNvPr>
          <p:cNvSpPr/>
          <p:nvPr/>
        </p:nvSpPr>
        <p:spPr>
          <a:xfrm>
            <a:off x="3231157" y="3547963"/>
            <a:ext cx="1707161" cy="17747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1421935"/>
              <a:gd name="csY0" fmla="*/ 56753 h 903857"/>
              <a:gd name="csX1" fmla="*/ 545285 w 1421935"/>
              <a:gd name="csY1" fmla="*/ 887263 h 903857"/>
              <a:gd name="csX2" fmla="*/ 1421935 w 1421935"/>
              <a:gd name="csY2" fmla="*/ 677538 h 903857"/>
              <a:gd name="csX0" fmla="*/ 0 w 1421935"/>
              <a:gd name="csY0" fmla="*/ 0 h 872637"/>
              <a:gd name="csX1" fmla="*/ 545285 w 1421935"/>
              <a:gd name="csY1" fmla="*/ 830510 h 872637"/>
              <a:gd name="csX2" fmla="*/ 1421935 w 1421935"/>
              <a:gd name="csY2" fmla="*/ 620785 h 872637"/>
              <a:gd name="csX0" fmla="*/ 0 w 1421935"/>
              <a:gd name="csY0" fmla="*/ 0 h 963973"/>
              <a:gd name="csX1" fmla="*/ 545285 w 1421935"/>
              <a:gd name="csY1" fmla="*/ 830510 h 963973"/>
              <a:gd name="csX2" fmla="*/ 1421935 w 1421935"/>
              <a:gd name="csY2" fmla="*/ 620785 h 963973"/>
              <a:gd name="csX0" fmla="*/ 0 w 1421935"/>
              <a:gd name="csY0" fmla="*/ 0 h 2100598"/>
              <a:gd name="csX1" fmla="*/ 692092 w 1421935"/>
              <a:gd name="csY1" fmla="*/ 2080470 h 2100598"/>
              <a:gd name="csX2" fmla="*/ 1421935 w 1421935"/>
              <a:gd name="csY2" fmla="*/ 620785 h 2100598"/>
              <a:gd name="csX0" fmla="*/ 0 w 1707161"/>
              <a:gd name="csY0" fmla="*/ 0 h 2100598"/>
              <a:gd name="csX1" fmla="*/ 692092 w 1707161"/>
              <a:gd name="csY1" fmla="*/ 2080470 h 2100598"/>
              <a:gd name="csX2" fmla="*/ 1707161 w 1707161"/>
              <a:gd name="csY2" fmla="*/ 1774272 h 2100598"/>
              <a:gd name="csX0" fmla="*/ 0 w 1707161"/>
              <a:gd name="csY0" fmla="*/ 0 h 1774818"/>
              <a:gd name="csX1" fmla="*/ 440423 w 1707161"/>
              <a:gd name="csY1" fmla="*/ 1681993 h 1774818"/>
              <a:gd name="csX2" fmla="*/ 1707161 w 1707161"/>
              <a:gd name="csY2" fmla="*/ 1774272 h 1774818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880"/>
              <a:gd name="csX1" fmla="*/ 440423 w 1707161"/>
              <a:gd name="csY1" fmla="*/ 1681993 h 1775880"/>
              <a:gd name="csX2" fmla="*/ 1707161 w 1707161"/>
              <a:gd name="csY2" fmla="*/ 1774272 h 1775880"/>
              <a:gd name="csX0" fmla="*/ 0 w 1707161"/>
              <a:gd name="csY0" fmla="*/ 0 h 1774751"/>
              <a:gd name="csX1" fmla="*/ 440423 w 1707161"/>
              <a:gd name="csY1" fmla="*/ 1681993 h 1774751"/>
              <a:gd name="csX2" fmla="*/ 1707161 w 1707161"/>
              <a:gd name="csY2" fmla="*/ 1774272 h 17747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07161" h="1774751">
                <a:moveTo>
                  <a:pt x="0" y="0"/>
                </a:moveTo>
                <a:cubicBezTo>
                  <a:pt x="137020" y="1201723"/>
                  <a:pt x="60122" y="1652631"/>
                  <a:pt x="440423" y="1681993"/>
                </a:cubicBezTo>
                <a:cubicBezTo>
                  <a:pt x="1055616" y="1459686"/>
                  <a:pt x="1368805" y="1788953"/>
                  <a:pt x="1707161" y="177427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D4680A-CE37-FEA2-970A-CCFD326B07DD}"/>
              </a:ext>
            </a:extLst>
          </p:cNvPr>
          <p:cNvSpPr txBox="1"/>
          <p:nvPr/>
        </p:nvSpPr>
        <p:spPr>
          <a:xfrm>
            <a:off x="1824605" y="4308643"/>
            <a:ext cx="2999539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1: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r>
              <a:rPr lang="en-GB"/>
              <a:t> + </a:t>
            </a:r>
            <a:r>
              <a:rPr lang="en-GB">
                <a:latin typeface="Consolas" panose="020B0609020204030204" pitchFamily="49" charset="0"/>
              </a:rPr>
              <a:t>mcause</a:t>
            </a:r>
            <a:r>
              <a:rPr lang="en-GB"/>
              <a:t> x 4</a:t>
            </a:r>
            <a:endParaRPr lang="LID4096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E9FA26BC-874A-32B5-FBBE-7A628F4F13BF}"/>
              </a:ext>
            </a:extLst>
          </p:cNvPr>
          <p:cNvSpPr/>
          <p:nvPr/>
        </p:nvSpPr>
        <p:spPr>
          <a:xfrm>
            <a:off x="1107347" y="2014251"/>
            <a:ext cx="1858297" cy="804449"/>
          </a:xfrm>
          <a:custGeom>
            <a:avLst/>
            <a:gdLst>
              <a:gd name="csX0" fmla="*/ 0 w 1832994"/>
              <a:gd name="csY0" fmla="*/ 0 h 427838"/>
              <a:gd name="csX1" fmla="*/ 1832994 w 1832994"/>
              <a:gd name="csY1" fmla="*/ 427838 h 427838"/>
              <a:gd name="csX0" fmla="*/ 0 w 1858161"/>
              <a:gd name="csY0" fmla="*/ 0 h 423644"/>
              <a:gd name="csX1" fmla="*/ 1858161 w 1858161"/>
              <a:gd name="csY1" fmla="*/ 423644 h 423644"/>
              <a:gd name="csX0" fmla="*/ 0 w 1858356"/>
              <a:gd name="csY0" fmla="*/ 0 h 423644"/>
              <a:gd name="csX1" fmla="*/ 1858161 w 1858356"/>
              <a:gd name="csY1" fmla="*/ 423644 h 423644"/>
              <a:gd name="csX0" fmla="*/ 0 w 1858297"/>
              <a:gd name="csY0" fmla="*/ 380805 h 804449"/>
              <a:gd name="csX1" fmla="*/ 1858161 w 1858297"/>
              <a:gd name="csY1" fmla="*/ 804449 h 804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8297" h="804449">
                <a:moveTo>
                  <a:pt x="0" y="380805"/>
                </a:moveTo>
                <a:cubicBezTo>
                  <a:pt x="74103" y="-430130"/>
                  <a:pt x="1876338" y="218618"/>
                  <a:pt x="1858161" y="804449"/>
                </a:cubicBezTo>
              </a:path>
            </a:pathLst>
          </a:custGeom>
          <a:noFill/>
          <a:ln w="6350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31EA0A9-FD6B-6059-F42D-E692E2623342}"/>
              </a:ext>
            </a:extLst>
          </p:cNvPr>
          <p:cNvSpPr txBox="1"/>
          <p:nvPr/>
        </p:nvSpPr>
        <p:spPr>
          <a:xfrm>
            <a:off x="1400710" y="1620859"/>
            <a:ext cx="3927807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>
                <a:latin typeface="+mj-lt"/>
              </a:rPr>
              <a:t>When an interrupt occurs, the processor</a:t>
            </a:r>
            <a:br>
              <a:rPr lang="en-GB">
                <a:latin typeface="+mj-lt"/>
              </a:rPr>
            </a:br>
            <a:r>
              <a:rPr lang="en-GB">
                <a:latin typeface="+mj-lt"/>
              </a:rPr>
              <a:t>checks </a:t>
            </a:r>
            <a:r>
              <a:rPr lang="en-GB" b="1">
                <a:latin typeface="Consolas" panose="020B0609020204030204" pitchFamily="49" charset="0"/>
              </a:rPr>
              <a:t>mtvec</a:t>
            </a:r>
            <a:r>
              <a:rPr lang="en-GB">
                <a:latin typeface="+mj-lt"/>
              </a:rPr>
              <a:t> to see where to jump</a:t>
            </a:r>
            <a:endParaRPr lang="LID4096">
              <a:latin typeface="+mj-lt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F62632C-6344-EEFE-6DBA-0298D0378F0F}"/>
              </a:ext>
            </a:extLst>
          </p:cNvPr>
          <p:cNvSpPr txBox="1"/>
          <p:nvPr/>
        </p:nvSpPr>
        <p:spPr>
          <a:xfrm>
            <a:off x="8773863" y="3885316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SysTick_Handler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ACC3523-14C0-9FDB-534F-367A7BB81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4163" y="4271172"/>
            <a:ext cx="2901194" cy="1170047"/>
          </a:xfrm>
          <a:prstGeom prst="rect">
            <a:avLst/>
          </a:prstGeom>
        </p:spPr>
      </p:pic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52AACA5-2E97-B6D8-3D81-9B9A16AC0812}"/>
              </a:ext>
            </a:extLst>
          </p:cNvPr>
          <p:cNvSpPr/>
          <p:nvPr/>
        </p:nvSpPr>
        <p:spPr>
          <a:xfrm>
            <a:off x="7789178" y="4215406"/>
            <a:ext cx="973123" cy="1166132"/>
          </a:xfrm>
          <a:custGeom>
            <a:avLst/>
            <a:gdLst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132 h 1166132"/>
              <a:gd name="csX1" fmla="*/ 973123 w 973123"/>
              <a:gd name="csY1" fmla="*/ 62 h 116613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73123" h="1166132">
                <a:moveTo>
                  <a:pt x="0" y="1166132"/>
                </a:moveTo>
                <a:cubicBezTo>
                  <a:pt x="399875" y="1142363"/>
                  <a:pt x="409663" y="-9725"/>
                  <a:pt x="973123" y="6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415655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4AB169E2-4967-5A36-E7C8-9C906194F735}"/>
              </a:ext>
            </a:extLst>
          </p:cNvPr>
          <p:cNvCxnSpPr/>
          <p:nvPr/>
        </p:nvCxnSpPr>
        <p:spPr>
          <a:xfrm flipH="1">
            <a:off x="4861420" y="2931952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AB86D361-A11C-2DA4-C4E1-08AA435338DF}"/>
              </a:ext>
            </a:extLst>
          </p:cNvPr>
          <p:cNvCxnSpPr/>
          <p:nvPr/>
        </p:nvCxnSpPr>
        <p:spPr>
          <a:xfrm flipH="1">
            <a:off x="4861420" y="308402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935DC8E3-73C8-91F2-6421-73A587643826}"/>
              </a:ext>
            </a:extLst>
          </p:cNvPr>
          <p:cNvCxnSpPr/>
          <p:nvPr/>
        </p:nvCxnSpPr>
        <p:spPr>
          <a:xfrm flipH="1">
            <a:off x="4861420" y="3236096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FAD79CBD-1E41-4A7C-F174-B60F433F9ADD}"/>
              </a:ext>
            </a:extLst>
          </p:cNvPr>
          <p:cNvCxnSpPr/>
          <p:nvPr/>
        </p:nvCxnSpPr>
        <p:spPr>
          <a:xfrm flipH="1">
            <a:off x="4861420" y="3400750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7627626A-084B-4C55-6F1E-1CBE10758701}"/>
              </a:ext>
            </a:extLst>
          </p:cNvPr>
          <p:cNvCxnSpPr/>
          <p:nvPr/>
        </p:nvCxnSpPr>
        <p:spPr>
          <a:xfrm flipH="1">
            <a:off x="4861420" y="356540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D973B4D-4AA8-0E20-D182-FA908FFD8BBA}"/>
              </a:ext>
            </a:extLst>
          </p:cNvPr>
          <p:cNvCxnSpPr/>
          <p:nvPr/>
        </p:nvCxnSpPr>
        <p:spPr>
          <a:xfrm flipH="1">
            <a:off x="4861420" y="3730058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016F15AD-D31F-0ECA-1232-CE421F1F01D6}"/>
              </a:ext>
            </a:extLst>
          </p:cNvPr>
          <p:cNvCxnSpPr/>
          <p:nvPr/>
        </p:nvCxnSpPr>
        <p:spPr>
          <a:xfrm flipH="1">
            <a:off x="4861420" y="388632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8BF84A2B-0716-73D2-B509-58674D8E9B13}"/>
              </a:ext>
            </a:extLst>
          </p:cNvPr>
          <p:cNvSpPr/>
          <p:nvPr/>
        </p:nvSpPr>
        <p:spPr>
          <a:xfrm>
            <a:off x="6883167" y="2118220"/>
            <a:ext cx="1405156" cy="813732"/>
          </a:xfrm>
          <a:custGeom>
            <a:avLst/>
            <a:gdLst>
              <a:gd name="csX0" fmla="*/ 1405156 w 1405156"/>
              <a:gd name="csY0" fmla="*/ 0 h 813732"/>
              <a:gd name="csX1" fmla="*/ 608202 w 1405156"/>
              <a:gd name="csY1" fmla="*/ 0 h 813732"/>
              <a:gd name="csX2" fmla="*/ 457200 w 1405156"/>
              <a:gd name="csY2" fmla="*/ 0 h 813732"/>
              <a:gd name="csX3" fmla="*/ 339754 w 1405156"/>
              <a:gd name="csY3" fmla="*/ 0 h 813732"/>
              <a:gd name="csX4" fmla="*/ 339754 w 1405156"/>
              <a:gd name="csY4" fmla="*/ 813732 h 813732"/>
              <a:gd name="csX5" fmla="*/ 0 w 1405156"/>
              <a:gd name="csY5" fmla="*/ 813732 h 8137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405156" h="813732">
                <a:moveTo>
                  <a:pt x="1405156" y="0"/>
                </a:moveTo>
                <a:lnTo>
                  <a:pt x="608202" y="0"/>
                </a:lnTo>
                <a:lnTo>
                  <a:pt x="457200" y="0"/>
                </a:lnTo>
                <a:lnTo>
                  <a:pt x="339754" y="0"/>
                </a:lnTo>
                <a:lnTo>
                  <a:pt x="339754" y="813732"/>
                </a:lnTo>
                <a:lnTo>
                  <a:pt x="0" y="813732"/>
                </a:lnTo>
              </a:path>
            </a:pathLst>
          </a:custGeom>
          <a:noFill/>
          <a:ln w="508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Arrow: Down 151">
            <a:extLst>
              <a:ext uri="{FF2B5EF4-FFF2-40B4-BE49-F238E27FC236}">
                <a16:creationId xmlns:a16="http://schemas.microsoft.com/office/drawing/2014/main" id="{19B63BA4-B12C-7F3B-7FC9-C21C5A1F56C3}"/>
              </a:ext>
            </a:extLst>
          </p:cNvPr>
          <p:cNvSpPr/>
          <p:nvPr/>
        </p:nvSpPr>
        <p:spPr>
          <a:xfrm>
            <a:off x="5697055" y="1023608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9864450-BCB8-BFD4-AB8C-800B3493BF83}"/>
              </a:ext>
            </a:extLst>
          </p:cNvPr>
          <p:cNvSpPr txBox="1"/>
          <p:nvPr/>
        </p:nvSpPr>
        <p:spPr>
          <a:xfrm rot="5400000">
            <a:off x="5690803" y="14365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4" name="Arrow: Down 153">
            <a:extLst>
              <a:ext uri="{FF2B5EF4-FFF2-40B4-BE49-F238E27FC236}">
                <a16:creationId xmlns:a16="http://schemas.microsoft.com/office/drawing/2014/main" id="{F695FCDA-0FE2-F40E-99C5-A60E89640C5F}"/>
              </a:ext>
            </a:extLst>
          </p:cNvPr>
          <p:cNvSpPr/>
          <p:nvPr/>
        </p:nvSpPr>
        <p:spPr>
          <a:xfrm>
            <a:off x="5046398" y="1023608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0846213-75F2-EAE6-9DD5-D99444C3BCA3}"/>
              </a:ext>
            </a:extLst>
          </p:cNvPr>
          <p:cNvSpPr txBox="1"/>
          <p:nvPr/>
        </p:nvSpPr>
        <p:spPr>
          <a:xfrm rot="5400000">
            <a:off x="5040146" y="14365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6" name="Arrow: Down 155">
            <a:extLst>
              <a:ext uri="{FF2B5EF4-FFF2-40B4-BE49-F238E27FC236}">
                <a16:creationId xmlns:a16="http://schemas.microsoft.com/office/drawing/2014/main" id="{B94595E6-86E2-CC84-1E32-7A8FB28C778C}"/>
              </a:ext>
            </a:extLst>
          </p:cNvPr>
          <p:cNvSpPr/>
          <p:nvPr/>
        </p:nvSpPr>
        <p:spPr>
          <a:xfrm>
            <a:off x="4457398" y="1038219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11067391-37FA-D5D8-9D18-B642F2BF15AE}"/>
              </a:ext>
            </a:extLst>
          </p:cNvPr>
          <p:cNvSpPr txBox="1"/>
          <p:nvPr/>
        </p:nvSpPr>
        <p:spPr>
          <a:xfrm rot="5400000">
            <a:off x="4451146" y="145118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8" name="Arrow: Down 157">
            <a:extLst>
              <a:ext uri="{FF2B5EF4-FFF2-40B4-BE49-F238E27FC236}">
                <a16:creationId xmlns:a16="http://schemas.microsoft.com/office/drawing/2014/main" id="{390030C6-E93C-CE80-67EC-ECA7A38781AB}"/>
              </a:ext>
            </a:extLst>
          </p:cNvPr>
          <p:cNvSpPr/>
          <p:nvPr/>
        </p:nvSpPr>
        <p:spPr>
          <a:xfrm>
            <a:off x="3868398" y="1052830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E09522CC-01C6-1381-B693-566EDF94AA10}"/>
              </a:ext>
            </a:extLst>
          </p:cNvPr>
          <p:cNvSpPr txBox="1"/>
          <p:nvPr/>
        </p:nvSpPr>
        <p:spPr>
          <a:xfrm rot="5400000">
            <a:off x="3862146" y="1465797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3" name="Arrow: Down 132">
            <a:extLst>
              <a:ext uri="{FF2B5EF4-FFF2-40B4-BE49-F238E27FC236}">
                <a16:creationId xmlns:a16="http://schemas.microsoft.com/office/drawing/2014/main" id="{5DC1E168-EEA6-0742-7106-2B0F37DBCD36}"/>
              </a:ext>
            </a:extLst>
          </p:cNvPr>
          <p:cNvSpPr/>
          <p:nvPr/>
        </p:nvSpPr>
        <p:spPr>
          <a:xfrm>
            <a:off x="6512821" y="1038219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Arrow: Down 131">
            <a:extLst>
              <a:ext uri="{FF2B5EF4-FFF2-40B4-BE49-F238E27FC236}">
                <a16:creationId xmlns:a16="http://schemas.microsoft.com/office/drawing/2014/main" id="{646D326F-2921-F52A-3883-53C50F23D7A2}"/>
              </a:ext>
            </a:extLst>
          </p:cNvPr>
          <p:cNvSpPr/>
          <p:nvPr/>
        </p:nvSpPr>
        <p:spPr>
          <a:xfrm>
            <a:off x="7145603" y="1016361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E2B5BA8-3C63-A2C0-5C59-7DBD7B358617}"/>
              </a:ext>
            </a:extLst>
          </p:cNvPr>
          <p:cNvSpPr/>
          <p:nvPr/>
        </p:nvSpPr>
        <p:spPr>
          <a:xfrm>
            <a:off x="9125099" y="5341960"/>
            <a:ext cx="863289" cy="63939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6AB416-F0F2-0146-68D9-E6AE02B1ED7D}"/>
              </a:ext>
            </a:extLst>
          </p:cNvPr>
          <p:cNvSpPr/>
          <p:nvPr/>
        </p:nvSpPr>
        <p:spPr>
          <a:xfrm>
            <a:off x="9131417" y="1697302"/>
            <a:ext cx="863289" cy="173169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647E8E-419C-FDB8-88B0-9C5A6F20390C}"/>
              </a:ext>
            </a:extLst>
          </p:cNvPr>
          <p:cNvSpPr txBox="1"/>
          <p:nvPr/>
        </p:nvSpPr>
        <p:spPr>
          <a:xfrm>
            <a:off x="9596840" y="1990413"/>
            <a:ext cx="397866" cy="21544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278A9C0-323E-218B-9E94-C0279638B156}"/>
              </a:ext>
            </a:extLst>
          </p:cNvPr>
          <p:cNvCxnSpPr>
            <a:cxnSpLocks/>
          </p:cNvCxnSpPr>
          <p:nvPr/>
        </p:nvCxnSpPr>
        <p:spPr>
          <a:xfrm>
            <a:off x="9201728" y="2098137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F3C8213-0F1D-C6BB-C2A4-B985EEB15038}"/>
              </a:ext>
            </a:extLst>
          </p:cNvPr>
          <p:cNvSpPr/>
          <p:nvPr/>
        </p:nvSpPr>
        <p:spPr>
          <a:xfrm>
            <a:off x="9556997" y="2053419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85F6A7-A9A9-66CC-D4A1-91A8801BE2A6}"/>
              </a:ext>
            </a:extLst>
          </p:cNvPr>
          <p:cNvSpPr txBox="1"/>
          <p:nvPr/>
        </p:nvSpPr>
        <p:spPr>
          <a:xfrm>
            <a:off x="9596840" y="212963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6">
                    <a:lumMod val="75000"/>
                  </a:schemeClr>
                </a:solidFill>
              </a:rPr>
              <a:t>pin 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614425A-8AD3-61AD-5182-BC6A0869B6A5}"/>
              </a:ext>
            </a:extLst>
          </p:cNvPr>
          <p:cNvCxnSpPr>
            <a:cxnSpLocks/>
          </p:cNvCxnSpPr>
          <p:nvPr/>
        </p:nvCxnSpPr>
        <p:spPr>
          <a:xfrm>
            <a:off x="9201728" y="2237362"/>
            <a:ext cx="355269" cy="372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ABB85D4D-8D0C-D15F-4DB7-793EE01A6D6C}"/>
              </a:ext>
            </a:extLst>
          </p:cNvPr>
          <p:cNvSpPr/>
          <p:nvPr/>
        </p:nvSpPr>
        <p:spPr>
          <a:xfrm>
            <a:off x="9556997" y="2192644"/>
            <a:ext cx="79686" cy="8943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1C6584-8305-BD77-BEC7-3D374954AFA5}"/>
              </a:ext>
            </a:extLst>
          </p:cNvPr>
          <p:cNvSpPr txBox="1"/>
          <p:nvPr/>
        </p:nvSpPr>
        <p:spPr>
          <a:xfrm>
            <a:off x="9596840" y="226886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F38EFB6-6C17-BEF5-268A-433EA8ACF716}"/>
              </a:ext>
            </a:extLst>
          </p:cNvPr>
          <p:cNvCxnSpPr>
            <a:cxnSpLocks/>
          </p:cNvCxnSpPr>
          <p:nvPr/>
        </p:nvCxnSpPr>
        <p:spPr>
          <a:xfrm>
            <a:off x="9201728" y="237658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502AB5C9-3597-ED1A-B7FC-2D2955DE852E}"/>
              </a:ext>
            </a:extLst>
          </p:cNvPr>
          <p:cNvSpPr/>
          <p:nvPr/>
        </p:nvSpPr>
        <p:spPr>
          <a:xfrm>
            <a:off x="9556997" y="233186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DAEA7A-10CA-550C-74A8-C7044FFD12C3}"/>
              </a:ext>
            </a:extLst>
          </p:cNvPr>
          <p:cNvSpPr txBox="1"/>
          <p:nvPr/>
        </p:nvSpPr>
        <p:spPr>
          <a:xfrm>
            <a:off x="9596840" y="240808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4C3893F-6359-AE69-8524-BBEF2DF82124}"/>
              </a:ext>
            </a:extLst>
          </p:cNvPr>
          <p:cNvCxnSpPr>
            <a:cxnSpLocks/>
          </p:cNvCxnSpPr>
          <p:nvPr/>
        </p:nvCxnSpPr>
        <p:spPr>
          <a:xfrm>
            <a:off x="9201728" y="251581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844A8383-399D-A3CE-6773-825FE236D57F}"/>
              </a:ext>
            </a:extLst>
          </p:cNvPr>
          <p:cNvSpPr/>
          <p:nvPr/>
        </p:nvSpPr>
        <p:spPr>
          <a:xfrm>
            <a:off x="9556997" y="247109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2FD8DB-3ABD-9CDD-68B6-B67CF702AD89}"/>
              </a:ext>
            </a:extLst>
          </p:cNvPr>
          <p:cNvSpPr txBox="1"/>
          <p:nvPr/>
        </p:nvSpPr>
        <p:spPr>
          <a:xfrm>
            <a:off x="9596840" y="254731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4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205471B-69B0-C367-D842-D5941F9E9263}"/>
              </a:ext>
            </a:extLst>
          </p:cNvPr>
          <p:cNvCxnSpPr>
            <a:cxnSpLocks/>
          </p:cNvCxnSpPr>
          <p:nvPr/>
        </p:nvCxnSpPr>
        <p:spPr>
          <a:xfrm>
            <a:off x="9201728" y="265503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EAAFDB20-C562-6670-F4DD-C122101160BD}"/>
              </a:ext>
            </a:extLst>
          </p:cNvPr>
          <p:cNvSpPr/>
          <p:nvPr/>
        </p:nvSpPr>
        <p:spPr>
          <a:xfrm>
            <a:off x="9556997" y="261031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8A52EA-F7A6-2845-35B1-97BEB825C05D}"/>
              </a:ext>
            </a:extLst>
          </p:cNvPr>
          <p:cNvSpPr txBox="1"/>
          <p:nvPr/>
        </p:nvSpPr>
        <p:spPr>
          <a:xfrm>
            <a:off x="9596840" y="268653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5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26CDE59-29DE-1BDA-461E-78795B6087AE}"/>
              </a:ext>
            </a:extLst>
          </p:cNvPr>
          <p:cNvCxnSpPr>
            <a:cxnSpLocks/>
          </p:cNvCxnSpPr>
          <p:nvPr/>
        </p:nvCxnSpPr>
        <p:spPr>
          <a:xfrm>
            <a:off x="9201728" y="279426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8B8D5DC9-AA92-E9B1-84DE-B97453B50369}"/>
              </a:ext>
            </a:extLst>
          </p:cNvPr>
          <p:cNvSpPr/>
          <p:nvPr/>
        </p:nvSpPr>
        <p:spPr>
          <a:xfrm>
            <a:off x="9556997" y="274954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883057-287F-18B7-72D5-7A3842FAEB5E}"/>
              </a:ext>
            </a:extLst>
          </p:cNvPr>
          <p:cNvSpPr txBox="1"/>
          <p:nvPr/>
        </p:nvSpPr>
        <p:spPr>
          <a:xfrm>
            <a:off x="9596840" y="282576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6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04B86F0-8F7D-9B9E-23AE-D6B1E2351E7F}"/>
              </a:ext>
            </a:extLst>
          </p:cNvPr>
          <p:cNvCxnSpPr>
            <a:cxnSpLocks/>
          </p:cNvCxnSpPr>
          <p:nvPr/>
        </p:nvCxnSpPr>
        <p:spPr>
          <a:xfrm>
            <a:off x="9201728" y="293348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751C145E-7238-2A8E-842E-320B5F2A8DAF}"/>
              </a:ext>
            </a:extLst>
          </p:cNvPr>
          <p:cNvSpPr/>
          <p:nvPr/>
        </p:nvSpPr>
        <p:spPr>
          <a:xfrm>
            <a:off x="9556997" y="288876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761BD4-CB03-EEF7-84D0-1E87030F3E88}"/>
              </a:ext>
            </a:extLst>
          </p:cNvPr>
          <p:cNvSpPr txBox="1"/>
          <p:nvPr/>
        </p:nvSpPr>
        <p:spPr>
          <a:xfrm>
            <a:off x="9596840" y="296498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7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A912B40-C072-83A3-26A2-08EED1C6071B}"/>
              </a:ext>
            </a:extLst>
          </p:cNvPr>
          <p:cNvCxnSpPr>
            <a:cxnSpLocks/>
          </p:cNvCxnSpPr>
          <p:nvPr/>
        </p:nvCxnSpPr>
        <p:spPr>
          <a:xfrm>
            <a:off x="9201728" y="307271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E32B9DF0-5C65-BBF8-80D6-393B3ED90A9D}"/>
              </a:ext>
            </a:extLst>
          </p:cNvPr>
          <p:cNvSpPr/>
          <p:nvPr/>
        </p:nvSpPr>
        <p:spPr>
          <a:xfrm>
            <a:off x="9556997" y="302799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BF5F9A-1951-255A-A96D-95544EA8E923}"/>
              </a:ext>
            </a:extLst>
          </p:cNvPr>
          <p:cNvSpPr txBox="1"/>
          <p:nvPr/>
        </p:nvSpPr>
        <p:spPr>
          <a:xfrm rot="5400000">
            <a:off x="9445765" y="309027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859DB4-B687-36A3-F866-73D858CBA788}"/>
              </a:ext>
            </a:extLst>
          </p:cNvPr>
          <p:cNvSpPr txBox="1"/>
          <p:nvPr/>
        </p:nvSpPr>
        <p:spPr>
          <a:xfrm>
            <a:off x="9178596" y="1697302"/>
            <a:ext cx="793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D</a:t>
            </a:r>
            <a:endParaRPr lang="LID4096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8A23619-1E12-F7B2-3A9B-F23426B27156}"/>
              </a:ext>
            </a:extLst>
          </p:cNvPr>
          <p:cNvSpPr/>
          <p:nvPr/>
        </p:nvSpPr>
        <p:spPr>
          <a:xfrm>
            <a:off x="9131417" y="3521890"/>
            <a:ext cx="863289" cy="173169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262E4A7-846B-2E3F-3CF5-F39A75248AE6}"/>
              </a:ext>
            </a:extLst>
          </p:cNvPr>
          <p:cNvSpPr txBox="1"/>
          <p:nvPr/>
        </p:nvSpPr>
        <p:spPr>
          <a:xfrm>
            <a:off x="9596840" y="381500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9A33522-A746-66D4-58D2-D6CE102A0DBD}"/>
              </a:ext>
            </a:extLst>
          </p:cNvPr>
          <p:cNvCxnSpPr>
            <a:cxnSpLocks/>
          </p:cNvCxnSpPr>
          <p:nvPr/>
        </p:nvCxnSpPr>
        <p:spPr>
          <a:xfrm>
            <a:off x="9201728" y="3922725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6A655C14-1B7F-AE9B-CA05-8148414E68C2}"/>
              </a:ext>
            </a:extLst>
          </p:cNvPr>
          <p:cNvSpPr/>
          <p:nvPr/>
        </p:nvSpPr>
        <p:spPr>
          <a:xfrm>
            <a:off x="9556997" y="3878007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F84069-A32C-745C-89D6-F6A2E4C5E195}"/>
              </a:ext>
            </a:extLst>
          </p:cNvPr>
          <p:cNvSpPr txBox="1"/>
          <p:nvPr/>
        </p:nvSpPr>
        <p:spPr>
          <a:xfrm>
            <a:off x="9596840" y="395422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6">
                    <a:lumMod val="75000"/>
                  </a:schemeClr>
                </a:solidFill>
              </a:rPr>
              <a:t>pin 1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EB77175-57B0-6282-F5B6-5A7A204B4295}"/>
              </a:ext>
            </a:extLst>
          </p:cNvPr>
          <p:cNvCxnSpPr>
            <a:cxnSpLocks/>
          </p:cNvCxnSpPr>
          <p:nvPr/>
        </p:nvCxnSpPr>
        <p:spPr>
          <a:xfrm>
            <a:off x="9201728" y="4061950"/>
            <a:ext cx="355269" cy="372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669F48F4-E016-CB95-0ED8-FFCAB19CA738}"/>
              </a:ext>
            </a:extLst>
          </p:cNvPr>
          <p:cNvSpPr/>
          <p:nvPr/>
        </p:nvSpPr>
        <p:spPr>
          <a:xfrm>
            <a:off x="9556997" y="4017232"/>
            <a:ext cx="79686" cy="8943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D17F69-22CB-355D-EB50-DD4D1EAA0B7B}"/>
              </a:ext>
            </a:extLst>
          </p:cNvPr>
          <p:cNvSpPr txBox="1"/>
          <p:nvPr/>
        </p:nvSpPr>
        <p:spPr>
          <a:xfrm>
            <a:off x="9596840" y="409345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2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F50F705-CB53-3216-1E95-4512F927C006}"/>
              </a:ext>
            </a:extLst>
          </p:cNvPr>
          <p:cNvCxnSpPr>
            <a:cxnSpLocks/>
          </p:cNvCxnSpPr>
          <p:nvPr/>
        </p:nvCxnSpPr>
        <p:spPr>
          <a:xfrm>
            <a:off x="9201728" y="420117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>
            <a:extLst>
              <a:ext uri="{FF2B5EF4-FFF2-40B4-BE49-F238E27FC236}">
                <a16:creationId xmlns:a16="http://schemas.microsoft.com/office/drawing/2014/main" id="{74FFFB72-1E46-4211-5573-7885E5640F4C}"/>
              </a:ext>
            </a:extLst>
          </p:cNvPr>
          <p:cNvSpPr/>
          <p:nvPr/>
        </p:nvSpPr>
        <p:spPr>
          <a:xfrm>
            <a:off x="9556997" y="415645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9ADDE4-FF60-1A2E-C13D-FAA28614FCC3}"/>
              </a:ext>
            </a:extLst>
          </p:cNvPr>
          <p:cNvSpPr txBox="1"/>
          <p:nvPr/>
        </p:nvSpPr>
        <p:spPr>
          <a:xfrm>
            <a:off x="9596840" y="423267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FA56EF8-6024-F7D9-2285-6756BBA1ECBA}"/>
              </a:ext>
            </a:extLst>
          </p:cNvPr>
          <p:cNvCxnSpPr>
            <a:cxnSpLocks/>
          </p:cNvCxnSpPr>
          <p:nvPr/>
        </p:nvCxnSpPr>
        <p:spPr>
          <a:xfrm>
            <a:off x="9201728" y="434040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46B969FE-63B1-4F7D-D84C-6C951346475D}"/>
              </a:ext>
            </a:extLst>
          </p:cNvPr>
          <p:cNvSpPr/>
          <p:nvPr/>
        </p:nvSpPr>
        <p:spPr>
          <a:xfrm>
            <a:off x="9556997" y="429568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0C69A24-76DA-8D4B-11C9-9E5D8E9DAA02}"/>
              </a:ext>
            </a:extLst>
          </p:cNvPr>
          <p:cNvSpPr txBox="1"/>
          <p:nvPr/>
        </p:nvSpPr>
        <p:spPr>
          <a:xfrm>
            <a:off x="9596840" y="437190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4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BD63696-97A3-BDAF-01EE-834A74B523B6}"/>
              </a:ext>
            </a:extLst>
          </p:cNvPr>
          <p:cNvCxnSpPr>
            <a:cxnSpLocks/>
          </p:cNvCxnSpPr>
          <p:nvPr/>
        </p:nvCxnSpPr>
        <p:spPr>
          <a:xfrm>
            <a:off x="9201728" y="447962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75F395E8-00CA-8CD2-4C1F-AB4170EE4419}"/>
              </a:ext>
            </a:extLst>
          </p:cNvPr>
          <p:cNvSpPr/>
          <p:nvPr/>
        </p:nvSpPr>
        <p:spPr>
          <a:xfrm>
            <a:off x="9556997" y="443490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DE15A28-24C5-9618-891E-7D0BCA77FABE}"/>
              </a:ext>
            </a:extLst>
          </p:cNvPr>
          <p:cNvSpPr txBox="1"/>
          <p:nvPr/>
        </p:nvSpPr>
        <p:spPr>
          <a:xfrm>
            <a:off x="9596840" y="451112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5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B1DA306-9A4F-B8CC-878B-68B728667401}"/>
              </a:ext>
            </a:extLst>
          </p:cNvPr>
          <p:cNvCxnSpPr>
            <a:cxnSpLocks/>
          </p:cNvCxnSpPr>
          <p:nvPr/>
        </p:nvCxnSpPr>
        <p:spPr>
          <a:xfrm>
            <a:off x="9201728" y="461885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74F8D662-ADC4-DD8D-C82E-00D4DC3A7B46}"/>
              </a:ext>
            </a:extLst>
          </p:cNvPr>
          <p:cNvSpPr/>
          <p:nvPr/>
        </p:nvSpPr>
        <p:spPr>
          <a:xfrm>
            <a:off x="9556997" y="457413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7FA2EBB-6A29-371A-BA44-E818401DD9A1}"/>
              </a:ext>
            </a:extLst>
          </p:cNvPr>
          <p:cNvSpPr txBox="1"/>
          <p:nvPr/>
        </p:nvSpPr>
        <p:spPr>
          <a:xfrm>
            <a:off x="9596840" y="465035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6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61B27275-9952-F678-6842-671C15B7A13B}"/>
              </a:ext>
            </a:extLst>
          </p:cNvPr>
          <p:cNvCxnSpPr>
            <a:cxnSpLocks/>
          </p:cNvCxnSpPr>
          <p:nvPr/>
        </p:nvCxnSpPr>
        <p:spPr>
          <a:xfrm>
            <a:off x="9201728" y="475807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8855D7C8-0EAF-E571-C3DC-C1B7354633A3}"/>
              </a:ext>
            </a:extLst>
          </p:cNvPr>
          <p:cNvSpPr/>
          <p:nvPr/>
        </p:nvSpPr>
        <p:spPr>
          <a:xfrm>
            <a:off x="9556997" y="471335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4CBC59C-C073-CACA-DF06-2C799AAE1028}"/>
              </a:ext>
            </a:extLst>
          </p:cNvPr>
          <p:cNvSpPr txBox="1"/>
          <p:nvPr/>
        </p:nvSpPr>
        <p:spPr>
          <a:xfrm>
            <a:off x="9596840" y="478957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7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5DEFF1B-692D-C2A1-DCF3-12FFF365930A}"/>
              </a:ext>
            </a:extLst>
          </p:cNvPr>
          <p:cNvCxnSpPr>
            <a:cxnSpLocks/>
          </p:cNvCxnSpPr>
          <p:nvPr/>
        </p:nvCxnSpPr>
        <p:spPr>
          <a:xfrm>
            <a:off x="9201728" y="489730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8A908447-DD74-0879-01C5-84928E03207E}"/>
              </a:ext>
            </a:extLst>
          </p:cNvPr>
          <p:cNvSpPr/>
          <p:nvPr/>
        </p:nvSpPr>
        <p:spPr>
          <a:xfrm>
            <a:off x="9556997" y="485258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95B213-5A7C-FF4A-1D65-442F65C221C7}"/>
              </a:ext>
            </a:extLst>
          </p:cNvPr>
          <p:cNvSpPr txBox="1"/>
          <p:nvPr/>
        </p:nvSpPr>
        <p:spPr>
          <a:xfrm rot="5400000">
            <a:off x="9445765" y="491486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469C73-3423-226E-0C9D-4D0CDEC21797}"/>
              </a:ext>
            </a:extLst>
          </p:cNvPr>
          <p:cNvSpPr txBox="1"/>
          <p:nvPr/>
        </p:nvSpPr>
        <p:spPr>
          <a:xfrm>
            <a:off x="9178596" y="3521890"/>
            <a:ext cx="762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E</a:t>
            </a:r>
            <a:endParaRPr lang="LID4096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1496391B-C9F0-6A53-9F67-C72760F28F26}"/>
              </a:ext>
            </a:extLst>
          </p:cNvPr>
          <p:cNvSpPr/>
          <p:nvPr/>
        </p:nvSpPr>
        <p:spPr>
          <a:xfrm>
            <a:off x="8695189" y="2181138"/>
            <a:ext cx="465589" cy="1744910"/>
          </a:xfrm>
          <a:custGeom>
            <a:avLst/>
            <a:gdLst>
              <a:gd name="csX0" fmla="*/ 465589 w 465589"/>
              <a:gd name="csY0" fmla="*/ 1744910 h 1744910"/>
              <a:gd name="csX1" fmla="*/ 268448 w 465589"/>
              <a:gd name="csY1" fmla="*/ 1744910 h 1744910"/>
              <a:gd name="csX2" fmla="*/ 268448 w 465589"/>
              <a:gd name="csY2" fmla="*/ 0 h 1744910"/>
              <a:gd name="csX3" fmla="*/ 0 w 465589"/>
              <a:gd name="csY3" fmla="*/ 0 h 17449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65589" h="1744910">
                <a:moveTo>
                  <a:pt x="465589" y="1744910"/>
                </a:moveTo>
                <a:lnTo>
                  <a:pt x="268448" y="1744910"/>
                </a:lnTo>
                <a:lnTo>
                  <a:pt x="268448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98099A7-1E41-F5AD-30E4-A80613DDC5FB}"/>
              </a:ext>
            </a:extLst>
          </p:cNvPr>
          <p:cNvCxnSpPr/>
          <p:nvPr/>
        </p:nvCxnSpPr>
        <p:spPr>
          <a:xfrm flipH="1">
            <a:off x="8695189" y="2098135"/>
            <a:ext cx="465589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AFB4AC83-7379-AAA8-B0D5-388CE57DE471}"/>
              </a:ext>
            </a:extLst>
          </p:cNvPr>
          <p:cNvSpPr txBox="1"/>
          <p:nvPr/>
        </p:nvSpPr>
        <p:spPr>
          <a:xfrm>
            <a:off x="9178596" y="5362033"/>
            <a:ext cx="756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F</a:t>
            </a:r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83FAE1DB-EA51-80B9-BFAB-13A1DE6F03AD}"/>
              </a:ext>
            </a:extLst>
          </p:cNvPr>
          <p:cNvSpPr/>
          <p:nvPr/>
        </p:nvSpPr>
        <p:spPr>
          <a:xfrm>
            <a:off x="8615823" y="2265029"/>
            <a:ext cx="544955" cy="3483610"/>
          </a:xfrm>
          <a:custGeom>
            <a:avLst/>
            <a:gdLst>
              <a:gd name="csX0" fmla="*/ 453006 w 453006"/>
              <a:gd name="csY0" fmla="*/ 3632433 h 3632433"/>
              <a:gd name="csX1" fmla="*/ 192947 w 453006"/>
              <a:gd name="csY1" fmla="*/ 3632433 h 3632433"/>
              <a:gd name="csX2" fmla="*/ 192947 w 453006"/>
              <a:gd name="csY2" fmla="*/ 0 h 3632433"/>
              <a:gd name="csX3" fmla="*/ 0 w 453006"/>
              <a:gd name="csY3" fmla="*/ 0 h 36324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53006" h="3632433">
                <a:moveTo>
                  <a:pt x="453006" y="3632433"/>
                </a:moveTo>
                <a:lnTo>
                  <a:pt x="192947" y="3632433"/>
                </a:lnTo>
                <a:lnTo>
                  <a:pt x="192947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1C853AE-B8FC-A7F1-BEA0-A3CDA7D32A95}"/>
              </a:ext>
            </a:extLst>
          </p:cNvPr>
          <p:cNvSpPr/>
          <p:nvPr/>
        </p:nvSpPr>
        <p:spPr>
          <a:xfrm>
            <a:off x="9131417" y="1292783"/>
            <a:ext cx="863289" cy="318796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3DEA7A9-965F-71F3-C3FB-DD40ABE1E267}"/>
              </a:ext>
            </a:extLst>
          </p:cNvPr>
          <p:cNvSpPr txBox="1"/>
          <p:nvPr/>
        </p:nvSpPr>
        <p:spPr>
          <a:xfrm rot="5400000">
            <a:off x="9445765" y="127285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0413473-CFD1-E975-F181-72041814606E}"/>
              </a:ext>
            </a:extLst>
          </p:cNvPr>
          <p:cNvSpPr txBox="1"/>
          <p:nvPr/>
        </p:nvSpPr>
        <p:spPr>
          <a:xfrm>
            <a:off x="9596840" y="5640914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7CD2180-B497-DCBA-537D-456D5D87AAA1}"/>
              </a:ext>
            </a:extLst>
          </p:cNvPr>
          <p:cNvCxnSpPr>
            <a:cxnSpLocks/>
          </p:cNvCxnSpPr>
          <p:nvPr/>
        </p:nvCxnSpPr>
        <p:spPr>
          <a:xfrm>
            <a:off x="9201728" y="5748638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>
            <a:extLst>
              <a:ext uri="{FF2B5EF4-FFF2-40B4-BE49-F238E27FC236}">
                <a16:creationId xmlns:a16="http://schemas.microsoft.com/office/drawing/2014/main" id="{5D77B111-691C-4429-AD53-B817915715CA}"/>
              </a:ext>
            </a:extLst>
          </p:cNvPr>
          <p:cNvSpPr/>
          <p:nvPr/>
        </p:nvSpPr>
        <p:spPr>
          <a:xfrm>
            <a:off x="9556997" y="5703920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6CD0094-FBE6-EE80-54D2-F8C620EDB65F}"/>
              </a:ext>
            </a:extLst>
          </p:cNvPr>
          <p:cNvCxnSpPr/>
          <p:nvPr/>
        </p:nvCxnSpPr>
        <p:spPr>
          <a:xfrm>
            <a:off x="9005582" y="1170264"/>
            <a:ext cx="0" cy="527038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96E2EA81-D1CB-1D7F-ABC4-8170AA312C6B}"/>
              </a:ext>
            </a:extLst>
          </p:cNvPr>
          <p:cNvSpPr/>
          <p:nvPr/>
        </p:nvSpPr>
        <p:spPr>
          <a:xfrm>
            <a:off x="8703578" y="1681993"/>
            <a:ext cx="297809" cy="322976"/>
          </a:xfrm>
          <a:custGeom>
            <a:avLst/>
            <a:gdLst>
              <a:gd name="csX0" fmla="*/ 297809 w 297809"/>
              <a:gd name="csY0" fmla="*/ 0 h 322976"/>
              <a:gd name="csX1" fmla="*/ 297809 w 297809"/>
              <a:gd name="csY1" fmla="*/ 322976 h 322976"/>
              <a:gd name="csX2" fmla="*/ 0 w 297809"/>
              <a:gd name="csY2" fmla="*/ 322976 h 322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7809" h="322976">
                <a:moveTo>
                  <a:pt x="297809" y="0"/>
                </a:moveTo>
                <a:lnTo>
                  <a:pt x="297809" y="322976"/>
                </a:lnTo>
                <a:lnTo>
                  <a:pt x="0" y="322976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Arrow: Down 109">
            <a:extLst>
              <a:ext uri="{FF2B5EF4-FFF2-40B4-BE49-F238E27FC236}">
                <a16:creationId xmlns:a16="http://schemas.microsoft.com/office/drawing/2014/main" id="{E864AA7D-9ED9-3540-2B29-2B68B2F3D950}"/>
              </a:ext>
            </a:extLst>
          </p:cNvPr>
          <p:cNvSpPr/>
          <p:nvPr/>
        </p:nvSpPr>
        <p:spPr>
          <a:xfrm>
            <a:off x="8347046" y="1069597"/>
            <a:ext cx="268777" cy="69209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568C696-80B5-4426-B1B7-416F73F78B2A}"/>
              </a:ext>
            </a:extLst>
          </p:cNvPr>
          <p:cNvSpPr/>
          <p:nvPr/>
        </p:nvSpPr>
        <p:spPr>
          <a:xfrm>
            <a:off x="8179267" y="759203"/>
            <a:ext cx="616590" cy="3229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0D546BD-F764-BF44-BE41-32D1198A1ADA}"/>
              </a:ext>
            </a:extLst>
          </p:cNvPr>
          <p:cNvSpPr txBox="1"/>
          <p:nvPr/>
        </p:nvSpPr>
        <p:spPr>
          <a:xfrm>
            <a:off x="8206358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EXTI0</a:t>
            </a:r>
            <a:endParaRPr lang="LID4096" sz="1200"/>
          </a:p>
        </p:txBody>
      </p:sp>
      <p:sp>
        <p:nvSpPr>
          <p:cNvPr id="115" name="Arrow: Down 114">
            <a:extLst>
              <a:ext uri="{FF2B5EF4-FFF2-40B4-BE49-F238E27FC236}">
                <a16:creationId xmlns:a16="http://schemas.microsoft.com/office/drawing/2014/main" id="{8456C524-1C7D-E572-230C-1BB7AEAE24A2}"/>
              </a:ext>
            </a:extLst>
          </p:cNvPr>
          <p:cNvSpPr/>
          <p:nvPr/>
        </p:nvSpPr>
        <p:spPr>
          <a:xfrm>
            <a:off x="7734603" y="1069596"/>
            <a:ext cx="268777" cy="1553935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CFB61EFF-6B7C-1205-24D6-E848B4C97463}"/>
              </a:ext>
            </a:extLst>
          </p:cNvPr>
          <p:cNvGrpSpPr/>
          <p:nvPr/>
        </p:nvGrpSpPr>
        <p:grpSpPr>
          <a:xfrm>
            <a:off x="7566824" y="759203"/>
            <a:ext cx="616590" cy="322976"/>
            <a:chOff x="7566824" y="759203"/>
            <a:chExt cx="616590" cy="322976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D7287EC-FF48-CD90-5B24-1AED4CA98816}"/>
                </a:ext>
              </a:extLst>
            </p:cNvPr>
            <p:cNvSpPr/>
            <p:nvPr/>
          </p:nvSpPr>
          <p:spPr>
            <a:xfrm>
              <a:off x="7566824" y="759203"/>
              <a:ext cx="616590" cy="322976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7A6B359B-E25A-0AA7-45F5-3E9066FEAEC1}"/>
                </a:ext>
              </a:extLst>
            </p:cNvPr>
            <p:cNvSpPr txBox="1"/>
            <p:nvPr/>
          </p:nvSpPr>
          <p:spPr>
            <a:xfrm>
              <a:off x="7593915" y="792598"/>
              <a:ext cx="5501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EXTI1</a:t>
              </a:r>
              <a:endParaRPr lang="LID4096" sz="1200"/>
            </a:p>
          </p:txBody>
        </p:sp>
      </p:grp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C5C41AA5-B70A-E14F-56BC-F20D20B19BFE}"/>
              </a:ext>
            </a:extLst>
          </p:cNvPr>
          <p:cNvSpPr/>
          <p:nvPr/>
        </p:nvSpPr>
        <p:spPr>
          <a:xfrm>
            <a:off x="7664093" y="2497932"/>
            <a:ext cx="432137" cy="960539"/>
          </a:xfrm>
          <a:custGeom>
            <a:avLst/>
            <a:gdLst>
              <a:gd name="csX0" fmla="*/ 213919 w 213919"/>
              <a:gd name="csY0" fmla="*/ 0 h 960539"/>
              <a:gd name="csX1" fmla="*/ 0 w 213919"/>
              <a:gd name="csY1" fmla="*/ 213919 h 960539"/>
              <a:gd name="csX2" fmla="*/ 0 w 213919"/>
              <a:gd name="csY2" fmla="*/ 759203 h 960539"/>
              <a:gd name="csX3" fmla="*/ 201336 w 213919"/>
              <a:gd name="csY3" fmla="*/ 960539 h 960539"/>
              <a:gd name="csX4" fmla="*/ 213919 w 213919"/>
              <a:gd name="csY4" fmla="*/ 0 h 960539"/>
              <a:gd name="csX0" fmla="*/ 213919 w 215874"/>
              <a:gd name="csY0" fmla="*/ 0 h 960539"/>
              <a:gd name="csX1" fmla="*/ 0 w 215874"/>
              <a:gd name="csY1" fmla="*/ 213919 h 960539"/>
              <a:gd name="csX2" fmla="*/ 0 w 215874"/>
              <a:gd name="csY2" fmla="*/ 759203 h 960539"/>
              <a:gd name="csX3" fmla="*/ 215874 w 215874"/>
              <a:gd name="csY3" fmla="*/ 960539 h 960539"/>
              <a:gd name="csX4" fmla="*/ 213919 w 215874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72"/>
              <a:gd name="csY0" fmla="*/ 0 h 960539"/>
              <a:gd name="csX1" fmla="*/ 0 w 213972"/>
              <a:gd name="csY1" fmla="*/ 213919 h 960539"/>
              <a:gd name="csX2" fmla="*/ 0 w 213972"/>
              <a:gd name="csY2" fmla="*/ 759203 h 960539"/>
              <a:gd name="csX3" fmla="*/ 209644 w 213972"/>
              <a:gd name="csY3" fmla="*/ 960539 h 960539"/>
              <a:gd name="csX4" fmla="*/ 213919 w 213972"/>
              <a:gd name="csY4" fmla="*/ 0 h 960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3972" h="960539">
                <a:moveTo>
                  <a:pt x="213919" y="0"/>
                </a:moveTo>
                <a:lnTo>
                  <a:pt x="0" y="213919"/>
                </a:lnTo>
                <a:lnTo>
                  <a:pt x="0" y="759203"/>
                </a:lnTo>
                <a:lnTo>
                  <a:pt x="209644" y="960539"/>
                </a:lnTo>
                <a:cubicBezTo>
                  <a:pt x="208992" y="640359"/>
                  <a:pt x="214571" y="320180"/>
                  <a:pt x="213919" y="0"/>
                </a:cubicBez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715E714E-5EAB-9297-7A52-C3D49D8DBFD4}"/>
              </a:ext>
            </a:extLst>
          </p:cNvPr>
          <p:cNvSpPr/>
          <p:nvPr/>
        </p:nvSpPr>
        <p:spPr>
          <a:xfrm>
            <a:off x="8268487" y="1648439"/>
            <a:ext cx="432137" cy="960539"/>
          </a:xfrm>
          <a:custGeom>
            <a:avLst/>
            <a:gdLst>
              <a:gd name="csX0" fmla="*/ 213919 w 213919"/>
              <a:gd name="csY0" fmla="*/ 0 h 960539"/>
              <a:gd name="csX1" fmla="*/ 0 w 213919"/>
              <a:gd name="csY1" fmla="*/ 213919 h 960539"/>
              <a:gd name="csX2" fmla="*/ 0 w 213919"/>
              <a:gd name="csY2" fmla="*/ 759203 h 960539"/>
              <a:gd name="csX3" fmla="*/ 201336 w 213919"/>
              <a:gd name="csY3" fmla="*/ 960539 h 960539"/>
              <a:gd name="csX4" fmla="*/ 213919 w 213919"/>
              <a:gd name="csY4" fmla="*/ 0 h 960539"/>
              <a:gd name="csX0" fmla="*/ 213919 w 215874"/>
              <a:gd name="csY0" fmla="*/ 0 h 960539"/>
              <a:gd name="csX1" fmla="*/ 0 w 215874"/>
              <a:gd name="csY1" fmla="*/ 213919 h 960539"/>
              <a:gd name="csX2" fmla="*/ 0 w 215874"/>
              <a:gd name="csY2" fmla="*/ 759203 h 960539"/>
              <a:gd name="csX3" fmla="*/ 215874 w 215874"/>
              <a:gd name="csY3" fmla="*/ 960539 h 960539"/>
              <a:gd name="csX4" fmla="*/ 213919 w 215874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72"/>
              <a:gd name="csY0" fmla="*/ 0 h 960539"/>
              <a:gd name="csX1" fmla="*/ 0 w 213972"/>
              <a:gd name="csY1" fmla="*/ 213919 h 960539"/>
              <a:gd name="csX2" fmla="*/ 0 w 213972"/>
              <a:gd name="csY2" fmla="*/ 759203 h 960539"/>
              <a:gd name="csX3" fmla="*/ 209644 w 213972"/>
              <a:gd name="csY3" fmla="*/ 960539 h 960539"/>
              <a:gd name="csX4" fmla="*/ 213919 w 213972"/>
              <a:gd name="csY4" fmla="*/ 0 h 960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3972" h="960539">
                <a:moveTo>
                  <a:pt x="213919" y="0"/>
                </a:moveTo>
                <a:lnTo>
                  <a:pt x="0" y="213919"/>
                </a:lnTo>
                <a:lnTo>
                  <a:pt x="0" y="759203"/>
                </a:lnTo>
                <a:lnTo>
                  <a:pt x="209644" y="960539"/>
                </a:lnTo>
                <a:cubicBezTo>
                  <a:pt x="208992" y="640359"/>
                  <a:pt x="214571" y="320180"/>
                  <a:pt x="213919" y="0"/>
                </a:cubicBez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E7C4C416-969B-DD2E-92D0-3F6045933197}"/>
              </a:ext>
            </a:extLst>
          </p:cNvPr>
          <p:cNvSpPr/>
          <p:nvPr/>
        </p:nvSpPr>
        <p:spPr>
          <a:xfrm>
            <a:off x="8103765" y="2231472"/>
            <a:ext cx="1052818" cy="595618"/>
          </a:xfrm>
          <a:custGeom>
            <a:avLst/>
            <a:gdLst>
              <a:gd name="csX0" fmla="*/ 1052818 w 1052818"/>
              <a:gd name="csY0" fmla="*/ 0 h 595618"/>
              <a:gd name="csX1" fmla="*/ 952151 w 1052818"/>
              <a:gd name="csY1" fmla="*/ 0 h 595618"/>
              <a:gd name="csX2" fmla="*/ 952151 w 1052818"/>
              <a:gd name="csY2" fmla="*/ 595618 h 595618"/>
              <a:gd name="csX3" fmla="*/ 0 w 1052818"/>
              <a:gd name="csY3" fmla="*/ 595618 h 5956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2818" h="595618">
                <a:moveTo>
                  <a:pt x="1052818" y="0"/>
                </a:moveTo>
                <a:lnTo>
                  <a:pt x="952151" y="0"/>
                </a:lnTo>
                <a:lnTo>
                  <a:pt x="952151" y="595618"/>
                </a:lnTo>
                <a:lnTo>
                  <a:pt x="0" y="595618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ADFDF4FF-5EE1-F27D-109C-AC4587BBCD87}"/>
              </a:ext>
            </a:extLst>
          </p:cNvPr>
          <p:cNvCxnSpPr/>
          <p:nvPr/>
        </p:nvCxnSpPr>
        <p:spPr>
          <a:xfrm>
            <a:off x="8912604" y="1181415"/>
            <a:ext cx="0" cy="52703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5CB6921A-F8D8-4E1E-F80E-43706A994A64}"/>
              </a:ext>
            </a:extLst>
          </p:cNvPr>
          <p:cNvSpPr/>
          <p:nvPr/>
        </p:nvSpPr>
        <p:spPr>
          <a:xfrm>
            <a:off x="8107960" y="1711354"/>
            <a:ext cx="805343" cy="1019263"/>
          </a:xfrm>
          <a:custGeom>
            <a:avLst/>
            <a:gdLst>
              <a:gd name="csX0" fmla="*/ 805343 w 805343"/>
              <a:gd name="csY0" fmla="*/ 0 h 1019263"/>
              <a:gd name="csX1" fmla="*/ 805343 w 805343"/>
              <a:gd name="csY1" fmla="*/ 1019263 h 1019263"/>
              <a:gd name="csX2" fmla="*/ 0 w 805343"/>
              <a:gd name="csY2" fmla="*/ 1019263 h 1019263"/>
              <a:gd name="csX3" fmla="*/ 0 w 805343"/>
              <a:gd name="csY3" fmla="*/ 1002485 h 10192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05343" h="1019263">
                <a:moveTo>
                  <a:pt x="805343" y="0"/>
                </a:moveTo>
                <a:lnTo>
                  <a:pt x="805343" y="1019263"/>
                </a:lnTo>
                <a:lnTo>
                  <a:pt x="0" y="1019263"/>
                </a:lnTo>
                <a:lnTo>
                  <a:pt x="0" y="1002485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2" name="Freeform: Shape 121">
            <a:extLst>
              <a:ext uri="{FF2B5EF4-FFF2-40B4-BE49-F238E27FC236}">
                <a16:creationId xmlns:a16="http://schemas.microsoft.com/office/drawing/2014/main" id="{F332FE6B-14A5-259E-AFF7-F9140F846B09}"/>
              </a:ext>
            </a:extLst>
          </p:cNvPr>
          <p:cNvSpPr/>
          <p:nvPr/>
        </p:nvSpPr>
        <p:spPr>
          <a:xfrm>
            <a:off x="8095376" y="2936147"/>
            <a:ext cx="1065402" cy="1124125"/>
          </a:xfrm>
          <a:custGeom>
            <a:avLst/>
            <a:gdLst>
              <a:gd name="csX0" fmla="*/ 1052818 w 1052818"/>
              <a:gd name="csY0" fmla="*/ 1124125 h 1124125"/>
              <a:gd name="csX1" fmla="*/ 637563 w 1052818"/>
              <a:gd name="csY1" fmla="*/ 1124125 h 1124125"/>
              <a:gd name="csX2" fmla="*/ 637563 w 1052818"/>
              <a:gd name="csY2" fmla="*/ 0 h 1124125"/>
              <a:gd name="csX3" fmla="*/ 0 w 1052818"/>
              <a:gd name="csY3" fmla="*/ 0 h 11241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2818" h="1124125">
                <a:moveTo>
                  <a:pt x="1052818" y="1124125"/>
                </a:moveTo>
                <a:lnTo>
                  <a:pt x="637563" y="1124125"/>
                </a:lnTo>
                <a:lnTo>
                  <a:pt x="637563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F25BE1FF-E345-9E63-0D3D-7EA61C04C525}"/>
              </a:ext>
            </a:extLst>
          </p:cNvPr>
          <p:cNvCxnSpPr/>
          <p:nvPr/>
        </p:nvCxnSpPr>
        <p:spPr>
          <a:xfrm>
            <a:off x="8615823" y="5362033"/>
            <a:ext cx="0" cy="52703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Freeform: Shape 123">
            <a:extLst>
              <a:ext uri="{FF2B5EF4-FFF2-40B4-BE49-F238E27FC236}">
                <a16:creationId xmlns:a16="http://schemas.microsoft.com/office/drawing/2014/main" id="{E6D848DA-3BEC-8698-E55B-1D7FDCF75D92}"/>
              </a:ext>
            </a:extLst>
          </p:cNvPr>
          <p:cNvSpPr/>
          <p:nvPr/>
        </p:nvSpPr>
        <p:spPr>
          <a:xfrm>
            <a:off x="8095376" y="3061982"/>
            <a:ext cx="524312" cy="2294389"/>
          </a:xfrm>
          <a:custGeom>
            <a:avLst/>
            <a:gdLst>
              <a:gd name="csX0" fmla="*/ 524312 w 524312"/>
              <a:gd name="csY0" fmla="*/ 2294389 h 2294389"/>
              <a:gd name="csX1" fmla="*/ 524312 w 524312"/>
              <a:gd name="csY1" fmla="*/ 4194 h 2294389"/>
              <a:gd name="csX2" fmla="*/ 0 w 524312"/>
              <a:gd name="csY2" fmla="*/ 4194 h 2294389"/>
              <a:gd name="csX3" fmla="*/ 0 w 524312"/>
              <a:gd name="csY3" fmla="*/ 0 h 22943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24312" h="2294389">
                <a:moveTo>
                  <a:pt x="524312" y="2294389"/>
                </a:moveTo>
                <a:lnTo>
                  <a:pt x="524312" y="4194"/>
                </a:lnTo>
                <a:lnTo>
                  <a:pt x="0" y="4194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F32B6FB9-2AB6-2990-65B7-798FA8AFFBAA}"/>
              </a:ext>
            </a:extLst>
          </p:cNvPr>
          <p:cNvSpPr/>
          <p:nvPr/>
        </p:nvSpPr>
        <p:spPr>
          <a:xfrm>
            <a:off x="6955826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43283BA6-F8E6-F755-BDCC-BEC9E325DE42}"/>
              </a:ext>
            </a:extLst>
          </p:cNvPr>
          <p:cNvSpPr txBox="1"/>
          <p:nvPr/>
        </p:nvSpPr>
        <p:spPr>
          <a:xfrm>
            <a:off x="6982917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EXTI2</a:t>
            </a:r>
            <a:endParaRPr lang="LID4096" sz="1200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E46A415-FEFC-5871-C8A1-4C3C8298EABF}"/>
              </a:ext>
            </a:extLst>
          </p:cNvPr>
          <p:cNvSpPr/>
          <p:nvPr/>
        </p:nvSpPr>
        <p:spPr>
          <a:xfrm>
            <a:off x="6344828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9D1D9F99-8E77-2F0E-7382-5AA9363D1EC9}"/>
              </a:ext>
            </a:extLst>
          </p:cNvPr>
          <p:cNvSpPr txBox="1"/>
          <p:nvPr/>
        </p:nvSpPr>
        <p:spPr>
          <a:xfrm>
            <a:off x="6371919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EXTI3</a:t>
            </a:r>
            <a:endParaRPr lang="LID4096" sz="120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C98EECA2-219F-1E69-A40D-503BCF58D499}"/>
              </a:ext>
            </a:extLst>
          </p:cNvPr>
          <p:cNvSpPr txBox="1"/>
          <p:nvPr/>
        </p:nvSpPr>
        <p:spPr>
          <a:xfrm rot="5400000">
            <a:off x="7146340" y="142691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E0C4F0B-7CD3-36B5-E0BF-BF83989BE2BD}"/>
              </a:ext>
            </a:extLst>
          </p:cNvPr>
          <p:cNvSpPr txBox="1"/>
          <p:nvPr/>
        </p:nvSpPr>
        <p:spPr>
          <a:xfrm rot="5400000">
            <a:off x="6506569" y="145118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33BC0A1-04E2-FFD7-13B8-5D3C853CF2B5}"/>
              </a:ext>
            </a:extLst>
          </p:cNvPr>
          <p:cNvSpPr/>
          <p:nvPr/>
        </p:nvSpPr>
        <p:spPr>
          <a:xfrm>
            <a:off x="6346272" y="599813"/>
            <a:ext cx="2449585" cy="18383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15DB63C9-C46D-0FBF-C158-94CFA2048670}"/>
              </a:ext>
            </a:extLst>
          </p:cNvPr>
          <p:cNvSpPr txBox="1"/>
          <p:nvPr/>
        </p:nvSpPr>
        <p:spPr>
          <a:xfrm>
            <a:off x="7064325" y="563344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AFIO_EXTICR1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720D8AC-AB95-AD64-E71C-B10EB01B8456}"/>
              </a:ext>
            </a:extLst>
          </p:cNvPr>
          <p:cNvSpPr/>
          <p:nvPr/>
        </p:nvSpPr>
        <p:spPr>
          <a:xfrm>
            <a:off x="5532226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5BADF9F3-6D96-D8B7-4F19-DF63CC7C92F0}"/>
              </a:ext>
            </a:extLst>
          </p:cNvPr>
          <p:cNvSpPr txBox="1"/>
          <p:nvPr/>
        </p:nvSpPr>
        <p:spPr>
          <a:xfrm>
            <a:off x="5559317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EXTI4</a:t>
            </a:r>
            <a:endParaRPr lang="LID4096" sz="120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FAC7A561-A4ED-A570-2088-1FE261E9B84A}"/>
              </a:ext>
            </a:extLst>
          </p:cNvPr>
          <p:cNvSpPr/>
          <p:nvPr/>
        </p:nvSpPr>
        <p:spPr>
          <a:xfrm>
            <a:off x="4919783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4259871A-BDAC-004E-CFB0-6D1E63CAA5A3}"/>
              </a:ext>
            </a:extLst>
          </p:cNvPr>
          <p:cNvSpPr txBox="1"/>
          <p:nvPr/>
        </p:nvSpPr>
        <p:spPr>
          <a:xfrm>
            <a:off x="4946874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EXTI5</a:t>
            </a:r>
            <a:endParaRPr lang="LID4096" sz="120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D298C999-108E-561F-67E1-8999B4D38FB6}"/>
              </a:ext>
            </a:extLst>
          </p:cNvPr>
          <p:cNvSpPr/>
          <p:nvPr/>
        </p:nvSpPr>
        <p:spPr>
          <a:xfrm>
            <a:off x="4308785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B503ADD2-5B56-97FA-32F4-5CC6E489852E}"/>
              </a:ext>
            </a:extLst>
          </p:cNvPr>
          <p:cNvSpPr txBox="1"/>
          <p:nvPr/>
        </p:nvSpPr>
        <p:spPr>
          <a:xfrm>
            <a:off x="4335876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EXTI6</a:t>
            </a:r>
            <a:endParaRPr lang="LID4096" sz="120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5E1E65C4-684F-A032-10D1-18A21CD5D804}"/>
              </a:ext>
            </a:extLst>
          </p:cNvPr>
          <p:cNvSpPr/>
          <p:nvPr/>
        </p:nvSpPr>
        <p:spPr>
          <a:xfrm>
            <a:off x="3697787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C1EC4CE7-A9F6-DFB7-332A-BE243BB69C9B}"/>
              </a:ext>
            </a:extLst>
          </p:cNvPr>
          <p:cNvSpPr txBox="1"/>
          <p:nvPr/>
        </p:nvSpPr>
        <p:spPr>
          <a:xfrm>
            <a:off x="3724878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EXTI7</a:t>
            </a:r>
            <a:endParaRPr lang="LID4096" sz="1200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01076C78-737F-7F49-FAB5-0F1E5873782C}"/>
              </a:ext>
            </a:extLst>
          </p:cNvPr>
          <p:cNvSpPr/>
          <p:nvPr/>
        </p:nvSpPr>
        <p:spPr>
          <a:xfrm>
            <a:off x="3699231" y="599813"/>
            <a:ext cx="2449585" cy="18383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62B305C-BBFD-4545-20BB-90B334DF9A7F}"/>
              </a:ext>
            </a:extLst>
          </p:cNvPr>
          <p:cNvSpPr txBox="1"/>
          <p:nvPr/>
        </p:nvSpPr>
        <p:spPr>
          <a:xfrm>
            <a:off x="4417284" y="563344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AFIO_EXTICR2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FAF184E2-20AA-B170-FE7F-90B15620CC96}"/>
              </a:ext>
            </a:extLst>
          </p:cNvPr>
          <p:cNvSpPr/>
          <p:nvPr/>
        </p:nvSpPr>
        <p:spPr>
          <a:xfrm>
            <a:off x="9102676" y="5791456"/>
            <a:ext cx="908134" cy="215444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743DAA1-0CFC-E79D-BD46-0D4555290F1B}"/>
              </a:ext>
            </a:extLst>
          </p:cNvPr>
          <p:cNvSpPr/>
          <p:nvPr/>
        </p:nvSpPr>
        <p:spPr>
          <a:xfrm rot="10800000">
            <a:off x="9121112" y="1256897"/>
            <a:ext cx="908134" cy="215444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1A47297F-2B64-F88C-B982-ECCF4BF9AAB1}"/>
              </a:ext>
            </a:extLst>
          </p:cNvPr>
          <p:cNvSpPr/>
          <p:nvPr/>
        </p:nvSpPr>
        <p:spPr>
          <a:xfrm rot="5400000">
            <a:off x="4120347" y="-412671"/>
            <a:ext cx="1239500" cy="3109219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41720662-C1C0-120E-B247-8EA8F7E669CD}"/>
              </a:ext>
            </a:extLst>
          </p:cNvPr>
          <p:cNvSpPr txBox="1"/>
          <p:nvPr/>
        </p:nvSpPr>
        <p:spPr>
          <a:xfrm>
            <a:off x="5645792" y="2430226"/>
            <a:ext cx="1236729" cy="30645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/>
              <a:t>EXTI</a:t>
            </a:r>
            <a:br>
              <a:rPr lang="en-US"/>
            </a:br>
            <a:endParaRPr lang="en-US" sz="10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3262D9E4-33CC-3533-DD35-3896BDE3B501}"/>
              </a:ext>
            </a:extLst>
          </p:cNvPr>
          <p:cNvSpPr txBox="1"/>
          <p:nvPr/>
        </p:nvSpPr>
        <p:spPr>
          <a:xfrm>
            <a:off x="6283522" y="2806310"/>
            <a:ext cx="59332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/>
              <a:t>EXTI0</a:t>
            </a:r>
            <a:br>
              <a:rPr lang="en-US" sz="1050"/>
            </a:br>
            <a:r>
              <a:rPr lang="en-US" sz="1050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pPr algn="r"/>
            <a:r>
              <a:rPr lang="en-US" sz="1050"/>
              <a:t>EXTI5</a:t>
            </a:r>
            <a:br>
              <a:rPr lang="en-US" sz="1050"/>
            </a:br>
            <a:r>
              <a:rPr lang="en-US" sz="1050"/>
              <a:t>EXTI6</a:t>
            </a:r>
            <a:br>
              <a:rPr lang="en-US" sz="1050"/>
            </a:br>
            <a:r>
              <a:rPr lang="en-US" sz="1050"/>
              <a:t>EXTI7</a:t>
            </a:r>
            <a:br>
              <a:rPr lang="en-US" sz="1050"/>
            </a:br>
            <a:r>
              <a:rPr lang="en-US" sz="1050"/>
              <a:t>EXTI8</a:t>
            </a:r>
            <a:br>
              <a:rPr lang="en-US" sz="1050"/>
            </a:br>
            <a:r>
              <a:rPr lang="en-US" sz="1050"/>
              <a:t>EXTI9</a:t>
            </a:r>
            <a:br>
              <a:rPr lang="en-US" sz="1050"/>
            </a:br>
            <a:r>
              <a:rPr lang="en-US" sz="1050"/>
              <a:t>EXTI10</a:t>
            </a:r>
            <a:br>
              <a:rPr lang="en-US" sz="1050"/>
            </a:br>
            <a:r>
              <a:rPr lang="en-US" sz="1050"/>
              <a:t>EXTI11</a:t>
            </a:r>
            <a:br>
              <a:rPr lang="en-US" sz="1050"/>
            </a:br>
            <a:r>
              <a:rPr lang="en-US" sz="1050"/>
              <a:t>EXTI12</a:t>
            </a:r>
            <a:br>
              <a:rPr lang="en-US" sz="1050"/>
            </a:br>
            <a:r>
              <a:rPr lang="en-US" sz="1050"/>
              <a:t>EXTI13</a:t>
            </a:r>
            <a:br>
              <a:rPr lang="en-US" sz="1050"/>
            </a:br>
            <a:r>
              <a:rPr lang="en-US" sz="1050"/>
              <a:t>EXTI14</a:t>
            </a:r>
            <a:br>
              <a:rPr lang="en-US" sz="1050"/>
            </a:br>
            <a:r>
              <a:rPr lang="en-US" sz="1050"/>
              <a:t>EXTI15</a:t>
            </a:r>
            <a:endParaRPr lang="LID4096" sz="3600" dirty="0"/>
          </a:p>
        </p:txBody>
      </p:sp>
      <p:sp>
        <p:nvSpPr>
          <p:cNvPr id="183" name="Freeform: Shape 182">
            <a:extLst>
              <a:ext uri="{FF2B5EF4-FFF2-40B4-BE49-F238E27FC236}">
                <a16:creationId xmlns:a16="http://schemas.microsoft.com/office/drawing/2014/main" id="{EF23A0F4-856B-9FDB-9720-49850C4B0C66}"/>
              </a:ext>
            </a:extLst>
          </p:cNvPr>
          <p:cNvSpPr/>
          <p:nvPr/>
        </p:nvSpPr>
        <p:spPr>
          <a:xfrm>
            <a:off x="6891556" y="2986481"/>
            <a:ext cx="775982" cy="109057"/>
          </a:xfrm>
          <a:custGeom>
            <a:avLst/>
            <a:gdLst>
              <a:gd name="csX0" fmla="*/ 775982 w 775982"/>
              <a:gd name="csY0" fmla="*/ 0 h 109057"/>
              <a:gd name="csX1" fmla="*/ 515923 w 775982"/>
              <a:gd name="csY1" fmla="*/ 0 h 109057"/>
              <a:gd name="csX2" fmla="*/ 515923 w 775982"/>
              <a:gd name="csY2" fmla="*/ 109057 h 109057"/>
              <a:gd name="csX3" fmla="*/ 0 w 775982"/>
              <a:gd name="csY3" fmla="*/ 109057 h 1090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75982" h="109057">
                <a:moveTo>
                  <a:pt x="775982" y="0"/>
                </a:moveTo>
                <a:lnTo>
                  <a:pt x="515923" y="0"/>
                </a:lnTo>
                <a:lnTo>
                  <a:pt x="515923" y="109057"/>
                </a:lnTo>
                <a:lnTo>
                  <a:pt x="0" y="109057"/>
                </a:lnTo>
              </a:path>
            </a:pathLst>
          </a:custGeom>
          <a:noFill/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19BD8044-74C1-BFBF-B94C-BDC7456062CD}"/>
              </a:ext>
            </a:extLst>
          </p:cNvPr>
          <p:cNvCxnSpPr/>
          <p:nvPr/>
        </p:nvCxnSpPr>
        <p:spPr>
          <a:xfrm flipH="1">
            <a:off x="6883167" y="3242345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1F0194E4-E947-A830-DF67-75E4474A48C1}"/>
              </a:ext>
            </a:extLst>
          </p:cNvPr>
          <p:cNvCxnSpPr/>
          <p:nvPr/>
        </p:nvCxnSpPr>
        <p:spPr>
          <a:xfrm flipH="1">
            <a:off x="6883167" y="3396842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AA1D651-F024-8F32-982F-7D6264BCC877}"/>
              </a:ext>
            </a:extLst>
          </p:cNvPr>
          <p:cNvCxnSpPr/>
          <p:nvPr/>
        </p:nvCxnSpPr>
        <p:spPr>
          <a:xfrm flipH="1">
            <a:off x="6879996" y="3572313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2E7BA20A-688B-DF0E-7A49-7477D66A9949}"/>
              </a:ext>
            </a:extLst>
          </p:cNvPr>
          <p:cNvCxnSpPr/>
          <p:nvPr/>
        </p:nvCxnSpPr>
        <p:spPr>
          <a:xfrm flipH="1">
            <a:off x="6879996" y="3733800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C7E504A1-1DF4-051C-2668-FD570C851ED2}"/>
              </a:ext>
            </a:extLst>
          </p:cNvPr>
          <p:cNvCxnSpPr/>
          <p:nvPr/>
        </p:nvCxnSpPr>
        <p:spPr>
          <a:xfrm flipH="1">
            <a:off x="6879996" y="3892094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1135B20F-B911-A28E-CD55-0F740743A0C6}"/>
              </a:ext>
            </a:extLst>
          </p:cNvPr>
          <p:cNvCxnSpPr/>
          <p:nvPr/>
        </p:nvCxnSpPr>
        <p:spPr>
          <a:xfrm flipH="1">
            <a:off x="6879996" y="4055658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ctangle 190">
            <a:extLst>
              <a:ext uri="{FF2B5EF4-FFF2-40B4-BE49-F238E27FC236}">
                <a16:creationId xmlns:a16="http://schemas.microsoft.com/office/drawing/2014/main" id="{3852A564-BA99-EB37-1FFF-78473EC4735F}"/>
              </a:ext>
            </a:extLst>
          </p:cNvPr>
          <p:cNvSpPr/>
          <p:nvPr/>
        </p:nvSpPr>
        <p:spPr>
          <a:xfrm>
            <a:off x="6891555" y="3521889"/>
            <a:ext cx="908134" cy="647781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E5520281-E2EC-1ABC-6A5C-7570C25F474A}"/>
              </a:ext>
            </a:extLst>
          </p:cNvPr>
          <p:cNvSpPr txBox="1"/>
          <p:nvPr/>
        </p:nvSpPr>
        <p:spPr>
          <a:xfrm>
            <a:off x="5637354" y="2806310"/>
            <a:ext cx="849594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EXTI0</a:t>
            </a:r>
            <a:br>
              <a:rPr lang="en-US" sz="1050"/>
            </a:br>
            <a:r>
              <a:rPr lang="en-US" sz="1050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r>
              <a:rPr lang="en-US" sz="1050"/>
              <a:t>EXTI5_9</a:t>
            </a:r>
            <a:br>
              <a:rPr lang="en-US" sz="1050"/>
            </a:br>
            <a:r>
              <a:rPr lang="en-US" sz="1050"/>
              <a:t>EXTI10_15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E4635A66-49AD-6213-9D09-F3FFDAAE60BE}"/>
              </a:ext>
            </a:extLst>
          </p:cNvPr>
          <p:cNvSpPr txBox="1"/>
          <p:nvPr/>
        </p:nvSpPr>
        <p:spPr>
          <a:xfrm>
            <a:off x="2326205" y="2421302"/>
            <a:ext cx="2535215" cy="176158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endParaRPr lang="en-US" sz="3600"/>
          </a:p>
          <a:p>
            <a:pPr algn="ctr"/>
            <a:r>
              <a:rPr lang="en-US" sz="3600"/>
              <a:t>PFIC</a:t>
            </a:r>
            <a:endParaRPr lang="LID4096" sz="6000" dirty="0"/>
          </a:p>
        </p:txBody>
      </p:sp>
    </p:spTree>
    <p:extLst>
      <p:ext uri="{BB962C8B-B14F-4D97-AF65-F5344CB8AC3E}">
        <p14:creationId xmlns:p14="http://schemas.microsoft.com/office/powerpoint/2010/main" val="22233778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1721</TotalTime>
  <Words>910</Words>
  <Application>Microsoft Office PowerPoint</Application>
  <PresentationFormat>Widescreen</PresentationFormat>
  <Paragraphs>385</Paragraphs>
  <Slides>22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Agency FB</vt:lpstr>
      <vt:lpstr>Aptos</vt:lpstr>
      <vt:lpstr>Aptos Display</vt:lpstr>
      <vt:lpstr>Arial</vt:lpstr>
      <vt:lpstr>Calibri</vt:lpstr>
      <vt:lpstr>Consolas</vt:lpstr>
      <vt:lpstr>Script MT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29</cp:revision>
  <dcterms:created xsi:type="dcterms:W3CDTF">2025-09-03T07:58:20Z</dcterms:created>
  <dcterms:modified xsi:type="dcterms:W3CDTF">2025-12-31T11:51:04Z</dcterms:modified>
</cp:coreProperties>
</file>