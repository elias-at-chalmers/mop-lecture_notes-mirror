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  <p:sldId id="458" r:id="rId22"/>
    <p:sldId id="459" r:id="rId23"/>
    <p:sldId id="460" r:id="rId24"/>
    <p:sldId id="461" r:id="rId25"/>
    <p:sldId id="462" r:id="rId26"/>
    <p:sldId id="463" r:id="rId27"/>
    <p:sldId id="464" r:id="rId28"/>
    <p:sldId id="465" r:id="rId2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43" d="100"/>
          <a:sy n="243" d="100"/>
        </p:scale>
        <p:origin x="47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01/28/2026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407A79B-9B47-7591-3900-FAC9B2B77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362" y="2063919"/>
            <a:ext cx="6314136" cy="2512569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F7D953-AFFB-97BD-B7F3-2529F2C0883C}"/>
              </a:ext>
            </a:extLst>
          </p:cNvPr>
          <p:cNvSpPr/>
          <p:nvPr/>
        </p:nvSpPr>
        <p:spPr>
          <a:xfrm>
            <a:off x="5961185" y="2414954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910420-4271-7A14-C9A6-FCFF3B4E2E83}"/>
              </a:ext>
            </a:extLst>
          </p:cNvPr>
          <p:cNvSpPr/>
          <p:nvPr/>
        </p:nvSpPr>
        <p:spPr>
          <a:xfrm>
            <a:off x="6205683" y="4151573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A5F216-7911-D4E9-8D51-0125B0F8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85" y="2812732"/>
            <a:ext cx="5596066" cy="103735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97C682F-2DE7-F536-6371-E6DE9413A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8" y="2391646"/>
            <a:ext cx="1954823" cy="187952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82F8D00-11C4-E14F-A59D-A46E70AEA722}"/>
              </a:ext>
            </a:extLst>
          </p:cNvPr>
          <p:cNvSpPr/>
          <p:nvPr/>
        </p:nvSpPr>
        <p:spPr>
          <a:xfrm>
            <a:off x="2562675" y="32663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CAC7D2-5EAA-CA59-D12B-A37A8024C2B4}"/>
              </a:ext>
            </a:extLst>
          </p:cNvPr>
          <p:cNvSpPr/>
          <p:nvPr/>
        </p:nvSpPr>
        <p:spPr>
          <a:xfrm>
            <a:off x="2564082" y="34187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FCDF1E-78A2-2726-A0A8-BA1F06CB5B12}"/>
              </a:ext>
            </a:extLst>
          </p:cNvPr>
          <p:cNvSpPr txBox="1"/>
          <p:nvPr/>
        </p:nvSpPr>
        <p:spPr>
          <a:xfrm>
            <a:off x="8243959" y="16440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D5B913-C381-F90F-19B7-18B4A1DDA19B}"/>
              </a:ext>
            </a:extLst>
          </p:cNvPr>
          <p:cNvSpPr/>
          <p:nvPr/>
        </p:nvSpPr>
        <p:spPr>
          <a:xfrm>
            <a:off x="6149130" y="19924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8FA132-A679-4420-9109-5D83D4726056}"/>
              </a:ext>
            </a:extLst>
          </p:cNvPr>
          <p:cNvSpPr txBox="1"/>
          <p:nvPr/>
        </p:nvSpPr>
        <p:spPr>
          <a:xfrm>
            <a:off x="5741708" y="17738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4E77FBD-D9F3-E428-AA90-C15919A5FADA}"/>
              </a:ext>
            </a:extLst>
          </p:cNvPr>
          <p:cNvSpPr/>
          <p:nvPr/>
        </p:nvSpPr>
        <p:spPr>
          <a:xfrm>
            <a:off x="3231157" y="3547963"/>
            <a:ext cx="1707161" cy="17747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1421935"/>
              <a:gd name="csY0" fmla="*/ 56753 h 903857"/>
              <a:gd name="csX1" fmla="*/ 545285 w 1421935"/>
              <a:gd name="csY1" fmla="*/ 887263 h 903857"/>
              <a:gd name="csX2" fmla="*/ 1421935 w 1421935"/>
              <a:gd name="csY2" fmla="*/ 677538 h 903857"/>
              <a:gd name="csX0" fmla="*/ 0 w 1421935"/>
              <a:gd name="csY0" fmla="*/ 0 h 872637"/>
              <a:gd name="csX1" fmla="*/ 545285 w 1421935"/>
              <a:gd name="csY1" fmla="*/ 830510 h 872637"/>
              <a:gd name="csX2" fmla="*/ 1421935 w 1421935"/>
              <a:gd name="csY2" fmla="*/ 620785 h 872637"/>
              <a:gd name="csX0" fmla="*/ 0 w 1421935"/>
              <a:gd name="csY0" fmla="*/ 0 h 963973"/>
              <a:gd name="csX1" fmla="*/ 545285 w 1421935"/>
              <a:gd name="csY1" fmla="*/ 830510 h 963973"/>
              <a:gd name="csX2" fmla="*/ 1421935 w 1421935"/>
              <a:gd name="csY2" fmla="*/ 620785 h 963973"/>
              <a:gd name="csX0" fmla="*/ 0 w 1421935"/>
              <a:gd name="csY0" fmla="*/ 0 h 2100598"/>
              <a:gd name="csX1" fmla="*/ 692092 w 1421935"/>
              <a:gd name="csY1" fmla="*/ 2080470 h 2100598"/>
              <a:gd name="csX2" fmla="*/ 1421935 w 1421935"/>
              <a:gd name="csY2" fmla="*/ 620785 h 2100598"/>
              <a:gd name="csX0" fmla="*/ 0 w 1707161"/>
              <a:gd name="csY0" fmla="*/ 0 h 2100598"/>
              <a:gd name="csX1" fmla="*/ 692092 w 1707161"/>
              <a:gd name="csY1" fmla="*/ 2080470 h 2100598"/>
              <a:gd name="csX2" fmla="*/ 1707161 w 1707161"/>
              <a:gd name="csY2" fmla="*/ 1774272 h 2100598"/>
              <a:gd name="csX0" fmla="*/ 0 w 1707161"/>
              <a:gd name="csY0" fmla="*/ 0 h 1774818"/>
              <a:gd name="csX1" fmla="*/ 440423 w 1707161"/>
              <a:gd name="csY1" fmla="*/ 1681993 h 1774818"/>
              <a:gd name="csX2" fmla="*/ 1707161 w 1707161"/>
              <a:gd name="csY2" fmla="*/ 1774272 h 1774818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880"/>
              <a:gd name="csX1" fmla="*/ 440423 w 1707161"/>
              <a:gd name="csY1" fmla="*/ 1681993 h 1775880"/>
              <a:gd name="csX2" fmla="*/ 1707161 w 1707161"/>
              <a:gd name="csY2" fmla="*/ 1774272 h 1775880"/>
              <a:gd name="csX0" fmla="*/ 0 w 1707161"/>
              <a:gd name="csY0" fmla="*/ 0 h 1774751"/>
              <a:gd name="csX1" fmla="*/ 440423 w 1707161"/>
              <a:gd name="csY1" fmla="*/ 1681993 h 1774751"/>
              <a:gd name="csX2" fmla="*/ 1707161 w 1707161"/>
              <a:gd name="csY2" fmla="*/ 1774272 h 17747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07161" h="1774751">
                <a:moveTo>
                  <a:pt x="0" y="0"/>
                </a:moveTo>
                <a:cubicBezTo>
                  <a:pt x="137020" y="1201723"/>
                  <a:pt x="60122" y="1652631"/>
                  <a:pt x="440423" y="1681993"/>
                </a:cubicBezTo>
                <a:cubicBezTo>
                  <a:pt x="1055616" y="1459686"/>
                  <a:pt x="1368805" y="1788953"/>
                  <a:pt x="1707161" y="177427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D4680A-CE37-FEA2-970A-CCFD326B07DD}"/>
              </a:ext>
            </a:extLst>
          </p:cNvPr>
          <p:cNvSpPr txBox="1"/>
          <p:nvPr/>
        </p:nvSpPr>
        <p:spPr>
          <a:xfrm>
            <a:off x="1824605" y="4308643"/>
            <a:ext cx="2999539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1: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r>
              <a:rPr lang="en-GB"/>
              <a:t> + </a:t>
            </a:r>
            <a:r>
              <a:rPr lang="en-GB">
                <a:latin typeface="Consolas" panose="020B0609020204030204" pitchFamily="49" charset="0"/>
              </a:rPr>
              <a:t>mcause</a:t>
            </a:r>
            <a:r>
              <a:rPr lang="en-GB"/>
              <a:t> x 4</a:t>
            </a:r>
            <a:endParaRPr lang="LID4096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E9FA26BC-874A-32B5-FBBE-7A628F4F13BF}"/>
              </a:ext>
            </a:extLst>
          </p:cNvPr>
          <p:cNvSpPr/>
          <p:nvPr/>
        </p:nvSpPr>
        <p:spPr>
          <a:xfrm>
            <a:off x="1107347" y="20142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EA0A9-FD6B-6059-F42D-E692E2623342}"/>
              </a:ext>
            </a:extLst>
          </p:cNvPr>
          <p:cNvSpPr txBox="1"/>
          <p:nvPr/>
        </p:nvSpPr>
        <p:spPr>
          <a:xfrm>
            <a:off x="1400710" y="16208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62632C-6344-EEFE-6DBA-0298D0378F0F}"/>
              </a:ext>
            </a:extLst>
          </p:cNvPr>
          <p:cNvSpPr txBox="1"/>
          <p:nvPr/>
        </p:nvSpPr>
        <p:spPr>
          <a:xfrm>
            <a:off x="8773863" y="3885316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SysTick_Handler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ACC3523-14C0-9FDB-534F-367A7BB81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163" y="4271172"/>
            <a:ext cx="2901194" cy="1170047"/>
          </a:xfrm>
          <a:prstGeom prst="rect">
            <a:avLst/>
          </a:pr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52AACA5-2E97-B6D8-3D81-9B9A16AC0812}"/>
              </a:ext>
            </a:extLst>
          </p:cNvPr>
          <p:cNvSpPr/>
          <p:nvPr/>
        </p:nvSpPr>
        <p:spPr>
          <a:xfrm>
            <a:off x="7789178" y="4215406"/>
            <a:ext cx="973123" cy="1166132"/>
          </a:xfrm>
          <a:custGeom>
            <a:avLst/>
            <a:gdLst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132 h 1166132"/>
              <a:gd name="csX1" fmla="*/ 973123 w 973123"/>
              <a:gd name="csY1" fmla="*/ 62 h 1166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73123" h="1166132">
                <a:moveTo>
                  <a:pt x="0" y="1166132"/>
                </a:moveTo>
                <a:cubicBezTo>
                  <a:pt x="399875" y="1142363"/>
                  <a:pt x="409663" y="-9725"/>
                  <a:pt x="973123" y="6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156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4AB169E2-4967-5A36-E7C8-9C906194F735}"/>
              </a:ext>
            </a:extLst>
          </p:cNvPr>
          <p:cNvCxnSpPr/>
          <p:nvPr/>
        </p:nvCxnSpPr>
        <p:spPr>
          <a:xfrm flipH="1">
            <a:off x="4861420" y="2931952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AB86D361-A11C-2DA4-C4E1-08AA435338DF}"/>
              </a:ext>
            </a:extLst>
          </p:cNvPr>
          <p:cNvCxnSpPr/>
          <p:nvPr/>
        </p:nvCxnSpPr>
        <p:spPr>
          <a:xfrm flipH="1">
            <a:off x="4861420" y="30840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935DC8E3-73C8-91F2-6421-73A587643826}"/>
              </a:ext>
            </a:extLst>
          </p:cNvPr>
          <p:cNvCxnSpPr/>
          <p:nvPr/>
        </p:nvCxnSpPr>
        <p:spPr>
          <a:xfrm flipH="1">
            <a:off x="4861420" y="3236096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FAD79CBD-1E41-4A7C-F174-B60F433F9ADD}"/>
              </a:ext>
            </a:extLst>
          </p:cNvPr>
          <p:cNvCxnSpPr/>
          <p:nvPr/>
        </p:nvCxnSpPr>
        <p:spPr>
          <a:xfrm flipH="1">
            <a:off x="4861420" y="3400750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7627626A-084B-4C55-6F1E-1CBE10758701}"/>
              </a:ext>
            </a:extLst>
          </p:cNvPr>
          <p:cNvCxnSpPr/>
          <p:nvPr/>
        </p:nvCxnSpPr>
        <p:spPr>
          <a:xfrm flipH="1">
            <a:off x="4861420" y="356540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D973B4D-4AA8-0E20-D182-FA908FFD8BBA}"/>
              </a:ext>
            </a:extLst>
          </p:cNvPr>
          <p:cNvCxnSpPr/>
          <p:nvPr/>
        </p:nvCxnSpPr>
        <p:spPr>
          <a:xfrm flipH="1">
            <a:off x="4861420" y="3730058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016F15AD-D31F-0ECA-1232-CE421F1F01D6}"/>
              </a:ext>
            </a:extLst>
          </p:cNvPr>
          <p:cNvCxnSpPr/>
          <p:nvPr/>
        </p:nvCxnSpPr>
        <p:spPr>
          <a:xfrm flipH="1">
            <a:off x="4861420" y="38863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8BF84A2B-0716-73D2-B509-58674D8E9B13}"/>
              </a:ext>
            </a:extLst>
          </p:cNvPr>
          <p:cNvSpPr/>
          <p:nvPr/>
        </p:nvSpPr>
        <p:spPr>
          <a:xfrm>
            <a:off x="6883167" y="2118220"/>
            <a:ext cx="1405156" cy="813732"/>
          </a:xfrm>
          <a:custGeom>
            <a:avLst/>
            <a:gdLst>
              <a:gd name="csX0" fmla="*/ 1405156 w 1405156"/>
              <a:gd name="csY0" fmla="*/ 0 h 813732"/>
              <a:gd name="csX1" fmla="*/ 608202 w 1405156"/>
              <a:gd name="csY1" fmla="*/ 0 h 813732"/>
              <a:gd name="csX2" fmla="*/ 457200 w 1405156"/>
              <a:gd name="csY2" fmla="*/ 0 h 813732"/>
              <a:gd name="csX3" fmla="*/ 339754 w 1405156"/>
              <a:gd name="csY3" fmla="*/ 0 h 813732"/>
              <a:gd name="csX4" fmla="*/ 339754 w 1405156"/>
              <a:gd name="csY4" fmla="*/ 813732 h 813732"/>
              <a:gd name="csX5" fmla="*/ 0 w 1405156"/>
              <a:gd name="csY5" fmla="*/ 813732 h 813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405156" h="813732">
                <a:moveTo>
                  <a:pt x="1405156" y="0"/>
                </a:moveTo>
                <a:lnTo>
                  <a:pt x="608202" y="0"/>
                </a:lnTo>
                <a:lnTo>
                  <a:pt x="457200" y="0"/>
                </a:lnTo>
                <a:lnTo>
                  <a:pt x="339754" y="0"/>
                </a:lnTo>
                <a:lnTo>
                  <a:pt x="339754" y="813732"/>
                </a:lnTo>
                <a:lnTo>
                  <a:pt x="0" y="813732"/>
                </a:lnTo>
              </a:path>
            </a:pathLst>
          </a:custGeom>
          <a:noFill/>
          <a:ln w="508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Arrow: Down 151">
            <a:extLst>
              <a:ext uri="{FF2B5EF4-FFF2-40B4-BE49-F238E27FC236}">
                <a16:creationId xmlns:a16="http://schemas.microsoft.com/office/drawing/2014/main" id="{19B63BA4-B12C-7F3B-7FC9-C21C5A1F56C3}"/>
              </a:ext>
            </a:extLst>
          </p:cNvPr>
          <p:cNvSpPr/>
          <p:nvPr/>
        </p:nvSpPr>
        <p:spPr>
          <a:xfrm>
            <a:off x="5697055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9864450-BCB8-BFD4-AB8C-800B3493BF83}"/>
              </a:ext>
            </a:extLst>
          </p:cNvPr>
          <p:cNvSpPr txBox="1"/>
          <p:nvPr/>
        </p:nvSpPr>
        <p:spPr>
          <a:xfrm rot="5400000">
            <a:off x="5690803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4" name="Arrow: Down 153">
            <a:extLst>
              <a:ext uri="{FF2B5EF4-FFF2-40B4-BE49-F238E27FC236}">
                <a16:creationId xmlns:a16="http://schemas.microsoft.com/office/drawing/2014/main" id="{F695FCDA-0FE2-F40E-99C5-A60E89640C5F}"/>
              </a:ext>
            </a:extLst>
          </p:cNvPr>
          <p:cNvSpPr/>
          <p:nvPr/>
        </p:nvSpPr>
        <p:spPr>
          <a:xfrm>
            <a:off x="5046398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0846213-75F2-EAE6-9DD5-D99444C3BCA3}"/>
              </a:ext>
            </a:extLst>
          </p:cNvPr>
          <p:cNvSpPr txBox="1"/>
          <p:nvPr/>
        </p:nvSpPr>
        <p:spPr>
          <a:xfrm rot="5400000">
            <a:off x="5040146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6" name="Arrow: Down 155">
            <a:extLst>
              <a:ext uri="{FF2B5EF4-FFF2-40B4-BE49-F238E27FC236}">
                <a16:creationId xmlns:a16="http://schemas.microsoft.com/office/drawing/2014/main" id="{B94595E6-86E2-CC84-1E32-7A8FB28C778C}"/>
              </a:ext>
            </a:extLst>
          </p:cNvPr>
          <p:cNvSpPr/>
          <p:nvPr/>
        </p:nvSpPr>
        <p:spPr>
          <a:xfrm>
            <a:off x="4457398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067391-37FA-D5D8-9D18-B642F2BF15AE}"/>
              </a:ext>
            </a:extLst>
          </p:cNvPr>
          <p:cNvSpPr txBox="1"/>
          <p:nvPr/>
        </p:nvSpPr>
        <p:spPr>
          <a:xfrm rot="5400000">
            <a:off x="4451146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8" name="Arrow: Down 157">
            <a:extLst>
              <a:ext uri="{FF2B5EF4-FFF2-40B4-BE49-F238E27FC236}">
                <a16:creationId xmlns:a16="http://schemas.microsoft.com/office/drawing/2014/main" id="{390030C6-E93C-CE80-67EC-ECA7A38781AB}"/>
              </a:ext>
            </a:extLst>
          </p:cNvPr>
          <p:cNvSpPr/>
          <p:nvPr/>
        </p:nvSpPr>
        <p:spPr>
          <a:xfrm>
            <a:off x="3868398" y="1052830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09522CC-01C6-1381-B693-566EDF94AA10}"/>
              </a:ext>
            </a:extLst>
          </p:cNvPr>
          <p:cNvSpPr txBox="1"/>
          <p:nvPr/>
        </p:nvSpPr>
        <p:spPr>
          <a:xfrm rot="5400000">
            <a:off x="3862146" y="146579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3" name="Arrow: Down 132">
            <a:extLst>
              <a:ext uri="{FF2B5EF4-FFF2-40B4-BE49-F238E27FC236}">
                <a16:creationId xmlns:a16="http://schemas.microsoft.com/office/drawing/2014/main" id="{5DC1E168-EEA6-0742-7106-2B0F37DBCD36}"/>
              </a:ext>
            </a:extLst>
          </p:cNvPr>
          <p:cNvSpPr/>
          <p:nvPr/>
        </p:nvSpPr>
        <p:spPr>
          <a:xfrm>
            <a:off x="6512821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Down 131">
            <a:extLst>
              <a:ext uri="{FF2B5EF4-FFF2-40B4-BE49-F238E27FC236}">
                <a16:creationId xmlns:a16="http://schemas.microsoft.com/office/drawing/2014/main" id="{646D326F-2921-F52A-3883-53C50F23D7A2}"/>
              </a:ext>
            </a:extLst>
          </p:cNvPr>
          <p:cNvSpPr/>
          <p:nvPr/>
        </p:nvSpPr>
        <p:spPr>
          <a:xfrm>
            <a:off x="7145603" y="1016361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E2B5BA8-3C63-A2C0-5C59-7DBD7B358617}"/>
              </a:ext>
            </a:extLst>
          </p:cNvPr>
          <p:cNvSpPr/>
          <p:nvPr/>
        </p:nvSpPr>
        <p:spPr>
          <a:xfrm>
            <a:off x="9125099" y="5341960"/>
            <a:ext cx="863289" cy="63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6AB416-F0F2-0146-68D9-E6AE02B1ED7D}"/>
              </a:ext>
            </a:extLst>
          </p:cNvPr>
          <p:cNvSpPr/>
          <p:nvPr/>
        </p:nvSpPr>
        <p:spPr>
          <a:xfrm>
            <a:off x="9131417" y="1697302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647E8E-419C-FDB8-88B0-9C5A6F20390C}"/>
              </a:ext>
            </a:extLst>
          </p:cNvPr>
          <p:cNvSpPr txBox="1"/>
          <p:nvPr/>
        </p:nvSpPr>
        <p:spPr>
          <a:xfrm>
            <a:off x="9596840" y="1990413"/>
            <a:ext cx="397866" cy="21544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78A9C0-323E-218B-9E94-C0279638B156}"/>
              </a:ext>
            </a:extLst>
          </p:cNvPr>
          <p:cNvCxnSpPr>
            <a:cxnSpLocks/>
          </p:cNvCxnSpPr>
          <p:nvPr/>
        </p:nvCxnSpPr>
        <p:spPr>
          <a:xfrm>
            <a:off x="9201728" y="2098137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F3C8213-0F1D-C6BB-C2A4-B985EEB15038}"/>
              </a:ext>
            </a:extLst>
          </p:cNvPr>
          <p:cNvSpPr/>
          <p:nvPr/>
        </p:nvSpPr>
        <p:spPr>
          <a:xfrm>
            <a:off x="9556997" y="2053419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5F6A7-A9A9-66CC-D4A1-91A8801BE2A6}"/>
              </a:ext>
            </a:extLst>
          </p:cNvPr>
          <p:cNvSpPr txBox="1"/>
          <p:nvPr/>
        </p:nvSpPr>
        <p:spPr>
          <a:xfrm>
            <a:off x="9596840" y="21296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14425A-8AD3-61AD-5182-BC6A0869B6A5}"/>
              </a:ext>
            </a:extLst>
          </p:cNvPr>
          <p:cNvCxnSpPr>
            <a:cxnSpLocks/>
          </p:cNvCxnSpPr>
          <p:nvPr/>
        </p:nvCxnSpPr>
        <p:spPr>
          <a:xfrm>
            <a:off x="9201728" y="2237362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BB85D4D-8D0C-D15F-4DB7-793EE01A6D6C}"/>
              </a:ext>
            </a:extLst>
          </p:cNvPr>
          <p:cNvSpPr/>
          <p:nvPr/>
        </p:nvSpPr>
        <p:spPr>
          <a:xfrm>
            <a:off x="9556997" y="2192644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6584-8305-BD77-BEC7-3D374954AFA5}"/>
              </a:ext>
            </a:extLst>
          </p:cNvPr>
          <p:cNvSpPr txBox="1"/>
          <p:nvPr/>
        </p:nvSpPr>
        <p:spPr>
          <a:xfrm>
            <a:off x="9596840" y="22688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38EFB6-6C17-BEF5-268A-433EA8ACF716}"/>
              </a:ext>
            </a:extLst>
          </p:cNvPr>
          <p:cNvCxnSpPr>
            <a:cxnSpLocks/>
          </p:cNvCxnSpPr>
          <p:nvPr/>
        </p:nvCxnSpPr>
        <p:spPr>
          <a:xfrm>
            <a:off x="9201728" y="23765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02AB5C9-3597-ED1A-B7FC-2D2955DE852E}"/>
              </a:ext>
            </a:extLst>
          </p:cNvPr>
          <p:cNvSpPr/>
          <p:nvPr/>
        </p:nvSpPr>
        <p:spPr>
          <a:xfrm>
            <a:off x="9556997" y="23318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DAEA7A-10CA-550C-74A8-C7044FFD12C3}"/>
              </a:ext>
            </a:extLst>
          </p:cNvPr>
          <p:cNvSpPr txBox="1"/>
          <p:nvPr/>
        </p:nvSpPr>
        <p:spPr>
          <a:xfrm>
            <a:off x="9596840" y="24080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C3893F-6359-AE69-8524-BBEF2DF82124}"/>
              </a:ext>
            </a:extLst>
          </p:cNvPr>
          <p:cNvCxnSpPr>
            <a:cxnSpLocks/>
          </p:cNvCxnSpPr>
          <p:nvPr/>
        </p:nvCxnSpPr>
        <p:spPr>
          <a:xfrm>
            <a:off x="9201728" y="25158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44A8383-399D-A3CE-6773-825FE236D57F}"/>
              </a:ext>
            </a:extLst>
          </p:cNvPr>
          <p:cNvSpPr/>
          <p:nvPr/>
        </p:nvSpPr>
        <p:spPr>
          <a:xfrm>
            <a:off x="9556997" y="24710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2FD8DB-3ABD-9CDD-68B6-B67CF702AD89}"/>
              </a:ext>
            </a:extLst>
          </p:cNvPr>
          <p:cNvSpPr txBox="1"/>
          <p:nvPr/>
        </p:nvSpPr>
        <p:spPr>
          <a:xfrm>
            <a:off x="9596840" y="254731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05471B-69B0-C367-D842-D5941F9E9263}"/>
              </a:ext>
            </a:extLst>
          </p:cNvPr>
          <p:cNvCxnSpPr>
            <a:cxnSpLocks/>
          </p:cNvCxnSpPr>
          <p:nvPr/>
        </p:nvCxnSpPr>
        <p:spPr>
          <a:xfrm>
            <a:off x="9201728" y="265503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AAFDB20-C562-6670-F4DD-C122101160BD}"/>
              </a:ext>
            </a:extLst>
          </p:cNvPr>
          <p:cNvSpPr/>
          <p:nvPr/>
        </p:nvSpPr>
        <p:spPr>
          <a:xfrm>
            <a:off x="9556997" y="261031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8A52EA-F7A6-2845-35B1-97BEB825C05D}"/>
              </a:ext>
            </a:extLst>
          </p:cNvPr>
          <p:cNvSpPr txBox="1"/>
          <p:nvPr/>
        </p:nvSpPr>
        <p:spPr>
          <a:xfrm>
            <a:off x="9596840" y="26865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6CDE59-29DE-1BDA-461E-78795B6087AE}"/>
              </a:ext>
            </a:extLst>
          </p:cNvPr>
          <p:cNvCxnSpPr>
            <a:cxnSpLocks/>
          </p:cNvCxnSpPr>
          <p:nvPr/>
        </p:nvCxnSpPr>
        <p:spPr>
          <a:xfrm>
            <a:off x="9201728" y="279426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8B8D5DC9-AA92-E9B1-84DE-B97453B50369}"/>
              </a:ext>
            </a:extLst>
          </p:cNvPr>
          <p:cNvSpPr/>
          <p:nvPr/>
        </p:nvSpPr>
        <p:spPr>
          <a:xfrm>
            <a:off x="9556997" y="274954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883057-287F-18B7-72D5-7A3842FAEB5E}"/>
              </a:ext>
            </a:extLst>
          </p:cNvPr>
          <p:cNvSpPr txBox="1"/>
          <p:nvPr/>
        </p:nvSpPr>
        <p:spPr>
          <a:xfrm>
            <a:off x="9596840" y="28257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4B86F0-8F7D-9B9E-23AE-D6B1E2351E7F}"/>
              </a:ext>
            </a:extLst>
          </p:cNvPr>
          <p:cNvCxnSpPr>
            <a:cxnSpLocks/>
          </p:cNvCxnSpPr>
          <p:nvPr/>
        </p:nvCxnSpPr>
        <p:spPr>
          <a:xfrm>
            <a:off x="9201728" y="29334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51C145E-7238-2A8E-842E-320B5F2A8DAF}"/>
              </a:ext>
            </a:extLst>
          </p:cNvPr>
          <p:cNvSpPr/>
          <p:nvPr/>
        </p:nvSpPr>
        <p:spPr>
          <a:xfrm>
            <a:off x="9556997" y="28887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61BD4-CB03-EEF7-84D0-1E87030F3E88}"/>
              </a:ext>
            </a:extLst>
          </p:cNvPr>
          <p:cNvSpPr txBox="1"/>
          <p:nvPr/>
        </p:nvSpPr>
        <p:spPr>
          <a:xfrm>
            <a:off x="9596840" y="29649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A912B40-C072-83A3-26A2-08EED1C6071B}"/>
              </a:ext>
            </a:extLst>
          </p:cNvPr>
          <p:cNvCxnSpPr>
            <a:cxnSpLocks/>
          </p:cNvCxnSpPr>
          <p:nvPr/>
        </p:nvCxnSpPr>
        <p:spPr>
          <a:xfrm>
            <a:off x="9201728" y="30727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32B9DF0-5C65-BBF8-80D6-393B3ED90A9D}"/>
              </a:ext>
            </a:extLst>
          </p:cNvPr>
          <p:cNvSpPr/>
          <p:nvPr/>
        </p:nvSpPr>
        <p:spPr>
          <a:xfrm>
            <a:off x="9556997" y="30279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BF5F9A-1951-255A-A96D-95544EA8E923}"/>
              </a:ext>
            </a:extLst>
          </p:cNvPr>
          <p:cNvSpPr txBox="1"/>
          <p:nvPr/>
        </p:nvSpPr>
        <p:spPr>
          <a:xfrm rot="5400000">
            <a:off x="9445765" y="30902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859DB4-B687-36A3-F866-73D858CBA788}"/>
              </a:ext>
            </a:extLst>
          </p:cNvPr>
          <p:cNvSpPr txBox="1"/>
          <p:nvPr/>
        </p:nvSpPr>
        <p:spPr>
          <a:xfrm>
            <a:off x="9178596" y="1697302"/>
            <a:ext cx="793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D</a:t>
            </a:r>
            <a:endParaRPr lang="LID4096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A23619-1E12-F7B2-3A9B-F23426B27156}"/>
              </a:ext>
            </a:extLst>
          </p:cNvPr>
          <p:cNvSpPr/>
          <p:nvPr/>
        </p:nvSpPr>
        <p:spPr>
          <a:xfrm>
            <a:off x="9131417" y="3521890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62E4A7-846B-2E3F-3CF5-F39A75248AE6}"/>
              </a:ext>
            </a:extLst>
          </p:cNvPr>
          <p:cNvSpPr txBox="1"/>
          <p:nvPr/>
        </p:nvSpPr>
        <p:spPr>
          <a:xfrm>
            <a:off x="9596840" y="38150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A33522-A746-66D4-58D2-D6CE102A0DBD}"/>
              </a:ext>
            </a:extLst>
          </p:cNvPr>
          <p:cNvCxnSpPr>
            <a:cxnSpLocks/>
          </p:cNvCxnSpPr>
          <p:nvPr/>
        </p:nvCxnSpPr>
        <p:spPr>
          <a:xfrm>
            <a:off x="9201728" y="3922725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A655C14-1B7F-AE9B-CA05-8148414E68C2}"/>
              </a:ext>
            </a:extLst>
          </p:cNvPr>
          <p:cNvSpPr/>
          <p:nvPr/>
        </p:nvSpPr>
        <p:spPr>
          <a:xfrm>
            <a:off x="9556997" y="3878007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F84069-A32C-745C-89D6-F6A2E4C5E195}"/>
              </a:ext>
            </a:extLst>
          </p:cNvPr>
          <p:cNvSpPr txBox="1"/>
          <p:nvPr/>
        </p:nvSpPr>
        <p:spPr>
          <a:xfrm>
            <a:off x="9596840" y="39542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EB77175-57B0-6282-F5B6-5A7A204B4295}"/>
              </a:ext>
            </a:extLst>
          </p:cNvPr>
          <p:cNvCxnSpPr>
            <a:cxnSpLocks/>
          </p:cNvCxnSpPr>
          <p:nvPr/>
        </p:nvCxnSpPr>
        <p:spPr>
          <a:xfrm>
            <a:off x="9201728" y="4061950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669F48F4-E016-CB95-0ED8-FFCAB19CA738}"/>
              </a:ext>
            </a:extLst>
          </p:cNvPr>
          <p:cNvSpPr/>
          <p:nvPr/>
        </p:nvSpPr>
        <p:spPr>
          <a:xfrm>
            <a:off x="9556997" y="4017232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D17F69-22CB-355D-EB50-DD4D1EAA0B7B}"/>
              </a:ext>
            </a:extLst>
          </p:cNvPr>
          <p:cNvSpPr txBox="1"/>
          <p:nvPr/>
        </p:nvSpPr>
        <p:spPr>
          <a:xfrm>
            <a:off x="9596840" y="40934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F50F705-CB53-3216-1E95-4512F927C006}"/>
              </a:ext>
            </a:extLst>
          </p:cNvPr>
          <p:cNvCxnSpPr>
            <a:cxnSpLocks/>
          </p:cNvCxnSpPr>
          <p:nvPr/>
        </p:nvCxnSpPr>
        <p:spPr>
          <a:xfrm>
            <a:off x="9201728" y="42011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74FFFB72-1E46-4211-5573-7885E5640F4C}"/>
              </a:ext>
            </a:extLst>
          </p:cNvPr>
          <p:cNvSpPr/>
          <p:nvPr/>
        </p:nvSpPr>
        <p:spPr>
          <a:xfrm>
            <a:off x="9556997" y="41564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9ADDE4-FF60-1A2E-C13D-FAA28614FCC3}"/>
              </a:ext>
            </a:extLst>
          </p:cNvPr>
          <p:cNvSpPr txBox="1"/>
          <p:nvPr/>
        </p:nvSpPr>
        <p:spPr>
          <a:xfrm>
            <a:off x="9596840" y="42326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FA56EF8-6024-F7D9-2285-6756BBA1ECBA}"/>
              </a:ext>
            </a:extLst>
          </p:cNvPr>
          <p:cNvCxnSpPr>
            <a:cxnSpLocks/>
          </p:cNvCxnSpPr>
          <p:nvPr/>
        </p:nvCxnSpPr>
        <p:spPr>
          <a:xfrm>
            <a:off x="9201728" y="43404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46B969FE-63B1-4F7D-D84C-6C951346475D}"/>
              </a:ext>
            </a:extLst>
          </p:cNvPr>
          <p:cNvSpPr/>
          <p:nvPr/>
        </p:nvSpPr>
        <p:spPr>
          <a:xfrm>
            <a:off x="9556997" y="42956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C69A24-76DA-8D4B-11C9-9E5D8E9DAA02}"/>
              </a:ext>
            </a:extLst>
          </p:cNvPr>
          <p:cNvSpPr txBox="1"/>
          <p:nvPr/>
        </p:nvSpPr>
        <p:spPr>
          <a:xfrm>
            <a:off x="9596840" y="43719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D63696-97A3-BDAF-01EE-834A74B523B6}"/>
              </a:ext>
            </a:extLst>
          </p:cNvPr>
          <p:cNvCxnSpPr>
            <a:cxnSpLocks/>
          </p:cNvCxnSpPr>
          <p:nvPr/>
        </p:nvCxnSpPr>
        <p:spPr>
          <a:xfrm>
            <a:off x="9201728" y="447962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75F395E8-00CA-8CD2-4C1F-AB4170EE4419}"/>
              </a:ext>
            </a:extLst>
          </p:cNvPr>
          <p:cNvSpPr/>
          <p:nvPr/>
        </p:nvSpPr>
        <p:spPr>
          <a:xfrm>
            <a:off x="9556997" y="443490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E15A28-24C5-9618-891E-7D0BCA77FABE}"/>
              </a:ext>
            </a:extLst>
          </p:cNvPr>
          <p:cNvSpPr txBox="1"/>
          <p:nvPr/>
        </p:nvSpPr>
        <p:spPr>
          <a:xfrm>
            <a:off x="9596840" y="45111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B1DA306-9A4F-B8CC-878B-68B728667401}"/>
              </a:ext>
            </a:extLst>
          </p:cNvPr>
          <p:cNvCxnSpPr>
            <a:cxnSpLocks/>
          </p:cNvCxnSpPr>
          <p:nvPr/>
        </p:nvCxnSpPr>
        <p:spPr>
          <a:xfrm>
            <a:off x="9201728" y="461885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74F8D662-ADC4-DD8D-C82E-00D4DC3A7B46}"/>
              </a:ext>
            </a:extLst>
          </p:cNvPr>
          <p:cNvSpPr/>
          <p:nvPr/>
        </p:nvSpPr>
        <p:spPr>
          <a:xfrm>
            <a:off x="9556997" y="457413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FA2EBB-6A29-371A-BA44-E818401DD9A1}"/>
              </a:ext>
            </a:extLst>
          </p:cNvPr>
          <p:cNvSpPr txBox="1"/>
          <p:nvPr/>
        </p:nvSpPr>
        <p:spPr>
          <a:xfrm>
            <a:off x="9596840" y="46503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1B27275-9952-F678-6842-671C15B7A13B}"/>
              </a:ext>
            </a:extLst>
          </p:cNvPr>
          <p:cNvCxnSpPr>
            <a:cxnSpLocks/>
          </p:cNvCxnSpPr>
          <p:nvPr/>
        </p:nvCxnSpPr>
        <p:spPr>
          <a:xfrm>
            <a:off x="9201728" y="47580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8855D7C8-0EAF-E571-C3DC-C1B7354633A3}"/>
              </a:ext>
            </a:extLst>
          </p:cNvPr>
          <p:cNvSpPr/>
          <p:nvPr/>
        </p:nvSpPr>
        <p:spPr>
          <a:xfrm>
            <a:off x="9556997" y="47133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CBC59C-C073-CACA-DF06-2C799AAE1028}"/>
              </a:ext>
            </a:extLst>
          </p:cNvPr>
          <p:cNvSpPr txBox="1"/>
          <p:nvPr/>
        </p:nvSpPr>
        <p:spPr>
          <a:xfrm>
            <a:off x="9596840" y="47895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5DEFF1B-692D-C2A1-DCF3-12FFF365930A}"/>
              </a:ext>
            </a:extLst>
          </p:cNvPr>
          <p:cNvCxnSpPr>
            <a:cxnSpLocks/>
          </p:cNvCxnSpPr>
          <p:nvPr/>
        </p:nvCxnSpPr>
        <p:spPr>
          <a:xfrm>
            <a:off x="9201728" y="48973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A908447-DD74-0879-01C5-84928E03207E}"/>
              </a:ext>
            </a:extLst>
          </p:cNvPr>
          <p:cNvSpPr/>
          <p:nvPr/>
        </p:nvSpPr>
        <p:spPr>
          <a:xfrm>
            <a:off x="9556997" y="48525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95B213-5A7C-FF4A-1D65-442F65C221C7}"/>
              </a:ext>
            </a:extLst>
          </p:cNvPr>
          <p:cNvSpPr txBox="1"/>
          <p:nvPr/>
        </p:nvSpPr>
        <p:spPr>
          <a:xfrm rot="5400000">
            <a:off x="9445765" y="49148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469C73-3423-226E-0C9D-4D0CDEC21797}"/>
              </a:ext>
            </a:extLst>
          </p:cNvPr>
          <p:cNvSpPr txBox="1"/>
          <p:nvPr/>
        </p:nvSpPr>
        <p:spPr>
          <a:xfrm>
            <a:off x="9178596" y="3521890"/>
            <a:ext cx="762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E</a:t>
            </a:r>
            <a:endParaRPr lang="LID4096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1496391B-C9F0-6A53-9F67-C72760F28F26}"/>
              </a:ext>
            </a:extLst>
          </p:cNvPr>
          <p:cNvSpPr/>
          <p:nvPr/>
        </p:nvSpPr>
        <p:spPr>
          <a:xfrm>
            <a:off x="8695189" y="2181138"/>
            <a:ext cx="465589" cy="1744910"/>
          </a:xfrm>
          <a:custGeom>
            <a:avLst/>
            <a:gdLst>
              <a:gd name="csX0" fmla="*/ 465589 w 465589"/>
              <a:gd name="csY0" fmla="*/ 1744910 h 1744910"/>
              <a:gd name="csX1" fmla="*/ 268448 w 465589"/>
              <a:gd name="csY1" fmla="*/ 1744910 h 1744910"/>
              <a:gd name="csX2" fmla="*/ 268448 w 465589"/>
              <a:gd name="csY2" fmla="*/ 0 h 1744910"/>
              <a:gd name="csX3" fmla="*/ 0 w 465589"/>
              <a:gd name="csY3" fmla="*/ 0 h 1744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65589" h="1744910">
                <a:moveTo>
                  <a:pt x="465589" y="1744910"/>
                </a:moveTo>
                <a:lnTo>
                  <a:pt x="268448" y="1744910"/>
                </a:lnTo>
                <a:lnTo>
                  <a:pt x="268448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98099A7-1E41-F5AD-30E4-A80613DDC5FB}"/>
              </a:ext>
            </a:extLst>
          </p:cNvPr>
          <p:cNvCxnSpPr/>
          <p:nvPr/>
        </p:nvCxnSpPr>
        <p:spPr>
          <a:xfrm flipH="1">
            <a:off x="8695189" y="2098135"/>
            <a:ext cx="4655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AFB4AC83-7379-AAA8-B0D5-388CE57DE471}"/>
              </a:ext>
            </a:extLst>
          </p:cNvPr>
          <p:cNvSpPr txBox="1"/>
          <p:nvPr/>
        </p:nvSpPr>
        <p:spPr>
          <a:xfrm>
            <a:off x="9178596" y="5362033"/>
            <a:ext cx="756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F</a:t>
            </a:r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3FAE1DB-EA51-80B9-BFAB-13A1DE6F03AD}"/>
              </a:ext>
            </a:extLst>
          </p:cNvPr>
          <p:cNvSpPr/>
          <p:nvPr/>
        </p:nvSpPr>
        <p:spPr>
          <a:xfrm>
            <a:off x="8615823" y="2265029"/>
            <a:ext cx="544955" cy="3483610"/>
          </a:xfrm>
          <a:custGeom>
            <a:avLst/>
            <a:gdLst>
              <a:gd name="csX0" fmla="*/ 453006 w 453006"/>
              <a:gd name="csY0" fmla="*/ 3632433 h 3632433"/>
              <a:gd name="csX1" fmla="*/ 192947 w 453006"/>
              <a:gd name="csY1" fmla="*/ 3632433 h 3632433"/>
              <a:gd name="csX2" fmla="*/ 192947 w 453006"/>
              <a:gd name="csY2" fmla="*/ 0 h 3632433"/>
              <a:gd name="csX3" fmla="*/ 0 w 453006"/>
              <a:gd name="csY3" fmla="*/ 0 h 36324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53006" h="3632433">
                <a:moveTo>
                  <a:pt x="453006" y="3632433"/>
                </a:moveTo>
                <a:lnTo>
                  <a:pt x="192947" y="3632433"/>
                </a:lnTo>
                <a:lnTo>
                  <a:pt x="192947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1C853AE-B8FC-A7F1-BEA0-A3CDA7D32A95}"/>
              </a:ext>
            </a:extLst>
          </p:cNvPr>
          <p:cNvSpPr/>
          <p:nvPr/>
        </p:nvSpPr>
        <p:spPr>
          <a:xfrm>
            <a:off x="9131417" y="1292783"/>
            <a:ext cx="863289" cy="318796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3DEA7A9-965F-71F3-C3FB-DD40ABE1E267}"/>
              </a:ext>
            </a:extLst>
          </p:cNvPr>
          <p:cNvSpPr txBox="1"/>
          <p:nvPr/>
        </p:nvSpPr>
        <p:spPr>
          <a:xfrm rot="5400000">
            <a:off x="9445765" y="127285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0413473-CFD1-E975-F181-72041814606E}"/>
              </a:ext>
            </a:extLst>
          </p:cNvPr>
          <p:cNvSpPr txBox="1"/>
          <p:nvPr/>
        </p:nvSpPr>
        <p:spPr>
          <a:xfrm>
            <a:off x="9596840" y="5640914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7CD2180-B497-DCBA-537D-456D5D87AAA1}"/>
              </a:ext>
            </a:extLst>
          </p:cNvPr>
          <p:cNvCxnSpPr>
            <a:cxnSpLocks/>
          </p:cNvCxnSpPr>
          <p:nvPr/>
        </p:nvCxnSpPr>
        <p:spPr>
          <a:xfrm>
            <a:off x="9201728" y="5748638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5D77B111-691C-4429-AD53-B817915715CA}"/>
              </a:ext>
            </a:extLst>
          </p:cNvPr>
          <p:cNvSpPr/>
          <p:nvPr/>
        </p:nvSpPr>
        <p:spPr>
          <a:xfrm>
            <a:off x="9556997" y="5703920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6CD0094-FBE6-EE80-54D2-F8C620EDB65F}"/>
              </a:ext>
            </a:extLst>
          </p:cNvPr>
          <p:cNvCxnSpPr/>
          <p:nvPr/>
        </p:nvCxnSpPr>
        <p:spPr>
          <a:xfrm>
            <a:off x="9005582" y="1170264"/>
            <a:ext cx="0" cy="5270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6E2EA81-D1CB-1D7F-ABC4-8170AA312C6B}"/>
              </a:ext>
            </a:extLst>
          </p:cNvPr>
          <p:cNvSpPr/>
          <p:nvPr/>
        </p:nvSpPr>
        <p:spPr>
          <a:xfrm>
            <a:off x="8703578" y="1681993"/>
            <a:ext cx="297809" cy="322976"/>
          </a:xfrm>
          <a:custGeom>
            <a:avLst/>
            <a:gdLst>
              <a:gd name="csX0" fmla="*/ 297809 w 297809"/>
              <a:gd name="csY0" fmla="*/ 0 h 322976"/>
              <a:gd name="csX1" fmla="*/ 297809 w 297809"/>
              <a:gd name="csY1" fmla="*/ 322976 h 322976"/>
              <a:gd name="csX2" fmla="*/ 0 w 297809"/>
              <a:gd name="csY2" fmla="*/ 322976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809" h="322976">
                <a:moveTo>
                  <a:pt x="297809" y="0"/>
                </a:moveTo>
                <a:lnTo>
                  <a:pt x="297809" y="322976"/>
                </a:lnTo>
                <a:lnTo>
                  <a:pt x="0" y="322976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Arrow: Down 109">
            <a:extLst>
              <a:ext uri="{FF2B5EF4-FFF2-40B4-BE49-F238E27FC236}">
                <a16:creationId xmlns:a16="http://schemas.microsoft.com/office/drawing/2014/main" id="{E864AA7D-9ED9-3540-2B29-2B68B2F3D950}"/>
              </a:ext>
            </a:extLst>
          </p:cNvPr>
          <p:cNvSpPr/>
          <p:nvPr/>
        </p:nvSpPr>
        <p:spPr>
          <a:xfrm>
            <a:off x="8347046" y="1069597"/>
            <a:ext cx="268777" cy="69209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568C696-80B5-4426-B1B7-416F73F78B2A}"/>
              </a:ext>
            </a:extLst>
          </p:cNvPr>
          <p:cNvSpPr/>
          <p:nvPr/>
        </p:nvSpPr>
        <p:spPr>
          <a:xfrm>
            <a:off x="8179267" y="759203"/>
            <a:ext cx="616590" cy="3229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0D546BD-F764-BF44-BE41-32D1198A1ADA}"/>
              </a:ext>
            </a:extLst>
          </p:cNvPr>
          <p:cNvSpPr txBox="1"/>
          <p:nvPr/>
        </p:nvSpPr>
        <p:spPr>
          <a:xfrm>
            <a:off x="820635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EXTI0</a:t>
            </a:r>
            <a:endParaRPr lang="LID4096" sz="1200"/>
          </a:p>
        </p:txBody>
      </p:sp>
      <p:sp>
        <p:nvSpPr>
          <p:cNvPr id="115" name="Arrow: Down 114">
            <a:extLst>
              <a:ext uri="{FF2B5EF4-FFF2-40B4-BE49-F238E27FC236}">
                <a16:creationId xmlns:a16="http://schemas.microsoft.com/office/drawing/2014/main" id="{8456C524-1C7D-E572-230C-1BB7AEAE24A2}"/>
              </a:ext>
            </a:extLst>
          </p:cNvPr>
          <p:cNvSpPr/>
          <p:nvPr/>
        </p:nvSpPr>
        <p:spPr>
          <a:xfrm>
            <a:off x="7734603" y="1069596"/>
            <a:ext cx="268777" cy="1553935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CFB61EFF-6B7C-1205-24D6-E848B4C97463}"/>
              </a:ext>
            </a:extLst>
          </p:cNvPr>
          <p:cNvGrpSpPr/>
          <p:nvPr/>
        </p:nvGrpSpPr>
        <p:grpSpPr>
          <a:xfrm>
            <a:off x="7566824" y="759203"/>
            <a:ext cx="616590" cy="322976"/>
            <a:chOff x="7566824" y="759203"/>
            <a:chExt cx="616590" cy="322976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D7287EC-FF48-CD90-5B24-1AED4CA98816}"/>
                </a:ext>
              </a:extLst>
            </p:cNvPr>
            <p:cNvSpPr/>
            <p:nvPr/>
          </p:nvSpPr>
          <p:spPr>
            <a:xfrm>
              <a:off x="7566824" y="759203"/>
              <a:ext cx="616590" cy="32297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A6B359B-E25A-0AA7-45F5-3E9066FEAEC1}"/>
                </a:ext>
              </a:extLst>
            </p:cNvPr>
            <p:cNvSpPr txBox="1"/>
            <p:nvPr/>
          </p:nvSpPr>
          <p:spPr>
            <a:xfrm>
              <a:off x="7593915" y="792598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EXTI1</a:t>
              </a:r>
              <a:endParaRPr lang="LID4096" sz="1200"/>
            </a:p>
          </p:txBody>
        </p:sp>
      </p:grp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C5C41AA5-B70A-E14F-56BC-F20D20B19BFE}"/>
              </a:ext>
            </a:extLst>
          </p:cNvPr>
          <p:cNvSpPr/>
          <p:nvPr/>
        </p:nvSpPr>
        <p:spPr>
          <a:xfrm>
            <a:off x="7664093" y="2497932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5E714E-5EAB-9297-7A52-C3D49D8DBFD4}"/>
              </a:ext>
            </a:extLst>
          </p:cNvPr>
          <p:cNvSpPr/>
          <p:nvPr/>
        </p:nvSpPr>
        <p:spPr>
          <a:xfrm>
            <a:off x="8268487" y="1648439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E7C4C416-969B-DD2E-92D0-3F6045933197}"/>
              </a:ext>
            </a:extLst>
          </p:cNvPr>
          <p:cNvSpPr/>
          <p:nvPr/>
        </p:nvSpPr>
        <p:spPr>
          <a:xfrm>
            <a:off x="8103765" y="2231472"/>
            <a:ext cx="1052818" cy="595618"/>
          </a:xfrm>
          <a:custGeom>
            <a:avLst/>
            <a:gdLst>
              <a:gd name="csX0" fmla="*/ 1052818 w 1052818"/>
              <a:gd name="csY0" fmla="*/ 0 h 595618"/>
              <a:gd name="csX1" fmla="*/ 952151 w 1052818"/>
              <a:gd name="csY1" fmla="*/ 0 h 595618"/>
              <a:gd name="csX2" fmla="*/ 952151 w 1052818"/>
              <a:gd name="csY2" fmla="*/ 595618 h 595618"/>
              <a:gd name="csX3" fmla="*/ 0 w 1052818"/>
              <a:gd name="csY3" fmla="*/ 595618 h 595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595618">
                <a:moveTo>
                  <a:pt x="1052818" y="0"/>
                </a:moveTo>
                <a:lnTo>
                  <a:pt x="952151" y="0"/>
                </a:lnTo>
                <a:lnTo>
                  <a:pt x="952151" y="595618"/>
                </a:lnTo>
                <a:lnTo>
                  <a:pt x="0" y="595618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DFDF4FF-5EE1-F27D-109C-AC4587BBCD87}"/>
              </a:ext>
            </a:extLst>
          </p:cNvPr>
          <p:cNvCxnSpPr/>
          <p:nvPr/>
        </p:nvCxnSpPr>
        <p:spPr>
          <a:xfrm>
            <a:off x="8912604" y="1181415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CB6921A-F8D8-4E1E-F80E-43706A994A64}"/>
              </a:ext>
            </a:extLst>
          </p:cNvPr>
          <p:cNvSpPr/>
          <p:nvPr/>
        </p:nvSpPr>
        <p:spPr>
          <a:xfrm>
            <a:off x="8107960" y="1711354"/>
            <a:ext cx="805343" cy="1019263"/>
          </a:xfrm>
          <a:custGeom>
            <a:avLst/>
            <a:gdLst>
              <a:gd name="csX0" fmla="*/ 805343 w 805343"/>
              <a:gd name="csY0" fmla="*/ 0 h 1019263"/>
              <a:gd name="csX1" fmla="*/ 805343 w 805343"/>
              <a:gd name="csY1" fmla="*/ 1019263 h 1019263"/>
              <a:gd name="csX2" fmla="*/ 0 w 805343"/>
              <a:gd name="csY2" fmla="*/ 1019263 h 1019263"/>
              <a:gd name="csX3" fmla="*/ 0 w 805343"/>
              <a:gd name="csY3" fmla="*/ 1002485 h 10192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05343" h="1019263">
                <a:moveTo>
                  <a:pt x="805343" y="0"/>
                </a:moveTo>
                <a:lnTo>
                  <a:pt x="805343" y="1019263"/>
                </a:lnTo>
                <a:lnTo>
                  <a:pt x="0" y="1019263"/>
                </a:lnTo>
                <a:lnTo>
                  <a:pt x="0" y="1002485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F332FE6B-14A5-259E-AFF7-F9140F846B09}"/>
              </a:ext>
            </a:extLst>
          </p:cNvPr>
          <p:cNvSpPr/>
          <p:nvPr/>
        </p:nvSpPr>
        <p:spPr>
          <a:xfrm>
            <a:off x="8095376" y="2936147"/>
            <a:ext cx="1065402" cy="1124125"/>
          </a:xfrm>
          <a:custGeom>
            <a:avLst/>
            <a:gdLst>
              <a:gd name="csX0" fmla="*/ 1052818 w 1052818"/>
              <a:gd name="csY0" fmla="*/ 1124125 h 1124125"/>
              <a:gd name="csX1" fmla="*/ 637563 w 1052818"/>
              <a:gd name="csY1" fmla="*/ 1124125 h 1124125"/>
              <a:gd name="csX2" fmla="*/ 637563 w 1052818"/>
              <a:gd name="csY2" fmla="*/ 0 h 1124125"/>
              <a:gd name="csX3" fmla="*/ 0 w 1052818"/>
              <a:gd name="csY3" fmla="*/ 0 h 11241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1124125">
                <a:moveTo>
                  <a:pt x="1052818" y="1124125"/>
                </a:moveTo>
                <a:lnTo>
                  <a:pt x="637563" y="1124125"/>
                </a:lnTo>
                <a:lnTo>
                  <a:pt x="637563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25BE1FF-E345-9E63-0D3D-7EA61C04C525}"/>
              </a:ext>
            </a:extLst>
          </p:cNvPr>
          <p:cNvCxnSpPr/>
          <p:nvPr/>
        </p:nvCxnSpPr>
        <p:spPr>
          <a:xfrm>
            <a:off x="8615823" y="5362033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E6D848DA-3BEC-8698-E55B-1D7FDCF75D92}"/>
              </a:ext>
            </a:extLst>
          </p:cNvPr>
          <p:cNvSpPr/>
          <p:nvPr/>
        </p:nvSpPr>
        <p:spPr>
          <a:xfrm>
            <a:off x="8095376" y="3061982"/>
            <a:ext cx="524312" cy="2294389"/>
          </a:xfrm>
          <a:custGeom>
            <a:avLst/>
            <a:gdLst>
              <a:gd name="csX0" fmla="*/ 524312 w 524312"/>
              <a:gd name="csY0" fmla="*/ 2294389 h 2294389"/>
              <a:gd name="csX1" fmla="*/ 524312 w 524312"/>
              <a:gd name="csY1" fmla="*/ 4194 h 2294389"/>
              <a:gd name="csX2" fmla="*/ 0 w 524312"/>
              <a:gd name="csY2" fmla="*/ 4194 h 2294389"/>
              <a:gd name="csX3" fmla="*/ 0 w 524312"/>
              <a:gd name="csY3" fmla="*/ 0 h 22943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24312" h="2294389">
                <a:moveTo>
                  <a:pt x="524312" y="2294389"/>
                </a:moveTo>
                <a:lnTo>
                  <a:pt x="524312" y="4194"/>
                </a:lnTo>
                <a:lnTo>
                  <a:pt x="0" y="4194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32B6FB9-2AB6-2990-65B7-798FA8AFFBAA}"/>
              </a:ext>
            </a:extLst>
          </p:cNvPr>
          <p:cNvSpPr/>
          <p:nvPr/>
        </p:nvSpPr>
        <p:spPr>
          <a:xfrm>
            <a:off x="69558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3283BA6-F8E6-F755-BDCC-BEC9E325DE42}"/>
              </a:ext>
            </a:extLst>
          </p:cNvPr>
          <p:cNvSpPr txBox="1"/>
          <p:nvPr/>
        </p:nvSpPr>
        <p:spPr>
          <a:xfrm>
            <a:off x="69829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EXTI2</a:t>
            </a:r>
            <a:endParaRPr lang="LID4096" sz="120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46A415-FEFC-5871-C8A1-4C3C8298EABF}"/>
              </a:ext>
            </a:extLst>
          </p:cNvPr>
          <p:cNvSpPr/>
          <p:nvPr/>
        </p:nvSpPr>
        <p:spPr>
          <a:xfrm>
            <a:off x="6344828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D1D9F99-8E77-2F0E-7382-5AA9363D1EC9}"/>
              </a:ext>
            </a:extLst>
          </p:cNvPr>
          <p:cNvSpPr txBox="1"/>
          <p:nvPr/>
        </p:nvSpPr>
        <p:spPr>
          <a:xfrm>
            <a:off x="6371919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EXTI3</a:t>
            </a:r>
            <a:endParaRPr lang="LID4096" sz="120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98EECA2-219F-1E69-A40D-503BCF58D499}"/>
              </a:ext>
            </a:extLst>
          </p:cNvPr>
          <p:cNvSpPr txBox="1"/>
          <p:nvPr/>
        </p:nvSpPr>
        <p:spPr>
          <a:xfrm rot="5400000">
            <a:off x="7146340" y="142691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0C4F0B-7CD3-36B5-E0BF-BF83989BE2BD}"/>
              </a:ext>
            </a:extLst>
          </p:cNvPr>
          <p:cNvSpPr txBox="1"/>
          <p:nvPr/>
        </p:nvSpPr>
        <p:spPr>
          <a:xfrm rot="5400000">
            <a:off x="6506569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33BC0A1-04E2-FFD7-13B8-5D3C853CF2B5}"/>
              </a:ext>
            </a:extLst>
          </p:cNvPr>
          <p:cNvSpPr/>
          <p:nvPr/>
        </p:nvSpPr>
        <p:spPr>
          <a:xfrm>
            <a:off x="6346272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5DB63C9-C46D-0FBF-C158-94CFA2048670}"/>
              </a:ext>
            </a:extLst>
          </p:cNvPr>
          <p:cNvSpPr txBox="1"/>
          <p:nvPr/>
        </p:nvSpPr>
        <p:spPr>
          <a:xfrm>
            <a:off x="7064325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AFIO_EXTICR1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720D8AC-AB95-AD64-E71C-B10EB01B8456}"/>
              </a:ext>
            </a:extLst>
          </p:cNvPr>
          <p:cNvSpPr/>
          <p:nvPr/>
        </p:nvSpPr>
        <p:spPr>
          <a:xfrm>
            <a:off x="55322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BADF9F3-6D96-D8B7-4F19-DF63CC7C92F0}"/>
              </a:ext>
            </a:extLst>
          </p:cNvPr>
          <p:cNvSpPr txBox="1"/>
          <p:nvPr/>
        </p:nvSpPr>
        <p:spPr>
          <a:xfrm>
            <a:off x="55593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EXTI4</a:t>
            </a:r>
            <a:endParaRPr lang="LID4096" sz="120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AC7A561-A4ED-A570-2088-1FE261E9B84A}"/>
              </a:ext>
            </a:extLst>
          </p:cNvPr>
          <p:cNvSpPr/>
          <p:nvPr/>
        </p:nvSpPr>
        <p:spPr>
          <a:xfrm>
            <a:off x="4919783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259871A-BDAC-004E-CFB0-6D1E63CAA5A3}"/>
              </a:ext>
            </a:extLst>
          </p:cNvPr>
          <p:cNvSpPr txBox="1"/>
          <p:nvPr/>
        </p:nvSpPr>
        <p:spPr>
          <a:xfrm>
            <a:off x="4946874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EXTI5</a:t>
            </a:r>
            <a:endParaRPr lang="LID4096" sz="120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D298C999-108E-561F-67E1-8999B4D38FB6}"/>
              </a:ext>
            </a:extLst>
          </p:cNvPr>
          <p:cNvSpPr/>
          <p:nvPr/>
        </p:nvSpPr>
        <p:spPr>
          <a:xfrm>
            <a:off x="4308785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503ADD2-5B56-97FA-32F4-5CC6E489852E}"/>
              </a:ext>
            </a:extLst>
          </p:cNvPr>
          <p:cNvSpPr txBox="1"/>
          <p:nvPr/>
        </p:nvSpPr>
        <p:spPr>
          <a:xfrm>
            <a:off x="4335876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EXTI6</a:t>
            </a:r>
            <a:endParaRPr lang="LID4096" sz="120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5E1E65C4-684F-A032-10D1-18A21CD5D804}"/>
              </a:ext>
            </a:extLst>
          </p:cNvPr>
          <p:cNvSpPr/>
          <p:nvPr/>
        </p:nvSpPr>
        <p:spPr>
          <a:xfrm>
            <a:off x="3697787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1EC4CE7-A9F6-DFB7-332A-BE243BB69C9B}"/>
              </a:ext>
            </a:extLst>
          </p:cNvPr>
          <p:cNvSpPr txBox="1"/>
          <p:nvPr/>
        </p:nvSpPr>
        <p:spPr>
          <a:xfrm>
            <a:off x="372487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EXTI7</a:t>
            </a:r>
            <a:endParaRPr lang="LID4096" sz="120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1076C78-737F-7F49-FAB5-0F1E5873782C}"/>
              </a:ext>
            </a:extLst>
          </p:cNvPr>
          <p:cNvSpPr/>
          <p:nvPr/>
        </p:nvSpPr>
        <p:spPr>
          <a:xfrm>
            <a:off x="3699231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62B305C-BBFD-4545-20BB-90B334DF9A7F}"/>
              </a:ext>
            </a:extLst>
          </p:cNvPr>
          <p:cNvSpPr txBox="1"/>
          <p:nvPr/>
        </p:nvSpPr>
        <p:spPr>
          <a:xfrm>
            <a:off x="4417284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AFIO_EXTICR2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FAF184E2-20AA-B170-FE7F-90B15620CC96}"/>
              </a:ext>
            </a:extLst>
          </p:cNvPr>
          <p:cNvSpPr/>
          <p:nvPr/>
        </p:nvSpPr>
        <p:spPr>
          <a:xfrm>
            <a:off x="9102676" y="5791456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743DAA1-0CFC-E79D-BD46-0D4555290F1B}"/>
              </a:ext>
            </a:extLst>
          </p:cNvPr>
          <p:cNvSpPr/>
          <p:nvPr/>
        </p:nvSpPr>
        <p:spPr>
          <a:xfrm rot="10800000">
            <a:off x="9121112" y="1256897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1A47297F-2B64-F88C-B982-ECCF4BF9AAB1}"/>
              </a:ext>
            </a:extLst>
          </p:cNvPr>
          <p:cNvSpPr/>
          <p:nvPr/>
        </p:nvSpPr>
        <p:spPr>
          <a:xfrm rot="5400000">
            <a:off x="4120347" y="-412671"/>
            <a:ext cx="1239500" cy="3109219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1720662-C1C0-120E-B247-8EA8F7E669CD}"/>
              </a:ext>
            </a:extLst>
          </p:cNvPr>
          <p:cNvSpPr txBox="1"/>
          <p:nvPr/>
        </p:nvSpPr>
        <p:spPr>
          <a:xfrm>
            <a:off x="5645792" y="2430226"/>
            <a:ext cx="1236729" cy="306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3262D9E4-33CC-3533-DD35-3896BDE3B501}"/>
              </a:ext>
            </a:extLst>
          </p:cNvPr>
          <p:cNvSpPr txBox="1"/>
          <p:nvPr/>
        </p:nvSpPr>
        <p:spPr>
          <a:xfrm>
            <a:off x="6283522" y="2806310"/>
            <a:ext cx="59332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  <a:br>
              <a:rPr lang="en-US" sz="1050"/>
            </a:br>
            <a:r>
              <a:rPr lang="en-US" sz="1050"/>
              <a:t>EXTI6</a:t>
            </a:r>
            <a:br>
              <a:rPr lang="en-US" sz="1050"/>
            </a:br>
            <a:r>
              <a:rPr lang="en-US" sz="1050"/>
              <a:t>EXTI7</a:t>
            </a:r>
            <a:br>
              <a:rPr lang="en-US" sz="1050"/>
            </a:br>
            <a:r>
              <a:rPr lang="en-US" sz="1050"/>
              <a:t>EXTI8</a:t>
            </a:r>
            <a:br>
              <a:rPr lang="en-US" sz="1050"/>
            </a:br>
            <a:r>
              <a:rPr lang="en-US" sz="1050"/>
              <a:t>EXTI9</a:t>
            </a:r>
            <a:br>
              <a:rPr lang="en-US" sz="1050"/>
            </a:br>
            <a:r>
              <a:rPr lang="en-US" sz="1050"/>
              <a:t>EXTI10</a:t>
            </a:r>
            <a:br>
              <a:rPr lang="en-US" sz="1050"/>
            </a:br>
            <a:r>
              <a:rPr lang="en-US" sz="1050"/>
              <a:t>EXTI11</a:t>
            </a:r>
            <a:br>
              <a:rPr lang="en-US" sz="1050"/>
            </a:br>
            <a:r>
              <a:rPr lang="en-US" sz="1050"/>
              <a:t>EXTI12</a:t>
            </a:r>
            <a:br>
              <a:rPr lang="en-US" sz="1050"/>
            </a:br>
            <a:r>
              <a:rPr lang="en-US" sz="1050"/>
              <a:t>EXTI13</a:t>
            </a:r>
            <a:br>
              <a:rPr lang="en-US" sz="1050"/>
            </a:br>
            <a:r>
              <a:rPr lang="en-US" sz="1050"/>
              <a:t>EXTI14</a:t>
            </a:r>
            <a:br>
              <a:rPr lang="en-US" sz="1050"/>
            </a:br>
            <a:r>
              <a:rPr lang="en-US" sz="1050"/>
              <a:t>EXTI15</a:t>
            </a:r>
            <a:endParaRPr lang="LID4096" sz="3600" dirty="0"/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EF23A0F4-856B-9FDB-9720-49850C4B0C66}"/>
              </a:ext>
            </a:extLst>
          </p:cNvPr>
          <p:cNvSpPr/>
          <p:nvPr/>
        </p:nvSpPr>
        <p:spPr>
          <a:xfrm>
            <a:off x="6891556" y="2986481"/>
            <a:ext cx="775982" cy="109057"/>
          </a:xfrm>
          <a:custGeom>
            <a:avLst/>
            <a:gdLst>
              <a:gd name="csX0" fmla="*/ 775982 w 775982"/>
              <a:gd name="csY0" fmla="*/ 0 h 109057"/>
              <a:gd name="csX1" fmla="*/ 515923 w 775982"/>
              <a:gd name="csY1" fmla="*/ 0 h 109057"/>
              <a:gd name="csX2" fmla="*/ 515923 w 775982"/>
              <a:gd name="csY2" fmla="*/ 109057 h 109057"/>
              <a:gd name="csX3" fmla="*/ 0 w 775982"/>
              <a:gd name="csY3" fmla="*/ 109057 h 109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5982" h="109057">
                <a:moveTo>
                  <a:pt x="775982" y="0"/>
                </a:moveTo>
                <a:lnTo>
                  <a:pt x="515923" y="0"/>
                </a:lnTo>
                <a:lnTo>
                  <a:pt x="515923" y="109057"/>
                </a:lnTo>
                <a:lnTo>
                  <a:pt x="0" y="109057"/>
                </a:lnTo>
              </a:path>
            </a:pathLst>
          </a:custGeom>
          <a:noFill/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BD8044-74C1-BFBF-B94C-BDC7456062CD}"/>
              </a:ext>
            </a:extLst>
          </p:cNvPr>
          <p:cNvCxnSpPr/>
          <p:nvPr/>
        </p:nvCxnSpPr>
        <p:spPr>
          <a:xfrm flipH="1">
            <a:off x="6883167" y="324234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1F0194E4-E947-A830-DF67-75E4474A48C1}"/>
              </a:ext>
            </a:extLst>
          </p:cNvPr>
          <p:cNvCxnSpPr/>
          <p:nvPr/>
        </p:nvCxnSpPr>
        <p:spPr>
          <a:xfrm flipH="1">
            <a:off x="6883167" y="3396842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AA1D651-F024-8F32-982F-7D6264BCC877}"/>
              </a:ext>
            </a:extLst>
          </p:cNvPr>
          <p:cNvCxnSpPr/>
          <p:nvPr/>
        </p:nvCxnSpPr>
        <p:spPr>
          <a:xfrm flipH="1">
            <a:off x="6879996" y="357231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2E7BA20A-688B-DF0E-7A49-7477D66A9949}"/>
              </a:ext>
            </a:extLst>
          </p:cNvPr>
          <p:cNvCxnSpPr/>
          <p:nvPr/>
        </p:nvCxnSpPr>
        <p:spPr>
          <a:xfrm flipH="1">
            <a:off x="6879996" y="373380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C7E504A1-1DF4-051C-2668-FD570C851ED2}"/>
              </a:ext>
            </a:extLst>
          </p:cNvPr>
          <p:cNvCxnSpPr/>
          <p:nvPr/>
        </p:nvCxnSpPr>
        <p:spPr>
          <a:xfrm flipH="1">
            <a:off x="6879996" y="389209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1135B20F-B911-A28E-CD55-0F740743A0C6}"/>
              </a:ext>
            </a:extLst>
          </p:cNvPr>
          <p:cNvCxnSpPr/>
          <p:nvPr/>
        </p:nvCxnSpPr>
        <p:spPr>
          <a:xfrm flipH="1">
            <a:off x="6879996" y="405565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852A564-BA99-EB37-1FFF-78473EC4735F}"/>
              </a:ext>
            </a:extLst>
          </p:cNvPr>
          <p:cNvSpPr/>
          <p:nvPr/>
        </p:nvSpPr>
        <p:spPr>
          <a:xfrm>
            <a:off x="6891555" y="352188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E5520281-E2EC-1ABC-6A5C-7570C25F474A}"/>
              </a:ext>
            </a:extLst>
          </p:cNvPr>
          <p:cNvSpPr txBox="1"/>
          <p:nvPr/>
        </p:nvSpPr>
        <p:spPr>
          <a:xfrm>
            <a:off x="5637354" y="2806310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E4635A66-49AD-6213-9D09-F3FFDAAE60BE}"/>
              </a:ext>
            </a:extLst>
          </p:cNvPr>
          <p:cNvSpPr txBox="1"/>
          <p:nvPr/>
        </p:nvSpPr>
        <p:spPr>
          <a:xfrm>
            <a:off x="2326205" y="2421302"/>
            <a:ext cx="2535215" cy="176158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endParaRPr lang="en-US" sz="3600"/>
          </a:p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</p:spTree>
    <p:extLst>
      <p:ext uri="{BB962C8B-B14F-4D97-AF65-F5344CB8AC3E}">
        <p14:creationId xmlns:p14="http://schemas.microsoft.com/office/powerpoint/2010/main" val="2223377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2883-2A07-222D-6A79-EBF46AB5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77">
            <a:extLst>
              <a:ext uri="{FF2B5EF4-FFF2-40B4-BE49-F238E27FC236}">
                <a16:creationId xmlns:a16="http://schemas.microsoft.com/office/drawing/2014/main" id="{884963E9-199C-ADB9-B643-EE89D804B0CE}"/>
              </a:ext>
            </a:extLst>
          </p:cNvPr>
          <p:cNvSpPr txBox="1"/>
          <p:nvPr/>
        </p:nvSpPr>
        <p:spPr>
          <a:xfrm>
            <a:off x="1543366" y="1403352"/>
            <a:ext cx="8286434" cy="25844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4BAEF93-039F-6588-F448-97FA919B3DB0}"/>
              </a:ext>
            </a:extLst>
          </p:cNvPr>
          <p:cNvSpPr txBox="1"/>
          <p:nvPr/>
        </p:nvSpPr>
        <p:spPr>
          <a:xfrm>
            <a:off x="9236473" y="2709943"/>
            <a:ext cx="593327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 b="1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</a:p>
          <a:p>
            <a:pPr algn="ctr"/>
            <a:r>
              <a:rPr lang="en-US" sz="1050"/>
              <a:t>...</a:t>
            </a:r>
            <a:endParaRPr lang="LID4096" sz="36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EE0248A2-DC9D-AD1A-EA17-587CC3D40201}"/>
              </a:ext>
            </a:extLst>
          </p:cNvPr>
          <p:cNvCxnSpPr/>
          <p:nvPr/>
        </p:nvCxnSpPr>
        <p:spPr>
          <a:xfrm flipH="1">
            <a:off x="9929678" y="284461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700F0BA-55B9-28EC-6F33-89DECBA2C8F3}"/>
              </a:ext>
            </a:extLst>
          </p:cNvPr>
          <p:cNvCxnSpPr/>
          <p:nvPr/>
        </p:nvCxnSpPr>
        <p:spPr>
          <a:xfrm flipH="1">
            <a:off x="9929678" y="2999112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E6D3ABF-0C2A-F7CF-2910-6192FB7167CB}"/>
              </a:ext>
            </a:extLst>
          </p:cNvPr>
          <p:cNvCxnSpPr/>
          <p:nvPr/>
        </p:nvCxnSpPr>
        <p:spPr>
          <a:xfrm flipH="1">
            <a:off x="9926507" y="317458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529D73CB-6783-5B82-4415-BD17B6E344E1}"/>
              </a:ext>
            </a:extLst>
          </p:cNvPr>
          <p:cNvCxnSpPr/>
          <p:nvPr/>
        </p:nvCxnSpPr>
        <p:spPr>
          <a:xfrm flipH="1">
            <a:off x="9926507" y="333607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D9FCBAFB-7C8A-8929-5F92-F4143383B59C}"/>
              </a:ext>
            </a:extLst>
          </p:cNvPr>
          <p:cNvCxnSpPr/>
          <p:nvPr/>
        </p:nvCxnSpPr>
        <p:spPr>
          <a:xfrm flipH="1">
            <a:off x="9926507" y="349436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D5EB330-2DAC-3AF1-BDB3-6436C250F278}"/>
              </a:ext>
            </a:extLst>
          </p:cNvPr>
          <p:cNvCxnSpPr/>
          <p:nvPr/>
        </p:nvCxnSpPr>
        <p:spPr>
          <a:xfrm flipH="1">
            <a:off x="9926507" y="365792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2E0D8318-5F8C-8BC0-676C-CCCBE3989F33}"/>
              </a:ext>
            </a:extLst>
          </p:cNvPr>
          <p:cNvSpPr/>
          <p:nvPr/>
        </p:nvSpPr>
        <p:spPr>
          <a:xfrm>
            <a:off x="9938066" y="312415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BA76EB9-B7E9-C533-2522-66C775178F93}"/>
              </a:ext>
            </a:extLst>
          </p:cNvPr>
          <p:cNvSpPr txBox="1"/>
          <p:nvPr/>
        </p:nvSpPr>
        <p:spPr>
          <a:xfrm>
            <a:off x="1531807" y="2543827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0C41D13-87DC-E7DE-0044-D951AF0A9D91}"/>
              </a:ext>
            </a:extLst>
          </p:cNvPr>
          <p:cNvSpPr txBox="1"/>
          <p:nvPr/>
        </p:nvSpPr>
        <p:spPr>
          <a:xfrm rot="16200000">
            <a:off x="-560591" y="2385372"/>
            <a:ext cx="2584447" cy="6204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3AB1B-3D54-9E4F-4F3B-6880174C846F}"/>
              </a:ext>
            </a:extLst>
          </p:cNvPr>
          <p:cNvSpPr txBox="1"/>
          <p:nvPr/>
        </p:nvSpPr>
        <p:spPr>
          <a:xfrm>
            <a:off x="7079367" y="2841562"/>
            <a:ext cx="1676228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/>
              <a:t>Edge Detection Circuit</a:t>
            </a:r>
            <a:endParaRPr lang="LID4096" sz="12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3F26A1-5B9E-7791-586C-A4E3960395F8}"/>
              </a:ext>
            </a:extLst>
          </p:cNvPr>
          <p:cNvSpPr txBox="1"/>
          <p:nvPr/>
        </p:nvSpPr>
        <p:spPr>
          <a:xfrm>
            <a:off x="7965486" y="1862684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EXTI_FTENR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0D8C96-7CF2-B46A-3769-FD3E0892D118}"/>
              </a:ext>
            </a:extLst>
          </p:cNvPr>
          <p:cNvSpPr txBox="1"/>
          <p:nvPr/>
        </p:nvSpPr>
        <p:spPr>
          <a:xfrm>
            <a:off x="7965486" y="2108905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Falling trigger enable register</a:t>
            </a:r>
            <a:endParaRPr lang="LID4096" sz="800" i="1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EE2AB2F-C49D-9160-6580-B7F19E75238A}"/>
              </a:ext>
            </a:extLst>
          </p:cNvPr>
          <p:cNvSpPr txBox="1"/>
          <p:nvPr/>
        </p:nvSpPr>
        <p:spPr>
          <a:xfrm>
            <a:off x="6945406" y="1859203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EXTI_RTENR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E041BF-E902-00D9-FC84-A49A13399C70}"/>
              </a:ext>
            </a:extLst>
          </p:cNvPr>
          <p:cNvSpPr txBox="1"/>
          <p:nvPr/>
        </p:nvSpPr>
        <p:spPr>
          <a:xfrm>
            <a:off x="6945406" y="2105424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Rising trigger enable register</a:t>
            </a:r>
            <a:endParaRPr lang="LID4096" sz="800" i="1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10774A-AA2F-6481-48E4-8EF7A6132EEC}"/>
              </a:ext>
            </a:extLst>
          </p:cNvPr>
          <p:cNvSpPr txBox="1"/>
          <p:nvPr/>
        </p:nvSpPr>
        <p:spPr>
          <a:xfrm>
            <a:off x="5764306" y="1857579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EXTI_SWIEVR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CA803C-17F9-3CBA-75EE-CA033C55367A}"/>
              </a:ext>
            </a:extLst>
          </p:cNvPr>
          <p:cNvSpPr txBox="1"/>
          <p:nvPr/>
        </p:nvSpPr>
        <p:spPr>
          <a:xfrm>
            <a:off x="5764306" y="2103800"/>
            <a:ext cx="96051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Software Interrupt Event Register</a:t>
            </a:r>
            <a:endParaRPr lang="LID4096" sz="800" i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BAD2F6-7DEB-2CD5-CFFB-1110E600571A}"/>
              </a:ext>
            </a:extLst>
          </p:cNvPr>
          <p:cNvSpPr txBox="1"/>
          <p:nvPr/>
        </p:nvSpPr>
        <p:spPr>
          <a:xfrm>
            <a:off x="4337745" y="1856072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B28D3E-08C1-588E-A256-876C3C8BB6B7}"/>
              </a:ext>
            </a:extLst>
          </p:cNvPr>
          <p:cNvSpPr txBox="1"/>
          <p:nvPr/>
        </p:nvSpPr>
        <p:spPr>
          <a:xfrm>
            <a:off x="4337745" y="2102293"/>
            <a:ext cx="960519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Enable Register</a:t>
            </a:r>
            <a:endParaRPr lang="LID4096" sz="800" i="1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10307E1-A14A-BAE3-0EAC-22C3B2162C7A}"/>
              </a:ext>
            </a:extLst>
          </p:cNvPr>
          <p:cNvSpPr txBox="1"/>
          <p:nvPr/>
        </p:nvSpPr>
        <p:spPr>
          <a:xfrm>
            <a:off x="2596014" y="2539980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EXTI_INTFR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623DAF-C296-8313-F0FD-62E61B61C995}"/>
              </a:ext>
            </a:extLst>
          </p:cNvPr>
          <p:cNvCxnSpPr>
            <a:cxnSpLocks/>
          </p:cNvCxnSpPr>
          <p:nvPr/>
        </p:nvCxnSpPr>
        <p:spPr>
          <a:xfrm flipH="1">
            <a:off x="8755595" y="2982305"/>
            <a:ext cx="5471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F6C0CA2-8BFC-D7EC-C057-952BF2FFFAD3}"/>
              </a:ext>
            </a:extLst>
          </p:cNvPr>
          <p:cNvCxnSpPr>
            <a:cxnSpLocks/>
          </p:cNvCxnSpPr>
          <p:nvPr/>
        </p:nvCxnSpPr>
        <p:spPr>
          <a:xfrm flipV="1">
            <a:off x="8382000" y="2447459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2828E8A0-6365-7168-8C2C-AD2DDA15299D}"/>
              </a:ext>
            </a:extLst>
          </p:cNvPr>
          <p:cNvCxnSpPr>
            <a:cxnSpLocks/>
          </p:cNvCxnSpPr>
          <p:nvPr/>
        </p:nvCxnSpPr>
        <p:spPr>
          <a:xfrm flipV="1">
            <a:off x="7411505" y="2438224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F7E6E6B-65F8-C0A7-3C06-975C6BE94C89}"/>
              </a:ext>
            </a:extLst>
          </p:cNvPr>
          <p:cNvCxnSpPr>
            <a:cxnSpLocks/>
          </p:cNvCxnSpPr>
          <p:nvPr/>
        </p:nvCxnSpPr>
        <p:spPr>
          <a:xfrm flipH="1">
            <a:off x="5834201" y="3022931"/>
            <a:ext cx="12451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C2F041DF-E966-09C3-51CB-55832E3B6E0A}"/>
              </a:ext>
            </a:extLst>
          </p:cNvPr>
          <p:cNvCxnSpPr>
            <a:stCxn id="71" idx="2"/>
          </p:cNvCxnSpPr>
          <p:nvPr/>
        </p:nvCxnSpPr>
        <p:spPr>
          <a:xfrm rot="5400000">
            <a:off x="5864792" y="2534875"/>
            <a:ext cx="349185" cy="41036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0C83828-AB37-8584-F8B1-1D0C95588733}"/>
              </a:ext>
            </a:extLst>
          </p:cNvPr>
          <p:cNvCxnSpPr>
            <a:stCxn id="73" idx="2"/>
            <a:endCxn id="76" idx="3"/>
          </p:cNvCxnSpPr>
          <p:nvPr/>
        </p:nvCxnSpPr>
        <p:spPr>
          <a:xfrm rot="5400000">
            <a:off x="4577976" y="2568398"/>
            <a:ext cx="367580" cy="11247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16151E9-A75C-540F-6B03-205BF3A800CC}"/>
              </a:ext>
            </a:extLst>
          </p:cNvPr>
          <p:cNvCxnSpPr>
            <a:cxnSpLocks/>
          </p:cNvCxnSpPr>
          <p:nvPr/>
        </p:nvCxnSpPr>
        <p:spPr>
          <a:xfrm flipH="1">
            <a:off x="4432301" y="2921331"/>
            <a:ext cx="10082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D7AAD6D-CCF8-0FA1-B9D5-9ADCA2354B4C}"/>
              </a:ext>
            </a:extLst>
          </p:cNvPr>
          <p:cNvSpPr txBox="1"/>
          <p:nvPr/>
        </p:nvSpPr>
        <p:spPr>
          <a:xfrm>
            <a:off x="4365368" y="2623761"/>
            <a:ext cx="34015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b="1"/>
              <a:t>&amp;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C54CE8-C92A-30AE-E8DE-51AF8F29D814}"/>
              </a:ext>
            </a:extLst>
          </p:cNvPr>
          <p:cNvSpPr txBox="1"/>
          <p:nvPr/>
        </p:nvSpPr>
        <p:spPr>
          <a:xfrm>
            <a:off x="5402673" y="278620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19D27CAF-C57E-8A2F-40DE-BCE2435DBB07}"/>
              </a:ext>
            </a:extLst>
          </p:cNvPr>
          <p:cNvCxnSpPr/>
          <p:nvPr/>
        </p:nvCxnSpPr>
        <p:spPr>
          <a:xfrm flipH="1">
            <a:off x="1012153" y="2825565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17B4534-828E-DA47-42C4-33CB30A65094}"/>
              </a:ext>
            </a:extLst>
          </p:cNvPr>
          <p:cNvCxnSpPr>
            <a:cxnSpLocks/>
          </p:cNvCxnSpPr>
          <p:nvPr/>
        </p:nvCxnSpPr>
        <p:spPr>
          <a:xfrm flipH="1">
            <a:off x="4110313" y="2728532"/>
            <a:ext cx="2550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C762241E-B07A-3A5C-7489-7DDE4B4BB30A}"/>
              </a:ext>
            </a:extLst>
          </p:cNvPr>
          <p:cNvSpPr txBox="1"/>
          <p:nvPr/>
        </p:nvSpPr>
        <p:spPr>
          <a:xfrm>
            <a:off x="3720921" y="262376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2BA23ED5-6C60-C28D-4DC7-EFBDB3CFB1DE}"/>
              </a:ext>
            </a:extLst>
          </p:cNvPr>
          <p:cNvSpPr/>
          <p:nvPr/>
        </p:nvSpPr>
        <p:spPr>
          <a:xfrm>
            <a:off x="2012950" y="2825750"/>
            <a:ext cx="577850" cy="0"/>
          </a:xfrm>
          <a:custGeom>
            <a:avLst/>
            <a:gdLst>
              <a:gd name="csX0" fmla="*/ 577850 w 577850"/>
              <a:gd name="csY0" fmla="*/ 0 h 0"/>
              <a:gd name="csX1" fmla="*/ 0 w 5778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7850">
                <a:moveTo>
                  <a:pt x="577850" y="0"/>
                </a:moveTo>
                <a:lnTo>
                  <a:pt x="0" y="0"/>
                </a:ln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4" name="Freeform: Shape 163">
            <a:extLst>
              <a:ext uri="{FF2B5EF4-FFF2-40B4-BE49-F238E27FC236}">
                <a16:creationId xmlns:a16="http://schemas.microsoft.com/office/drawing/2014/main" id="{EF34051E-F15C-8B6F-B23E-009155CC033D}"/>
              </a:ext>
            </a:extLst>
          </p:cNvPr>
          <p:cNvSpPr/>
          <p:nvPr/>
        </p:nvSpPr>
        <p:spPr>
          <a:xfrm>
            <a:off x="2451100" y="2832100"/>
            <a:ext cx="1835150" cy="488950"/>
          </a:xfrm>
          <a:custGeom>
            <a:avLst/>
            <a:gdLst>
              <a:gd name="csX0" fmla="*/ 0 w 1835150"/>
              <a:gd name="csY0" fmla="*/ 0 h 488950"/>
              <a:gd name="csX1" fmla="*/ 0 w 1835150"/>
              <a:gd name="csY1" fmla="*/ 488950 h 488950"/>
              <a:gd name="csX2" fmla="*/ 1835150 w 1835150"/>
              <a:gd name="csY2" fmla="*/ 488950 h 488950"/>
              <a:gd name="csX3" fmla="*/ 1835150 w 1835150"/>
              <a:gd name="csY3" fmla="*/ 82550 h 488950"/>
              <a:gd name="csX4" fmla="*/ 1708150 w 1835150"/>
              <a:gd name="csY4" fmla="*/ 82550 h 488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35150" h="488950">
                <a:moveTo>
                  <a:pt x="0" y="0"/>
                </a:moveTo>
                <a:lnTo>
                  <a:pt x="0" y="488950"/>
                </a:lnTo>
                <a:lnTo>
                  <a:pt x="1835150" y="488950"/>
                </a:lnTo>
                <a:lnTo>
                  <a:pt x="1835150" y="82550"/>
                </a:lnTo>
                <a:lnTo>
                  <a:pt x="1708150" y="82550"/>
                </a:ln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1DE2FA5-14A7-BFD8-DADE-B1740F133253}"/>
              </a:ext>
            </a:extLst>
          </p:cNvPr>
          <p:cNvCxnSpPr>
            <a:cxnSpLocks/>
            <a:stCxn id="160" idx="1"/>
          </p:cNvCxnSpPr>
          <p:nvPr/>
        </p:nvCxnSpPr>
        <p:spPr>
          <a:xfrm flipH="1">
            <a:off x="3486001" y="2808427"/>
            <a:ext cx="234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B3AB9B-848C-5A0B-155C-A6386B3BCE8E}"/>
              </a:ext>
            </a:extLst>
          </p:cNvPr>
          <p:cNvSpPr txBox="1"/>
          <p:nvPr/>
        </p:nvSpPr>
        <p:spPr>
          <a:xfrm>
            <a:off x="2596014" y="2786201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Flag Register</a:t>
            </a:r>
            <a:endParaRPr lang="LID4096" sz="800" i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44C66E2-CD71-45B1-963B-C7A613F5124B}"/>
              </a:ext>
            </a:extLst>
          </p:cNvPr>
          <p:cNvSpPr txBox="1"/>
          <p:nvPr/>
        </p:nvSpPr>
        <p:spPr>
          <a:xfrm>
            <a:off x="2596014" y="2078316"/>
            <a:ext cx="889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Only reset from software</a:t>
            </a:r>
            <a:endParaRPr lang="LID4096" sz="800" i="1"/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632216BC-C705-BAF0-D5AC-032C6AFC34E3}"/>
              </a:ext>
            </a:extLst>
          </p:cNvPr>
          <p:cNvCxnSpPr>
            <a:cxnSpLocks/>
          </p:cNvCxnSpPr>
          <p:nvPr/>
        </p:nvCxnSpPr>
        <p:spPr>
          <a:xfrm>
            <a:off x="3043287" y="2382977"/>
            <a:ext cx="0" cy="152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249AA789-6FBE-3AE6-56D9-459D4EBB37C0}"/>
              </a:ext>
            </a:extLst>
          </p:cNvPr>
          <p:cNvSpPr/>
          <p:nvPr/>
        </p:nvSpPr>
        <p:spPr>
          <a:xfrm>
            <a:off x="6724825" y="3146932"/>
            <a:ext cx="226503" cy="247475"/>
          </a:xfrm>
          <a:custGeom>
            <a:avLst/>
            <a:gdLst>
              <a:gd name="csX0" fmla="*/ 0 w 226503"/>
              <a:gd name="csY0" fmla="*/ 247475 h 247475"/>
              <a:gd name="csX1" fmla="*/ 83890 w 226503"/>
              <a:gd name="csY1" fmla="*/ 247475 h 247475"/>
              <a:gd name="csX2" fmla="*/ 83890 w 226503"/>
              <a:gd name="csY2" fmla="*/ 0 h 247475"/>
              <a:gd name="csX3" fmla="*/ 146808 w 226503"/>
              <a:gd name="csY3" fmla="*/ 0 h 247475"/>
              <a:gd name="csX4" fmla="*/ 146808 w 226503"/>
              <a:gd name="csY4" fmla="*/ 247475 h 247475"/>
              <a:gd name="csX5" fmla="*/ 226503 w 226503"/>
              <a:gd name="csY5" fmla="*/ 247475 h 247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26503" h="247475">
                <a:moveTo>
                  <a:pt x="0" y="247475"/>
                </a:moveTo>
                <a:lnTo>
                  <a:pt x="83890" y="247475"/>
                </a:lnTo>
                <a:lnTo>
                  <a:pt x="83890" y="0"/>
                </a:lnTo>
                <a:lnTo>
                  <a:pt x="146808" y="0"/>
                </a:lnTo>
                <a:lnTo>
                  <a:pt x="146808" y="247475"/>
                </a:lnTo>
                <a:lnTo>
                  <a:pt x="226503" y="247475"/>
                </a:lnTo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065EFA4C-3F21-6C3A-4CA2-A25351C1FCDC}"/>
              </a:ext>
            </a:extLst>
          </p:cNvPr>
          <p:cNvCxnSpPr>
            <a:cxnSpLocks/>
          </p:cNvCxnSpPr>
          <p:nvPr/>
        </p:nvCxnSpPr>
        <p:spPr>
          <a:xfrm flipH="1" flipV="1">
            <a:off x="6564395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44A229B1-0CAE-00BA-457E-4642169A344D}"/>
              </a:ext>
            </a:extLst>
          </p:cNvPr>
          <p:cNvCxnSpPr>
            <a:cxnSpLocks/>
          </p:cNvCxnSpPr>
          <p:nvPr/>
        </p:nvCxnSpPr>
        <p:spPr>
          <a:xfrm flipH="1" flipV="1">
            <a:off x="6969561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1AA9208C-A43D-5772-6087-AB93E41F3578}"/>
              </a:ext>
            </a:extLst>
          </p:cNvPr>
          <p:cNvSpPr txBox="1"/>
          <p:nvPr/>
        </p:nvSpPr>
        <p:spPr>
          <a:xfrm>
            <a:off x="6393082" y="3404942"/>
            <a:ext cx="889987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pulse</a:t>
            </a:r>
            <a:endParaRPr lang="LID4096" sz="800" i="1"/>
          </a:p>
        </p:txBody>
      </p:sp>
    </p:spTree>
    <p:extLst>
      <p:ext uri="{BB962C8B-B14F-4D97-AF65-F5344CB8AC3E}">
        <p14:creationId xmlns:p14="http://schemas.microsoft.com/office/powerpoint/2010/main" val="121957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Oval 33">
            <a:extLst>
              <a:ext uri="{FF2B5EF4-FFF2-40B4-BE49-F238E27FC236}">
                <a16:creationId xmlns:a16="http://schemas.microsoft.com/office/drawing/2014/main" id="{1984B8F8-D6BE-7337-E495-FA46A16AD125}"/>
              </a:ext>
            </a:extLst>
          </p:cNvPr>
          <p:cNvSpPr/>
          <p:nvPr/>
        </p:nvSpPr>
        <p:spPr>
          <a:xfrm>
            <a:off x="210774" y="1865679"/>
            <a:ext cx="3544559" cy="2222382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2066945-E088-F431-F031-ABB297BB4D50}"/>
              </a:ext>
            </a:extLst>
          </p:cNvPr>
          <p:cNvGrpSpPr/>
          <p:nvPr/>
        </p:nvGrpSpPr>
        <p:grpSpPr>
          <a:xfrm>
            <a:off x="508449" y="2301009"/>
            <a:ext cx="2910688" cy="1344927"/>
            <a:chOff x="1212970" y="1316945"/>
            <a:chExt cx="2910688" cy="134492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A8164A6-9C7C-74E6-18DF-769477AE0442}"/>
                </a:ext>
              </a:extLst>
            </p:cNvPr>
            <p:cNvSpPr txBox="1"/>
            <p:nvPr/>
          </p:nvSpPr>
          <p:spPr>
            <a:xfrm>
              <a:off x="1350991" y="1316945"/>
              <a:ext cx="26731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+mj-lt"/>
                </a:rPr>
                <a:t>EDA452 - Basic Computer </a:t>
              </a:r>
              <a:br>
                <a:rPr lang="en-GB">
                  <a:latin typeface="+mj-lt"/>
                </a:rPr>
              </a:br>
              <a:r>
                <a:rPr lang="en-GB">
                  <a:latin typeface="+mj-lt"/>
                </a:rPr>
                <a:t>Engineering</a:t>
              </a:r>
              <a:endParaRPr lang="LID4096">
                <a:latin typeface="+mj-lt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3BF73A9-CBF6-77E3-B102-78D92DAA2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2970" y="1925129"/>
              <a:ext cx="754970" cy="388029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1E6C47D-4053-03FE-98EB-BB51C259E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0304" y="2198790"/>
              <a:ext cx="1024203" cy="46308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AFEAC48-A530-68A6-74DD-D21DBAFA3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0642" y="1708645"/>
              <a:ext cx="1563016" cy="79369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5" name="Oval 34">
            <a:extLst>
              <a:ext uri="{FF2B5EF4-FFF2-40B4-BE49-F238E27FC236}">
                <a16:creationId xmlns:a16="http://schemas.microsoft.com/office/drawing/2014/main" id="{E29215A5-11B6-59DE-7CAE-A470002F55DD}"/>
              </a:ext>
            </a:extLst>
          </p:cNvPr>
          <p:cNvSpPr/>
          <p:nvPr/>
        </p:nvSpPr>
        <p:spPr>
          <a:xfrm>
            <a:off x="3258688" y="2120139"/>
            <a:ext cx="4669531" cy="334158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4DB4E-87F3-653A-72B5-C03D9179EDC7}"/>
              </a:ext>
            </a:extLst>
          </p:cNvPr>
          <p:cNvSpPr txBox="1"/>
          <p:nvPr/>
        </p:nvSpPr>
        <p:spPr>
          <a:xfrm>
            <a:off x="7794804" y="5092395"/>
            <a:ext cx="287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EDA093 - Operating Systems</a:t>
            </a:r>
            <a:endParaRPr lang="LID4096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5D96CF-2FD2-E4E1-D509-BD4B0F994065}"/>
              </a:ext>
            </a:extLst>
          </p:cNvPr>
          <p:cNvSpPr txBox="1"/>
          <p:nvPr/>
        </p:nvSpPr>
        <p:spPr>
          <a:xfrm>
            <a:off x="8434884" y="3085046"/>
            <a:ext cx="291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EDA223 – Real Time Systems</a:t>
            </a:r>
            <a:endParaRPr lang="LID4096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7796B-1628-F13D-D1E8-96421B63A19F}"/>
              </a:ext>
            </a:extLst>
          </p:cNvPr>
          <p:cNvSpPr txBox="1"/>
          <p:nvPr/>
        </p:nvSpPr>
        <p:spPr>
          <a:xfrm>
            <a:off x="8491512" y="3608756"/>
            <a:ext cx="2389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EDA322 - Digital Design</a:t>
            </a:r>
            <a:endParaRPr lang="LID4096"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3BA3EE-149B-7885-06B1-5FA3F15F56AA}"/>
              </a:ext>
            </a:extLst>
          </p:cNvPr>
          <p:cNvSpPr txBox="1"/>
          <p:nvPr/>
        </p:nvSpPr>
        <p:spPr>
          <a:xfrm>
            <a:off x="8434884" y="4150608"/>
            <a:ext cx="280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EDA234 - Digital Project Lab</a:t>
            </a:r>
            <a:endParaRPr lang="LID4096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5FB29C-A885-94C4-FEBF-654588A1BB69}"/>
              </a:ext>
            </a:extLst>
          </p:cNvPr>
          <p:cNvSpPr txBox="1"/>
          <p:nvPr/>
        </p:nvSpPr>
        <p:spPr>
          <a:xfrm>
            <a:off x="7886966" y="2262078"/>
            <a:ext cx="6096654" cy="2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>
                <a:latin typeface="+mj-lt"/>
              </a:rPr>
              <a:t>EDA333 - Computer system engineering</a:t>
            </a:r>
            <a:endParaRPr lang="en-GB" b="0">
              <a:effectLst/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B4686-9A2E-BF0C-C49E-AE6B63B85C66}"/>
              </a:ext>
            </a:extLst>
          </p:cNvPr>
          <p:cNvSpPr txBox="1"/>
          <p:nvPr/>
        </p:nvSpPr>
        <p:spPr>
          <a:xfrm>
            <a:off x="8129057" y="4668088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EDA244 - Computer communication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97074D-BA78-EBBC-D0F4-80E6C099974F}"/>
              </a:ext>
            </a:extLst>
          </p:cNvPr>
          <p:cNvSpPr txBox="1"/>
          <p:nvPr/>
        </p:nvSpPr>
        <p:spPr>
          <a:xfrm>
            <a:off x="8213904" y="2657897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DAT290 - Datatekniskt Projekt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78318A-F858-F892-6F8D-1FBB900274A1}"/>
              </a:ext>
            </a:extLst>
          </p:cNvPr>
          <p:cNvGrpSpPr/>
          <p:nvPr/>
        </p:nvGrpSpPr>
        <p:grpSpPr>
          <a:xfrm>
            <a:off x="4159534" y="2430331"/>
            <a:ext cx="3038966" cy="2640906"/>
            <a:chOff x="2038874" y="2388451"/>
            <a:chExt cx="2610976" cy="217255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D379A04-62C7-32B7-D24B-D505E02D06B3}"/>
                </a:ext>
              </a:extLst>
            </p:cNvPr>
            <p:cNvSpPr txBox="1"/>
            <p:nvPr/>
          </p:nvSpPr>
          <p:spPr>
            <a:xfrm>
              <a:off x="2403207" y="2388451"/>
              <a:ext cx="1689164" cy="5317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>
                  <a:latin typeface="+mj-lt"/>
                </a:rPr>
                <a:t>Machine-Oriented</a:t>
              </a:r>
              <a:br>
                <a:rPr lang="sv-SE" b="1">
                  <a:latin typeface="+mj-lt"/>
                </a:rPr>
              </a:br>
              <a:r>
                <a:rPr lang="sv-SE" b="1">
                  <a:latin typeface="+mj-lt"/>
                </a:rPr>
                <a:t>Programming</a:t>
              </a:r>
              <a:endParaRPr lang="LID4096" b="1">
                <a:latin typeface="+mj-lt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E0FA440-6BA6-E19C-459C-654E7D71DE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10437" y="3054085"/>
              <a:ext cx="1539413" cy="85469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7634333-D60C-95C7-46CC-AAADD37BE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15271" y="3806335"/>
              <a:ext cx="1253758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5B247271-E0CB-E11E-B739-9563BDCE2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38874" y="3429000"/>
              <a:ext cx="775633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C2EB29ED-08E9-0747-7203-5314675944A2}"/>
              </a:ext>
            </a:extLst>
          </p:cNvPr>
          <p:cNvSpPr/>
          <p:nvPr/>
        </p:nvSpPr>
        <p:spPr>
          <a:xfrm rot="1232464">
            <a:off x="2846687" y="3500249"/>
            <a:ext cx="913721" cy="752250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F45F9362-394B-BF44-371E-BA0A0AA3A7BE}"/>
              </a:ext>
            </a:extLst>
          </p:cNvPr>
          <p:cNvSpPr/>
          <p:nvPr/>
        </p:nvSpPr>
        <p:spPr>
          <a:xfrm rot="18709894">
            <a:off x="7563718" y="245639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670E39E-F009-5DFC-8FEA-523D3D238A99}"/>
              </a:ext>
            </a:extLst>
          </p:cNvPr>
          <p:cNvSpPr/>
          <p:nvPr/>
        </p:nvSpPr>
        <p:spPr>
          <a:xfrm rot="19511484">
            <a:off x="7879185" y="274178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4D1D989-7285-F5B7-4A4B-C25756AC8B41}"/>
              </a:ext>
            </a:extLst>
          </p:cNvPr>
          <p:cNvSpPr/>
          <p:nvPr/>
        </p:nvSpPr>
        <p:spPr>
          <a:xfrm rot="20782777">
            <a:off x="8073496" y="3154031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2B1DCA53-81E3-747D-8147-0708A54D3AF5}"/>
              </a:ext>
            </a:extLst>
          </p:cNvPr>
          <p:cNvSpPr/>
          <p:nvPr/>
        </p:nvSpPr>
        <p:spPr>
          <a:xfrm>
            <a:off x="8129057" y="3680497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F7EF99EC-AEA2-4520-B90E-249C85706E43}"/>
              </a:ext>
            </a:extLst>
          </p:cNvPr>
          <p:cNvSpPr/>
          <p:nvPr/>
        </p:nvSpPr>
        <p:spPr>
          <a:xfrm rot="957776">
            <a:off x="8049933" y="413714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91FD02E0-470C-E815-8398-046B4FA3995F}"/>
              </a:ext>
            </a:extLst>
          </p:cNvPr>
          <p:cNvSpPr/>
          <p:nvPr/>
        </p:nvSpPr>
        <p:spPr>
          <a:xfrm rot="993586">
            <a:off x="7785919" y="459531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6D0255BA-125C-5BD5-E572-28CABE8C57BF}"/>
              </a:ext>
            </a:extLst>
          </p:cNvPr>
          <p:cNvSpPr/>
          <p:nvPr/>
        </p:nvSpPr>
        <p:spPr>
          <a:xfrm rot="2333963">
            <a:off x="7470522" y="496449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433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D8D85-E627-9CB0-E824-9C11ADC8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9E3846-4165-6578-D0C5-86132CD92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2857" y="1112520"/>
            <a:ext cx="6925747" cy="5021934"/>
          </a:xfrm>
          <a:prstGeom prst="rect">
            <a:avLst/>
          </a:prstGeom>
        </p:spPr>
      </p:pic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5CE7F36D-3E42-6A3E-C769-0A3556CE04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59597">
            <a:off x="1654952" y="2112262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6AF9F0D-7170-59D5-1092-5B7BA386B313}"/>
              </a:ext>
            </a:extLst>
          </p:cNvPr>
          <p:cNvSpPr/>
          <p:nvPr/>
        </p:nvSpPr>
        <p:spPr>
          <a:xfrm rot="4703283">
            <a:off x="1287307" y="34404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98066A4-6BE3-C9E4-EB6E-EE70D5F05B3F}"/>
              </a:ext>
            </a:extLst>
          </p:cNvPr>
          <p:cNvSpPr/>
          <p:nvPr/>
        </p:nvSpPr>
        <p:spPr>
          <a:xfrm rot="5104477">
            <a:off x="8280230" y="43941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740971-76A7-41EF-A792-492C8B2053AB}"/>
              </a:ext>
            </a:extLst>
          </p:cNvPr>
          <p:cNvSpPr/>
          <p:nvPr/>
        </p:nvSpPr>
        <p:spPr>
          <a:xfrm>
            <a:off x="574139" y="3733800"/>
            <a:ext cx="7649111" cy="2213964"/>
          </a:xfrm>
          <a:custGeom>
            <a:avLst/>
            <a:gdLst>
              <a:gd name="csX0" fmla="*/ 418149 w 7415849"/>
              <a:gd name="csY0" fmla="*/ 0 h 2211221"/>
              <a:gd name="csX1" fmla="*/ 119699 w 7415849"/>
              <a:gd name="csY1" fmla="*/ 723900 h 2211221"/>
              <a:gd name="csX2" fmla="*/ 2164399 w 7415849"/>
              <a:gd name="csY2" fmla="*/ 2209800 h 2211221"/>
              <a:gd name="csX3" fmla="*/ 7415849 w 7415849"/>
              <a:gd name="csY3" fmla="*/ 939800 h 2211221"/>
              <a:gd name="csX0" fmla="*/ 486413 w 7484113"/>
              <a:gd name="csY0" fmla="*/ 0 h 2211221"/>
              <a:gd name="csX1" fmla="*/ 187963 w 7484113"/>
              <a:gd name="csY1" fmla="*/ 723900 h 2211221"/>
              <a:gd name="csX2" fmla="*/ 2232663 w 7484113"/>
              <a:gd name="csY2" fmla="*/ 2209800 h 2211221"/>
              <a:gd name="csX3" fmla="*/ 7484113 w 7484113"/>
              <a:gd name="csY3" fmla="*/ 939800 h 2211221"/>
              <a:gd name="csX0" fmla="*/ 651411 w 7649111"/>
              <a:gd name="csY0" fmla="*/ 0 h 2211221"/>
              <a:gd name="csX1" fmla="*/ 124361 w 7649111"/>
              <a:gd name="csY1" fmla="*/ 1181100 h 2211221"/>
              <a:gd name="csX2" fmla="*/ 2397661 w 7649111"/>
              <a:gd name="csY2" fmla="*/ 2209800 h 2211221"/>
              <a:gd name="csX3" fmla="*/ 7649111 w 7649111"/>
              <a:gd name="csY3" fmla="*/ 939800 h 2211221"/>
              <a:gd name="csX0" fmla="*/ 651411 w 7649111"/>
              <a:gd name="csY0" fmla="*/ 0 h 2210601"/>
              <a:gd name="csX1" fmla="*/ 124361 w 7649111"/>
              <a:gd name="csY1" fmla="*/ 1181100 h 2210601"/>
              <a:gd name="csX2" fmla="*/ 2397661 w 7649111"/>
              <a:gd name="csY2" fmla="*/ 2209800 h 2210601"/>
              <a:gd name="csX3" fmla="*/ 7649111 w 7649111"/>
              <a:gd name="csY3" fmla="*/ 939800 h 2210601"/>
              <a:gd name="csX0" fmla="*/ 651411 w 7649111"/>
              <a:gd name="csY0" fmla="*/ 0 h 2209800"/>
              <a:gd name="csX1" fmla="*/ 124361 w 7649111"/>
              <a:gd name="csY1" fmla="*/ 1181100 h 2209800"/>
              <a:gd name="csX2" fmla="*/ 2397661 w 7649111"/>
              <a:gd name="csY2" fmla="*/ 2209800 h 2209800"/>
              <a:gd name="csX3" fmla="*/ 7649111 w 7649111"/>
              <a:gd name="csY3" fmla="*/ 939800 h 2209800"/>
              <a:gd name="csX0" fmla="*/ 651411 w 7649111"/>
              <a:gd name="csY0" fmla="*/ 0 h 2213964"/>
              <a:gd name="csX1" fmla="*/ 124361 w 7649111"/>
              <a:gd name="csY1" fmla="*/ 1181100 h 2213964"/>
              <a:gd name="csX2" fmla="*/ 2397661 w 7649111"/>
              <a:gd name="csY2" fmla="*/ 2209800 h 2213964"/>
              <a:gd name="csX3" fmla="*/ 7649111 w 7649111"/>
              <a:gd name="csY3" fmla="*/ 939800 h 2213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49111" h="2213964">
                <a:moveTo>
                  <a:pt x="651411" y="0"/>
                </a:moveTo>
                <a:cubicBezTo>
                  <a:pt x="70915" y="171450"/>
                  <a:pt x="-166681" y="812800"/>
                  <a:pt x="124361" y="1181100"/>
                </a:cubicBezTo>
                <a:cubicBezTo>
                  <a:pt x="415403" y="1549400"/>
                  <a:pt x="1105436" y="2275417"/>
                  <a:pt x="2397661" y="2209800"/>
                </a:cubicBezTo>
                <a:cubicBezTo>
                  <a:pt x="3721636" y="2118783"/>
                  <a:pt x="4780498" y="1059391"/>
                  <a:pt x="7649111" y="939800"/>
                </a:cubicBezTo>
              </a:path>
            </a:pathLst>
          </a:cu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4F9E71-D46D-BA98-69E5-884A4F5D9B2C}"/>
              </a:ext>
            </a:extLst>
          </p:cNvPr>
          <p:cNvSpPr txBox="1"/>
          <p:nvPr/>
        </p:nvSpPr>
        <p:spPr>
          <a:xfrm rot="20924799">
            <a:off x="2398435" y="1789717"/>
            <a:ext cx="3187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MD307 – Development Board</a:t>
            </a:r>
            <a:endParaRPr lang="LID4096" b="1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8D90153-5B55-C775-B0E0-4EAF97B8989D}"/>
              </a:ext>
            </a:extLst>
          </p:cNvPr>
          <p:cNvSpPr/>
          <p:nvPr/>
        </p:nvSpPr>
        <p:spPr>
          <a:xfrm>
            <a:off x="4711700" y="2791726"/>
            <a:ext cx="1168400" cy="1117600"/>
          </a:xfrm>
          <a:custGeom>
            <a:avLst/>
            <a:gdLst>
              <a:gd name="csX0" fmla="*/ 0 w 1168400"/>
              <a:gd name="csY0" fmla="*/ 558800 h 1117600"/>
              <a:gd name="csX1" fmla="*/ 584200 w 1168400"/>
              <a:gd name="csY1" fmla="*/ 0 h 1117600"/>
              <a:gd name="csX2" fmla="*/ 1168400 w 1168400"/>
              <a:gd name="csY2" fmla="*/ 558800 h 1117600"/>
              <a:gd name="csX3" fmla="*/ 584200 w 1168400"/>
              <a:gd name="csY3" fmla="*/ 1117600 h 1117600"/>
              <a:gd name="csX4" fmla="*/ 0 w 11684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8400" h="1117600" extrusionOk="0">
                <a:moveTo>
                  <a:pt x="0" y="558800"/>
                </a:moveTo>
                <a:cubicBezTo>
                  <a:pt x="-51832" y="218212"/>
                  <a:pt x="218751" y="16065"/>
                  <a:pt x="584200" y="0"/>
                </a:cubicBezTo>
                <a:cubicBezTo>
                  <a:pt x="939790" y="6936"/>
                  <a:pt x="1082298" y="252921"/>
                  <a:pt x="1168400" y="558800"/>
                </a:cubicBezTo>
                <a:cubicBezTo>
                  <a:pt x="1150169" y="885220"/>
                  <a:pt x="891715" y="1201229"/>
                  <a:pt x="584200" y="1117600"/>
                </a:cubicBezTo>
                <a:cubicBezTo>
                  <a:pt x="209269" y="1088993"/>
                  <a:pt x="25792" y="879741"/>
                  <a:pt x="0" y="5588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2C350BB-BACC-7DFD-DE83-52552D522027}"/>
              </a:ext>
            </a:extLst>
          </p:cNvPr>
          <p:cNvSpPr/>
          <p:nvPr/>
        </p:nvSpPr>
        <p:spPr>
          <a:xfrm>
            <a:off x="1526631" y="3217087"/>
            <a:ext cx="1644650" cy="812800"/>
          </a:xfrm>
          <a:custGeom>
            <a:avLst/>
            <a:gdLst>
              <a:gd name="csX0" fmla="*/ 0 w 1644650"/>
              <a:gd name="csY0" fmla="*/ 406400 h 812800"/>
              <a:gd name="csX1" fmla="*/ 822325 w 1644650"/>
              <a:gd name="csY1" fmla="*/ 0 h 812800"/>
              <a:gd name="csX2" fmla="*/ 1644650 w 1644650"/>
              <a:gd name="csY2" fmla="*/ 406400 h 812800"/>
              <a:gd name="csX3" fmla="*/ 822325 w 1644650"/>
              <a:gd name="csY3" fmla="*/ 812800 h 812800"/>
              <a:gd name="csX4" fmla="*/ 0 w 1644650"/>
              <a:gd name="csY4" fmla="*/ 406400 h 812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644650" h="812800" extrusionOk="0">
                <a:moveTo>
                  <a:pt x="0" y="406400"/>
                </a:moveTo>
                <a:cubicBezTo>
                  <a:pt x="-68318" y="139811"/>
                  <a:pt x="254256" y="42753"/>
                  <a:pt x="822325" y="0"/>
                </a:cubicBezTo>
                <a:cubicBezTo>
                  <a:pt x="1324597" y="10129"/>
                  <a:pt x="1584983" y="183848"/>
                  <a:pt x="1644650" y="406400"/>
                </a:cubicBezTo>
                <a:cubicBezTo>
                  <a:pt x="1627390" y="647705"/>
                  <a:pt x="1257105" y="919908"/>
                  <a:pt x="822325" y="812800"/>
                </a:cubicBezTo>
                <a:cubicBezTo>
                  <a:pt x="358399" y="807456"/>
                  <a:pt x="35352" y="647741"/>
                  <a:pt x="0" y="4064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E592E4-EB0B-1E6D-17FD-7611F20A4E8B}"/>
              </a:ext>
            </a:extLst>
          </p:cNvPr>
          <p:cNvSpPr txBox="1"/>
          <p:nvPr/>
        </p:nvSpPr>
        <p:spPr>
          <a:xfrm>
            <a:off x="4761526" y="2227487"/>
            <a:ext cx="1214370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CH32V307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microcontroller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63D597-8935-0D14-F390-AE504BE121FF}"/>
              </a:ext>
            </a:extLst>
          </p:cNvPr>
          <p:cNvSpPr txBox="1"/>
          <p:nvPr/>
        </p:nvSpPr>
        <p:spPr>
          <a:xfrm>
            <a:off x="1657535" y="2677931"/>
            <a:ext cx="1247073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Debug Interface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with USB port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940CA11-68F6-DB26-B9B8-BF7BFAB78AE4}"/>
              </a:ext>
            </a:extLst>
          </p:cNvPr>
          <p:cNvSpPr/>
          <p:nvPr/>
        </p:nvSpPr>
        <p:spPr>
          <a:xfrm rot="20818475">
            <a:off x="2071927" y="4236522"/>
            <a:ext cx="4667816" cy="502624"/>
          </a:xfrm>
          <a:custGeom>
            <a:avLst/>
            <a:gdLst>
              <a:gd name="csX0" fmla="*/ 0 w 4667816"/>
              <a:gd name="csY0" fmla="*/ 251312 h 502624"/>
              <a:gd name="csX1" fmla="*/ 2333908 w 4667816"/>
              <a:gd name="csY1" fmla="*/ 0 h 502624"/>
              <a:gd name="csX2" fmla="*/ 4667816 w 4667816"/>
              <a:gd name="csY2" fmla="*/ 251312 h 502624"/>
              <a:gd name="csX3" fmla="*/ 2333908 w 4667816"/>
              <a:gd name="csY3" fmla="*/ 502624 h 502624"/>
              <a:gd name="csX4" fmla="*/ 0 w 4667816"/>
              <a:gd name="csY4" fmla="*/ 251312 h 5026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667816" h="502624" extrusionOk="0">
                <a:moveTo>
                  <a:pt x="0" y="251312"/>
                </a:moveTo>
                <a:cubicBezTo>
                  <a:pt x="-237125" y="-33748"/>
                  <a:pt x="876297" y="63289"/>
                  <a:pt x="2333908" y="0"/>
                </a:cubicBezTo>
                <a:cubicBezTo>
                  <a:pt x="3661648" y="8159"/>
                  <a:pt x="4656121" y="112888"/>
                  <a:pt x="4667816" y="251312"/>
                </a:cubicBezTo>
                <a:cubicBezTo>
                  <a:pt x="4532583" y="522170"/>
                  <a:pt x="3609507" y="576596"/>
                  <a:pt x="2333908" y="502624"/>
                </a:cubicBezTo>
                <a:cubicBezTo>
                  <a:pt x="1015562" y="486558"/>
                  <a:pt x="30760" y="404806"/>
                  <a:pt x="0" y="251312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ADB385-6ED0-05A0-643A-BEB45D897664}"/>
              </a:ext>
            </a:extLst>
          </p:cNvPr>
          <p:cNvSpPr txBox="1"/>
          <p:nvPr/>
        </p:nvSpPr>
        <p:spPr>
          <a:xfrm>
            <a:off x="3482136" y="4822747"/>
            <a:ext cx="1292725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General Purpose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I/O pins</a:t>
            </a:r>
            <a:endParaRPr lang="LID4096" sz="1200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6381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70E1D92-CA2C-9792-B793-46620098CE57}"/>
              </a:ext>
            </a:extLst>
          </p:cNvPr>
          <p:cNvSpPr/>
          <p:nvPr/>
        </p:nvSpPr>
        <p:spPr>
          <a:xfrm>
            <a:off x="1993627" y="1440278"/>
            <a:ext cx="5635530" cy="24270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027274-D09F-2EEB-1929-6E78AB420FFC}"/>
              </a:ext>
            </a:extLst>
          </p:cNvPr>
          <p:cNvGrpSpPr/>
          <p:nvPr/>
        </p:nvGrpSpPr>
        <p:grpSpPr>
          <a:xfrm>
            <a:off x="1993627" y="1754697"/>
            <a:ext cx="5635530" cy="324375"/>
            <a:chOff x="1993627" y="1754697"/>
            <a:chExt cx="5635530" cy="3243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ED98433-5BDD-7B0F-7039-8260673A96F3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B01F36-646E-E584-F14B-826DB363EEA6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AE046C7-B9A3-B68B-D630-D77D8C1E722B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9BBCCB-4910-E27B-8DE0-A93D80604D73}"/>
              </a:ext>
            </a:extLst>
          </p:cNvPr>
          <p:cNvGrpSpPr/>
          <p:nvPr/>
        </p:nvGrpSpPr>
        <p:grpSpPr>
          <a:xfrm>
            <a:off x="1993627" y="2241259"/>
            <a:ext cx="5635530" cy="324375"/>
            <a:chOff x="1993627" y="1754697"/>
            <a:chExt cx="5635530" cy="324375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6A1551F-F3F7-4704-B26A-B6A46B47E5BE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08C1452-5DC0-882F-F0F7-312CB3ACF12B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91DC227-8AEF-277B-86DF-BB8DB6E74CF0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E8CF7D6-09D8-F72E-0AD6-E1D782F5075A}"/>
              </a:ext>
            </a:extLst>
          </p:cNvPr>
          <p:cNvGrpSpPr/>
          <p:nvPr/>
        </p:nvGrpSpPr>
        <p:grpSpPr>
          <a:xfrm>
            <a:off x="1993627" y="2727821"/>
            <a:ext cx="5635530" cy="324375"/>
            <a:chOff x="1993627" y="1754697"/>
            <a:chExt cx="5635530" cy="324375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C3146B-8909-651E-867A-A911A16FDEFE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4AA15D0-3D01-9E43-D757-99FB4837AEEA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B60028-50ED-5BFE-9D6B-D0BE78869CD5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C484314-B9E6-8CFE-EBF9-7EED7FBC75E9}"/>
              </a:ext>
            </a:extLst>
          </p:cNvPr>
          <p:cNvGrpSpPr/>
          <p:nvPr/>
        </p:nvGrpSpPr>
        <p:grpSpPr>
          <a:xfrm>
            <a:off x="1993627" y="3214383"/>
            <a:ext cx="5635530" cy="324375"/>
            <a:chOff x="1993627" y="1754697"/>
            <a:chExt cx="5635530" cy="324375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9F0356C-AEEA-4010-3B4C-1CB7163822FC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D4A4263-F289-45FA-E395-AAE1C8CB504F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085CA1F-4944-D242-FC22-4C8D3F09730D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918F9CF0-0833-3DEE-9630-61E2873A5685}"/>
              </a:ext>
            </a:extLst>
          </p:cNvPr>
          <p:cNvSpPr txBox="1"/>
          <p:nvPr/>
        </p:nvSpPr>
        <p:spPr>
          <a:xfrm>
            <a:off x="1476883" y="1728027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672F22-9CBB-A71E-2901-F319B2E3F364}"/>
              </a:ext>
            </a:extLst>
          </p:cNvPr>
          <p:cNvSpPr txBox="1"/>
          <p:nvPr/>
        </p:nvSpPr>
        <p:spPr>
          <a:xfrm>
            <a:off x="1392992" y="2214589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143773-16CE-E0D0-B5FE-5D9ECEDD8FED}"/>
              </a:ext>
            </a:extLst>
          </p:cNvPr>
          <p:cNvSpPr txBox="1"/>
          <p:nvPr/>
        </p:nvSpPr>
        <p:spPr>
          <a:xfrm>
            <a:off x="1683653" y="2714486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8A7A3E-9080-A94F-22A3-52210A321A0F}"/>
              </a:ext>
            </a:extLst>
          </p:cNvPr>
          <p:cNvSpPr txBox="1"/>
          <p:nvPr/>
        </p:nvSpPr>
        <p:spPr>
          <a:xfrm>
            <a:off x="913316" y="3191905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D6DF480-B2C2-6483-BD36-0A6C4E3F336D}"/>
              </a:ext>
            </a:extLst>
          </p:cNvPr>
          <p:cNvCxnSpPr>
            <a:cxnSpLocks/>
          </p:cNvCxnSpPr>
          <p:nvPr/>
        </p:nvCxnSpPr>
        <p:spPr>
          <a:xfrm>
            <a:off x="2453989" y="1440278"/>
            <a:ext cx="0" cy="1125356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A0AC9C-0FFC-8EE2-1308-10DD51AA3B9A}"/>
              </a:ext>
            </a:extLst>
          </p:cNvPr>
          <p:cNvCxnSpPr>
            <a:cxnSpLocks/>
          </p:cNvCxnSpPr>
          <p:nvPr/>
        </p:nvCxnSpPr>
        <p:spPr>
          <a:xfrm>
            <a:off x="2929365" y="1754697"/>
            <a:ext cx="0" cy="129749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0966356-E92E-C497-39CE-2AB40BD0E81E}"/>
              </a:ext>
            </a:extLst>
          </p:cNvPr>
          <p:cNvCxnSpPr>
            <a:cxnSpLocks/>
          </p:cNvCxnSpPr>
          <p:nvPr/>
        </p:nvCxnSpPr>
        <p:spPr>
          <a:xfrm>
            <a:off x="3559937" y="2241259"/>
            <a:ext cx="0" cy="129749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52B2E5F-A7B5-D1D6-1690-AA7347D24807}"/>
              </a:ext>
            </a:extLst>
          </p:cNvPr>
          <p:cNvCxnSpPr>
            <a:cxnSpLocks/>
          </p:cNvCxnSpPr>
          <p:nvPr/>
        </p:nvCxnSpPr>
        <p:spPr>
          <a:xfrm>
            <a:off x="4622542" y="1754697"/>
            <a:ext cx="0" cy="113531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5B576B2-7788-37BB-1096-F97511494D73}"/>
              </a:ext>
            </a:extLst>
          </p:cNvPr>
          <p:cNvCxnSpPr>
            <a:cxnSpLocks/>
          </p:cNvCxnSpPr>
          <p:nvPr/>
        </p:nvCxnSpPr>
        <p:spPr>
          <a:xfrm>
            <a:off x="5685147" y="1440276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4540922-2DA0-52C0-601D-2B6802660D47}"/>
              </a:ext>
            </a:extLst>
          </p:cNvPr>
          <p:cNvSpPr/>
          <p:nvPr/>
        </p:nvSpPr>
        <p:spPr>
          <a:xfrm>
            <a:off x="2399251" y="1749105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C50117A-E0C8-6E37-75AD-9B5C67ECF60C}"/>
              </a:ext>
            </a:extLst>
          </p:cNvPr>
          <p:cNvCxnSpPr/>
          <p:nvPr/>
        </p:nvCxnSpPr>
        <p:spPr>
          <a:xfrm>
            <a:off x="1993627" y="2241259"/>
            <a:ext cx="4056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8AB865D-F881-2E3B-0BA4-2F70D4236E20}"/>
              </a:ext>
            </a:extLst>
          </p:cNvPr>
          <p:cNvCxnSpPr>
            <a:cxnSpLocks/>
          </p:cNvCxnSpPr>
          <p:nvPr/>
        </p:nvCxnSpPr>
        <p:spPr>
          <a:xfrm>
            <a:off x="2399251" y="2238461"/>
            <a:ext cx="98082" cy="3299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7F3782B-B1CA-D7F0-4E58-48447EDD38C3}"/>
              </a:ext>
            </a:extLst>
          </p:cNvPr>
          <p:cNvCxnSpPr>
            <a:cxnSpLocks/>
          </p:cNvCxnSpPr>
          <p:nvPr/>
        </p:nvCxnSpPr>
        <p:spPr>
          <a:xfrm>
            <a:off x="2491739" y="2561443"/>
            <a:ext cx="314468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0794EF2-B5B4-B80E-4084-2A491E11B3BA}"/>
              </a:ext>
            </a:extLst>
          </p:cNvPr>
          <p:cNvCxnSpPr>
            <a:cxnSpLocks/>
          </p:cNvCxnSpPr>
          <p:nvPr/>
        </p:nvCxnSpPr>
        <p:spPr>
          <a:xfrm flipV="1">
            <a:off x="5636420" y="2238461"/>
            <a:ext cx="97455" cy="3271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286DBF6-23FF-EA68-52FD-5F0FB206BE5F}"/>
              </a:ext>
            </a:extLst>
          </p:cNvPr>
          <p:cNvCxnSpPr>
            <a:cxnSpLocks/>
          </p:cNvCxnSpPr>
          <p:nvPr/>
        </p:nvCxnSpPr>
        <p:spPr>
          <a:xfrm>
            <a:off x="5733875" y="2238465"/>
            <a:ext cx="10360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1C45FF6-751A-758E-2F56-C9A960C3730E}"/>
              </a:ext>
            </a:extLst>
          </p:cNvPr>
          <p:cNvCxnSpPr>
            <a:cxnSpLocks/>
          </p:cNvCxnSpPr>
          <p:nvPr/>
        </p:nvCxnSpPr>
        <p:spPr>
          <a:xfrm>
            <a:off x="1993627" y="3052196"/>
            <a:ext cx="9047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DE07008-152C-DB8F-2783-2D749EF27037}"/>
              </a:ext>
            </a:extLst>
          </p:cNvPr>
          <p:cNvCxnSpPr>
            <a:cxnSpLocks/>
          </p:cNvCxnSpPr>
          <p:nvPr/>
        </p:nvCxnSpPr>
        <p:spPr>
          <a:xfrm flipV="1">
            <a:off x="2891613" y="2714486"/>
            <a:ext cx="97455" cy="3475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9175F11-B6D1-CF56-1CFD-A6E03B3045AB}"/>
              </a:ext>
            </a:extLst>
          </p:cNvPr>
          <p:cNvCxnSpPr>
            <a:cxnSpLocks/>
          </p:cNvCxnSpPr>
          <p:nvPr/>
        </p:nvCxnSpPr>
        <p:spPr>
          <a:xfrm>
            <a:off x="2989068" y="2718682"/>
            <a:ext cx="1599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8924D94-7F85-5F10-5FD4-295A2046C8EC}"/>
              </a:ext>
            </a:extLst>
          </p:cNvPr>
          <p:cNvCxnSpPr>
            <a:cxnSpLocks/>
          </p:cNvCxnSpPr>
          <p:nvPr/>
        </p:nvCxnSpPr>
        <p:spPr>
          <a:xfrm>
            <a:off x="4591208" y="2715163"/>
            <a:ext cx="98082" cy="3299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99B4D63-DD29-2AB5-5E6C-8F80F1F58717}"/>
              </a:ext>
            </a:extLst>
          </p:cNvPr>
          <p:cNvCxnSpPr>
            <a:cxnSpLocks/>
          </p:cNvCxnSpPr>
          <p:nvPr/>
        </p:nvCxnSpPr>
        <p:spPr>
          <a:xfrm>
            <a:off x="4689290" y="3045133"/>
            <a:ext cx="202609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E5CE3B9-2A56-1322-839C-5EEF67CE4DC4}"/>
              </a:ext>
            </a:extLst>
          </p:cNvPr>
          <p:cNvSpPr/>
          <p:nvPr/>
        </p:nvSpPr>
        <p:spPr>
          <a:xfrm>
            <a:off x="3510793" y="3212983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6B02FD2-DBD6-E449-83A6-B3F12C7CF4CF}"/>
              </a:ext>
            </a:extLst>
          </p:cNvPr>
          <p:cNvCxnSpPr>
            <a:cxnSpLocks/>
          </p:cNvCxnSpPr>
          <p:nvPr/>
        </p:nvCxnSpPr>
        <p:spPr>
          <a:xfrm flipV="1">
            <a:off x="6708604" y="2723630"/>
            <a:ext cx="82491" cy="3250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1BEE993-9A3B-412B-24A0-280DE8162F4C}"/>
              </a:ext>
            </a:extLst>
          </p:cNvPr>
          <p:cNvCxnSpPr>
            <a:cxnSpLocks/>
          </p:cNvCxnSpPr>
          <p:nvPr/>
        </p:nvCxnSpPr>
        <p:spPr>
          <a:xfrm>
            <a:off x="6769916" y="2729117"/>
            <a:ext cx="8592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B2CC6B-7D4A-6AB7-C82D-4CF5EAF321D5}"/>
              </a:ext>
            </a:extLst>
          </p:cNvPr>
          <p:cNvCxnSpPr>
            <a:cxnSpLocks/>
          </p:cNvCxnSpPr>
          <p:nvPr/>
        </p:nvCxnSpPr>
        <p:spPr>
          <a:xfrm>
            <a:off x="6421772" y="1440276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1236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478F4-F7D7-066A-FB6B-7AEDEA0A0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116DA7-F6CF-45B2-CFC1-89A97410344C}"/>
              </a:ext>
            </a:extLst>
          </p:cNvPr>
          <p:cNvCxnSpPr/>
          <p:nvPr/>
        </p:nvCxnSpPr>
        <p:spPr>
          <a:xfrm>
            <a:off x="2590258" y="3552360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E39920-DB58-DB19-9E9B-968C69E02C95}"/>
              </a:ext>
            </a:extLst>
          </p:cNvPr>
          <p:cNvSpPr/>
          <p:nvPr/>
        </p:nvSpPr>
        <p:spPr>
          <a:xfrm>
            <a:off x="4107424" y="3388772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68D1127-529B-F98E-4EA4-06FF785F3F12}"/>
              </a:ext>
            </a:extLst>
          </p:cNvPr>
          <p:cNvCxnSpPr/>
          <p:nvPr/>
        </p:nvCxnSpPr>
        <p:spPr>
          <a:xfrm>
            <a:off x="3050620" y="2627212"/>
            <a:ext cx="4753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613E08D-25C9-73CE-0B57-5E2185D6A833}"/>
              </a:ext>
            </a:extLst>
          </p:cNvPr>
          <p:cNvCxnSpPr/>
          <p:nvPr/>
        </p:nvCxnSpPr>
        <p:spPr>
          <a:xfrm>
            <a:off x="2590258" y="1837189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7E84B80-F92E-E593-60F0-8F4527339C26}"/>
              </a:ext>
            </a:extLst>
          </p:cNvPr>
          <p:cNvSpPr txBox="1"/>
          <p:nvPr/>
        </p:nvSpPr>
        <p:spPr>
          <a:xfrm>
            <a:off x="2073514" y="1648331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B5BC49-A696-4C45-E1A3-D6228418420A}"/>
              </a:ext>
            </a:extLst>
          </p:cNvPr>
          <p:cNvSpPr txBox="1"/>
          <p:nvPr/>
        </p:nvSpPr>
        <p:spPr>
          <a:xfrm>
            <a:off x="1989623" y="2134893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E89367-4A78-EB5A-19E5-447B58D62879}"/>
              </a:ext>
            </a:extLst>
          </p:cNvPr>
          <p:cNvSpPr txBox="1"/>
          <p:nvPr/>
        </p:nvSpPr>
        <p:spPr>
          <a:xfrm>
            <a:off x="2280284" y="2890275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BDE032-C245-C8D1-6B02-84CD563888B8}"/>
              </a:ext>
            </a:extLst>
          </p:cNvPr>
          <p:cNvSpPr txBox="1"/>
          <p:nvPr/>
        </p:nvSpPr>
        <p:spPr>
          <a:xfrm>
            <a:off x="1509947" y="3367694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CB7E191-06F7-6656-1162-2D5C2AF309CE}"/>
              </a:ext>
            </a:extLst>
          </p:cNvPr>
          <p:cNvCxnSpPr>
            <a:cxnSpLocks/>
          </p:cNvCxnSpPr>
          <p:nvPr/>
        </p:nvCxnSpPr>
        <p:spPr>
          <a:xfrm>
            <a:off x="3050620" y="1360582"/>
            <a:ext cx="0" cy="144973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AEB1FE3-828B-EBBE-C49E-8DCA9BED8CFC}"/>
              </a:ext>
            </a:extLst>
          </p:cNvPr>
          <p:cNvCxnSpPr>
            <a:cxnSpLocks/>
          </p:cNvCxnSpPr>
          <p:nvPr/>
        </p:nvCxnSpPr>
        <p:spPr>
          <a:xfrm>
            <a:off x="3525996" y="1675001"/>
            <a:ext cx="0" cy="1674303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01CA20A-9107-9C24-386D-B4234F4268E6}"/>
              </a:ext>
            </a:extLst>
          </p:cNvPr>
          <p:cNvCxnSpPr>
            <a:cxnSpLocks/>
          </p:cNvCxnSpPr>
          <p:nvPr/>
        </p:nvCxnSpPr>
        <p:spPr>
          <a:xfrm>
            <a:off x="4156568" y="3009645"/>
            <a:ext cx="0" cy="449417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16F63F9-361C-B3A9-ABB4-F5AA177B54E5}"/>
              </a:ext>
            </a:extLst>
          </p:cNvPr>
          <p:cNvCxnSpPr>
            <a:cxnSpLocks/>
          </p:cNvCxnSpPr>
          <p:nvPr/>
        </p:nvCxnSpPr>
        <p:spPr>
          <a:xfrm>
            <a:off x="5219173" y="1675001"/>
            <a:ext cx="0" cy="155438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942EBAD-E093-1FAB-EF98-2C36695EB8ED}"/>
              </a:ext>
            </a:extLst>
          </p:cNvPr>
          <p:cNvCxnSpPr>
            <a:cxnSpLocks/>
          </p:cNvCxnSpPr>
          <p:nvPr/>
        </p:nvCxnSpPr>
        <p:spPr>
          <a:xfrm>
            <a:off x="6281778" y="1360580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8257931-8398-D861-05B1-410A574CE736}"/>
              </a:ext>
            </a:extLst>
          </p:cNvPr>
          <p:cNvSpPr/>
          <p:nvPr/>
        </p:nvSpPr>
        <p:spPr>
          <a:xfrm>
            <a:off x="2995882" y="1669409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59CDC4B-3A62-C9E9-DEB0-2BE0713969A9}"/>
              </a:ext>
            </a:extLst>
          </p:cNvPr>
          <p:cNvCxnSpPr>
            <a:cxnSpLocks/>
          </p:cNvCxnSpPr>
          <p:nvPr/>
        </p:nvCxnSpPr>
        <p:spPr>
          <a:xfrm>
            <a:off x="7018403" y="1360580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50F9BA-780C-27BB-DB53-76564E0D2BFC}"/>
              </a:ext>
            </a:extLst>
          </p:cNvPr>
          <p:cNvSpPr/>
          <p:nvPr/>
        </p:nvSpPr>
        <p:spPr>
          <a:xfrm>
            <a:off x="2593211" y="2160165"/>
            <a:ext cx="4928532" cy="322976"/>
          </a:xfrm>
          <a:custGeom>
            <a:avLst/>
            <a:gdLst>
              <a:gd name="csX0" fmla="*/ 0 w 4928532"/>
              <a:gd name="csY0" fmla="*/ 0 h 322976"/>
              <a:gd name="csX1" fmla="*/ 406866 w 4928532"/>
              <a:gd name="csY1" fmla="*/ 0 h 322976"/>
              <a:gd name="csX2" fmla="*/ 499145 w 4928532"/>
              <a:gd name="csY2" fmla="*/ 322976 h 322976"/>
              <a:gd name="csX3" fmla="*/ 3645016 w 4928532"/>
              <a:gd name="csY3" fmla="*/ 322976 h 322976"/>
              <a:gd name="csX4" fmla="*/ 3737295 w 4928532"/>
              <a:gd name="csY4" fmla="*/ 0 h 322976"/>
              <a:gd name="csX5" fmla="*/ 4924337 w 4928532"/>
              <a:gd name="csY5" fmla="*/ 0 h 322976"/>
              <a:gd name="csX6" fmla="*/ 4928532 w 4928532"/>
              <a:gd name="csY6" fmla="*/ 0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28532" h="322976">
                <a:moveTo>
                  <a:pt x="0" y="0"/>
                </a:moveTo>
                <a:lnTo>
                  <a:pt x="406866" y="0"/>
                </a:lnTo>
                <a:lnTo>
                  <a:pt x="499145" y="322976"/>
                </a:lnTo>
                <a:lnTo>
                  <a:pt x="3645016" y="322976"/>
                </a:lnTo>
                <a:lnTo>
                  <a:pt x="3737295" y="0"/>
                </a:lnTo>
                <a:lnTo>
                  <a:pt x="4924337" y="0"/>
                </a:lnTo>
                <a:lnTo>
                  <a:pt x="492853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DEA72C3-B402-6AD6-4BF8-5EE4E20C2891}"/>
              </a:ext>
            </a:extLst>
          </p:cNvPr>
          <p:cNvSpPr/>
          <p:nvPr/>
        </p:nvSpPr>
        <p:spPr>
          <a:xfrm>
            <a:off x="2584822" y="2898017"/>
            <a:ext cx="5645791" cy="331365"/>
          </a:xfrm>
          <a:custGeom>
            <a:avLst/>
            <a:gdLst>
              <a:gd name="csX0" fmla="*/ 0 w 5645791"/>
              <a:gd name="csY0" fmla="*/ 331365 h 331365"/>
              <a:gd name="csX1" fmla="*/ 906011 w 5645791"/>
              <a:gd name="csY1" fmla="*/ 331365 h 331365"/>
              <a:gd name="csX2" fmla="*/ 994095 w 5645791"/>
              <a:gd name="csY2" fmla="*/ 0 h 331365"/>
              <a:gd name="csX3" fmla="*/ 2604781 w 5645791"/>
              <a:gd name="csY3" fmla="*/ 0 h 331365"/>
              <a:gd name="csX4" fmla="*/ 2709644 w 5645791"/>
              <a:gd name="csY4" fmla="*/ 322976 h 331365"/>
              <a:gd name="csX5" fmla="*/ 4718807 w 5645791"/>
              <a:gd name="csY5" fmla="*/ 322976 h 331365"/>
              <a:gd name="csX6" fmla="*/ 4794308 w 5645791"/>
              <a:gd name="csY6" fmla="*/ 8389 h 331365"/>
              <a:gd name="csX7" fmla="*/ 5645791 w 5645791"/>
              <a:gd name="csY7" fmla="*/ 8389 h 33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45791" h="331365">
                <a:moveTo>
                  <a:pt x="0" y="331365"/>
                </a:moveTo>
                <a:lnTo>
                  <a:pt x="906011" y="331365"/>
                </a:lnTo>
                <a:lnTo>
                  <a:pt x="994095" y="0"/>
                </a:lnTo>
                <a:lnTo>
                  <a:pt x="2604781" y="0"/>
                </a:lnTo>
                <a:lnTo>
                  <a:pt x="2709644" y="322976"/>
                </a:lnTo>
                <a:lnTo>
                  <a:pt x="4718807" y="322976"/>
                </a:lnTo>
                <a:lnTo>
                  <a:pt x="4794308" y="8389"/>
                </a:lnTo>
                <a:lnTo>
                  <a:pt x="5645791" y="838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43F11-B5DD-CFAA-6F8E-8EEBE732A584}"/>
                  </a:ext>
                </a:extLst>
              </p:cNvPr>
              <p:cNvSpPr txBox="1"/>
              <p:nvPr/>
            </p:nvSpPr>
            <p:spPr>
              <a:xfrm>
                <a:off x="3206335" y="2551862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43F11-B5DD-CFAA-6F8E-8EEBE732A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35" y="2551862"/>
                <a:ext cx="191911" cy="123111"/>
              </a:xfrm>
              <a:prstGeom prst="rect">
                <a:avLst/>
              </a:prstGeom>
              <a:blipFill>
                <a:blip r:embed="rId2"/>
                <a:stretch>
                  <a:fillRect l="-12903" r="-9677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3D5851A-578E-070E-9A83-05976BA9CECB}"/>
              </a:ext>
            </a:extLst>
          </p:cNvPr>
          <p:cNvCxnSpPr>
            <a:cxnSpLocks/>
          </p:cNvCxnSpPr>
          <p:nvPr/>
        </p:nvCxnSpPr>
        <p:spPr>
          <a:xfrm>
            <a:off x="4168998" y="3009645"/>
            <a:ext cx="105561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1712F29-1187-8E34-F452-E856E1EAA8E8}"/>
                  </a:ext>
                </a:extLst>
              </p:cNvPr>
              <p:cNvSpPr txBox="1"/>
              <p:nvPr/>
            </p:nvSpPr>
            <p:spPr>
              <a:xfrm>
                <a:off x="4619878" y="2948089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1712F29-1187-8E34-F452-E856E1EAA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878" y="2948089"/>
                <a:ext cx="191911" cy="123111"/>
              </a:xfrm>
              <a:prstGeom prst="rect">
                <a:avLst/>
              </a:prstGeom>
              <a:blipFill>
                <a:blip r:embed="rId3"/>
                <a:stretch>
                  <a:fillRect l="-12903" r="-9677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389389A-ADE5-C4B9-8016-12D8A3707C82}"/>
              </a:ext>
            </a:extLst>
          </p:cNvPr>
          <p:cNvCxnSpPr>
            <a:cxnSpLocks/>
          </p:cNvCxnSpPr>
          <p:nvPr/>
        </p:nvCxnSpPr>
        <p:spPr>
          <a:xfrm>
            <a:off x="3525996" y="2230982"/>
            <a:ext cx="16931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1458287-A015-5550-2689-EB486CACF6AB}"/>
                  </a:ext>
                </a:extLst>
              </p:cNvPr>
              <p:cNvSpPr txBox="1"/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1458287-A015-5550-2689-EB486CACF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4B32AE6-83C2-6884-F33D-6C2D79D2AC17}"/>
              </a:ext>
            </a:extLst>
          </p:cNvPr>
          <p:cNvCxnSpPr>
            <a:cxnSpLocks/>
          </p:cNvCxnSpPr>
          <p:nvPr/>
        </p:nvCxnSpPr>
        <p:spPr>
          <a:xfrm>
            <a:off x="5224610" y="2639566"/>
            <a:ext cx="1057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2F04E0C-149D-7E06-4010-A3FE6C9CE115}"/>
                  </a:ext>
                </a:extLst>
              </p:cNvPr>
              <p:cNvSpPr txBox="1"/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2F04E0C-149D-7E06-4010-A3FE6C9CE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blipFill>
                <a:blip r:embed="rId5"/>
                <a:stretch>
                  <a:fillRect l="-22222" r="-11111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C6F327E-F8E8-7E07-046E-31C5B3FAB72A}"/>
              </a:ext>
            </a:extLst>
          </p:cNvPr>
          <p:cNvCxnSpPr>
            <a:cxnSpLocks/>
          </p:cNvCxnSpPr>
          <p:nvPr/>
        </p:nvCxnSpPr>
        <p:spPr>
          <a:xfrm flipV="1">
            <a:off x="3519165" y="2832591"/>
            <a:ext cx="3842925" cy="9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8DA2522-0F94-C4A1-7F66-20035EB7F4B0}"/>
                  </a:ext>
                </a:extLst>
              </p:cNvPr>
              <p:cNvSpPr txBox="1"/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8DA2522-0F94-C4A1-7F66-20035EB7F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5F064D3-C1DC-C53F-DB73-E6166E2852DD}"/>
                  </a:ext>
                </a:extLst>
              </p:cNvPr>
              <p:cNvSpPr txBox="1"/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noFill/>
            </p:spPr>
            <p:txBody>
              <a:bodyPr wrap="square" numCol="1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sv-SE" sz="1600"/>
                  <a:t> : 	</a:t>
                </a:r>
                <a:r>
                  <a:rPr lang="en-US" sz="1600"/>
                  <a:t>Minimum time between E rising edges (E cycle time)			500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sv-SE" sz="1600"/>
                  <a:t>: 	Minimum time E must remain low or high				230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control signals (RS and R/W) must be 		40 ns</a:t>
                </a:r>
                <a:br>
                  <a:rPr lang="en-US" sz="1600"/>
                </a:br>
                <a:r>
                  <a:rPr lang="en-US" sz="1600"/>
                  <a:t>	stable before the E rising edge		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data signals must be valid before the E falling edge	80 ns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sv-SE" sz="1600"/>
                  <a:t>: 	M</a:t>
                </a:r>
                <a:r>
                  <a:rPr lang="en-US" sz="1600"/>
                  <a:t>inimum time all signals must remain stable after the E falling edge	10 ns</a:t>
                </a:r>
                <a:endParaRPr lang="LID4096" sz="160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5F064D3-C1DC-C53F-DB73-E6166E285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blipFill>
                <a:blip r:embed="rId7"/>
                <a:stretch>
                  <a:fillRect t="-1167" b="-42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02657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728FA-11EB-E37E-CA88-FCD670A0E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D3F25AC-F648-8D93-96ED-5FA6D34A14ED}"/>
              </a:ext>
            </a:extLst>
          </p:cNvPr>
          <p:cNvCxnSpPr/>
          <p:nvPr/>
        </p:nvCxnSpPr>
        <p:spPr>
          <a:xfrm>
            <a:off x="2590258" y="3552360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0064B4E3-6646-1061-EFC1-67604F875FB7}"/>
              </a:ext>
            </a:extLst>
          </p:cNvPr>
          <p:cNvSpPr/>
          <p:nvPr/>
        </p:nvSpPr>
        <p:spPr>
          <a:xfrm>
            <a:off x="4107424" y="3388772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0548224-62DA-9D2E-70E1-9F6A85060B9F}"/>
              </a:ext>
            </a:extLst>
          </p:cNvPr>
          <p:cNvCxnSpPr/>
          <p:nvPr/>
        </p:nvCxnSpPr>
        <p:spPr>
          <a:xfrm>
            <a:off x="3050620" y="2627212"/>
            <a:ext cx="4753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51BE552-E60F-FB59-E5E0-EB67B800ED9C}"/>
              </a:ext>
            </a:extLst>
          </p:cNvPr>
          <p:cNvCxnSpPr/>
          <p:nvPr/>
        </p:nvCxnSpPr>
        <p:spPr>
          <a:xfrm>
            <a:off x="2590258" y="1837189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D098023-78CE-8A2E-5843-60CAC90DD1FD}"/>
              </a:ext>
            </a:extLst>
          </p:cNvPr>
          <p:cNvSpPr txBox="1"/>
          <p:nvPr/>
        </p:nvSpPr>
        <p:spPr>
          <a:xfrm>
            <a:off x="2073514" y="1648331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D47713-3D5D-CFD6-8310-79B5D5F6BDAE}"/>
              </a:ext>
            </a:extLst>
          </p:cNvPr>
          <p:cNvSpPr txBox="1"/>
          <p:nvPr/>
        </p:nvSpPr>
        <p:spPr>
          <a:xfrm>
            <a:off x="1989623" y="2134893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F6B734-FFEA-776F-6260-B57D6F0C6A8B}"/>
              </a:ext>
            </a:extLst>
          </p:cNvPr>
          <p:cNvSpPr txBox="1"/>
          <p:nvPr/>
        </p:nvSpPr>
        <p:spPr>
          <a:xfrm>
            <a:off x="2280284" y="2890275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F5669B-8A35-4874-A031-7520D08653CC}"/>
              </a:ext>
            </a:extLst>
          </p:cNvPr>
          <p:cNvSpPr txBox="1"/>
          <p:nvPr/>
        </p:nvSpPr>
        <p:spPr>
          <a:xfrm>
            <a:off x="1509947" y="3367694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E7E2DCB-A990-F74E-2535-81E1CADAD243}"/>
              </a:ext>
            </a:extLst>
          </p:cNvPr>
          <p:cNvCxnSpPr>
            <a:cxnSpLocks/>
          </p:cNvCxnSpPr>
          <p:nvPr/>
        </p:nvCxnSpPr>
        <p:spPr>
          <a:xfrm>
            <a:off x="3050620" y="1360582"/>
            <a:ext cx="0" cy="144973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307B7E-ACBC-4096-3C1F-6151F0C4B260}"/>
              </a:ext>
            </a:extLst>
          </p:cNvPr>
          <p:cNvCxnSpPr>
            <a:cxnSpLocks/>
          </p:cNvCxnSpPr>
          <p:nvPr/>
        </p:nvCxnSpPr>
        <p:spPr>
          <a:xfrm>
            <a:off x="3525996" y="1675001"/>
            <a:ext cx="0" cy="1674303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66EBC52-9E00-C918-371E-8AE3F599C392}"/>
              </a:ext>
            </a:extLst>
          </p:cNvPr>
          <p:cNvCxnSpPr>
            <a:cxnSpLocks/>
          </p:cNvCxnSpPr>
          <p:nvPr/>
        </p:nvCxnSpPr>
        <p:spPr>
          <a:xfrm>
            <a:off x="4156568" y="3009645"/>
            <a:ext cx="0" cy="449417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980B11D-12DF-A4B0-EC86-2ED43625CBE4}"/>
              </a:ext>
            </a:extLst>
          </p:cNvPr>
          <p:cNvCxnSpPr>
            <a:cxnSpLocks/>
          </p:cNvCxnSpPr>
          <p:nvPr/>
        </p:nvCxnSpPr>
        <p:spPr>
          <a:xfrm>
            <a:off x="5219173" y="1675001"/>
            <a:ext cx="0" cy="155438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225E561-CBAB-8E8F-226A-50EA4B53548A}"/>
              </a:ext>
            </a:extLst>
          </p:cNvPr>
          <p:cNvCxnSpPr>
            <a:cxnSpLocks/>
          </p:cNvCxnSpPr>
          <p:nvPr/>
        </p:nvCxnSpPr>
        <p:spPr>
          <a:xfrm>
            <a:off x="6281778" y="1360580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F560277-5AF9-8D8B-70E7-AAB9D441CBDE}"/>
              </a:ext>
            </a:extLst>
          </p:cNvPr>
          <p:cNvSpPr/>
          <p:nvPr/>
        </p:nvSpPr>
        <p:spPr>
          <a:xfrm>
            <a:off x="2995882" y="1669409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0B73C61-A430-BC61-00D8-073B4A4C8733}"/>
              </a:ext>
            </a:extLst>
          </p:cNvPr>
          <p:cNvCxnSpPr>
            <a:cxnSpLocks/>
          </p:cNvCxnSpPr>
          <p:nvPr/>
        </p:nvCxnSpPr>
        <p:spPr>
          <a:xfrm>
            <a:off x="7018403" y="1360580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2B5FF11-7242-9A71-35BB-5D559ED6B4C2}"/>
              </a:ext>
            </a:extLst>
          </p:cNvPr>
          <p:cNvSpPr/>
          <p:nvPr/>
        </p:nvSpPr>
        <p:spPr>
          <a:xfrm flipV="1">
            <a:off x="2584822" y="2142973"/>
            <a:ext cx="4928532" cy="288818"/>
          </a:xfrm>
          <a:custGeom>
            <a:avLst/>
            <a:gdLst>
              <a:gd name="csX0" fmla="*/ 0 w 4928532"/>
              <a:gd name="csY0" fmla="*/ 0 h 322976"/>
              <a:gd name="csX1" fmla="*/ 406866 w 4928532"/>
              <a:gd name="csY1" fmla="*/ 0 h 322976"/>
              <a:gd name="csX2" fmla="*/ 499145 w 4928532"/>
              <a:gd name="csY2" fmla="*/ 322976 h 322976"/>
              <a:gd name="csX3" fmla="*/ 3645016 w 4928532"/>
              <a:gd name="csY3" fmla="*/ 322976 h 322976"/>
              <a:gd name="csX4" fmla="*/ 3737295 w 4928532"/>
              <a:gd name="csY4" fmla="*/ 0 h 322976"/>
              <a:gd name="csX5" fmla="*/ 4924337 w 4928532"/>
              <a:gd name="csY5" fmla="*/ 0 h 322976"/>
              <a:gd name="csX6" fmla="*/ 4928532 w 4928532"/>
              <a:gd name="csY6" fmla="*/ 0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28532" h="322976">
                <a:moveTo>
                  <a:pt x="0" y="0"/>
                </a:moveTo>
                <a:lnTo>
                  <a:pt x="406866" y="0"/>
                </a:lnTo>
                <a:lnTo>
                  <a:pt x="499145" y="322976"/>
                </a:lnTo>
                <a:lnTo>
                  <a:pt x="3645016" y="322976"/>
                </a:lnTo>
                <a:lnTo>
                  <a:pt x="3737295" y="0"/>
                </a:lnTo>
                <a:lnTo>
                  <a:pt x="4924337" y="0"/>
                </a:lnTo>
                <a:lnTo>
                  <a:pt x="492853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66D235F-3646-7088-EC10-2A7BCC1E7306}"/>
              </a:ext>
            </a:extLst>
          </p:cNvPr>
          <p:cNvSpPr/>
          <p:nvPr/>
        </p:nvSpPr>
        <p:spPr>
          <a:xfrm>
            <a:off x="2584822" y="2898017"/>
            <a:ext cx="5645791" cy="331365"/>
          </a:xfrm>
          <a:custGeom>
            <a:avLst/>
            <a:gdLst>
              <a:gd name="csX0" fmla="*/ 0 w 5645791"/>
              <a:gd name="csY0" fmla="*/ 331365 h 331365"/>
              <a:gd name="csX1" fmla="*/ 906011 w 5645791"/>
              <a:gd name="csY1" fmla="*/ 331365 h 331365"/>
              <a:gd name="csX2" fmla="*/ 994095 w 5645791"/>
              <a:gd name="csY2" fmla="*/ 0 h 331365"/>
              <a:gd name="csX3" fmla="*/ 2604781 w 5645791"/>
              <a:gd name="csY3" fmla="*/ 0 h 331365"/>
              <a:gd name="csX4" fmla="*/ 2709644 w 5645791"/>
              <a:gd name="csY4" fmla="*/ 322976 h 331365"/>
              <a:gd name="csX5" fmla="*/ 4718807 w 5645791"/>
              <a:gd name="csY5" fmla="*/ 322976 h 331365"/>
              <a:gd name="csX6" fmla="*/ 4794308 w 5645791"/>
              <a:gd name="csY6" fmla="*/ 8389 h 331365"/>
              <a:gd name="csX7" fmla="*/ 5645791 w 5645791"/>
              <a:gd name="csY7" fmla="*/ 8389 h 33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45791" h="331365">
                <a:moveTo>
                  <a:pt x="0" y="331365"/>
                </a:moveTo>
                <a:lnTo>
                  <a:pt x="906011" y="331365"/>
                </a:lnTo>
                <a:lnTo>
                  <a:pt x="994095" y="0"/>
                </a:lnTo>
                <a:lnTo>
                  <a:pt x="2604781" y="0"/>
                </a:lnTo>
                <a:lnTo>
                  <a:pt x="2709644" y="322976"/>
                </a:lnTo>
                <a:lnTo>
                  <a:pt x="4718807" y="322976"/>
                </a:lnTo>
                <a:lnTo>
                  <a:pt x="4794308" y="8389"/>
                </a:lnTo>
                <a:lnTo>
                  <a:pt x="5645791" y="838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9DFEDF-72E3-DE23-9C8D-01E711F75924}"/>
                  </a:ext>
                </a:extLst>
              </p:cNvPr>
              <p:cNvSpPr txBox="1"/>
              <p:nvPr/>
            </p:nvSpPr>
            <p:spPr>
              <a:xfrm>
                <a:off x="3206335" y="2551862"/>
                <a:ext cx="149913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9DFEDF-72E3-DE23-9C8D-01E711F75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35" y="2551862"/>
                <a:ext cx="149913" cy="123111"/>
              </a:xfrm>
              <a:prstGeom prst="rect">
                <a:avLst/>
              </a:prstGeom>
              <a:blipFill>
                <a:blip r:embed="rId2"/>
                <a:stretch>
                  <a:fillRect l="-16000" r="-4000"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0323A83-D6B6-450A-5A3E-2A433DD1C43D}"/>
              </a:ext>
            </a:extLst>
          </p:cNvPr>
          <p:cNvCxnSpPr>
            <a:cxnSpLocks/>
          </p:cNvCxnSpPr>
          <p:nvPr/>
        </p:nvCxnSpPr>
        <p:spPr>
          <a:xfrm>
            <a:off x="3525996" y="3259607"/>
            <a:ext cx="6305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68EDC11-9789-B3A5-43B8-7FFD88BEF620}"/>
                  </a:ext>
                </a:extLst>
              </p:cNvPr>
              <p:cNvSpPr txBox="1"/>
              <p:nvPr/>
            </p:nvSpPr>
            <p:spPr>
              <a:xfrm>
                <a:off x="3745326" y="3182939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sz="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68EDC11-9789-B3A5-43B8-7FFD88BEF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5326" y="3182939"/>
                <a:ext cx="191911" cy="123111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3232FFD-7889-30D0-637C-D670283E8474}"/>
              </a:ext>
            </a:extLst>
          </p:cNvPr>
          <p:cNvCxnSpPr>
            <a:cxnSpLocks/>
          </p:cNvCxnSpPr>
          <p:nvPr/>
        </p:nvCxnSpPr>
        <p:spPr>
          <a:xfrm>
            <a:off x="3525996" y="2230982"/>
            <a:ext cx="16931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45BA75-AECB-564D-9185-ECC75538EF87}"/>
                  </a:ext>
                </a:extLst>
              </p:cNvPr>
              <p:cNvSpPr txBox="1"/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45BA75-AECB-564D-9185-ECC75538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C10E2C4-8DCC-1A36-E94D-7661D0F4CAA9}"/>
              </a:ext>
            </a:extLst>
          </p:cNvPr>
          <p:cNvCxnSpPr>
            <a:cxnSpLocks/>
          </p:cNvCxnSpPr>
          <p:nvPr/>
        </p:nvCxnSpPr>
        <p:spPr>
          <a:xfrm>
            <a:off x="5224610" y="2639566"/>
            <a:ext cx="1057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C40ECB-3453-520E-B20C-5F76498E4D5B}"/>
                  </a:ext>
                </a:extLst>
              </p:cNvPr>
              <p:cNvSpPr txBox="1"/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C40ECB-3453-520E-B20C-5F76498E4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blipFill>
                <a:blip r:embed="rId5"/>
                <a:stretch>
                  <a:fillRect l="-22222" r="-11111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A7EAF7F-8C8B-B4BE-009F-A9E47CAC0CCB}"/>
              </a:ext>
            </a:extLst>
          </p:cNvPr>
          <p:cNvCxnSpPr>
            <a:cxnSpLocks/>
          </p:cNvCxnSpPr>
          <p:nvPr/>
        </p:nvCxnSpPr>
        <p:spPr>
          <a:xfrm flipV="1">
            <a:off x="3519165" y="2832591"/>
            <a:ext cx="3842925" cy="9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48AFCE-2B26-13A7-74E9-7EEF54FF735D}"/>
                  </a:ext>
                </a:extLst>
              </p:cNvPr>
              <p:cNvSpPr txBox="1"/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48AFCE-2B26-13A7-74E9-7EEF54FF73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77B226-C7F3-BCEE-944F-697D4EBD6713}"/>
                  </a:ext>
                </a:extLst>
              </p:cNvPr>
              <p:cNvSpPr txBox="1"/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noFill/>
            </p:spPr>
            <p:txBody>
              <a:bodyPr wrap="square" numCol="1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sv-SE" sz="1600"/>
                  <a:t> : 	</a:t>
                </a:r>
                <a:r>
                  <a:rPr lang="en-US" sz="1600"/>
                  <a:t>Minimum time between E rising edges (E cycle time)			1000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sv-SE" sz="1600"/>
                  <a:t>: 	Minimum time E must remain low or high				450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control signals (RS and R/W) must be 		60 ns</a:t>
                </a:r>
                <a:br>
                  <a:rPr lang="en-US" sz="1600"/>
                </a:br>
                <a:r>
                  <a:rPr lang="en-US" sz="1600"/>
                  <a:t>	stable before the E rising edge		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 b="1"/>
                  <a:t>Maximum </a:t>
                </a:r>
                <a:r>
                  <a:rPr lang="en-US" sz="1600"/>
                  <a:t>time until data signalse are available after the E rising edge	360 ns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sv-SE" sz="1600"/>
                  <a:t>: 	M</a:t>
                </a:r>
                <a:r>
                  <a:rPr lang="en-US" sz="1600"/>
                  <a:t>inimum time all signals must remain stable after the E falling edge	10 ns</a:t>
                </a:r>
                <a:endParaRPr lang="LID4096" sz="160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77B226-C7F3-BCEE-944F-697D4EBD6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blipFill>
                <a:blip r:embed="rId7"/>
                <a:stretch>
                  <a:fillRect t="-1167" b="-42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6577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2115</TotalTime>
  <Words>1276</Words>
  <Application>Microsoft Office PowerPoint</Application>
  <PresentationFormat>Widescreen</PresentationFormat>
  <Paragraphs>453</Paragraphs>
  <Slides>28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Agency FB</vt:lpstr>
      <vt:lpstr>Aptos</vt:lpstr>
      <vt:lpstr>Aptos Display</vt:lpstr>
      <vt:lpstr>Arial</vt:lpstr>
      <vt:lpstr>Calibri</vt:lpstr>
      <vt:lpstr>Cambria Math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36</cp:revision>
  <dcterms:created xsi:type="dcterms:W3CDTF">2025-09-03T07:58:20Z</dcterms:created>
  <dcterms:modified xsi:type="dcterms:W3CDTF">2026-01-28T13:49:07Z</dcterms:modified>
</cp:coreProperties>
</file>