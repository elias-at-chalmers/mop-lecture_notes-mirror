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  <p:sldId id="264" r:id="rId10"/>
    <p:sldId id="270" r:id="rId11"/>
    <p:sldId id="265" r:id="rId12"/>
    <p:sldId id="266" r:id="rId13"/>
    <p:sldId id="267" r:id="rId14"/>
    <p:sldId id="268" r:id="rId15"/>
    <p:sldId id="269" r:id="rId16"/>
    <p:sldId id="271" r:id="rId1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3" autoAdjust="0"/>
    <p:restoredTop sz="86416" autoAdjust="0"/>
  </p:normalViewPr>
  <p:slideViewPr>
    <p:cSldViewPr snapToGrid="0">
      <p:cViewPr>
        <p:scale>
          <a:sx n="75" d="100"/>
          <a:sy n="75" d="100"/>
        </p:scale>
        <p:origin x="1194" y="33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3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Mer assembler på RISC-V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A84019-4B33-655E-4D2A-E72271095E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7000"/>
          </a:blip>
          <a:stretch>
            <a:fillRect/>
          </a:stretch>
        </p:blipFill>
        <p:spPr>
          <a:xfrm>
            <a:off x="6650893" y="1719069"/>
            <a:ext cx="5541108" cy="51389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67E668-4960-2AAB-B13E-FD6363A85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Branches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406A8-432A-ADE4-65C0-0C99A2330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Man kan inte göra mycket kul utan branches</a:t>
            </a:r>
          </a:p>
          <a:p>
            <a:r>
              <a:rPr lang="sv-SE"/>
              <a:t>Branches på RISCV vs FLISP (flaggor vs jämförelse i branch instruktionen)</a:t>
            </a:r>
          </a:p>
          <a:p>
            <a:r>
              <a:rPr lang="sv-SE"/>
              <a:t>Visa ett exempel där gör en ifsats baserat på om ett värde är mindre än ett annat (för min, senare)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14247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39C5A-EAC0-F668-9A81-BFB49078A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Funktioner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559A2-613C-851F-F3BB-EC54B9F8A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Visa exempelfunktion, min (ingen kropp eller parametrar ännu)</a:t>
            </a:r>
          </a:p>
          <a:p>
            <a:r>
              <a:rPr lang="sv-SE"/>
              <a:t>Introducera jal och jalr (förklara problemet med jal offset, och varför jalr behövs)</a:t>
            </a:r>
          </a:p>
          <a:p>
            <a:r>
              <a:rPr lang="sv-SE"/>
              <a:t>Visa hur vi kan hoppa tillbaka från min med jalr</a:t>
            </a:r>
          </a:p>
          <a:p>
            <a:r>
              <a:rPr lang="sv-SE"/>
              <a:t>Notera att ra bara är en konvention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8284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F6DF7-8245-4515-D1C6-324C7599A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2EA0E-73B8-961E-FB36-BBBAF8FA0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Funktioner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FDC9E-4CB9-4072-6BF3-4F7E2F719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Visa hur call och ret gör det lättlästare</a:t>
            </a:r>
          </a:p>
          <a:p>
            <a:r>
              <a:rPr lang="sv-SE"/>
              <a:t>Visa hur vi skickar parametrar och returvärden i a registrena</a:t>
            </a:r>
          </a:p>
          <a:p>
            <a:r>
              <a:rPr lang="sv-SE"/>
              <a:t>Notera att även små parametrar får ett 32 bitars register var</a:t>
            </a:r>
          </a:p>
          <a:p>
            <a:r>
              <a:rPr lang="sv-SE"/>
              <a:t>Notera att man kan ha större argument eller fler än vad som finns plats för, och att det finns regler för det med, men out of scope. 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3925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02AFE-405E-BC06-4384-BFD3BD60F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Stacken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5B9B8-F988-19DA-03CB-0FB1F22F9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Visa bild på stackens plats i minnet</a:t>
            </a:r>
          </a:p>
          <a:p>
            <a:r>
              <a:rPr lang="sv-SE"/>
              <a:t>Inga push och pop. Vi håller själva koll på stackpekaren. </a:t>
            </a:r>
          </a:p>
          <a:p>
            <a:r>
              <a:rPr lang="sv-SE"/>
              <a:t>Gör ett exempel (Låtsas att vi bara har litet antal register)</a:t>
            </a:r>
          </a:p>
          <a:p>
            <a:pPr lvl="1"/>
            <a:r>
              <a:rPr lang="sv-SE"/>
              <a:t>Samma sak händer i verkligheten, fast i mycket mer komplicerade program</a:t>
            </a:r>
          </a:p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32440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DBB50-CF68-B019-C880-D01EB750F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1E298-03AE-7576-04AA-8BB3BE2BF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Gör exemplet där vi vill skriva min(x, y, z) genom att kalla min.</a:t>
            </a:r>
          </a:p>
          <a:p>
            <a:r>
              <a:rPr lang="sv-SE"/>
              <a:t>Kan dom se problemet? </a:t>
            </a:r>
          </a:p>
          <a:p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7C5942-CF83-05B1-2698-171934D12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934" y="3292330"/>
            <a:ext cx="10431331" cy="2076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968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2B6DF-2E34-9694-7818-8ACDECBC8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6E6C2-0DC3-4D26-184A-F0BF515DB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Skall vi bara spara alla register vi använder innan vi kallar en funktion? </a:t>
            </a:r>
          </a:p>
          <a:p>
            <a:pPr lvl="1"/>
            <a:r>
              <a:rPr lang="sv-SE"/>
              <a:t>Om funktionen bara använder ett register så blir ju det fånigt</a:t>
            </a:r>
          </a:p>
          <a:p>
            <a:r>
              <a:rPr lang="sv-SE"/>
              <a:t>Skall vi då låta funktionen som blir kallad spara alla register den tänker skriva över? </a:t>
            </a:r>
          </a:p>
          <a:p>
            <a:pPr lvl="1"/>
            <a:r>
              <a:rPr lang="sv-SE"/>
              <a:t>Men om funktionen vi kallar behöver massor med register, och vi bara ett, blir det ju lika löjligt. </a:t>
            </a:r>
          </a:p>
        </p:txBody>
      </p:sp>
    </p:spTree>
    <p:extLst>
      <p:ext uri="{BB962C8B-B14F-4D97-AF65-F5344CB8AC3E}">
        <p14:creationId xmlns:p14="http://schemas.microsoft.com/office/powerpoint/2010/main" val="3460264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E27D8-3ED7-38D5-4231-2A5D1AD9F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7C576-7072-68EC-5F4D-1936ABA02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ABI Konvention (kompromiss): </a:t>
            </a:r>
            <a:endParaRPr lang="LID4096"/>
          </a:p>
          <a:p>
            <a:pPr lvl="1"/>
            <a:r>
              <a:rPr lang="sv-SE"/>
              <a:t>Den kallande funktionen sparar t (temp) registrena, a (argument registrena), och ra (om den behöver dem).</a:t>
            </a:r>
          </a:p>
          <a:p>
            <a:pPr lvl="1"/>
            <a:r>
              <a:rPr lang="sv-SE"/>
              <a:t>Den kallade funktionen sparar alla andra register om den skriver över dem.</a:t>
            </a:r>
          </a:p>
          <a:p>
            <a:pPr lvl="1"/>
            <a:endParaRPr lang="sv-SE"/>
          </a:p>
          <a:p>
            <a:pPr lvl="1"/>
            <a:r>
              <a:rPr lang="sv-SE"/>
              <a:t>Vi kan ju fortfarande hamna i situationer där register blir sparade som inte egentligen behövde sparas: </a:t>
            </a:r>
          </a:p>
          <a:p>
            <a:pPr lvl="2"/>
            <a:r>
              <a:rPr lang="sv-SE"/>
              <a:t>a sparar argumentregister, men dom skrivs aldrig över av b, </a:t>
            </a:r>
          </a:p>
          <a:p>
            <a:pPr lvl="2"/>
            <a:r>
              <a:rPr lang="sv-SE"/>
              <a:t>eller b sparar s registrena, men dom behövs inte av a</a:t>
            </a:r>
          </a:p>
          <a:p>
            <a:pPr lvl="2"/>
            <a:r>
              <a:rPr lang="sv-SE"/>
              <a:t>En optimerare kan oftast hitta sådana fall och ta bort dem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09282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1DA21-300C-43E3-3FC0-40EADD2B8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saving, nästade funktionsanrop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68312-15BF-1B93-E97F-041D6E401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En funktion är ofta både callee och caller (visa exempel med min(x, y, z))</a:t>
            </a:r>
          </a:p>
          <a:p>
            <a:r>
              <a:rPr lang="sv-SE"/>
              <a:t>Best practice: </a:t>
            </a:r>
          </a:p>
          <a:p>
            <a:pPr lvl="1"/>
            <a:r>
              <a:rPr lang="sv-SE"/>
              <a:t>Gör allt du kan i t registrena (du behöver inte spara dem)</a:t>
            </a:r>
          </a:p>
          <a:p>
            <a:pPr lvl="1"/>
            <a:r>
              <a:rPr lang="sv-SE"/>
              <a:t>Om du behöver spara ett värde, använd s registren</a:t>
            </a:r>
          </a:p>
          <a:p>
            <a:pPr lvl="1"/>
            <a:r>
              <a:rPr lang="sv-SE"/>
              <a:t>Ha koll på alla s register du använder, och spara/restora dem i en prolog/epilog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1391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0F3C1-E18A-20E7-894E-E0521936A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Example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B6AA2-6CB2-F305-0610-FBFDB6050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rand and putchar coding example? 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15628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08AE2-2115-6850-8CE0-B9CFE803E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ED0AC0-66F8-0CC2-5CD0-546499003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Vad är arrays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C25463-2779-B641-4479-2F8554E34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440" y="2509709"/>
            <a:ext cx="9269119" cy="183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78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75BEE-B0F7-60DD-3EE5-996ECF634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9C3FC-6170-57D2-8C86-9AD690798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Visa en array i assembler och hur vi kan accessa den</a:t>
            </a:r>
          </a:p>
          <a:p>
            <a:r>
              <a:rPr lang="sv-SE"/>
              <a:t>Visa .space direktivet</a:t>
            </a:r>
          </a:p>
          <a:p>
            <a:r>
              <a:rPr lang="sv-SE"/>
              <a:t>Visa med halfword (align och .space igen)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58702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A3EBD-DCAC-F2A4-A314-969FE5411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Iterera över en array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A4E475-56FE-7E08-94B4-F52D4616E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8889" y="1906206"/>
            <a:ext cx="6114222" cy="445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9912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8934-DA57-B8F3-DFB5-63AB034B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Lokala arrayer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6C4A39-A9D3-3122-4AF0-12FF95D21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861" y="2118868"/>
            <a:ext cx="8133540" cy="4153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18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500FA-96A0-F0AE-8C3E-79831B774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 som funktionsparametrar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BE16D-FE23-695E-443D-E2EB6B84F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Gör en min(short * numbers) funktion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794381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BE40A-0791-23EB-2804-6CAC680E3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Example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817EA-065D-43C9-FF89-E12D7584F3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sort is not part of standard C. </a:t>
            </a:r>
          </a:p>
          <a:p>
            <a:r>
              <a:rPr lang="sv-SE"/>
              <a:t>I could write a sorting function myself and call it from assembly.</a:t>
            </a:r>
          </a:p>
          <a:p>
            <a:r>
              <a:rPr lang="sv-SE"/>
              <a:t>Or go for strings. to_upper, for example. 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6399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1468</TotalTime>
  <Words>547</Words>
  <Application>Microsoft Office PowerPoint</Application>
  <PresentationFormat>Widescreen</PresentationFormat>
  <Paragraphs>61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Lektion 3</vt:lpstr>
      <vt:lpstr>Branches</vt:lpstr>
      <vt:lpstr>Funktioner</vt:lpstr>
      <vt:lpstr>Funktioner</vt:lpstr>
      <vt:lpstr>Stacken</vt:lpstr>
      <vt:lpstr>Register Saving</vt:lpstr>
      <vt:lpstr>Register Saving</vt:lpstr>
      <vt:lpstr>Register Saving</vt:lpstr>
      <vt:lpstr>Register saving, nästade funktionsanrop</vt:lpstr>
      <vt:lpstr>Example</vt:lpstr>
      <vt:lpstr>Arrays</vt:lpstr>
      <vt:lpstr>Arrays</vt:lpstr>
      <vt:lpstr>Iterera över en array</vt:lpstr>
      <vt:lpstr>Lokala arrayer</vt:lpstr>
      <vt:lpstr>Arrays som funktionsparametrar</vt:lpstr>
      <vt:lpstr>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22</cp:revision>
  <dcterms:created xsi:type="dcterms:W3CDTF">2026-01-14T14:09:03Z</dcterms:created>
  <dcterms:modified xsi:type="dcterms:W3CDTF">2026-01-25T12:57:10Z</dcterms:modified>
</cp:coreProperties>
</file>