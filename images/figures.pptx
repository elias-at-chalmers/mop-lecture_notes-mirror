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10/08/2025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onnsiteX0" fmla="*/ 1062391 w 1062391"/>
              <a:gd name="connsiteY0" fmla="*/ 0 h 368214"/>
              <a:gd name="connsiteX1" fmla="*/ 541819 w 1062391"/>
              <a:gd name="connsiteY1" fmla="*/ 3007 h 368214"/>
              <a:gd name="connsiteX2" fmla="*/ 0 w 1062391"/>
              <a:gd name="connsiteY2" fmla="*/ 6137 h 368214"/>
              <a:gd name="connsiteX3" fmla="*/ 5365 w 1062391"/>
              <a:gd name="connsiteY3" fmla="*/ 368214 h 368214"/>
              <a:gd name="connsiteX4" fmla="*/ 533878 w 1062391"/>
              <a:gd name="connsiteY4" fmla="*/ 365146 h 368214"/>
              <a:gd name="connsiteX5" fmla="*/ 1062391 w 1062391"/>
              <a:gd name="connsiteY5" fmla="*/ 362078 h 368214"/>
              <a:gd name="connsiteX6" fmla="*/ 1062391 w 1062391"/>
              <a:gd name="connsiteY6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onnsiteX0" fmla="*/ 1344108 w 1344108"/>
              <a:gd name="connsiteY0" fmla="*/ 0 h 368214"/>
              <a:gd name="connsiteX1" fmla="*/ 909513 w 1344108"/>
              <a:gd name="connsiteY1" fmla="*/ 1984 h 368214"/>
              <a:gd name="connsiteX2" fmla="*/ 501800 w 1344108"/>
              <a:gd name="connsiteY2" fmla="*/ 3846 h 368214"/>
              <a:gd name="connsiteX3" fmla="*/ 0 w 1344108"/>
              <a:gd name="connsiteY3" fmla="*/ 6137 h 368214"/>
              <a:gd name="connsiteX4" fmla="*/ 6788 w 1344108"/>
              <a:gd name="connsiteY4" fmla="*/ 368214 h 368214"/>
              <a:gd name="connsiteX5" fmla="*/ 425815 w 1344108"/>
              <a:gd name="connsiteY5" fmla="*/ 366291 h 368214"/>
              <a:gd name="connsiteX6" fmla="*/ 898335 w 1344108"/>
              <a:gd name="connsiteY6" fmla="*/ 364123 h 368214"/>
              <a:gd name="connsiteX7" fmla="*/ 1344108 w 1344108"/>
              <a:gd name="connsiteY7" fmla="*/ 362078 h 368214"/>
              <a:gd name="connsiteX8" fmla="*/ 1344108 w 1344108"/>
              <a:gd name="connsiteY8" fmla="*/ 362078 h 368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onnsiteX0" fmla="*/ 0 w 624281"/>
              <a:gd name="connsiteY0" fmla="*/ 0 h 360040"/>
              <a:gd name="connsiteX1" fmla="*/ 305898 w 624281"/>
              <a:gd name="connsiteY1" fmla="*/ 0 h 360040"/>
              <a:gd name="connsiteX2" fmla="*/ 624281 w 624281"/>
              <a:gd name="connsiteY2" fmla="*/ 0 h 360040"/>
              <a:gd name="connsiteX3" fmla="*/ 624281 w 624281"/>
              <a:gd name="connsiteY3" fmla="*/ 360040 h 360040"/>
              <a:gd name="connsiteX4" fmla="*/ 312141 w 624281"/>
              <a:gd name="connsiteY4" fmla="*/ 360040 h 360040"/>
              <a:gd name="connsiteX5" fmla="*/ 0 w 624281"/>
              <a:gd name="connsiteY5" fmla="*/ 360040 h 360040"/>
              <a:gd name="connsiteX6" fmla="*/ 0 w 624281"/>
              <a:gd name="connsiteY6" fmla="*/ 0 h 360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2134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All GPIO Pins (Ports A-E)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3973364" y="3874688"/>
            <a:ext cx="4361491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848</TotalTime>
  <Words>595</Words>
  <Application>Microsoft Office PowerPoint</Application>
  <PresentationFormat>Widescreen</PresentationFormat>
  <Paragraphs>211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14</cp:revision>
  <dcterms:created xsi:type="dcterms:W3CDTF">2025-09-03T07:58:20Z</dcterms:created>
  <dcterms:modified xsi:type="dcterms:W3CDTF">2025-10-08T12:31:56Z</dcterms:modified>
</cp:coreProperties>
</file>