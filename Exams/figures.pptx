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72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CE6E9-7B95-46A0-AA47-F81A6DA96390}" v="44" dt="2026-03-06T16:17:58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92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ei Dytckov" userId="e06f865a-b4d2-436e-ba4f-3cd6b9e0a957" providerId="ADAL" clId="{C1066739-43A1-44CD-B498-4FAF83B2C6CF}"/>
    <pc:docChg chg="undo custSel addSld delSld modSld sldOrd">
      <pc:chgData name="Sergei Dytckov" userId="e06f865a-b4d2-436e-ba4f-3cd6b9e0a957" providerId="ADAL" clId="{C1066739-43A1-44CD-B498-4FAF83B2C6CF}" dt="2026-03-06T16:18:02.560" v="362" actId="1038"/>
      <pc:docMkLst>
        <pc:docMk/>
      </pc:docMkLst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656922261" sldId="256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966881793" sldId="296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453595483" sldId="437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299687650" sldId="438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222321015" sldId="440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859187612" sldId="441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651923596" sldId="442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216618104" sldId="443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624036117" sldId="444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423598495" sldId="445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811625493" sldId="446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45541385" sldId="447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807048064" sldId="448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369496602" sldId="449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216133810" sldId="450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41846854" sldId="451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94169618" sldId="452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824514922" sldId="454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637947533" sldId="455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608477026" sldId="456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584899631" sldId="457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241565565" sldId="458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223377835" sldId="459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21957252" sldId="460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2734335922" sldId="461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001638173" sldId="462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241236979" sldId="463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960265727" sldId="464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4236577408" sldId="465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118748324" sldId="466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454504957" sldId="467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3314669127" sldId="468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594009942" sldId="469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230459159" sldId="470"/>
        </pc:sldMkLst>
      </pc:sldChg>
      <pc:sldChg chg="del">
        <pc:chgData name="Sergei Dytckov" userId="e06f865a-b4d2-436e-ba4f-3cd6b9e0a957" providerId="ADAL" clId="{C1066739-43A1-44CD-B498-4FAF83B2C6CF}" dt="2026-03-06T15:36:29.346" v="193" actId="47"/>
        <pc:sldMkLst>
          <pc:docMk/>
          <pc:sldMk cId="1686010742" sldId="471"/>
        </pc:sldMkLst>
      </pc:sldChg>
      <pc:sldChg chg="addSp delSp modSp new mod ord">
        <pc:chgData name="Sergei Dytckov" userId="e06f865a-b4d2-436e-ba4f-3cd6b9e0a957" providerId="ADAL" clId="{C1066739-43A1-44CD-B498-4FAF83B2C6CF}" dt="2026-03-06T16:18:02.560" v="362" actId="1038"/>
        <pc:sldMkLst>
          <pc:docMk/>
          <pc:sldMk cId="584632549" sldId="472"/>
        </pc:sldMkLst>
        <pc:spChg chg="del">
          <ac:chgData name="Sergei Dytckov" userId="e06f865a-b4d2-436e-ba4f-3cd6b9e0a957" providerId="ADAL" clId="{C1066739-43A1-44CD-B498-4FAF83B2C6CF}" dt="2026-03-06T15:21:10.380" v="4" actId="478"/>
          <ac:spMkLst>
            <pc:docMk/>
            <pc:sldMk cId="584632549" sldId="472"/>
            <ac:spMk id="2" creationId="{790F0A9D-A693-247F-E995-7243D2940004}"/>
          </ac:spMkLst>
        </pc:spChg>
        <pc:spChg chg="del">
          <ac:chgData name="Sergei Dytckov" userId="e06f865a-b4d2-436e-ba4f-3cd6b9e0a957" providerId="ADAL" clId="{C1066739-43A1-44CD-B498-4FAF83B2C6CF}" dt="2026-03-06T15:21:08.807" v="3" actId="478"/>
          <ac:spMkLst>
            <pc:docMk/>
            <pc:sldMk cId="584632549" sldId="472"/>
            <ac:spMk id="3" creationId="{64236638-57A4-06E1-D493-1A1D24F61410}"/>
          </ac:spMkLst>
        </pc:spChg>
        <pc:spChg chg="mod">
          <ac:chgData name="Sergei Dytckov" userId="e06f865a-b4d2-436e-ba4f-3cd6b9e0a957" providerId="ADAL" clId="{C1066739-43A1-44CD-B498-4FAF83B2C6CF}" dt="2026-03-06T15:47:47.765" v="215" actId="338"/>
          <ac:spMkLst>
            <pc:docMk/>
            <pc:sldMk cId="584632549" sldId="472"/>
            <ac:spMk id="5" creationId="{01C8C5F8-2DE7-AF9F-9C19-2405FF762A1E}"/>
          </ac:spMkLst>
        </pc:spChg>
        <pc:spChg chg="add del mod">
          <ac:chgData name="Sergei Dytckov" userId="e06f865a-b4d2-436e-ba4f-3cd6b9e0a957" providerId="ADAL" clId="{C1066739-43A1-44CD-B498-4FAF83B2C6CF}" dt="2026-03-06T15:33:00.078" v="183" actId="478"/>
          <ac:spMkLst>
            <pc:docMk/>
            <pc:sldMk cId="584632549" sldId="472"/>
            <ac:spMk id="7" creationId="{79734C8D-B56B-56A6-BBDA-F330EC3670E0}"/>
          </ac:spMkLst>
        </pc:spChg>
        <pc:spChg chg="mod">
          <ac:chgData name="Sergei Dytckov" userId="e06f865a-b4d2-436e-ba4f-3cd6b9e0a957" providerId="ADAL" clId="{C1066739-43A1-44CD-B498-4FAF83B2C6CF}" dt="2026-03-06T15:47:47.765" v="215" actId="338"/>
          <ac:spMkLst>
            <pc:docMk/>
            <pc:sldMk cId="584632549" sldId="472"/>
            <ac:spMk id="7" creationId="{84F85BFE-A6C8-E5F6-4923-E2C381073AF7}"/>
          </ac:spMkLst>
        </pc:spChg>
        <pc:spChg chg="add mod topLvl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8" creationId="{5DB65143-0815-8220-31F8-C9D574323F5A}"/>
          </ac:spMkLst>
        </pc:spChg>
        <pc:spChg chg="add del mod">
          <ac:chgData name="Sergei Dytckov" userId="e06f865a-b4d2-436e-ba4f-3cd6b9e0a957" providerId="ADAL" clId="{C1066739-43A1-44CD-B498-4FAF83B2C6CF}" dt="2026-03-06T15:30:15.168" v="53" actId="478"/>
          <ac:spMkLst>
            <pc:docMk/>
            <pc:sldMk cId="584632549" sldId="472"/>
            <ac:spMk id="8" creationId="{98CBC90B-6341-70F9-0000-8C6D92E33062}"/>
          </ac:spMkLst>
        </pc:spChg>
        <pc:spChg chg="add mod">
          <ac:chgData name="Sergei Dytckov" userId="e06f865a-b4d2-436e-ba4f-3cd6b9e0a957" providerId="ADAL" clId="{C1066739-43A1-44CD-B498-4FAF83B2C6CF}" dt="2026-03-06T15:46:28.221" v="196" actId="1076"/>
          <ac:spMkLst>
            <pc:docMk/>
            <pc:sldMk cId="584632549" sldId="472"/>
            <ac:spMk id="9" creationId="{AD0FF1BD-7E4C-9276-343A-B44374EBC2F2}"/>
          </ac:spMkLst>
        </pc:spChg>
        <pc:spChg chg="add mod">
          <ac:chgData name="Sergei Dytckov" userId="e06f865a-b4d2-436e-ba4f-3cd6b9e0a957" providerId="ADAL" clId="{C1066739-43A1-44CD-B498-4FAF83B2C6CF}" dt="2026-03-06T15:46:28.221" v="196" actId="1076"/>
          <ac:spMkLst>
            <pc:docMk/>
            <pc:sldMk cId="584632549" sldId="472"/>
            <ac:spMk id="10" creationId="{0A792AEE-39F3-49C8-D643-9D5054470420}"/>
          </ac:spMkLst>
        </pc:spChg>
        <pc:spChg chg="add del mod">
          <ac:chgData name="Sergei Dytckov" userId="e06f865a-b4d2-436e-ba4f-3cd6b9e0a957" providerId="ADAL" clId="{C1066739-43A1-44CD-B498-4FAF83B2C6CF}" dt="2026-03-06T15:33:07.233" v="184" actId="478"/>
          <ac:spMkLst>
            <pc:docMk/>
            <pc:sldMk cId="584632549" sldId="472"/>
            <ac:spMk id="11" creationId="{7C07A552-9707-A81B-08F7-27E54C525AC1}"/>
          </ac:spMkLst>
        </pc:spChg>
        <pc:spChg chg="add mod">
          <ac:chgData name="Sergei Dytckov" userId="e06f865a-b4d2-436e-ba4f-3cd6b9e0a957" providerId="ADAL" clId="{C1066739-43A1-44CD-B498-4FAF83B2C6CF}" dt="2026-03-06T15:46:28.221" v="196" actId="1076"/>
          <ac:spMkLst>
            <pc:docMk/>
            <pc:sldMk cId="584632549" sldId="472"/>
            <ac:spMk id="12" creationId="{3ABDC9DC-A3E7-9989-A207-DC0CC86A9BEC}"/>
          </ac:spMkLst>
        </pc:spChg>
        <pc:spChg chg="add mod">
          <ac:chgData name="Sergei Dytckov" userId="e06f865a-b4d2-436e-ba4f-3cd6b9e0a957" providerId="ADAL" clId="{C1066739-43A1-44CD-B498-4FAF83B2C6CF}" dt="2026-03-06T15:46:28.221" v="196" actId="1076"/>
          <ac:spMkLst>
            <pc:docMk/>
            <pc:sldMk cId="584632549" sldId="472"/>
            <ac:spMk id="13" creationId="{D9E456FA-537E-F93F-0A0F-6CE27D4A1ECC}"/>
          </ac:spMkLst>
        </pc:spChg>
        <pc:spChg chg="add del mod">
          <ac:chgData name="Sergei Dytckov" userId="e06f865a-b4d2-436e-ba4f-3cd6b9e0a957" providerId="ADAL" clId="{C1066739-43A1-44CD-B498-4FAF83B2C6CF}" dt="2026-03-06T15:32:20.793" v="101" actId="478"/>
          <ac:spMkLst>
            <pc:docMk/>
            <pc:sldMk cId="584632549" sldId="472"/>
            <ac:spMk id="14" creationId="{4F8DF037-92FB-8BC1-A984-A149E7456BC2}"/>
          </ac:spMkLst>
        </pc:spChg>
        <pc:spChg chg="add mod topLvl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14" creationId="{598F858C-125A-5EAC-FA16-D1F48F5DBF98}"/>
          </ac:spMkLst>
        </pc:spChg>
        <pc:spChg chg="add mod">
          <ac:chgData name="Sergei Dytckov" userId="e06f865a-b4d2-436e-ba4f-3cd6b9e0a957" providerId="ADAL" clId="{C1066739-43A1-44CD-B498-4FAF83B2C6CF}" dt="2026-03-06T15:46:28.221" v="196" actId="1076"/>
          <ac:spMkLst>
            <pc:docMk/>
            <pc:sldMk cId="584632549" sldId="472"/>
            <ac:spMk id="15" creationId="{D772D15E-2F84-2EC8-565A-65AE5F1DBB3E}"/>
          </ac:spMkLst>
        </pc:spChg>
        <pc:spChg chg="add mod">
          <ac:chgData name="Sergei Dytckov" userId="e06f865a-b4d2-436e-ba4f-3cd6b9e0a957" providerId="ADAL" clId="{C1066739-43A1-44CD-B498-4FAF83B2C6CF}" dt="2026-03-06T15:46:28.221" v="196" actId="1076"/>
          <ac:spMkLst>
            <pc:docMk/>
            <pc:sldMk cId="584632549" sldId="472"/>
            <ac:spMk id="16" creationId="{30C1601C-C6F4-1A93-C464-BDE15B74EDF3}"/>
          </ac:spMkLst>
        </pc:spChg>
        <pc:spChg chg="add mod">
          <ac:chgData name="Sergei Dytckov" userId="e06f865a-b4d2-436e-ba4f-3cd6b9e0a957" providerId="ADAL" clId="{C1066739-43A1-44CD-B498-4FAF83B2C6CF}" dt="2026-03-06T15:46:28.221" v="196" actId="1076"/>
          <ac:spMkLst>
            <pc:docMk/>
            <pc:sldMk cId="584632549" sldId="472"/>
            <ac:spMk id="17" creationId="{1C73A46A-940F-7167-8E1C-42C86C08C122}"/>
          </ac:spMkLst>
        </pc:spChg>
        <pc:spChg chg="mod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19" creationId="{C0D2E85E-CBCB-CC88-C214-5356E764CE94}"/>
          </ac:spMkLst>
        </pc:spChg>
        <pc:spChg chg="mod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22" creationId="{D2AD364D-389A-F577-8AF3-AD12F20C3A31}"/>
          </ac:spMkLst>
        </pc:spChg>
        <pc:spChg chg="mod">
          <ac:chgData name="Sergei Dytckov" userId="e06f865a-b4d2-436e-ba4f-3cd6b9e0a957" providerId="ADAL" clId="{C1066739-43A1-44CD-B498-4FAF83B2C6CF}" dt="2026-03-06T15:47:47.765" v="215" actId="338"/>
          <ac:spMkLst>
            <pc:docMk/>
            <pc:sldMk cId="584632549" sldId="472"/>
            <ac:spMk id="23" creationId="{BFBA7003-8E0B-5442-9938-0391EC9BF2E9}"/>
          </ac:spMkLst>
        </pc:spChg>
        <pc:spChg chg="mod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25" creationId="{BB419DD0-7CFF-AFA5-812A-ECE74BF62BBA}"/>
          </ac:spMkLst>
        </pc:spChg>
        <pc:spChg chg="mod">
          <ac:chgData name="Sergei Dytckov" userId="e06f865a-b4d2-436e-ba4f-3cd6b9e0a957" providerId="ADAL" clId="{C1066739-43A1-44CD-B498-4FAF83B2C6CF}" dt="2026-03-06T15:47:47.765" v="215" actId="338"/>
          <ac:spMkLst>
            <pc:docMk/>
            <pc:sldMk cId="584632549" sldId="472"/>
            <ac:spMk id="26" creationId="{C3A15676-A633-26E3-658E-90AD0C6C4BE7}"/>
          </ac:spMkLst>
        </pc:spChg>
        <pc:spChg chg="mod">
          <ac:chgData name="Sergei Dytckov" userId="e06f865a-b4d2-436e-ba4f-3cd6b9e0a957" providerId="ADAL" clId="{C1066739-43A1-44CD-B498-4FAF83B2C6CF}" dt="2026-03-06T15:47:47.765" v="215" actId="338"/>
          <ac:spMkLst>
            <pc:docMk/>
            <pc:sldMk cId="584632549" sldId="472"/>
            <ac:spMk id="29" creationId="{2D327E88-00F2-8F0F-3095-492F5D66BE31}"/>
          </ac:spMkLst>
        </pc:spChg>
        <pc:spChg chg="mod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32" creationId="{3F3009B4-2192-A41E-1C89-BAEBE936C16E}"/>
          </ac:spMkLst>
        </pc:spChg>
        <pc:spChg chg="mod">
          <ac:chgData name="Sergei Dytckov" userId="e06f865a-b4d2-436e-ba4f-3cd6b9e0a957" providerId="ADAL" clId="{C1066739-43A1-44CD-B498-4FAF83B2C6CF}" dt="2026-03-06T15:47:47.765" v="215" actId="338"/>
          <ac:spMkLst>
            <pc:docMk/>
            <pc:sldMk cId="584632549" sldId="472"/>
            <ac:spMk id="34" creationId="{1447C3E4-09C1-2C8A-1C6E-E66C169201E1}"/>
          </ac:spMkLst>
        </pc:spChg>
        <pc:spChg chg="mod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38" creationId="{9D63475C-F0B3-4A0F-0376-95CD137ED5B9}"/>
          </ac:spMkLst>
        </pc:spChg>
        <pc:spChg chg="mod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40" creationId="{E07CBC10-F2D9-7C82-73CE-D62A2E9F3F73}"/>
          </ac:spMkLst>
        </pc:spChg>
        <pc:spChg chg="mod">
          <ac:chgData name="Sergei Dytckov" userId="e06f865a-b4d2-436e-ba4f-3cd6b9e0a957" providerId="ADAL" clId="{C1066739-43A1-44CD-B498-4FAF83B2C6CF}" dt="2026-03-06T15:47:47.765" v="215" actId="338"/>
          <ac:spMkLst>
            <pc:docMk/>
            <pc:sldMk cId="584632549" sldId="472"/>
            <ac:spMk id="47" creationId="{6C023B0E-A61B-8AC9-B929-EAB0CC9D00B7}"/>
          </ac:spMkLst>
        </pc:spChg>
        <pc:spChg chg="del mod">
          <ac:chgData name="Sergei Dytckov" userId="e06f865a-b4d2-436e-ba4f-3cd6b9e0a957" providerId="ADAL" clId="{C1066739-43A1-44CD-B498-4FAF83B2C6CF}" dt="2026-03-06T15:49:37.248" v="265" actId="478"/>
          <ac:spMkLst>
            <pc:docMk/>
            <pc:sldMk cId="584632549" sldId="472"/>
            <ac:spMk id="49" creationId="{43F873BB-2C88-7FCC-416F-ADD43BB451ED}"/>
          </ac:spMkLst>
        </pc:spChg>
        <pc:spChg chg="add mod topLvl">
          <ac:chgData name="Sergei Dytckov" userId="e06f865a-b4d2-436e-ba4f-3cd6b9e0a957" providerId="ADAL" clId="{C1066739-43A1-44CD-B498-4FAF83B2C6CF}" dt="2026-03-06T15:54:47.127" v="309" actId="1076"/>
          <ac:spMkLst>
            <pc:docMk/>
            <pc:sldMk cId="584632549" sldId="472"/>
            <ac:spMk id="51" creationId="{45F71A64-82AF-B409-54E6-AA45395F3E10}"/>
          </ac:spMkLst>
        </pc:spChg>
        <pc:spChg chg="del mod">
          <ac:chgData name="Sergei Dytckov" userId="e06f865a-b4d2-436e-ba4f-3cd6b9e0a957" providerId="ADAL" clId="{C1066739-43A1-44CD-B498-4FAF83B2C6CF}" dt="2026-03-06T15:48:25.162" v="224" actId="478"/>
          <ac:spMkLst>
            <pc:docMk/>
            <pc:sldMk cId="584632549" sldId="472"/>
            <ac:spMk id="53" creationId="{B31E1789-BC71-56E5-AD34-742FF1B8DD30}"/>
          </ac:spMkLst>
        </pc:spChg>
        <pc:spChg chg="add del mod topLvl">
          <ac:chgData name="Sergei Dytckov" userId="e06f865a-b4d2-436e-ba4f-3cd6b9e0a957" providerId="ADAL" clId="{C1066739-43A1-44CD-B498-4FAF83B2C6CF}" dt="2026-03-06T15:48:33.372" v="228" actId="478"/>
          <ac:spMkLst>
            <pc:docMk/>
            <pc:sldMk cId="584632549" sldId="472"/>
            <ac:spMk id="55" creationId="{FA9C73C9-3385-384E-B262-5B9A9516E96E}"/>
          </ac:spMkLst>
        </pc:spChg>
        <pc:spChg chg="del mod">
          <ac:chgData name="Sergei Dytckov" userId="e06f865a-b4d2-436e-ba4f-3cd6b9e0a957" providerId="ADAL" clId="{C1066739-43A1-44CD-B498-4FAF83B2C6CF}" dt="2026-03-06T15:48:34.746" v="229" actId="478"/>
          <ac:spMkLst>
            <pc:docMk/>
            <pc:sldMk cId="584632549" sldId="472"/>
            <ac:spMk id="57" creationId="{A1B36D0B-4B44-C33F-9742-ADCDDA743F0E}"/>
          </ac:spMkLst>
        </pc:spChg>
        <pc:spChg chg="mod">
          <ac:chgData name="Sergei Dytckov" userId="e06f865a-b4d2-436e-ba4f-3cd6b9e0a957" providerId="ADAL" clId="{C1066739-43A1-44CD-B498-4FAF83B2C6CF}" dt="2026-03-06T15:50:04.112" v="268" actId="1076"/>
          <ac:spMkLst>
            <pc:docMk/>
            <pc:sldMk cId="584632549" sldId="472"/>
            <ac:spMk id="59" creationId="{FCD5E5C6-E0E2-F751-16BF-0896AE65F55D}"/>
          </ac:spMkLst>
        </pc:spChg>
        <pc:spChg chg="add del mod topLvl">
          <ac:chgData name="Sergei Dytckov" userId="e06f865a-b4d2-436e-ba4f-3cd6b9e0a957" providerId="ADAL" clId="{C1066739-43A1-44CD-B498-4FAF83B2C6CF}" dt="2026-03-06T15:48:27.090" v="225" actId="478"/>
          <ac:spMkLst>
            <pc:docMk/>
            <pc:sldMk cId="584632549" sldId="472"/>
            <ac:spMk id="61" creationId="{1465EA76-8B26-FC55-B829-6AC33A5A4C9D}"/>
          </ac:spMkLst>
        </pc:spChg>
        <pc:spChg chg="del">
          <ac:chgData name="Sergei Dytckov" userId="e06f865a-b4d2-436e-ba4f-3cd6b9e0a957" providerId="ADAL" clId="{C1066739-43A1-44CD-B498-4FAF83B2C6CF}" dt="2026-03-06T15:48:28.400" v="226" actId="478"/>
          <ac:spMkLst>
            <pc:docMk/>
            <pc:sldMk cId="584632549" sldId="472"/>
            <ac:spMk id="63" creationId="{3119EFCA-6265-A35F-8FF3-F92F19331A86}"/>
          </ac:spMkLst>
        </pc:spChg>
        <pc:spChg chg="add del mod topLvl">
          <ac:chgData name="Sergei Dytckov" userId="e06f865a-b4d2-436e-ba4f-3cd6b9e0a957" providerId="ADAL" clId="{C1066739-43A1-44CD-B498-4FAF83B2C6CF}" dt="2026-03-06T15:48:29.792" v="227" actId="478"/>
          <ac:spMkLst>
            <pc:docMk/>
            <pc:sldMk cId="584632549" sldId="472"/>
            <ac:spMk id="1025" creationId="{C2B28D5B-9D2C-0DF5-5DD0-8455093A21CA}"/>
          </ac:spMkLst>
        </pc:spChg>
        <pc:spChg chg="mod">
          <ac:chgData name="Sergei Dytckov" userId="e06f865a-b4d2-436e-ba4f-3cd6b9e0a957" providerId="ADAL" clId="{C1066739-43A1-44CD-B498-4FAF83B2C6CF}" dt="2026-03-06T15:52:36.311" v="292" actId="1076"/>
          <ac:spMkLst>
            <pc:docMk/>
            <pc:sldMk cId="584632549" sldId="472"/>
            <ac:spMk id="1028" creationId="{C1900FD9-7D45-284B-0F6C-CE97C1EE54FA}"/>
          </ac:spMkLst>
        </pc:spChg>
        <pc:spChg chg="add mod">
          <ac:chgData name="Sergei Dytckov" userId="e06f865a-b4d2-436e-ba4f-3cd6b9e0a957" providerId="ADAL" clId="{C1066739-43A1-44CD-B498-4FAF83B2C6CF}" dt="2026-03-06T16:17:19.756" v="329" actId="692"/>
          <ac:spMkLst>
            <pc:docMk/>
            <pc:sldMk cId="584632549" sldId="472"/>
            <ac:spMk id="1043" creationId="{8AF567E2-A959-76DA-6B04-30371F63311E}"/>
          </ac:spMkLst>
        </pc:spChg>
        <pc:spChg chg="add mod">
          <ac:chgData name="Sergei Dytckov" userId="e06f865a-b4d2-436e-ba4f-3cd6b9e0a957" providerId="ADAL" clId="{C1066739-43A1-44CD-B498-4FAF83B2C6CF}" dt="2026-03-06T16:17:19.756" v="329" actId="692"/>
          <ac:spMkLst>
            <pc:docMk/>
            <pc:sldMk cId="584632549" sldId="472"/>
            <ac:spMk id="1044" creationId="{A4833E29-0B40-47F0-FD26-5685D54DD595}"/>
          </ac:spMkLst>
        </pc:spChg>
        <pc:spChg chg="add mod topLvl">
          <ac:chgData name="Sergei Dytckov" userId="e06f865a-b4d2-436e-ba4f-3cd6b9e0a957" providerId="ADAL" clId="{C1066739-43A1-44CD-B498-4FAF83B2C6CF}" dt="2026-03-06T16:17:58.465" v="346" actId="165"/>
          <ac:spMkLst>
            <pc:docMk/>
            <pc:sldMk cId="584632549" sldId="472"/>
            <ac:spMk id="1061" creationId="{B75E9953-8083-4EF9-C54C-0AD626F772A1}"/>
          </ac:spMkLst>
        </pc:spChg>
        <pc:spChg chg="add mod topLvl">
          <ac:chgData name="Sergei Dytckov" userId="e06f865a-b4d2-436e-ba4f-3cd6b9e0a957" providerId="ADAL" clId="{C1066739-43A1-44CD-B498-4FAF83B2C6CF}" dt="2026-03-06T16:18:02.560" v="362" actId="1038"/>
          <ac:spMkLst>
            <pc:docMk/>
            <pc:sldMk cId="584632549" sldId="472"/>
            <ac:spMk id="1062" creationId="{68371551-FC0A-FE9D-BCA4-7AC0EA9AD0BC}"/>
          </ac:spMkLst>
        </pc:spChg>
        <pc:grpChg chg="mod">
          <ac:chgData name="Sergei Dytckov" userId="e06f865a-b4d2-436e-ba4f-3cd6b9e0a957" providerId="ADAL" clId="{C1066739-43A1-44CD-B498-4FAF83B2C6CF}" dt="2026-03-06T15:46:43.287" v="199" actId="1076"/>
          <ac:grpSpMkLst>
            <pc:docMk/>
            <pc:sldMk cId="584632549" sldId="472"/>
            <ac:grpSpMk id="1029" creationId="{FB928C77-5DE4-A2E0-650C-06E444800C0A}"/>
          </ac:grpSpMkLst>
        </pc:grpChg>
        <pc:grpChg chg="add del mod ord">
          <ac:chgData name="Sergei Dytckov" userId="e06f865a-b4d2-436e-ba4f-3cd6b9e0a957" providerId="ADAL" clId="{C1066739-43A1-44CD-B498-4FAF83B2C6CF}" dt="2026-03-06T16:17:58.465" v="346" actId="165"/>
          <ac:grpSpMkLst>
            <pc:docMk/>
            <pc:sldMk cId="584632549" sldId="472"/>
            <ac:grpSpMk id="1063" creationId="{A5169E9A-8297-45A7-ADE0-F4D6F415B926}"/>
          </ac:grpSpMkLst>
        </pc:grpChg>
        <pc:picChg chg="del mod">
          <ac:chgData name="Sergei Dytckov" userId="e06f865a-b4d2-436e-ba4f-3cd6b9e0a957" providerId="ADAL" clId="{C1066739-43A1-44CD-B498-4FAF83B2C6CF}" dt="2026-03-06T15:49:38.959" v="266" actId="478"/>
          <ac:picMkLst>
            <pc:docMk/>
            <pc:sldMk cId="584632549" sldId="472"/>
            <ac:picMk id="2" creationId="{800EFDF0-A363-B92D-E306-99B9F3A3EAD4}"/>
          </ac:picMkLst>
        </pc:picChg>
        <pc:picChg chg="add mod">
          <ac:chgData name="Sergei Dytckov" userId="e06f865a-b4d2-436e-ba4f-3cd6b9e0a957" providerId="ADAL" clId="{C1066739-43A1-44CD-B498-4FAF83B2C6CF}" dt="2026-03-06T15:46:28.221" v="196" actId="1076"/>
          <ac:picMkLst>
            <pc:docMk/>
            <pc:sldMk cId="584632549" sldId="472"/>
            <ac:picMk id="4" creationId="{AD155C87-28C3-EFDF-813F-90B82C5CF671}"/>
          </ac:picMkLst>
        </pc:picChg>
        <pc:picChg chg="add mod">
          <ac:chgData name="Sergei Dytckov" userId="e06f865a-b4d2-436e-ba4f-3cd6b9e0a957" providerId="ADAL" clId="{C1066739-43A1-44CD-B498-4FAF83B2C6CF}" dt="2026-03-06T15:46:28.221" v="196" actId="1076"/>
          <ac:picMkLst>
            <pc:docMk/>
            <pc:sldMk cId="584632549" sldId="472"/>
            <ac:picMk id="6" creationId="{2D59E8EF-10D3-1462-1629-89DA6814E311}"/>
          </ac:picMkLst>
        </pc:picChg>
        <pc:picChg chg="add mod">
          <ac:chgData name="Sergei Dytckov" userId="e06f865a-b4d2-436e-ba4f-3cd6b9e0a957" providerId="ADAL" clId="{C1066739-43A1-44CD-B498-4FAF83B2C6CF}" dt="2026-03-06T15:46:28.221" v="196" actId="1076"/>
          <ac:picMkLst>
            <pc:docMk/>
            <pc:sldMk cId="584632549" sldId="472"/>
            <ac:picMk id="1026" creationId="{C0FB5855-3EE8-5C7A-43B7-A4C49D75E03D}"/>
          </ac:picMkLst>
        </pc:picChg>
        <pc:picChg chg="add mod ord modCrop">
          <ac:chgData name="Sergei Dytckov" userId="e06f865a-b4d2-436e-ba4f-3cd6b9e0a957" providerId="ADAL" clId="{C1066739-43A1-44CD-B498-4FAF83B2C6CF}" dt="2026-03-06T15:48:07.347" v="220" actId="1076"/>
          <ac:picMkLst>
            <pc:docMk/>
            <pc:sldMk cId="584632549" sldId="472"/>
            <ac:picMk id="1030" creationId="{77EF4710-D06F-D63E-E76D-11014C745A95}"/>
          </ac:picMkLst>
        </pc:picChg>
        <pc:picChg chg="add del mod">
          <ac:chgData name="Sergei Dytckov" userId="e06f865a-b4d2-436e-ba4f-3cd6b9e0a957" providerId="ADAL" clId="{C1066739-43A1-44CD-B498-4FAF83B2C6CF}" dt="2026-03-06T16:16:45.285" v="314" actId="478"/>
          <ac:picMkLst>
            <pc:docMk/>
            <pc:sldMk cId="584632549" sldId="472"/>
            <ac:picMk id="1048" creationId="{726401F6-2FB4-3A16-619E-2D2A108F92AC}"/>
          </ac:picMkLst>
        </pc:picChg>
        <pc:cxnChg chg="del mod">
          <ac:chgData name="Sergei Dytckov" userId="e06f865a-b4d2-436e-ba4f-3cd6b9e0a957" providerId="ADAL" clId="{C1066739-43A1-44CD-B498-4FAF83B2C6CF}" dt="2026-03-06T15:49:34.146" v="263" actId="478"/>
          <ac:cxnSpMkLst>
            <pc:docMk/>
            <pc:sldMk cId="584632549" sldId="472"/>
            <ac:cxnSpMk id="48" creationId="{35030E9B-A7AD-E000-A292-C988E20388A9}"/>
          </ac:cxnSpMkLst>
        </pc:cxnChg>
        <pc:cxnChg chg="add del mod">
          <ac:chgData name="Sergei Dytckov" userId="e06f865a-b4d2-436e-ba4f-3cd6b9e0a957" providerId="ADAL" clId="{C1066739-43A1-44CD-B498-4FAF83B2C6CF}" dt="2026-03-06T15:51:05.322" v="284" actId="14100"/>
          <ac:cxnSpMkLst>
            <pc:docMk/>
            <pc:sldMk cId="584632549" sldId="472"/>
            <ac:cxnSpMk id="50" creationId="{FCCD162B-3EE6-163C-7B40-73E77B00DC1A}"/>
          </ac:cxnSpMkLst>
        </pc:cxnChg>
        <pc:cxnChg chg="del">
          <ac:chgData name="Sergei Dytckov" userId="e06f865a-b4d2-436e-ba4f-3cd6b9e0a957" providerId="ADAL" clId="{C1066739-43A1-44CD-B498-4FAF83B2C6CF}" dt="2026-03-06T15:48:59.392" v="245" actId="478"/>
          <ac:cxnSpMkLst>
            <pc:docMk/>
            <pc:sldMk cId="584632549" sldId="472"/>
            <ac:cxnSpMk id="52" creationId="{A04D5B23-0FB6-FA44-F719-A39143F2704E}"/>
          </ac:cxnSpMkLst>
        </pc:cxnChg>
        <pc:cxnChg chg="del">
          <ac:chgData name="Sergei Dytckov" userId="e06f865a-b4d2-436e-ba4f-3cd6b9e0a957" providerId="ADAL" clId="{C1066739-43A1-44CD-B498-4FAF83B2C6CF}" dt="2026-03-06T15:48:58.534" v="244" actId="478"/>
          <ac:cxnSpMkLst>
            <pc:docMk/>
            <pc:sldMk cId="584632549" sldId="472"/>
            <ac:cxnSpMk id="54" creationId="{4E12784B-3AE8-542E-A68D-73297F7FE90A}"/>
          </ac:cxnSpMkLst>
        </pc:cxnChg>
        <pc:cxnChg chg="del">
          <ac:chgData name="Sergei Dytckov" userId="e06f865a-b4d2-436e-ba4f-3cd6b9e0a957" providerId="ADAL" clId="{C1066739-43A1-44CD-B498-4FAF83B2C6CF}" dt="2026-03-06T15:48:57.910" v="243" actId="478"/>
          <ac:cxnSpMkLst>
            <pc:docMk/>
            <pc:sldMk cId="584632549" sldId="472"/>
            <ac:cxnSpMk id="56" creationId="{DDA8E09D-8B1C-C42B-044F-A67495C15519}"/>
          </ac:cxnSpMkLst>
        </pc:cxnChg>
        <pc:cxnChg chg="mod">
          <ac:chgData name="Sergei Dytckov" userId="e06f865a-b4d2-436e-ba4f-3cd6b9e0a957" providerId="ADAL" clId="{C1066739-43A1-44CD-B498-4FAF83B2C6CF}" dt="2026-03-06T15:51:07.020" v="285" actId="14100"/>
          <ac:cxnSpMkLst>
            <pc:docMk/>
            <pc:sldMk cId="584632549" sldId="472"/>
            <ac:cxnSpMk id="58" creationId="{B819F9BA-7123-F31E-D510-E4533A173F0F}"/>
          </ac:cxnSpMkLst>
        </pc:cxnChg>
        <pc:cxnChg chg="del">
          <ac:chgData name="Sergei Dytckov" userId="e06f865a-b4d2-436e-ba4f-3cd6b9e0a957" providerId="ADAL" clId="{C1066739-43A1-44CD-B498-4FAF83B2C6CF}" dt="2026-03-06T15:49:00.281" v="246" actId="478"/>
          <ac:cxnSpMkLst>
            <pc:docMk/>
            <pc:sldMk cId="584632549" sldId="472"/>
            <ac:cxnSpMk id="60" creationId="{85A79220-FC9C-41A6-15DD-AB7CABF1E49B}"/>
          </ac:cxnSpMkLst>
        </pc:cxnChg>
        <pc:cxnChg chg="del">
          <ac:chgData name="Sergei Dytckov" userId="e06f865a-b4d2-436e-ba4f-3cd6b9e0a957" providerId="ADAL" clId="{C1066739-43A1-44CD-B498-4FAF83B2C6CF}" dt="2026-03-06T15:49:00.793" v="247" actId="478"/>
          <ac:cxnSpMkLst>
            <pc:docMk/>
            <pc:sldMk cId="584632549" sldId="472"/>
            <ac:cxnSpMk id="62" creationId="{FEBB37CF-5C98-C7B0-05E6-E396320142E2}"/>
          </ac:cxnSpMkLst>
        </pc:cxnChg>
        <pc:cxnChg chg="del">
          <ac:chgData name="Sergei Dytckov" userId="e06f865a-b4d2-436e-ba4f-3cd6b9e0a957" providerId="ADAL" clId="{C1066739-43A1-44CD-B498-4FAF83B2C6CF}" dt="2026-03-06T15:49:01.862" v="248" actId="478"/>
          <ac:cxnSpMkLst>
            <pc:docMk/>
            <pc:sldMk cId="584632549" sldId="472"/>
            <ac:cxnSpMk id="1024" creationId="{AE49FCBB-4549-050B-BC41-36786DF12B46}"/>
          </ac:cxnSpMkLst>
        </pc:cxnChg>
        <pc:cxnChg chg="mod">
          <ac:chgData name="Sergei Dytckov" userId="e06f865a-b4d2-436e-ba4f-3cd6b9e0a957" providerId="ADAL" clId="{C1066739-43A1-44CD-B498-4FAF83B2C6CF}" dt="2026-03-06T16:17:41.803" v="334" actId="14100"/>
          <ac:cxnSpMkLst>
            <pc:docMk/>
            <pc:sldMk cId="584632549" sldId="472"/>
            <ac:cxnSpMk id="1027" creationId="{07D0094D-29DB-8D22-8822-8F234BB2EF7B}"/>
          </ac:cxnSpMkLst>
        </pc:cxnChg>
        <pc:cxnChg chg="add mod">
          <ac:chgData name="Sergei Dytckov" userId="e06f865a-b4d2-436e-ba4f-3cd6b9e0a957" providerId="ADAL" clId="{C1066739-43A1-44CD-B498-4FAF83B2C6CF}" dt="2026-03-06T16:16:43.632" v="313" actId="1076"/>
          <ac:cxnSpMkLst>
            <pc:docMk/>
            <pc:sldMk cId="584632549" sldId="472"/>
            <ac:cxnSpMk id="1037" creationId="{0E25B18E-7DA8-D262-5831-4C8A8C873A3A}"/>
          </ac:cxnSpMkLst>
        </pc:cxnChg>
        <pc:cxnChg chg="add mod">
          <ac:chgData name="Sergei Dytckov" userId="e06f865a-b4d2-436e-ba4f-3cd6b9e0a957" providerId="ADAL" clId="{C1066739-43A1-44CD-B498-4FAF83B2C6CF}" dt="2026-03-06T15:50:34.207" v="277" actId="692"/>
          <ac:cxnSpMkLst>
            <pc:docMk/>
            <pc:sldMk cId="584632549" sldId="472"/>
            <ac:cxnSpMk id="1038" creationId="{BD1DC3FB-F2DD-0DFA-7B3D-8F43B2F0F280}"/>
          </ac:cxnSpMkLst>
        </pc:cxnChg>
        <pc:cxnChg chg="add mod">
          <ac:chgData name="Sergei Dytckov" userId="e06f865a-b4d2-436e-ba4f-3cd6b9e0a957" providerId="ADAL" clId="{C1066739-43A1-44CD-B498-4FAF83B2C6CF}" dt="2026-03-06T15:50:34.207" v="277" actId="692"/>
          <ac:cxnSpMkLst>
            <pc:docMk/>
            <pc:sldMk cId="584632549" sldId="472"/>
            <ac:cxnSpMk id="1041" creationId="{23F17F6D-8A2D-246A-8CBE-6112C90845BF}"/>
          </ac:cxnSpMkLst>
        </pc:cxnChg>
        <pc:cxnChg chg="add mod">
          <ac:chgData name="Sergei Dytckov" userId="e06f865a-b4d2-436e-ba4f-3cd6b9e0a957" providerId="ADAL" clId="{C1066739-43A1-44CD-B498-4FAF83B2C6CF}" dt="2026-03-06T15:52:56.529" v="296" actId="14100"/>
          <ac:cxnSpMkLst>
            <pc:docMk/>
            <pc:sldMk cId="584632549" sldId="472"/>
            <ac:cxnSpMk id="1049" creationId="{58DBB26F-E26C-E188-C1D1-3ABE676CCA4B}"/>
          </ac:cxnSpMkLst>
        </pc:cxnChg>
        <pc:cxnChg chg="add mod">
          <ac:chgData name="Sergei Dytckov" userId="e06f865a-b4d2-436e-ba4f-3cd6b9e0a957" providerId="ADAL" clId="{C1066739-43A1-44CD-B498-4FAF83B2C6CF}" dt="2026-03-06T15:53:01.685" v="299" actId="14100"/>
          <ac:cxnSpMkLst>
            <pc:docMk/>
            <pc:sldMk cId="584632549" sldId="472"/>
            <ac:cxnSpMk id="1052" creationId="{B6427AD5-C116-F69F-9F35-68A157F7B30B}"/>
          </ac:cxnSpMkLst>
        </pc:cxnChg>
        <pc:cxnChg chg="add mod">
          <ac:chgData name="Sergei Dytckov" userId="e06f865a-b4d2-436e-ba4f-3cd6b9e0a957" providerId="ADAL" clId="{C1066739-43A1-44CD-B498-4FAF83B2C6CF}" dt="2026-03-06T16:17:27.069" v="332" actId="14100"/>
          <ac:cxnSpMkLst>
            <pc:docMk/>
            <pc:sldMk cId="584632549" sldId="472"/>
            <ac:cxnSpMk id="1054" creationId="{1D3E2D7D-B884-C4DF-9401-721DDB95E644}"/>
          </ac:cxnSpMkLst>
        </pc:cxnChg>
        <pc:cxnChg chg="add mod">
          <ac:chgData name="Sergei Dytckov" userId="e06f865a-b4d2-436e-ba4f-3cd6b9e0a957" providerId="ADAL" clId="{C1066739-43A1-44CD-B498-4FAF83B2C6CF}" dt="2026-03-06T16:17:25.061" v="331" actId="1036"/>
          <ac:cxnSpMkLst>
            <pc:docMk/>
            <pc:sldMk cId="584632549" sldId="472"/>
            <ac:cxnSpMk id="1056" creationId="{DB5917F3-1C7E-FD48-632B-814378865D41}"/>
          </ac:cxnSpMkLst>
        </pc:cxnChg>
        <pc:cxnChg chg="add mod">
          <ac:chgData name="Sergei Dytckov" userId="e06f865a-b4d2-436e-ba4f-3cd6b9e0a957" providerId="ADAL" clId="{C1066739-43A1-44CD-B498-4FAF83B2C6CF}" dt="2026-03-06T16:17:48.387" v="343" actId="1038"/>
          <ac:cxnSpMkLst>
            <pc:docMk/>
            <pc:sldMk cId="584632549" sldId="472"/>
            <ac:cxnSpMk id="1058" creationId="{0B3D07F9-730D-5B79-CF8A-3FDC94BF3F04}"/>
          </ac:cxnSpMkLst>
        </pc:cxnChg>
        <pc:cxnChg chg="add mod topLvl">
          <ac:chgData name="Sergei Dytckov" userId="e06f865a-b4d2-436e-ba4f-3cd6b9e0a957" providerId="ADAL" clId="{C1066739-43A1-44CD-B498-4FAF83B2C6CF}" dt="2026-03-06T16:17:58.465" v="346" actId="165"/>
          <ac:cxnSpMkLst>
            <pc:docMk/>
            <pc:sldMk cId="584632549" sldId="472"/>
            <ac:cxnSpMk id="1060" creationId="{8408FA59-C353-7C00-7204-67BB9564DAB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17189-69EA-4142-945D-85EE3E06463B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2D078-0734-41DD-A137-6D7276E88BE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506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B6F0-9D07-1776-2086-75E435728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46E7C-F264-4864-23BC-306C31EB6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E0A38-C541-9951-1E6A-6978D6BC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259D9-8E2D-1D1D-8B31-094568520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595C1-205E-FFF4-936D-25535B7B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1729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3B34-78A8-34FE-3CCF-3B8DB61C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338E1-E779-C7BB-813B-314258DB4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84D40-7A7E-6EA0-DFB6-26742E5F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1FA05-897C-C023-BA17-52734CE1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BFA0-D7F9-7295-6260-6F9A480B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9785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6461-AE98-B237-9D8F-3DB16ECA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35CD2-7500-964A-ED34-8F38FBF5A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6D555-2BAA-FB0D-A276-9699D5C77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D44D-FC79-7382-4EDC-4C810EC3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B27BB-7716-E53D-64B0-CB9872DB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826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3B3F-8256-8351-6888-B166BBA8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21D41-1B1B-E5FC-134A-3D4165C7E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BFE72-C954-E36E-9C8F-99ED4EC6B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B57B8-DC85-0BF3-BA78-959E207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4EC98-D5F5-D0BD-C71F-243FE2642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D44E8-9ACB-A286-1ED3-D03727FE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805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9E54-42B6-633F-BD36-423A52E8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A3118-FCBE-E1E1-8B0E-21209B116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215D3-CAD9-3D50-C699-31EE2882A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027B7-2DCE-1C27-F9D5-CF1CF3EC1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89884-034B-2450-C9C5-1E3443FC5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2E84B-A104-2ECA-E924-1E3AF656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F89E1-6524-7E1B-4B74-FA2FCA15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03E9E-5C9F-B3BD-DA60-7A67F74B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854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0DFD-6FF3-CFEB-0E7D-AA1D49EE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86795-78C1-16EB-194C-2CFFA48D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2B7CD-31F4-4EAC-9213-260CE50C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449B4-E929-0741-04D4-F6B47C65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926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CB0C0-E8D1-717D-3EEE-138D917E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12276-AA8C-C73D-E881-5B5D54C0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D7BF0-9091-3949-021D-A6F7908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672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0CE7-84C9-46E2-144D-86C09C70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72021-5E67-27A7-F9F4-EDCEDA3FC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FD7ED-D5B1-3C2A-916E-467B868B6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AFC8E-7EF1-903C-9ACC-21ED6176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66C28-74BE-9AC7-D6DC-C7C2B32E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7965C-20C5-1304-6911-71F46B92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610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5098-B67B-74AF-4CEE-507767FB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29AEC1-4667-711E-37B0-BD3F8CD313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1BDF3-6A94-55FB-A88D-C5475F53B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078E6-93FB-8D73-B92E-EE7F49BA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E5D80-4432-82BF-1C6C-357CEE01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BBA-9F22-9083-53F7-938FD2A5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797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998A-271F-BA27-4BEC-6336C586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921F0-0D6A-1CDA-3D39-4FA2152AF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F2D6-BE38-7760-E5D6-CBDF3CD9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EC59C-C1A9-6819-5110-76D5D100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53225-F875-0EBE-F725-0815DD0C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373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A70D6-E20A-B55D-D004-0D6239FF46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00DB1-C947-229D-E954-97197EBD9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EF35B-12E0-0098-1ED7-9D7310CF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FB1C-0843-1C6A-F0FE-93492B0C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BCF81-7453-B5DC-8ED8-ED52EC50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911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9EA0E-FEBC-BF82-236B-19E2B95B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A1DAD-B78F-131B-589D-447734A35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C1BAB-2F78-93FB-E05F-DFD1725BA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6BE13-2967-499D-85E1-E8100B951B63}" type="datetimeFigureOut">
              <a:rPr lang="LID4096" smtClean="0"/>
              <a:t>03/06/2026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FC99B-1E65-28DC-06BC-B8B0E26A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8ADC5-7B71-147F-1B53-0CBADE65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89E94-1DF6-40FB-8DD2-0A8BB6D5B8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79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029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7EF4710-D06F-D63E-E76D-11014C745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39" t="74849" r="68888" b="185"/>
          <a:stretch>
            <a:fillRect/>
          </a:stretch>
        </p:blipFill>
        <p:spPr>
          <a:xfrm>
            <a:off x="6721406" y="2377223"/>
            <a:ext cx="2599855" cy="1527286"/>
          </a:xfrm>
          <a:prstGeom prst="rect">
            <a:avLst/>
          </a:prstGeom>
        </p:spPr>
      </p:pic>
      <p:pic>
        <p:nvPicPr>
          <p:cNvPr id="1026" name="Picture 2" descr="SW180P Vibration Sensor Module - ADIY - ADIY">
            <a:extLst>
              <a:ext uri="{FF2B5EF4-FFF2-40B4-BE49-F238E27FC236}">
                <a16:creationId xmlns:a16="http://schemas.microsoft.com/office/drawing/2014/main" id="{C0FB5855-3EE8-5C7A-43B7-A4C49D75E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73722">
            <a:off x="974876" y="2958200"/>
            <a:ext cx="1315866" cy="131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AD155C87-28C3-EFDF-813F-90B82C5CF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33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48307" y="2176865"/>
            <a:ext cx="3861368" cy="1941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59E8EF-10D3-1462-1629-89DA6814E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85" y="1217141"/>
            <a:ext cx="1594750" cy="1842727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0FF1BD-7E4C-9276-343A-B44374EBC2F2}"/>
              </a:ext>
            </a:extLst>
          </p:cNvPr>
          <p:cNvSpPr/>
          <p:nvPr/>
        </p:nvSpPr>
        <p:spPr>
          <a:xfrm>
            <a:off x="1488284" y="2055926"/>
            <a:ext cx="2368550" cy="403505"/>
          </a:xfrm>
          <a:custGeom>
            <a:avLst/>
            <a:gdLst>
              <a:gd name="csX0" fmla="*/ 0 w 2368550"/>
              <a:gd name="csY0" fmla="*/ 166247 h 403505"/>
              <a:gd name="csX1" fmla="*/ 1339850 w 2368550"/>
              <a:gd name="csY1" fmla="*/ 401197 h 403505"/>
              <a:gd name="csX2" fmla="*/ 2063750 w 2368550"/>
              <a:gd name="csY2" fmla="*/ 39247 h 403505"/>
              <a:gd name="csX3" fmla="*/ 2368550 w 2368550"/>
              <a:gd name="csY3" fmla="*/ 26547 h 403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68550" h="403505">
                <a:moveTo>
                  <a:pt x="0" y="166247"/>
                </a:moveTo>
                <a:cubicBezTo>
                  <a:pt x="497946" y="294305"/>
                  <a:pt x="995892" y="422364"/>
                  <a:pt x="1339850" y="401197"/>
                </a:cubicBezTo>
                <a:cubicBezTo>
                  <a:pt x="1683808" y="380030"/>
                  <a:pt x="1892300" y="101689"/>
                  <a:pt x="2063750" y="39247"/>
                </a:cubicBezTo>
                <a:cubicBezTo>
                  <a:pt x="2235200" y="-23195"/>
                  <a:pt x="2301875" y="1676"/>
                  <a:pt x="2368550" y="26547"/>
                </a:cubicBezTo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792AEE-39F3-49C8-D643-9D5054470420}"/>
              </a:ext>
            </a:extLst>
          </p:cNvPr>
          <p:cNvSpPr/>
          <p:nvPr/>
        </p:nvSpPr>
        <p:spPr>
          <a:xfrm>
            <a:off x="229611" y="1280090"/>
            <a:ext cx="3934044" cy="931945"/>
          </a:xfrm>
          <a:custGeom>
            <a:avLst/>
            <a:gdLst>
              <a:gd name="csX0" fmla="*/ 3665323 w 3934044"/>
              <a:gd name="csY0" fmla="*/ 878583 h 931945"/>
              <a:gd name="csX1" fmla="*/ 3919323 w 3934044"/>
              <a:gd name="csY1" fmla="*/ 548383 h 931945"/>
              <a:gd name="csX2" fmla="*/ 3277973 w 3934044"/>
              <a:gd name="csY2" fmla="*/ 78483 h 931945"/>
              <a:gd name="csX3" fmla="*/ 376023 w 3934044"/>
              <a:gd name="csY3" fmla="*/ 78483 h 931945"/>
              <a:gd name="csX4" fmla="*/ 64873 w 3934044"/>
              <a:gd name="csY4" fmla="*/ 846833 h 931945"/>
              <a:gd name="csX5" fmla="*/ 642723 w 3934044"/>
              <a:gd name="csY5" fmla="*/ 878583 h 931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934044" h="931945">
                <a:moveTo>
                  <a:pt x="3665323" y="878583"/>
                </a:moveTo>
                <a:cubicBezTo>
                  <a:pt x="3824602" y="780158"/>
                  <a:pt x="3983881" y="681733"/>
                  <a:pt x="3919323" y="548383"/>
                </a:cubicBezTo>
                <a:cubicBezTo>
                  <a:pt x="3854765" y="415033"/>
                  <a:pt x="3868523" y="156800"/>
                  <a:pt x="3277973" y="78483"/>
                </a:cubicBezTo>
                <a:cubicBezTo>
                  <a:pt x="2687423" y="166"/>
                  <a:pt x="911540" y="-49575"/>
                  <a:pt x="376023" y="78483"/>
                </a:cubicBezTo>
                <a:cubicBezTo>
                  <a:pt x="-159494" y="206541"/>
                  <a:pt x="20423" y="713483"/>
                  <a:pt x="64873" y="846833"/>
                </a:cubicBezTo>
                <a:cubicBezTo>
                  <a:pt x="109323" y="980183"/>
                  <a:pt x="376023" y="929383"/>
                  <a:pt x="642723" y="878583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BDC9DC-A3E7-9989-A207-DC0CC86A9BEC}"/>
              </a:ext>
            </a:extLst>
          </p:cNvPr>
          <p:cNvSpPr/>
          <p:nvPr/>
        </p:nvSpPr>
        <p:spPr>
          <a:xfrm>
            <a:off x="2047084" y="2190423"/>
            <a:ext cx="1720850" cy="1206500"/>
          </a:xfrm>
          <a:custGeom>
            <a:avLst/>
            <a:gdLst>
              <a:gd name="csX0" fmla="*/ 0 w 1720850"/>
              <a:gd name="csY0" fmla="*/ 1206500 h 1206500"/>
              <a:gd name="csX1" fmla="*/ 1244600 w 1720850"/>
              <a:gd name="csY1" fmla="*/ 565150 h 1206500"/>
              <a:gd name="csX2" fmla="*/ 1720850 w 1720850"/>
              <a:gd name="csY2" fmla="*/ 0 h 1206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20850" h="1206500">
                <a:moveTo>
                  <a:pt x="0" y="1206500"/>
                </a:moveTo>
                <a:cubicBezTo>
                  <a:pt x="478896" y="986366"/>
                  <a:pt x="957792" y="766233"/>
                  <a:pt x="1244600" y="565150"/>
                </a:cubicBezTo>
                <a:cubicBezTo>
                  <a:pt x="1531408" y="364067"/>
                  <a:pt x="1626129" y="182033"/>
                  <a:pt x="1720850" y="0"/>
                </a:cubicBezTo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E456FA-537E-F93F-0A0F-6CE27D4A1ECC}"/>
              </a:ext>
            </a:extLst>
          </p:cNvPr>
          <p:cNvSpPr/>
          <p:nvPr/>
        </p:nvSpPr>
        <p:spPr>
          <a:xfrm>
            <a:off x="3847686" y="2130682"/>
            <a:ext cx="62917" cy="6291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72D15E-2F84-2EC8-565A-65AE5F1DBB3E}"/>
              </a:ext>
            </a:extLst>
          </p:cNvPr>
          <p:cNvSpPr/>
          <p:nvPr/>
        </p:nvSpPr>
        <p:spPr>
          <a:xfrm>
            <a:off x="3739738" y="2133856"/>
            <a:ext cx="62917" cy="62917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C1601C-C6F4-1A93-C464-BDE15B74EDF3}"/>
              </a:ext>
            </a:extLst>
          </p:cNvPr>
          <p:cNvSpPr/>
          <p:nvPr/>
        </p:nvSpPr>
        <p:spPr>
          <a:xfrm>
            <a:off x="3831605" y="2030387"/>
            <a:ext cx="62917" cy="62917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C73A46A-940F-7167-8E1C-42C86C08C122}"/>
              </a:ext>
            </a:extLst>
          </p:cNvPr>
          <p:cNvSpPr/>
          <p:nvPr/>
        </p:nvSpPr>
        <p:spPr>
          <a:xfrm>
            <a:off x="2032890" y="2190423"/>
            <a:ext cx="1855694" cy="1398494"/>
          </a:xfrm>
          <a:custGeom>
            <a:avLst/>
            <a:gdLst>
              <a:gd name="csX0" fmla="*/ 0 w 1855694"/>
              <a:gd name="csY0" fmla="*/ 1398494 h 1398494"/>
              <a:gd name="csX1" fmla="*/ 1122829 w 1855694"/>
              <a:gd name="csY1" fmla="*/ 1190065 h 1398494"/>
              <a:gd name="csX2" fmla="*/ 1613647 w 1855694"/>
              <a:gd name="csY2" fmla="*/ 638735 h 1398494"/>
              <a:gd name="csX3" fmla="*/ 1855694 w 1855694"/>
              <a:gd name="csY3" fmla="*/ 0 h 1398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55694" h="1398494">
                <a:moveTo>
                  <a:pt x="0" y="1398494"/>
                </a:moveTo>
                <a:cubicBezTo>
                  <a:pt x="426944" y="1357592"/>
                  <a:pt x="853888" y="1316691"/>
                  <a:pt x="1122829" y="1190065"/>
                </a:cubicBezTo>
                <a:cubicBezTo>
                  <a:pt x="1391770" y="1063439"/>
                  <a:pt x="1491503" y="837079"/>
                  <a:pt x="1613647" y="638735"/>
                </a:cubicBezTo>
                <a:cubicBezTo>
                  <a:pt x="1735791" y="440391"/>
                  <a:pt x="1795742" y="220195"/>
                  <a:pt x="185569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9E6AE8-1C7F-EE46-D539-D9D28006720E}"/>
              </a:ext>
            </a:extLst>
          </p:cNvPr>
          <p:cNvSpPr/>
          <p:nvPr/>
        </p:nvSpPr>
        <p:spPr>
          <a:xfrm>
            <a:off x="7041113" y="2775824"/>
            <a:ext cx="1953248" cy="8099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1C8C5F8-2DE7-AF9F-9C19-2405FF762A1E}"/>
              </a:ext>
            </a:extLst>
          </p:cNvPr>
          <p:cNvSpPr/>
          <p:nvPr/>
        </p:nvSpPr>
        <p:spPr>
          <a:xfrm>
            <a:off x="6959131" y="2687790"/>
            <a:ext cx="2187638" cy="149657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4F85BFE-A6C8-E5F6-4923-E2C381073AF7}"/>
              </a:ext>
            </a:extLst>
          </p:cNvPr>
          <p:cNvSpPr/>
          <p:nvPr/>
        </p:nvSpPr>
        <p:spPr>
          <a:xfrm>
            <a:off x="6972336" y="2731807"/>
            <a:ext cx="118846" cy="990380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DB65143-0815-8220-31F8-C9D574323F5A}"/>
              </a:ext>
            </a:extLst>
          </p:cNvPr>
          <p:cNvSpPr/>
          <p:nvPr/>
        </p:nvSpPr>
        <p:spPr>
          <a:xfrm>
            <a:off x="7086780" y="2775824"/>
            <a:ext cx="2077596" cy="955166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9DD7DFA-0476-2DB6-42CB-889C4BA4FEA1}"/>
              </a:ext>
            </a:extLst>
          </p:cNvPr>
          <p:cNvSpPr/>
          <p:nvPr/>
        </p:nvSpPr>
        <p:spPr>
          <a:xfrm>
            <a:off x="7188294" y="2873212"/>
            <a:ext cx="1909231" cy="757915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98F858C-125A-5EAC-FA16-D1F48F5DBF98}"/>
              </a:ext>
            </a:extLst>
          </p:cNvPr>
          <p:cNvSpPr/>
          <p:nvPr/>
        </p:nvSpPr>
        <p:spPr>
          <a:xfrm>
            <a:off x="7931078" y="3548595"/>
            <a:ext cx="473181" cy="143055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E0A9C1-979E-8A19-07AF-571C35D63EBE}"/>
              </a:ext>
            </a:extLst>
          </p:cNvPr>
          <p:cNvGrpSpPr/>
          <p:nvPr/>
        </p:nvGrpSpPr>
        <p:grpSpPr>
          <a:xfrm>
            <a:off x="8580327" y="3042401"/>
            <a:ext cx="121046" cy="90785"/>
            <a:chOff x="6669881" y="4393406"/>
            <a:chExt cx="209550" cy="1571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D2E85E-CBCB-CC88-C214-5356E764CE9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B48EF4C-6185-271C-45A2-5774E3B3EED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D4A2A8-6B6F-706C-CC17-B471CAC50CC2}"/>
              </a:ext>
            </a:extLst>
          </p:cNvPr>
          <p:cNvGrpSpPr/>
          <p:nvPr/>
        </p:nvGrpSpPr>
        <p:grpSpPr>
          <a:xfrm>
            <a:off x="8323103" y="3060283"/>
            <a:ext cx="121046" cy="90785"/>
            <a:chOff x="6669881" y="4393406"/>
            <a:chExt cx="209550" cy="15716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AD364D-389A-F577-8AF3-AD12F20C3A3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FBA7003-8E0B-5442-9938-0391EC9BF2E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59CAB2-88E7-EC5D-A70F-C973B5596150}"/>
              </a:ext>
            </a:extLst>
          </p:cNvPr>
          <p:cNvGrpSpPr/>
          <p:nvPr/>
        </p:nvGrpSpPr>
        <p:grpSpPr>
          <a:xfrm>
            <a:off x="8065880" y="3078164"/>
            <a:ext cx="121046" cy="90785"/>
            <a:chOff x="6669881" y="4393406"/>
            <a:chExt cx="209550" cy="15716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B419DD0-7CFF-AFA5-812A-ECE74BF62BB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3A15676-A633-26E3-658E-90AD0C6C4BE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8BFAB9-8F53-5554-7AF6-59FFE434EE3E}"/>
              </a:ext>
            </a:extLst>
          </p:cNvPr>
          <p:cNvGrpSpPr/>
          <p:nvPr/>
        </p:nvGrpSpPr>
        <p:grpSpPr>
          <a:xfrm>
            <a:off x="7776330" y="3085042"/>
            <a:ext cx="121046" cy="90785"/>
            <a:chOff x="6669881" y="4393406"/>
            <a:chExt cx="209550" cy="15716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8E2881F-C3F3-3006-B3AF-722F5E80113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D327E88-00F2-8F0F-3095-492F5D66BE3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EF38C1-6DB5-8E14-FEE5-C753A480D77E}"/>
              </a:ext>
            </a:extLst>
          </p:cNvPr>
          <p:cNvGrpSpPr/>
          <p:nvPr/>
        </p:nvGrpSpPr>
        <p:grpSpPr>
          <a:xfrm>
            <a:off x="7483896" y="3096435"/>
            <a:ext cx="121046" cy="90785"/>
            <a:chOff x="6669881" y="4393406"/>
            <a:chExt cx="209550" cy="1571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33D5FA2-1CE5-ACBD-6F6E-D1DA6E2EE1A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3009B4-2192-A41E-1C89-BAEBE936C16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CDCE0C-789E-C036-7332-33C50EA7C329}"/>
              </a:ext>
            </a:extLst>
          </p:cNvPr>
          <p:cNvGrpSpPr/>
          <p:nvPr/>
        </p:nvGrpSpPr>
        <p:grpSpPr>
          <a:xfrm>
            <a:off x="7477018" y="3331649"/>
            <a:ext cx="121046" cy="90785"/>
            <a:chOff x="6669881" y="4393406"/>
            <a:chExt cx="209550" cy="15716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447C3E4-09C1-2C8A-1C6E-E66C169201E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73ECCBC-BFBC-B795-A1DF-D7E6E35C82A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5DA1D4-E7E6-012A-45D3-61DFC9C0B2B8}"/>
              </a:ext>
            </a:extLst>
          </p:cNvPr>
          <p:cNvGrpSpPr/>
          <p:nvPr/>
        </p:nvGrpSpPr>
        <p:grpSpPr>
          <a:xfrm>
            <a:off x="7774953" y="3323396"/>
            <a:ext cx="121046" cy="90785"/>
            <a:chOff x="6669881" y="4393406"/>
            <a:chExt cx="209550" cy="15716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6DCF62D-C53F-4AC7-3543-165627992B5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D63475C-F0B3-4A0F-0376-95CD137ED5B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D46D32E-F7A1-597C-0454-D106017E0542}"/>
              </a:ext>
            </a:extLst>
          </p:cNvPr>
          <p:cNvGrpSpPr/>
          <p:nvPr/>
        </p:nvGrpSpPr>
        <p:grpSpPr>
          <a:xfrm>
            <a:off x="8070005" y="3319658"/>
            <a:ext cx="121046" cy="90785"/>
            <a:chOff x="6669881" y="4393406"/>
            <a:chExt cx="209550" cy="15716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7CBC10-F2D9-7C82-73CE-D62A2E9F3F7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57197AE-2852-24BE-A7DC-26EA4F2D24D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5C5D030-C92D-E951-B8A1-CF6BAFD2A0E3}"/>
              </a:ext>
            </a:extLst>
          </p:cNvPr>
          <p:cNvGrpSpPr/>
          <p:nvPr/>
        </p:nvGrpSpPr>
        <p:grpSpPr>
          <a:xfrm>
            <a:off x="8340983" y="3322978"/>
            <a:ext cx="121046" cy="90785"/>
            <a:chOff x="6669881" y="4393406"/>
            <a:chExt cx="209550" cy="15716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7904A8C-2934-DFB7-917D-CDDF43F70B2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8A111CE-28C8-BCF3-DB22-1E2B3672677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62855B1-B3F0-790D-B19D-F276DCFD610A}"/>
              </a:ext>
            </a:extLst>
          </p:cNvPr>
          <p:cNvGrpSpPr/>
          <p:nvPr/>
        </p:nvGrpSpPr>
        <p:grpSpPr>
          <a:xfrm>
            <a:off x="8596829" y="3316907"/>
            <a:ext cx="121046" cy="90785"/>
            <a:chOff x="6669881" y="4393406"/>
            <a:chExt cx="209550" cy="15716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3A40DBE-19AD-7494-C2BF-4FB14848790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C023B0E-A61B-8AC9-B929-EAB0CC9D00B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CCD162B-3EE6-163C-7B40-73E77B00DC1A}"/>
              </a:ext>
            </a:extLst>
          </p:cNvPr>
          <p:cNvCxnSpPr>
            <a:cxnSpLocks/>
          </p:cNvCxnSpPr>
          <p:nvPr/>
        </p:nvCxnSpPr>
        <p:spPr>
          <a:xfrm>
            <a:off x="8633972" y="2093272"/>
            <a:ext cx="16328" cy="94637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5F71A64-82AF-B409-54E6-AA45395F3E10}"/>
              </a:ext>
            </a:extLst>
          </p:cNvPr>
          <p:cNvSpPr txBox="1"/>
          <p:nvPr/>
        </p:nvSpPr>
        <p:spPr>
          <a:xfrm>
            <a:off x="8701373" y="1628936"/>
            <a:ext cx="761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3.3V</a:t>
            </a:r>
            <a:endParaRPr lang="LID4096" b="1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819F9BA-7123-F31E-D510-E4533A173F0F}"/>
              </a:ext>
            </a:extLst>
          </p:cNvPr>
          <p:cNvCxnSpPr>
            <a:cxnSpLocks/>
          </p:cNvCxnSpPr>
          <p:nvPr/>
        </p:nvCxnSpPr>
        <p:spPr>
          <a:xfrm>
            <a:off x="8386691" y="2093272"/>
            <a:ext cx="0" cy="946378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CD5E5C6-E0E2-F751-16BF-0896AE65F55D}"/>
              </a:ext>
            </a:extLst>
          </p:cNvPr>
          <p:cNvSpPr txBox="1"/>
          <p:nvPr/>
        </p:nvSpPr>
        <p:spPr>
          <a:xfrm>
            <a:off x="7545794" y="168003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/>
              <a:t>pin14</a:t>
            </a:r>
            <a:endParaRPr lang="LID4096" b="1" dirty="0"/>
          </a:p>
        </p:txBody>
      </p: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07D0094D-29DB-8D22-8822-8F234BB2EF7B}"/>
              </a:ext>
            </a:extLst>
          </p:cNvPr>
          <p:cNvCxnSpPr>
            <a:cxnSpLocks/>
          </p:cNvCxnSpPr>
          <p:nvPr/>
        </p:nvCxnSpPr>
        <p:spPr>
          <a:xfrm>
            <a:off x="8668841" y="3375666"/>
            <a:ext cx="0" cy="732266"/>
          </a:xfrm>
          <a:prstGeom prst="line">
            <a:avLst/>
          </a:prstGeom>
          <a:ln w="508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TextBox 1027">
            <a:extLst>
              <a:ext uri="{FF2B5EF4-FFF2-40B4-BE49-F238E27FC236}">
                <a16:creationId xmlns:a16="http://schemas.microsoft.com/office/drawing/2014/main" id="{C1900FD9-7D45-284B-0F6C-CE97C1EE54FA}"/>
              </a:ext>
            </a:extLst>
          </p:cNvPr>
          <p:cNvSpPr txBox="1"/>
          <p:nvPr/>
        </p:nvSpPr>
        <p:spPr>
          <a:xfrm>
            <a:off x="7828598" y="3963980"/>
            <a:ext cx="92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pin15</a:t>
            </a:r>
            <a:endParaRPr lang="LID4096" b="1" dirty="0"/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0E25B18E-7DA8-D262-5831-4C8A8C873A3A}"/>
              </a:ext>
            </a:extLst>
          </p:cNvPr>
          <p:cNvCxnSpPr/>
          <p:nvPr/>
        </p:nvCxnSpPr>
        <p:spPr>
          <a:xfrm flipV="1">
            <a:off x="8386691" y="1517462"/>
            <a:ext cx="0" cy="575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BD1DC3FB-F2DD-0DFA-7B3D-8F43B2F0F280}"/>
              </a:ext>
            </a:extLst>
          </p:cNvPr>
          <p:cNvCxnSpPr>
            <a:cxnSpLocks/>
          </p:cNvCxnSpPr>
          <p:nvPr/>
        </p:nvCxnSpPr>
        <p:spPr>
          <a:xfrm flipV="1">
            <a:off x="8633972" y="1517462"/>
            <a:ext cx="0" cy="575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23F17F6D-8A2D-246A-8CBE-6112C90845BF}"/>
              </a:ext>
            </a:extLst>
          </p:cNvPr>
          <p:cNvCxnSpPr>
            <a:cxnSpLocks/>
          </p:cNvCxnSpPr>
          <p:nvPr/>
        </p:nvCxnSpPr>
        <p:spPr>
          <a:xfrm flipV="1">
            <a:off x="8378636" y="1333799"/>
            <a:ext cx="211471" cy="195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Oval 1042">
            <a:extLst>
              <a:ext uri="{FF2B5EF4-FFF2-40B4-BE49-F238E27FC236}">
                <a16:creationId xmlns:a16="http://schemas.microsoft.com/office/drawing/2014/main" id="{8AF567E2-A959-76DA-6B04-30371F63311E}"/>
              </a:ext>
            </a:extLst>
          </p:cNvPr>
          <p:cNvSpPr/>
          <p:nvPr/>
        </p:nvSpPr>
        <p:spPr>
          <a:xfrm>
            <a:off x="8361988" y="15013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A4833E29-0B40-47F0-FD26-5685D54DD595}"/>
              </a:ext>
            </a:extLst>
          </p:cNvPr>
          <p:cNvSpPr/>
          <p:nvPr/>
        </p:nvSpPr>
        <p:spPr>
          <a:xfrm>
            <a:off x="8611112" y="15008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58DBB26F-E26C-E188-C1D1-3ABE676CCA4B}"/>
              </a:ext>
            </a:extLst>
          </p:cNvPr>
          <p:cNvCxnSpPr>
            <a:cxnSpLocks/>
          </p:cNvCxnSpPr>
          <p:nvPr/>
        </p:nvCxnSpPr>
        <p:spPr>
          <a:xfrm>
            <a:off x="8629487" y="2093272"/>
            <a:ext cx="924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B6427AD5-C116-F69F-9F35-68A157F7B30B}"/>
              </a:ext>
            </a:extLst>
          </p:cNvPr>
          <p:cNvCxnSpPr>
            <a:cxnSpLocks/>
          </p:cNvCxnSpPr>
          <p:nvPr/>
        </p:nvCxnSpPr>
        <p:spPr>
          <a:xfrm flipV="1">
            <a:off x="9554136" y="2085260"/>
            <a:ext cx="0" cy="2063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1D3E2D7D-B884-C4DF-9401-721DDB95E644}"/>
              </a:ext>
            </a:extLst>
          </p:cNvPr>
          <p:cNvCxnSpPr>
            <a:cxnSpLocks/>
          </p:cNvCxnSpPr>
          <p:nvPr/>
        </p:nvCxnSpPr>
        <p:spPr>
          <a:xfrm>
            <a:off x="8898198" y="4148646"/>
            <a:ext cx="6685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DB5917F3-1C7E-FD48-632B-814378865D41}"/>
              </a:ext>
            </a:extLst>
          </p:cNvPr>
          <p:cNvCxnSpPr>
            <a:cxnSpLocks/>
          </p:cNvCxnSpPr>
          <p:nvPr/>
        </p:nvCxnSpPr>
        <p:spPr>
          <a:xfrm flipV="1">
            <a:off x="8898198" y="4139953"/>
            <a:ext cx="0" cy="1143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0B3D07F9-730D-5B79-CF8A-3FDC94BF3F04}"/>
              </a:ext>
            </a:extLst>
          </p:cNvPr>
          <p:cNvCxnSpPr>
            <a:cxnSpLocks/>
          </p:cNvCxnSpPr>
          <p:nvPr/>
        </p:nvCxnSpPr>
        <p:spPr>
          <a:xfrm flipV="1">
            <a:off x="8665770" y="3968742"/>
            <a:ext cx="0" cy="287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8408FA59-C353-7C00-7204-67BB9564DA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92939" y="4245150"/>
            <a:ext cx="211471" cy="195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Oval 1060">
            <a:extLst>
              <a:ext uri="{FF2B5EF4-FFF2-40B4-BE49-F238E27FC236}">
                <a16:creationId xmlns:a16="http://schemas.microsoft.com/office/drawing/2014/main" id="{B75E9953-8083-4EF9-C54C-0AD626F772A1}"/>
              </a:ext>
            </a:extLst>
          </p:cNvPr>
          <p:cNvSpPr/>
          <p:nvPr/>
        </p:nvSpPr>
        <p:spPr>
          <a:xfrm rot="10800000">
            <a:off x="8875339" y="422726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2" name="Oval 1061">
            <a:extLst>
              <a:ext uri="{FF2B5EF4-FFF2-40B4-BE49-F238E27FC236}">
                <a16:creationId xmlns:a16="http://schemas.microsoft.com/office/drawing/2014/main" id="{68371551-FC0A-FE9D-BCA4-7AC0EA9AD0BC}"/>
              </a:ext>
            </a:extLst>
          </p:cNvPr>
          <p:cNvSpPr/>
          <p:nvPr/>
        </p:nvSpPr>
        <p:spPr>
          <a:xfrm rot="10800000">
            <a:off x="8642886" y="422776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632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2755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Sergei Dytckov</cp:lastModifiedBy>
  <cp:revision>44</cp:revision>
  <dcterms:created xsi:type="dcterms:W3CDTF">2025-09-03T07:58:20Z</dcterms:created>
  <dcterms:modified xsi:type="dcterms:W3CDTF">2026-03-06T16:18:11Z</dcterms:modified>
</cp:coreProperties>
</file>