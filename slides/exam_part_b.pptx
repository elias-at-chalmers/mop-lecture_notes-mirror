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1796" autoAdjust="0"/>
  </p:normalViewPr>
  <p:slideViewPr>
    <p:cSldViewPr snapToGrid="0">
      <p:cViewPr varScale="1">
        <p:scale>
          <a:sx n="184" d="100"/>
          <a:sy n="184" d="100"/>
        </p:scale>
        <p:origin x="209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86E9EF-3608-41B9-B482-BA3F1EC3C1DF}" type="datetimeFigureOut">
              <a:rPr lang="LID4096" smtClean="0"/>
              <a:t>02/27/2026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B7C7B3-90B5-4181-BA1A-1CD1C4F38B1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71309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Fråga om vi skall skippa.</a:t>
            </a:r>
          </a:p>
          <a:p>
            <a:endParaRPr lang="sv-SE"/>
          </a:p>
          <a:p>
            <a:r>
              <a:rPr lang="sv-SE"/>
              <a:t>Öppna Quickguide SysTick på sidomonitorerna.</a:t>
            </a:r>
          </a:p>
          <a:p>
            <a:endParaRPr lang="sv-SE"/>
          </a:p>
          <a:p>
            <a:r>
              <a:rPr lang="sv-SE"/>
              <a:t>I svaret skulle man kunna klaga på att claude inte har satt de högre registrena. </a:t>
            </a:r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B7C7B3-90B5-4181-BA1A-1CD1C4F38B15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862774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EA322-93E4-72A2-FE3D-479490452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B53738-FA66-6F04-4B6D-20B7188725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72F535-1BA5-BD40-599F-0C636B6460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Inte skippa denna</a:t>
            </a:r>
          </a:p>
          <a:p>
            <a:endParaRPr lang="sv-SE"/>
          </a:p>
          <a:p>
            <a:r>
              <a:rPr lang="sv-SE"/>
              <a:t>Ingen quickgudie behövs.</a:t>
            </a:r>
          </a:p>
          <a:p>
            <a:endParaRPr lang="sv-SE"/>
          </a:p>
          <a:p>
            <a:r>
              <a:rPr lang="sv-SE"/>
              <a:t>Claude har inte läst uppgiften noggrant. Det finns egentligen ingen anledning att göra något annat än vänta 31ms efter positiv flank.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5E2A0-B53B-20B5-E130-476AC3B1BB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B7C7B3-90B5-4181-BA1A-1CD1C4F38B15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009037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07F45-FC6B-271C-FB6D-79AA125D8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D1F6A5-CB82-ACF3-6B47-F1CA6DF389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608C8-0823-37C8-DB15-2183181CCC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Snabb uppgift. Behöver inte vänta på dem. 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B3C67E-6E81-DA2A-4403-7CF131AA25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B7C7B3-90B5-4181-BA1A-1CD1C4F38B15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39835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Spring igenom</a:t>
            </a:r>
          </a:p>
          <a:p>
            <a:endParaRPr lang="sv-SE"/>
          </a:p>
          <a:p>
            <a:r>
              <a:rPr lang="sv-SE"/>
              <a:t>Visa Quickguide GPIO</a:t>
            </a:r>
          </a:p>
          <a:p>
            <a:endParaRPr lang="sv-SE"/>
          </a:p>
          <a:p>
            <a:r>
              <a:rPr lang="sv-SE"/>
              <a:t>Egentligen borde Claude ha valt 16 bitars ints för INDR och OUTDR (och isåfall extra reserved), men eftersom det i nuläget inte är mycket tydligt i quickguiden (och inte spelar någon roll på hårdvaran) så ger vi inget avdrag. </a:t>
            </a:r>
          </a:p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B7C7B3-90B5-4181-BA1A-1CD1C4F38B15}" type="slidenum">
              <a:rPr lang="LID4096" smtClean="0"/>
              <a:t>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459910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350A1-40F1-D2D2-69AE-BAD308300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10916F-EA13-E8F5-8108-FA083E83A2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EDB3E6-A67E-6493-AD82-A84C9FF11E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Det luriga här är att läsa av bilden. </a:t>
            </a:r>
          </a:p>
          <a:p>
            <a:endParaRPr lang="sv-SE"/>
          </a:p>
          <a:p>
            <a:r>
              <a:rPr lang="sv-SE"/>
              <a:t>Visa Quickguide GPIO</a:t>
            </a:r>
          </a:p>
          <a:p>
            <a:endParaRPr lang="sv-SE"/>
          </a:p>
          <a:p>
            <a:r>
              <a:rPr lang="sv-SE"/>
              <a:t>Sista raden stajlar hen lite. 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437C00-AB7D-EF18-4453-6E29C187A1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B7C7B3-90B5-4181-BA1A-1CD1C4F38B15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81077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CD616-57ED-40DB-DC70-5EA44DA22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7A47A8-8C0D-370B-C9E2-C45ADF129E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868015-0679-C5A1-6A6C-2F61ADB419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Ingen quickguide behövs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CD236-4DF3-16F0-54E9-0BDB5C4433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B7C7B3-90B5-4181-BA1A-1CD1C4F38B15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684918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91592-00E9-77BC-C849-A591FEF73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9D2D43-2463-2B83-1B06-B4E419677C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A539C4-C9B0-A007-3171-F01AA417E0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Ingen quickguide. </a:t>
            </a:r>
          </a:p>
          <a:p>
            <a:endParaRPr lang="sv-SE"/>
          </a:p>
          <a:p>
            <a:r>
              <a:rPr lang="sv-SE"/>
              <a:t>Ingen betenketid behövs.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6F3F83-EAFB-B138-8B43-A8F74930A8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B7C7B3-90B5-4181-BA1A-1CD1C4F38B15}" type="slidenum">
              <a:rPr lang="LID4096" smtClean="0"/>
              <a:t>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802941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Ingen bet;nketid</a:t>
            </a:r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B7C7B3-90B5-4181-BA1A-1CD1C4F38B15}" type="slidenum">
              <a:rPr lang="LID4096" smtClean="0"/>
              <a:t>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983185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95298-E875-9289-AF75-BBD7DEC4F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5B3903-E1F5-4F92-661F-179ED6D33F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407FF0-1FA2-AB3F-FE17-C1FEA9E21D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Visa AFIO bilden fr</a:t>
            </a:r>
            <a:r>
              <a:rPr lang="sv-SE"/>
              <a:t>ån Lecture 09 på sidoskärmen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018102-67B2-9C75-D0D4-C9BDFFDA5A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B7C7B3-90B5-4181-BA1A-1CD1C4F38B15}" type="slidenum">
              <a:rPr lang="LID4096" smtClean="0"/>
              <a:t>10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603332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1BBD1-90E4-BDBA-AEC8-F834543CF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A4ABB2-A487-7AA5-5D6E-3F48D7DE61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10BB9E-2F58-C84C-C248-57829DDF98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Visa EXTI bilden fr</a:t>
            </a:r>
            <a:r>
              <a:rPr lang="sv-SE"/>
              <a:t>ån Lecture 09 på sidoskärmen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9891DE-AC72-0FA7-FE0F-F2160293EC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B7C7B3-90B5-4181-BA1A-1CD1C4F38B15}" type="slidenum">
              <a:rPr lang="LID4096" smtClean="0"/>
              <a:t>11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931743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C22E8-C5B8-CAE2-B967-59BFDE5FA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CA0C09-38D1-D23F-8C8D-B45C91623F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B48AE6-E27F-F686-A783-04CD640A2E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Kan lämna exti bilden på sidoskärmen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E2658C-D5CF-73DF-774E-200EF840AF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B7C7B3-90B5-4181-BA1A-1CD1C4F38B15}" type="slidenum">
              <a:rPr lang="LID4096" smtClean="0"/>
              <a:t>12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577317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F69AD-778B-C8BD-EFB4-8896714E6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E185DC-9BC0-76F3-B62E-3A449B078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37A806-6E46-77E5-EABB-9937251755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Kan lämna exti bilden på sidoskärmen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477FC7-C9A3-EAF1-8B00-C55530132D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B7C7B3-90B5-4181-BA1A-1CD1C4F38B15}" type="slidenum">
              <a:rPr lang="LID4096" smtClean="0"/>
              <a:t>13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418411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58D01-A9F3-9295-4E22-73C61A035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17621F-E447-493B-1574-F97612F63B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A3727E-B1DC-372F-9740-22D61DB3F6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Detta är nästa lektion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9EE9F3-18C2-9FB1-DD5E-5FF46926D0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B7C7B3-90B5-4181-BA1A-1CD1C4F38B15}" type="slidenum">
              <a:rPr lang="LID4096" smtClean="0"/>
              <a:t>14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274653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77994-16E6-ADBB-1104-D4FE30AF18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E4815C-F969-A765-8E9A-7CA9974E0D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BB997-12D1-793C-5151-F9C64F214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A1A1A-815E-4C98-B504-0AEFB2037EE5}" type="datetimeFigureOut">
              <a:rPr lang="LID4096" smtClean="0"/>
              <a:t>02/27/2026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C8D8F6-96E7-6F8C-9E7A-41AA8E489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D05F48-C681-EAE8-BDDA-E52ADC3DE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E306D-729B-4376-B076-B11B2FA80B3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40771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15541-24BC-88AE-899C-CAD9F0EE6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344F0-DD14-FA17-D2C6-4375485547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9BB4E-A55E-A154-4C72-7AABD8756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A1A1A-815E-4C98-B504-0AEFB2037EE5}" type="datetimeFigureOut">
              <a:rPr lang="LID4096" smtClean="0"/>
              <a:t>02/27/2026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0FBA8-E641-F022-C5DB-C73517435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A099F8-A7D0-B91D-69F6-C4FD41291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E306D-729B-4376-B076-B11B2FA80B3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47893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63952-3407-433A-C5DC-64E6FBC73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6C7A97-7F1E-8795-A48C-100E81F58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1F7FB-C8C3-2DA7-57DC-0AD3B2847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A1A1A-815E-4C98-B504-0AEFB2037EE5}" type="datetimeFigureOut">
              <a:rPr lang="LID4096" smtClean="0"/>
              <a:t>02/27/2026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65A67-17E2-4482-1F69-04940FCF5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9F8E8-A69E-8E18-220B-C6C22A723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E306D-729B-4376-B076-B11B2FA80B3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64581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B438C-BDEF-6A06-A78B-0B543DC1B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1E316-9314-8BF5-0284-1673BF32C6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FC63AF-B440-F894-D0D0-77D653708B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94F5BC-D23E-C18D-B53C-7AC466C32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A1A1A-815E-4C98-B504-0AEFB2037EE5}" type="datetimeFigureOut">
              <a:rPr lang="LID4096" smtClean="0"/>
              <a:t>02/27/2026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B7B764-6C4D-67C3-4867-E5EC48ADE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05554E-AC2F-7E93-1DE6-8476199FA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E306D-729B-4376-B076-B11B2FA80B3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72074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7B8A1-B347-84F4-8530-DEE565C14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549E45-CBE8-C80C-D448-8B7093FFA8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BB285E-E362-EF33-23D0-1018D3E6D2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FA30E5-0490-966C-CBE2-3EF675B6D0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65E69B-85E7-C7EC-353B-1E1145A6EA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B81933-D995-9C70-7B4B-F8A38A534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A1A1A-815E-4C98-B504-0AEFB2037EE5}" type="datetimeFigureOut">
              <a:rPr lang="LID4096" smtClean="0"/>
              <a:t>02/27/2026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D42D4F-08E0-6ECC-FAED-1E771367B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139303-1BA0-0C33-1F61-536F93FDD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E306D-729B-4376-B076-B11B2FA80B3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45291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171A9-907A-D616-6525-D6E2ABD21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9ECDA9-5C39-9133-D1DF-DC4A2CE9F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A1A1A-815E-4C98-B504-0AEFB2037EE5}" type="datetimeFigureOut">
              <a:rPr lang="LID4096" smtClean="0"/>
              <a:t>02/27/2026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8BCB93-9C32-596F-1C49-059142770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B7DA00-EE5C-3B7D-43C7-384143C5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E306D-729B-4376-B076-B11B2FA80B3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749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DE9FF2-11F7-A35E-2411-7B2F29EB3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A1A1A-815E-4C98-B504-0AEFB2037EE5}" type="datetimeFigureOut">
              <a:rPr lang="LID4096" smtClean="0"/>
              <a:t>02/27/2026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5E824B-677C-5B43-06A2-56C716630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D106CD-BA4F-CBD3-3C1D-89C67C04A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E306D-729B-4376-B076-B11B2FA80B3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29940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DC105-CE23-F9C0-C20E-CB0140233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D102A-63F1-CC9D-26A7-252DBE40F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58DCF1-A0F7-9833-0C76-574FCDB3C3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584F90-6115-FE02-5E3A-6687DE717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A1A1A-815E-4C98-B504-0AEFB2037EE5}" type="datetimeFigureOut">
              <a:rPr lang="LID4096" smtClean="0"/>
              <a:t>02/27/2026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5143F4-715D-BB25-F728-B90550394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78E232-8BD1-074D-072A-B261BEF53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E306D-729B-4376-B076-B11B2FA80B3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86467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FE6FB-BC2D-020B-1B3B-F982665E2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6CA0A7-4C25-5929-C127-A684071335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4114E6-9E0D-1D4B-8ADA-A3A0F48C34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9D71D0-F6EC-6BF7-F80E-E46E08157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A1A1A-815E-4C98-B504-0AEFB2037EE5}" type="datetimeFigureOut">
              <a:rPr lang="LID4096" smtClean="0"/>
              <a:t>02/27/2026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616A44-6E74-594E-A297-F199A5B83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28EF27-8659-78D6-19AB-6D3B130E7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E306D-729B-4376-B076-B11B2FA80B3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02373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CEE82-828C-7A35-4791-3723767E7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AD2C34-993C-AD4D-6637-FAA4E89E14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E3AF3-B199-B8A4-B76D-EAD59F5CD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A1A1A-815E-4C98-B504-0AEFB2037EE5}" type="datetimeFigureOut">
              <a:rPr lang="LID4096" smtClean="0"/>
              <a:t>02/27/2026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921564-06F1-6C3E-D4B5-BD1976C2F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A4E36-5B9F-6F96-1720-2ECAE4121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E306D-729B-4376-B076-B11B2FA80B3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38025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3633AB-0561-1A49-FF0A-052C597881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0B45B8-BD0E-AE0C-91A7-5BD512F2B6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F3480-A1F8-57E0-6B99-1780E0F5A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A1A1A-815E-4C98-B504-0AEFB2037EE5}" type="datetimeFigureOut">
              <a:rPr lang="LID4096" smtClean="0"/>
              <a:t>02/27/2026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6C512F-7456-25BE-59DC-7EC705ED4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30D8F-378D-95CE-1EE8-15554D746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E306D-729B-4376-B076-B11B2FA80B3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41032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5362FA-FD12-ECF2-C14E-DF3B12127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307061-3D11-FDD3-E14C-E83321153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875DF-8559-5B25-EAA4-3DB967B6F1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7A1A1A-815E-4C98-B504-0AEFB2037EE5}" type="datetimeFigureOut">
              <a:rPr lang="LID4096" smtClean="0"/>
              <a:t>02/27/2026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FB222C-9CB9-2C09-200F-1B7D8D035C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A2079-425F-9110-41C1-90AFB3EFC0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FE306D-729B-4376-B076-B11B2FA80B3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28922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2E059-7E77-DB7B-DA0D-8E9723CE1F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Tentagenomg</a:t>
            </a:r>
            <a:r>
              <a:rPr lang="sv-SE"/>
              <a:t>ång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496337-0146-EA1E-AC73-249CC953A4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v-SE"/>
              <a:t>Part Deux</a:t>
            </a:r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05726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FAD4D4-46C1-40EB-546A-EC473821B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8111289" cy="59695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5E6034-F2EB-E0D3-3865-24C23F792B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3562" y="1391973"/>
            <a:ext cx="6997905" cy="127329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E4E96C2-18E7-5985-1937-7B084357F7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3562" y="2778827"/>
            <a:ext cx="6738710" cy="402721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49098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04749-DBFC-229D-7116-9B56A56DC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D86FA8-C5AD-4291-4786-F88F183153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8111289" cy="596957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58BA72A-2051-7DCD-7593-716B60505A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3713" y="822036"/>
            <a:ext cx="5792792" cy="361488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C1BD283-867E-1B11-5164-ECFC2DA39F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1605" y="2358736"/>
            <a:ext cx="6710452" cy="423949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45007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147B8-DE8B-74EB-838C-FE98D58F3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17EE4A-D7E6-6DB4-AC13-2A80E5ACC4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8111289" cy="59695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3BF64B6-0D64-4ADB-0B48-2ED0895E69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2303" y="784831"/>
            <a:ext cx="9209809" cy="270361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B57DEE-1F47-62C6-96A9-72F96BB1BE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5305" y="4273273"/>
            <a:ext cx="7277100" cy="19528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4263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53E6708-257C-A149-3D38-578D37DB8F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792829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CF73EA-94DD-5E6C-4DB3-89C0FFB93D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8332" y="656453"/>
            <a:ext cx="8638656" cy="153919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51A5A9-F404-28DC-4338-B59DC4DA5F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01507" y="2772734"/>
            <a:ext cx="6826047" cy="308254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88033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96395-DD58-05F4-E67F-8043F0925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8AFEE1-CEDE-9F49-3990-E385DB992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792829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A4DBD3-AF6F-5D77-274E-12C2370E53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62945" y="621050"/>
            <a:ext cx="6071802" cy="280795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8A604D4-ED54-0B42-AF97-C1E210F819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43534" y="2298989"/>
            <a:ext cx="6401769" cy="418234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1521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EC9AF-295C-3F34-10B9-7A098CB9D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22C443-E1AB-C495-33B7-CE1B25315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792829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27CD84-8532-7A74-EFB1-69590DA6AC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62945" y="640137"/>
            <a:ext cx="6071802" cy="276977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DE8C69B-8DC8-1006-CD85-329742894A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60759" y="846859"/>
            <a:ext cx="5900933" cy="554614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73717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88DAD-CEF7-E8C0-F10E-A7C5DCDF2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0933DC-78DB-73B1-7FC3-4ADBA7E30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792829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1FE81B-2D1E-409C-EFF3-24FA4C5C16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62945" y="799139"/>
            <a:ext cx="6071802" cy="245177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65CF895-9E57-3584-BA8C-93050388AD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03559" y="3607091"/>
            <a:ext cx="5900933" cy="160373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330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3F637C2-0F8E-EDC0-1646-F4C1DCBBE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95884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137B1D7-9D75-E3B2-68B0-F58D394BE2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91645" y="1647171"/>
            <a:ext cx="6071802" cy="47894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BF1E82-787A-8061-3B1A-7306ABB4F1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91645" y="2267410"/>
            <a:ext cx="5900933" cy="130091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33323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22BC2-DF02-EB7D-E0D2-2A97F6E74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42CE643-AFDF-55EF-1837-67F9C6298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95884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D564CC-0BA6-E8BA-FAEA-0CD6F57851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82650" y="1563832"/>
            <a:ext cx="6174622" cy="56228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0F21B2-DAE9-FBD4-9E55-F73600AED0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2355580"/>
            <a:ext cx="6059953" cy="221642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64437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C5C25-0CD5-8F83-2383-594DC5A31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8BE41E2-D9C5-2D8E-B4BF-5F704BF5B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95884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EE8AFE-AB5B-107D-CA7B-9C7C60ED7D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82650" y="1576513"/>
            <a:ext cx="6174622" cy="53692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0B5998-D55D-A732-16CC-C030EA92FA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33162" y="2320790"/>
            <a:ext cx="5805144" cy="352929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7350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A77A5-EC4F-6C23-0D4E-B4F63A156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5C24D3-CB8D-3797-3402-E827BB0010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95884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4F8FD5-9B7C-0C1D-90A4-6A0C1492E4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82650" y="1585918"/>
            <a:ext cx="6174622" cy="51811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F21C5F-512E-8D48-23E7-A28729CE93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33162" y="2455295"/>
            <a:ext cx="5805144" cy="326028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66840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B200E-E308-A504-E372-A159451BF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A36E62-8516-2C2A-3E7F-D3E7152FF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95884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3CB04FE-E06B-8E77-0EAA-C132C9980E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49255" y="496589"/>
            <a:ext cx="7089051" cy="319218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AF1E1D-04FD-1598-9DCA-FC96ED1F33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73932" y="3379850"/>
            <a:ext cx="5805144" cy="272042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88322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F69D8-E0A0-DD97-69E8-56263F5DF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96C366F-5F94-7264-FB6B-05D7E9A81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95884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3AE1CF0-4A6D-CFC3-9C5E-ECEAC0AF7D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49255" y="1550182"/>
            <a:ext cx="7089051" cy="108499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74D0AB-2D47-A1E2-7FAB-9CFAF119A1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90754" y="3140821"/>
            <a:ext cx="5805144" cy="43450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48097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507</TotalTime>
  <Words>199</Words>
  <Application>Microsoft Office PowerPoint</Application>
  <PresentationFormat>Widescreen</PresentationFormat>
  <Paragraphs>46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Tentagenomgång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Erik Sintorn</dc:creator>
  <cp:lastModifiedBy>Erik Sintorn</cp:lastModifiedBy>
  <cp:revision>9</cp:revision>
  <dcterms:created xsi:type="dcterms:W3CDTF">2026-02-19T11:11:44Z</dcterms:created>
  <dcterms:modified xsi:type="dcterms:W3CDTF">2026-02-27T09:16:04Z</dcterms:modified>
</cp:coreProperties>
</file>