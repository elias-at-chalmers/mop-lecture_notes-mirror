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794500" cy="9906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83595" autoAdjust="0"/>
  </p:normalViewPr>
  <p:slideViewPr>
    <p:cSldViewPr snapToGrid="0">
      <p:cViewPr varScale="1">
        <p:scale>
          <a:sx n="215" d="100"/>
          <a:sy n="215" d="100"/>
        </p:scale>
        <p:origin x="1602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Nu när ni fått några dagar att smälta grundläggande interrupts (vi fick maskinen att avbryta vårat program när systick räknat ner till 0)</a:t>
            </a:r>
          </a:p>
          <a:p>
            <a:r>
              <a:rPr lang="sv-SE" i="0"/>
              <a:t>så skall vi gå vidare och lära oss hur man hanterar många interruptkällor på samma gång, och hur man kan hantera interrupts från GPIO pinnarna. </a:t>
            </a:r>
          </a:p>
          <a:p>
            <a:endParaRPr lang="sv-SE" i="0"/>
          </a:p>
          <a:p>
            <a:r>
              <a:rPr lang="sv-SE" i="0"/>
              <a:t>Vi har en del att gå igenom idag, men detta är sista lektionen med saker som dom skall förstå så väl att dom faktiskt kan programmera dem. </a:t>
            </a:r>
          </a:p>
          <a:p>
            <a:endParaRPr lang="sv-SE" i="0"/>
          </a:p>
          <a:p>
            <a:endParaRPr lang="sv-SE" i="0"/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43F1B-5C31-8357-7C5B-028155F6D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1688" y="1333500"/>
            <a:ext cx="10552112" cy="4702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8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452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10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Serial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CBE3-20B1-84DB-624E-BAC4E0B7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För att minnas: Detta var planen, men sedan tog Francisco lektionen 2026.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E583-DA4A-F912-EAEB-B354CB7AF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200"/>
              <a:t>Intro och m</a:t>
            </a:r>
            <a:r>
              <a:rPr lang="sv-SE" sz="1200"/>
              <a:t>ånga nivåer – slutändan: skicka en byte</a:t>
            </a:r>
          </a:p>
          <a:p>
            <a:r>
              <a:rPr lang="sv-SE" sz="1200"/>
              <a:t>Parallel communication och historia</a:t>
            </a:r>
          </a:p>
          <a:p>
            <a:r>
              <a:rPr lang="sv-SE" sz="1200"/>
              <a:t>Sending a byte: Textterminal, skift interface</a:t>
            </a:r>
          </a:p>
          <a:p>
            <a:r>
              <a:rPr lang="sv-SE" sz="1200"/>
              <a:t>Nästan samma klocka -&gt; fel (+skew)</a:t>
            </a:r>
          </a:p>
          <a:p>
            <a:r>
              <a:rPr lang="sv-SE" sz="1200"/>
              <a:t>Titta närmre, 500 bitar, startbit? </a:t>
            </a:r>
          </a:p>
          <a:p>
            <a:r>
              <a:rPr lang="sv-SE" sz="1200"/>
              <a:t>UART: Frame, start och stop, parity</a:t>
            </a:r>
          </a:p>
          <a:p>
            <a:r>
              <a:rPr lang="sv-SE" sz="1200"/>
              <a:t>Programming: Interrupt vs built in circuit</a:t>
            </a:r>
          </a:p>
          <a:p>
            <a:r>
              <a:rPr lang="sv-SE" sz="1200"/>
              <a:t>Konfigurera</a:t>
            </a:r>
          </a:p>
          <a:p>
            <a:r>
              <a:rPr lang="sv-SE" sz="1200"/>
              <a:t>Baudrate</a:t>
            </a:r>
          </a:p>
          <a:p>
            <a:r>
              <a:rPr lang="sv-SE" sz="1200"/>
              <a:t>Send och Recieve loop</a:t>
            </a:r>
          </a:p>
          <a:p>
            <a:r>
              <a:rPr lang="sv-SE" sz="1200"/>
              <a:t>Interrupts</a:t>
            </a:r>
          </a:p>
          <a:p>
            <a:r>
              <a:rPr lang="sv-SE" sz="1200"/>
              <a:t>Embedded clock och manchester? </a:t>
            </a:r>
          </a:p>
          <a:p>
            <a:r>
              <a:rPr lang="sv-SE" sz="1200"/>
              <a:t>SPI</a:t>
            </a:r>
          </a:p>
          <a:p>
            <a:r>
              <a:rPr lang="sv-SE" sz="1200"/>
              <a:t>I2C</a:t>
            </a:r>
          </a:p>
          <a:p>
            <a:r>
              <a:rPr lang="sv-SE" sz="1200"/>
              <a:t>CAN</a:t>
            </a:r>
          </a:p>
          <a:p>
            <a:r>
              <a:rPr lang="sv-SE" sz="1200"/>
              <a:t>Alternative Function? </a:t>
            </a:r>
          </a:p>
          <a:p>
            <a:endParaRPr lang="sv-SE" sz="1200"/>
          </a:p>
          <a:p>
            <a:endParaRPr lang="LID4096" sz="1200"/>
          </a:p>
        </p:txBody>
      </p:sp>
    </p:spTree>
    <p:extLst>
      <p:ext uri="{BB962C8B-B14F-4D97-AF65-F5344CB8AC3E}">
        <p14:creationId xmlns:p14="http://schemas.microsoft.com/office/powerpoint/2010/main" val="27030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5122</TotalTime>
  <Words>174</Words>
  <Application>Microsoft Office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Lektion 10</vt:lpstr>
      <vt:lpstr>För att minnas: Detta var planen, men sedan tog Francisco lektionen 2026.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92</cp:revision>
  <cp:lastPrinted>2026-02-17T11:02:10Z</cp:lastPrinted>
  <dcterms:created xsi:type="dcterms:W3CDTF">2026-01-14T14:09:03Z</dcterms:created>
  <dcterms:modified xsi:type="dcterms:W3CDTF">2026-03-02T12:04:00Z</dcterms:modified>
</cp:coreProperties>
</file>