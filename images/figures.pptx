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  <p:sldId id="296" r:id="rId30"/>
    <p:sldId id="466" r:id="rId31"/>
    <p:sldId id="467" r:id="rId3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90" y="27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F2EE-4826-460E-0606-2DBC6AEE7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C8A4B-325E-2190-BB23-053A27344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39A4A1-C059-C253-1092-C6A9EFB8B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17035-42C9-E542-A853-452C27737B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5980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02/24/2026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0281281-E864-3EF0-9227-4D051F97F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508" y="1917882"/>
            <a:ext cx="6799385" cy="2825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DD54-2124-88D8-84F3-5D8D7AAD8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E268A-E895-1C49-77E9-017BB422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253" y="2205828"/>
            <a:ext cx="4098125" cy="4083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8500A-EED1-6415-9667-492A42A64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9211"/>
            <a:ext cx="763178" cy="25893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02C411-EC62-9DC5-78B2-1C325405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8107" y="3120227"/>
            <a:ext cx="555034" cy="2368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6A1C-D427-A093-08CF-46776B65A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231" y="3037827"/>
            <a:ext cx="2666044" cy="313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8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5CAF7D-CF5F-5F95-C8FB-A4DF4E7A295D}"/>
              </a:ext>
            </a:extLst>
          </p:cNvPr>
          <p:cNvSpPr txBox="1"/>
          <p:nvPr/>
        </p:nvSpPr>
        <p:spPr>
          <a:xfrm>
            <a:off x="1643847" y="5176223"/>
            <a:ext cx="31130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a</a:t>
            </a:r>
            <a:endParaRPr lang="LID4096">
              <a:latin typeface="Consolas" panose="020B06090202040302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6B3ECF-77E6-95B3-ECF4-C94592207E78}"/>
              </a:ext>
            </a:extLst>
          </p:cNvPr>
          <p:cNvCxnSpPr>
            <a:cxnSpLocks/>
          </p:cNvCxnSpPr>
          <p:nvPr/>
        </p:nvCxnSpPr>
        <p:spPr>
          <a:xfrm>
            <a:off x="8221211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787BAC-03B0-6842-71C7-ED8C31399896}"/>
              </a:ext>
            </a:extLst>
          </p:cNvPr>
          <p:cNvCxnSpPr>
            <a:cxnSpLocks/>
          </p:cNvCxnSpPr>
          <p:nvPr/>
        </p:nvCxnSpPr>
        <p:spPr>
          <a:xfrm>
            <a:off x="6431559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40E374-956C-1E75-C5C8-A6216CF8652D}"/>
              </a:ext>
            </a:extLst>
          </p:cNvPr>
          <p:cNvCxnSpPr>
            <a:cxnSpLocks/>
          </p:cNvCxnSpPr>
          <p:nvPr/>
        </p:nvCxnSpPr>
        <p:spPr>
          <a:xfrm>
            <a:off x="7326385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920272-C7A6-9F32-0A94-446D1D1FD068}"/>
              </a:ext>
            </a:extLst>
          </p:cNvPr>
          <p:cNvCxnSpPr>
            <a:cxnSpLocks/>
          </p:cNvCxnSpPr>
          <p:nvPr/>
        </p:nvCxnSpPr>
        <p:spPr>
          <a:xfrm>
            <a:off x="7773798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68B042-E11C-3EE3-FF2C-77797D847F7F}"/>
              </a:ext>
            </a:extLst>
          </p:cNvPr>
          <p:cNvCxnSpPr>
            <a:cxnSpLocks/>
          </p:cNvCxnSpPr>
          <p:nvPr/>
        </p:nvCxnSpPr>
        <p:spPr>
          <a:xfrm>
            <a:off x="6878972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AD80F2-6FCB-7CF3-DD15-B5300624379C}"/>
              </a:ext>
            </a:extLst>
          </p:cNvPr>
          <p:cNvCxnSpPr/>
          <p:nvPr/>
        </p:nvCxnSpPr>
        <p:spPr>
          <a:xfrm>
            <a:off x="6431559" y="551576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BFD394-2C31-CF9E-256D-E30EB8F74839}"/>
              </a:ext>
            </a:extLst>
          </p:cNvPr>
          <p:cNvCxnSpPr/>
          <p:nvPr/>
        </p:nvCxnSpPr>
        <p:spPr>
          <a:xfrm>
            <a:off x="6431559" y="517342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4DEBC4-6DBF-AADB-52EB-B692DC33A70B}"/>
              </a:ext>
            </a:extLst>
          </p:cNvPr>
          <p:cNvCxnSpPr/>
          <p:nvPr/>
        </p:nvCxnSpPr>
        <p:spPr>
          <a:xfrm>
            <a:off x="6431559" y="483109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B01164-A5FD-321D-6B77-6F84ADD3D17F}"/>
              </a:ext>
            </a:extLst>
          </p:cNvPr>
          <p:cNvCxnSpPr/>
          <p:nvPr/>
        </p:nvCxnSpPr>
        <p:spPr>
          <a:xfrm>
            <a:off x="6431559" y="448875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EDC365-9A09-3BA2-E04D-27BA38469975}"/>
              </a:ext>
            </a:extLst>
          </p:cNvPr>
          <p:cNvCxnSpPr/>
          <p:nvPr/>
        </p:nvCxnSpPr>
        <p:spPr>
          <a:xfrm>
            <a:off x="6431559" y="414642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11ED7A-D4C8-D7A8-17E3-830653DA2654}"/>
              </a:ext>
            </a:extLst>
          </p:cNvPr>
          <p:cNvCxnSpPr/>
          <p:nvPr/>
        </p:nvCxnSpPr>
        <p:spPr>
          <a:xfrm>
            <a:off x="6431559" y="380408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375B4E-E35F-BC87-8C8D-6AD1046CC99C}"/>
              </a:ext>
            </a:extLst>
          </p:cNvPr>
          <p:cNvCxnSpPr/>
          <p:nvPr/>
        </p:nvCxnSpPr>
        <p:spPr>
          <a:xfrm>
            <a:off x="6431559" y="346175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DD0EFEE-1F0A-31D9-A7C6-D78011D2381D}"/>
              </a:ext>
            </a:extLst>
          </p:cNvPr>
          <p:cNvCxnSpPr/>
          <p:nvPr/>
        </p:nvCxnSpPr>
        <p:spPr>
          <a:xfrm>
            <a:off x="6431559" y="311941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AE3EE45-5699-9354-2BA6-56C37A5F4AE4}"/>
              </a:ext>
            </a:extLst>
          </p:cNvPr>
          <p:cNvCxnSpPr/>
          <p:nvPr/>
        </p:nvCxnSpPr>
        <p:spPr>
          <a:xfrm>
            <a:off x="6431559" y="277708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71AD10-F6FD-C35C-BC9C-4A81FA623D1C}"/>
              </a:ext>
            </a:extLst>
          </p:cNvPr>
          <p:cNvCxnSpPr/>
          <p:nvPr/>
        </p:nvCxnSpPr>
        <p:spPr>
          <a:xfrm>
            <a:off x="6431559" y="243474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78E623-1736-168A-1DB3-808A560778B8}"/>
              </a:ext>
            </a:extLst>
          </p:cNvPr>
          <p:cNvCxnSpPr/>
          <p:nvPr/>
        </p:nvCxnSpPr>
        <p:spPr>
          <a:xfrm>
            <a:off x="6431559" y="209241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E00061-251F-546E-7C2A-CEC0F7B52466}"/>
              </a:ext>
            </a:extLst>
          </p:cNvPr>
          <p:cNvSpPr txBox="1"/>
          <p:nvPr/>
        </p:nvSpPr>
        <p:spPr>
          <a:xfrm>
            <a:off x="8317684" y="519351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0x20001000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76FD5D-20FB-39DE-BC90-067844B1BF03}"/>
              </a:ext>
            </a:extLst>
          </p:cNvPr>
          <p:cNvSpPr txBox="1"/>
          <p:nvPr/>
        </p:nvSpPr>
        <p:spPr>
          <a:xfrm>
            <a:off x="8317683" y="4851175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0x20001004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0C6550-8894-DB5E-CFF1-C029962509B2}"/>
              </a:ext>
            </a:extLst>
          </p:cNvPr>
          <p:cNvSpPr txBox="1"/>
          <p:nvPr/>
        </p:nvSpPr>
        <p:spPr>
          <a:xfrm>
            <a:off x="8317682" y="45088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0x20001008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BCCF33-FD37-A69A-E41D-1AB4D2CAA8D8}"/>
              </a:ext>
            </a:extLst>
          </p:cNvPr>
          <p:cNvSpPr txBox="1"/>
          <p:nvPr/>
        </p:nvSpPr>
        <p:spPr>
          <a:xfrm>
            <a:off x="7551489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+1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127642-122D-3895-90CD-D3E1715379E3}"/>
              </a:ext>
            </a:extLst>
          </p:cNvPr>
          <p:cNvSpPr txBox="1"/>
          <p:nvPr/>
        </p:nvSpPr>
        <p:spPr>
          <a:xfrm>
            <a:off x="7130768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+2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3B194C-D422-B3FB-E6D1-07F889A6C7EB}"/>
              </a:ext>
            </a:extLst>
          </p:cNvPr>
          <p:cNvSpPr txBox="1"/>
          <p:nvPr/>
        </p:nvSpPr>
        <p:spPr>
          <a:xfrm>
            <a:off x="6710047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+3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E0DF88-FB62-0976-1F14-31BC540DDF2A}"/>
              </a:ext>
            </a:extLst>
          </p:cNvPr>
          <p:cNvSpPr/>
          <p:nvPr/>
        </p:nvSpPr>
        <p:spPr>
          <a:xfrm>
            <a:off x="7773798" y="5173426"/>
            <a:ext cx="447411" cy="342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a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EA5B56-19A5-FBC4-0804-05B85667B32B}"/>
              </a:ext>
            </a:extLst>
          </p:cNvPr>
          <p:cNvSpPr/>
          <p:nvPr/>
        </p:nvSpPr>
        <p:spPr>
          <a:xfrm>
            <a:off x="6431557" y="5173427"/>
            <a:ext cx="894826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b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ED49E0F-E3BA-3093-B18A-93ED3E162C47}"/>
              </a:ext>
            </a:extLst>
          </p:cNvPr>
          <p:cNvSpPr/>
          <p:nvPr/>
        </p:nvSpPr>
        <p:spPr>
          <a:xfrm>
            <a:off x="7326383" y="4831086"/>
            <a:ext cx="894820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c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15EBC-7A2D-C4E3-D723-55CE603A5661}"/>
              </a:ext>
            </a:extLst>
          </p:cNvPr>
          <p:cNvSpPr/>
          <p:nvPr/>
        </p:nvSpPr>
        <p:spPr>
          <a:xfrm>
            <a:off x="6431552" y="4488752"/>
            <a:ext cx="1789649" cy="34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d</a:t>
            </a:r>
            <a:endParaRPr lang="LID4096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748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B350C-9793-D6F8-2AA7-17C18FCF8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263250D-0918-432A-5097-843C04FA48FC}"/>
              </a:ext>
            </a:extLst>
          </p:cNvPr>
          <p:cNvGrpSpPr/>
          <p:nvPr/>
        </p:nvGrpSpPr>
        <p:grpSpPr>
          <a:xfrm>
            <a:off x="6910938" y="2398927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D6B0802-1A9E-D7EF-B86E-E8D48120B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A8F2E6E-7E7F-07E9-AFF6-E8376FCBE2CF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E5062A0-9DA1-1E61-1731-150866A7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F10A4C55-987C-F76D-EA07-40052AF12E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02D3C61-286D-F176-EE67-A2B3685A1ECF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43D7F9-36A2-3413-D6D3-A48FF86AEC44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8FF7CF-9054-921C-7DB9-81D7D47E2547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306FFB4-8E39-4382-9D49-2F9895D380CF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1AF2664-E42C-2077-3EC2-41D7966E219C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37A9985-87D9-DFD4-848F-CCDF77D808CB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8AAF85-71DA-2D90-7EC9-6AAAB550453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F584717-3CC8-F8C7-FE5A-D87E2A219CF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E0D1B66-CB2A-DD99-08E2-A78A6B3AB4C5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94BC435-38C7-EC79-7259-4F9B767C9EC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2BEF8BE-97E7-CD09-5686-D12700890AD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6E5D7A0-51F4-328C-CED7-4F1E8DEA40DF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ABFEC49-AD21-BBF4-5043-1C8A1296B1D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77B698D-63D6-CF06-FCF0-2A991C9692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65E2AA3-11C3-5A55-CEED-BFC21E69D09A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6F7D91D-1A14-B781-F2EE-64F02C2CB0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25E0E57-145E-9230-1C3D-1033A872A98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8011B25-0937-13D1-0E26-FD8CABD98210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8579863-68E8-1C1B-3520-42398A9F693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40D3784-9987-0ADF-AC4E-66929831CE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1D60DA4-AA34-3596-5D25-2145540A6A0E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B39E138-84A2-0CF1-035B-CC0AED9F92F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5557D24-420C-A77C-AF1F-8FDF152855A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6522898-2493-D18A-5B6E-E40CBAA59090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F1206BE-52D4-DD33-8892-9F1336FA077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662E47-90E6-D1CD-018C-41B9010D881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31FAFD0-9915-258B-1319-C130402FF62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518B1960-C2AD-6AA7-9D4C-2553631EFB5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278CB48-BEEE-6303-229D-14DFE6AA57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DFC8BD4-4C7E-9682-B5FA-A2ACB0BA237C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38AC349-3470-ADC3-B81D-E9BCFB1026F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B09957E-2384-7EF9-5A37-C13DBA3405A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034B99A-90A5-E32C-82E8-8639EFB95223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7EC791A0-F93E-3C48-45B9-F0CA5F6A02A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FCBCBC0E-9A13-12A6-7301-F1BC6C42976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093D7B3-5FA5-69F1-2FED-277FE8886C71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708FBFB-8BCD-A4C0-B845-54EAFF231296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CEB5570D-02E0-DB4A-502D-BC8216CADFFF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40F6B4A9-FF08-80C9-1118-DF416795502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FA4907-EF61-CE31-0B1E-D00BB1FBEC6B}"/>
              </a:ext>
            </a:extLst>
          </p:cNvPr>
          <p:cNvSpPr/>
          <p:nvPr/>
        </p:nvSpPr>
        <p:spPr>
          <a:xfrm>
            <a:off x="4633795" y="5295969"/>
            <a:ext cx="4412791" cy="890457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890457"/>
              <a:gd name="csX1" fmla="*/ 3050170 w 5369495"/>
              <a:gd name="csY1" fmla="*/ 889847 h 890457"/>
              <a:gd name="csX2" fmla="*/ 0 w 5369495"/>
              <a:gd name="csY2" fmla="*/ 317204 h 890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69495" h="890457">
                <a:moveTo>
                  <a:pt x="5369495" y="0"/>
                </a:moveTo>
                <a:cubicBezTo>
                  <a:pt x="4778044" y="447374"/>
                  <a:pt x="3919617" y="909582"/>
                  <a:pt x="3050170" y="889847"/>
                </a:cubicBezTo>
                <a:cubicBezTo>
                  <a:pt x="2180723" y="870112"/>
                  <a:pt x="1572447" y="843293"/>
                  <a:pt x="0" y="317204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A7ACC1-0A5E-1D44-9EBC-730818AEC972}"/>
              </a:ext>
            </a:extLst>
          </p:cNvPr>
          <p:cNvSpPr/>
          <p:nvPr/>
        </p:nvSpPr>
        <p:spPr>
          <a:xfrm>
            <a:off x="2526114" y="4429194"/>
            <a:ext cx="4475582" cy="1452191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899" h="1452191">
                <a:moveTo>
                  <a:pt x="5445899" y="0"/>
                </a:moveTo>
                <a:cubicBezTo>
                  <a:pt x="4854448" y="447374"/>
                  <a:pt x="4730978" y="1471645"/>
                  <a:pt x="3861531" y="1451910"/>
                </a:cubicBezTo>
                <a:cubicBezTo>
                  <a:pt x="2992084" y="1432175"/>
                  <a:pt x="1496042" y="823671"/>
                  <a:pt x="0" y="215168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7E235F3-A166-C430-F96D-6CB790DB63C2}"/>
              </a:ext>
            </a:extLst>
          </p:cNvPr>
          <p:cNvSpPr/>
          <p:nvPr/>
        </p:nvSpPr>
        <p:spPr>
          <a:xfrm>
            <a:off x="3952168" y="2723366"/>
            <a:ext cx="3149114" cy="2931549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  <a:gd name="csX0" fmla="*/ 5374269 w 5374269"/>
              <a:gd name="csY0" fmla="*/ 0 h 1452228"/>
              <a:gd name="csX1" fmla="*/ 3861531 w 5374269"/>
              <a:gd name="csY1" fmla="*/ 1451910 h 1452228"/>
              <a:gd name="csX2" fmla="*/ 0 w 5374269"/>
              <a:gd name="csY2" fmla="*/ 215168 h 1452228"/>
              <a:gd name="csX0" fmla="*/ 5374269 w 5374269"/>
              <a:gd name="csY0" fmla="*/ 0 h 1452191"/>
              <a:gd name="csX1" fmla="*/ 3861531 w 5374269"/>
              <a:gd name="csY1" fmla="*/ 1451910 h 1452191"/>
              <a:gd name="csX2" fmla="*/ 0 w 5374269"/>
              <a:gd name="csY2" fmla="*/ 215168 h 1452191"/>
              <a:gd name="csX0" fmla="*/ 5445899 w 5445899"/>
              <a:gd name="csY0" fmla="*/ 0 h 1452191"/>
              <a:gd name="csX1" fmla="*/ 3861531 w 5445899"/>
              <a:gd name="csY1" fmla="*/ 1451910 h 1452191"/>
              <a:gd name="csX2" fmla="*/ 0 w 5445899"/>
              <a:gd name="csY2" fmla="*/ 215168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1452191"/>
              <a:gd name="csX1" fmla="*/ 3785127 w 5369495"/>
              <a:gd name="csY1" fmla="*/ 1451910 h 1452191"/>
              <a:gd name="csX2" fmla="*/ 0 w 5369495"/>
              <a:gd name="csY2" fmla="*/ 317204 h 1452191"/>
              <a:gd name="csX0" fmla="*/ 5369495 w 5369495"/>
              <a:gd name="csY0" fmla="*/ 0 h 2931549"/>
              <a:gd name="csX1" fmla="*/ 3660969 w 5369495"/>
              <a:gd name="csY1" fmla="*/ 2931433 h 2931549"/>
              <a:gd name="csX2" fmla="*/ 0 w 5369495"/>
              <a:gd name="csY2" fmla="*/ 317204 h 2931549"/>
              <a:gd name="csX0" fmla="*/ 3831850 w 3831850"/>
              <a:gd name="csY0" fmla="*/ 0 h 2962089"/>
              <a:gd name="csX1" fmla="*/ 2123324 w 3831850"/>
              <a:gd name="csY1" fmla="*/ 2931433 h 2962089"/>
              <a:gd name="csX2" fmla="*/ 0 w 3831850"/>
              <a:gd name="csY2" fmla="*/ 2609090 h 2962089"/>
              <a:gd name="csX0" fmla="*/ 3831850 w 3831850"/>
              <a:gd name="csY0" fmla="*/ 0 h 2931549"/>
              <a:gd name="csX1" fmla="*/ 2123324 w 3831850"/>
              <a:gd name="csY1" fmla="*/ 2931433 h 2931549"/>
              <a:gd name="csX2" fmla="*/ 0 w 3831850"/>
              <a:gd name="csY2" fmla="*/ 2609090 h 29315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1850" h="2931549">
                <a:moveTo>
                  <a:pt x="3831850" y="0"/>
                </a:moveTo>
                <a:cubicBezTo>
                  <a:pt x="3240399" y="447374"/>
                  <a:pt x="2992771" y="2951168"/>
                  <a:pt x="2123324" y="2931433"/>
                </a:cubicBezTo>
                <a:cubicBezTo>
                  <a:pt x="1253877" y="2911698"/>
                  <a:pt x="1476940" y="3001748"/>
                  <a:pt x="0" y="260909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47C50AD-62AC-8790-5DAD-D426C48CC131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4F4300B-773E-B752-71C7-027F11429559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F146DF18-3A3E-A090-182D-85D3270ECEFD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BC653E7-3131-BAA3-EFF0-CFB8C630CCDD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7256EC-77E6-FB0D-9A0D-95353EC8C783}"/>
              </a:ext>
            </a:extLst>
          </p:cNvPr>
          <p:cNvSpPr/>
          <p:nvPr/>
        </p:nvSpPr>
        <p:spPr>
          <a:xfrm>
            <a:off x="2464175" y="3957096"/>
            <a:ext cx="4648029" cy="88558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61491" h="1009527">
                <a:moveTo>
                  <a:pt x="4361491" y="41530"/>
                </a:moveTo>
                <a:cubicBezTo>
                  <a:pt x="3751342" y="500922"/>
                  <a:pt x="3141194" y="960315"/>
                  <a:pt x="2414279" y="1008557"/>
                </a:cubicBezTo>
                <a:cubicBezTo>
                  <a:pt x="1687364" y="1056799"/>
                  <a:pt x="507604" y="-714993"/>
                  <a:pt x="0" y="330980"/>
                </a:cubicBezTo>
              </a:path>
            </a:pathLst>
          </a:cu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9291855-F0FE-51DC-A909-BBE414297EC2}"/>
              </a:ext>
            </a:extLst>
          </p:cNvPr>
          <p:cNvGrpSpPr/>
          <p:nvPr/>
        </p:nvGrpSpPr>
        <p:grpSpPr>
          <a:xfrm rot="18737801">
            <a:off x="6842166" y="4180943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F56C5DD-58FD-E7E1-69B4-82D64AE7402E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034B060-5350-7E50-7EE1-A57A82E021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5545A9-6954-1943-193C-990D84B0F8FB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D8CB50F-1AB4-D2F8-13EE-E6CBEF1E1C0A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7761DE2-92EB-2B0D-F65E-D9CCF47B299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75B47F9-4A18-24E4-5C74-2199A2869DFE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6F7F78F-608D-7D00-EEB6-B70EE4D1DF1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F1DAEDC-55B2-AFC1-6E91-CFFC47EC0E6B}"/>
              </a:ext>
            </a:extLst>
          </p:cNvPr>
          <p:cNvGrpSpPr/>
          <p:nvPr/>
        </p:nvGrpSpPr>
        <p:grpSpPr>
          <a:xfrm>
            <a:off x="7051565" y="667245"/>
            <a:ext cx="2669370" cy="1907729"/>
            <a:chOff x="9519713" y="2988597"/>
            <a:chExt cx="1319935" cy="94332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2F670BA-00B1-06AD-33A3-F4E36FF8F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4762AA5-5E8D-BECF-291D-7FEBDA903E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630C220-0A93-22CB-7948-7552975967AA}"/>
              </a:ext>
            </a:extLst>
          </p:cNvPr>
          <p:cNvGrpSpPr/>
          <p:nvPr/>
        </p:nvGrpSpPr>
        <p:grpSpPr>
          <a:xfrm>
            <a:off x="8988250" y="3305715"/>
            <a:ext cx="2669370" cy="1907729"/>
            <a:chOff x="9519713" y="2988597"/>
            <a:chExt cx="1319935" cy="94332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93CEC5A-FDF3-B566-87D8-D4E9D9678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5D72AC0-AB49-71A6-56B7-40FB2BC481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3C7C57-02CF-2291-555E-913D7E12ECA2}"/>
              </a:ext>
            </a:extLst>
          </p:cNvPr>
          <p:cNvGrpSpPr/>
          <p:nvPr/>
        </p:nvGrpSpPr>
        <p:grpSpPr>
          <a:xfrm rot="18737801">
            <a:off x="7008351" y="2413236"/>
            <a:ext cx="550143" cy="184758"/>
            <a:chOff x="7629989" y="5236460"/>
            <a:chExt cx="1027147" cy="344953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D6D2D75-8515-AA48-A1E7-260C329A8FF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C6451D9-91C7-F747-7537-421565AFA7B7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29EC21C-AC4F-6040-0F1B-23A88C15FEE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CFF81C-3174-6B0F-8A70-3872EA820E17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CD4A084-26AC-8D64-2496-0511BB09310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D7426-DFB4-388A-7750-32B5A022C735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DA0ED60-B125-ED36-74A3-B6DD964B09F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3931FB-FCDE-F242-AB86-711DA275A1E9}"/>
              </a:ext>
            </a:extLst>
          </p:cNvPr>
          <p:cNvGrpSpPr/>
          <p:nvPr/>
        </p:nvGrpSpPr>
        <p:grpSpPr>
          <a:xfrm rot="18737801">
            <a:off x="8930204" y="5058443"/>
            <a:ext cx="550143" cy="184758"/>
            <a:chOff x="7629989" y="5236460"/>
            <a:chExt cx="1027147" cy="34495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3605D5F-BBFB-5B8D-8053-6657F2A315E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5F7D324-11F9-7344-3200-B058485F827E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D8E115B-853A-7CA1-6889-5548F3B7FBB4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6199B65-3827-5A84-EBB7-745F6713E05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1FCA50B-3E3F-F48E-235C-D8C1D26C572A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A908804-C883-2CC5-ED8D-6C9FF434EFE8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45043AB-69A9-517E-1B11-F3DA73E0F8D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74DCE08E-72F0-CC4F-B460-5A88602CAF1D}"/>
              </a:ext>
            </a:extLst>
          </p:cNvPr>
          <p:cNvSpPr/>
          <p:nvPr/>
        </p:nvSpPr>
        <p:spPr>
          <a:xfrm>
            <a:off x="3023292" y="4634623"/>
            <a:ext cx="6155023" cy="1093973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  <a:gd name="csX0" fmla="*/ 5775583 w 5775583"/>
              <a:gd name="csY0" fmla="*/ 548161 h 1515925"/>
              <a:gd name="csX1" fmla="*/ 3828371 w 5775583"/>
              <a:gd name="csY1" fmla="*/ 1515188 h 1515925"/>
              <a:gd name="csX2" fmla="*/ 0 w 5775583"/>
              <a:gd name="csY2" fmla="*/ 269452 h 1515925"/>
              <a:gd name="csX0" fmla="*/ 5775583 w 5775583"/>
              <a:gd name="csY0" fmla="*/ 278709 h 1247075"/>
              <a:gd name="csX1" fmla="*/ 3828371 w 5775583"/>
              <a:gd name="csY1" fmla="*/ 1245736 h 1247075"/>
              <a:gd name="csX2" fmla="*/ 0 w 5775583"/>
              <a:gd name="csY2" fmla="*/ 0 h 1247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75583" h="1247075">
                <a:moveTo>
                  <a:pt x="5775583" y="278709"/>
                </a:moveTo>
                <a:cubicBezTo>
                  <a:pt x="5165434" y="738101"/>
                  <a:pt x="4555286" y="1197494"/>
                  <a:pt x="3828371" y="1245736"/>
                </a:cubicBezTo>
                <a:cubicBezTo>
                  <a:pt x="3101456" y="1293978"/>
                  <a:pt x="669636" y="23239"/>
                  <a:pt x="0" y="0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74C6BA0B-8662-6126-E0AA-F77245CDE983}"/>
              </a:ext>
            </a:extLst>
          </p:cNvPr>
          <p:cNvSpPr/>
          <p:nvPr/>
        </p:nvSpPr>
        <p:spPr>
          <a:xfrm>
            <a:off x="2985476" y="2271006"/>
            <a:ext cx="4239884" cy="1921812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  <a:gd name="csX0" fmla="*/ 4361491 w 4361491"/>
              <a:gd name="csY0" fmla="*/ 41530 h 1009527"/>
              <a:gd name="csX1" fmla="*/ 2414279 w 4361491"/>
              <a:gd name="csY1" fmla="*/ 1008557 h 1009527"/>
              <a:gd name="csX2" fmla="*/ 0 w 4361491"/>
              <a:gd name="csY2" fmla="*/ 330980 h 1009527"/>
              <a:gd name="csX0" fmla="*/ 3978507 w 3978507"/>
              <a:gd name="csY0" fmla="*/ 0 h 2190769"/>
              <a:gd name="csX1" fmla="*/ 2031295 w 3978507"/>
              <a:gd name="csY1" fmla="*/ 967027 h 2190769"/>
              <a:gd name="csX2" fmla="*/ 0 w 3978507"/>
              <a:gd name="csY2" fmla="*/ 2190769 h 21907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78507" h="2190769">
                <a:moveTo>
                  <a:pt x="3978507" y="0"/>
                </a:moveTo>
                <a:cubicBezTo>
                  <a:pt x="3368358" y="459392"/>
                  <a:pt x="2758210" y="918785"/>
                  <a:pt x="2031295" y="967027"/>
                </a:cubicBezTo>
                <a:cubicBezTo>
                  <a:pt x="1304380" y="1015269"/>
                  <a:pt x="507604" y="1144796"/>
                  <a:pt x="0" y="2190769"/>
                </a:cubicBezTo>
              </a:path>
            </a:pathLst>
          </a:custGeom>
          <a:noFill/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4504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2472</TotalTime>
  <Words>1295</Words>
  <Application>Microsoft Office PowerPoint</Application>
  <PresentationFormat>Widescreen</PresentationFormat>
  <Paragraphs>469</Paragraphs>
  <Slides>31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42</cp:revision>
  <dcterms:created xsi:type="dcterms:W3CDTF">2025-09-03T07:58:20Z</dcterms:created>
  <dcterms:modified xsi:type="dcterms:W3CDTF">2026-02-24T09:38:59Z</dcterms:modified>
</cp:coreProperties>
</file>