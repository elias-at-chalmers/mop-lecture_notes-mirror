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2134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All GPIO Pins (Ports A-E)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755</TotalTime>
  <Words>544</Words>
  <Application>Microsoft Office PowerPoint</Application>
  <PresentationFormat>Widescreen</PresentationFormat>
  <Paragraphs>163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11</cp:revision>
  <dcterms:created xsi:type="dcterms:W3CDTF">2025-09-03T07:58:20Z</dcterms:created>
  <dcterms:modified xsi:type="dcterms:W3CDTF">2025-10-02T09:54:51Z</dcterms:modified>
</cp:coreProperties>
</file>