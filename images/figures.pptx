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12/05/2025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onnsiteX0" fmla="*/ 988111 w 1002028"/>
              <a:gd name="connsiteY0" fmla="*/ 0 h 2286000"/>
              <a:gd name="connsiteX1" fmla="*/ 1002028 w 1002028"/>
              <a:gd name="connsiteY1" fmla="*/ 2286000 h 2286000"/>
              <a:gd name="connsiteX2" fmla="*/ 480973 w 1002028"/>
              <a:gd name="connsiteY2" fmla="*/ 2286000 h 2286000"/>
              <a:gd name="connsiteX3" fmla="*/ 0 w 1002028"/>
              <a:gd name="connsiteY3" fmla="*/ 228600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onnsiteX0" fmla="*/ 0 w 719137"/>
              <a:gd name="connsiteY0" fmla="*/ 285750 h 571500"/>
              <a:gd name="connsiteX1" fmla="*/ 359569 w 719137"/>
              <a:gd name="connsiteY1" fmla="*/ 0 h 571500"/>
              <a:gd name="connsiteX2" fmla="*/ 719138 w 719137"/>
              <a:gd name="connsiteY2" fmla="*/ 285750 h 571500"/>
              <a:gd name="connsiteX3" fmla="*/ 359569 w 719137"/>
              <a:gd name="connsiteY3" fmla="*/ 571500 h 571500"/>
              <a:gd name="connsiteX4" fmla="*/ 0 w 719137"/>
              <a:gd name="connsiteY4" fmla="*/ 28575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onnsiteX0" fmla="*/ 0 w 600396"/>
              <a:gd name="connsiteY0" fmla="*/ 239749 h 479498"/>
              <a:gd name="connsiteX1" fmla="*/ 300198 w 600396"/>
              <a:gd name="connsiteY1" fmla="*/ 0 h 479498"/>
              <a:gd name="connsiteX2" fmla="*/ 600396 w 600396"/>
              <a:gd name="connsiteY2" fmla="*/ 239749 h 479498"/>
              <a:gd name="connsiteX3" fmla="*/ 300198 w 600396"/>
              <a:gd name="connsiteY3" fmla="*/ 479498 h 479498"/>
              <a:gd name="connsiteX4" fmla="*/ 0 w 600396"/>
              <a:gd name="connsiteY4" fmla="*/ 239749 h 479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1389</TotalTime>
  <Words>698</Words>
  <Application>Microsoft Office PowerPoint</Application>
  <PresentationFormat>Widescreen</PresentationFormat>
  <Paragraphs>298</Paragraphs>
  <Slides>18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23</cp:revision>
  <dcterms:created xsi:type="dcterms:W3CDTF">2025-09-03T07:58:20Z</dcterms:created>
  <dcterms:modified xsi:type="dcterms:W3CDTF">2025-12-05T15:22:06Z</dcterms:modified>
</cp:coreProperties>
</file>